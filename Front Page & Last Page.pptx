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455" r:id="rId5"/>
    <p:sldId id="4710" r:id="rId6"/>
  </p:sldIdLst>
  <p:sldSz cx="12192000" cy="6858000"/>
  <p:notesSz cx="6858000" cy="9144000"/>
  <p:defaultTextStyle>
    <a:defPPr>
      <a:defRPr lang="en-US"/>
    </a:defPPr>
    <a:lvl1pPr marL="0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1pPr>
    <a:lvl2pPr marL="483259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2pPr>
    <a:lvl3pPr marL="966517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3pPr>
    <a:lvl4pPr marL="1449775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4pPr>
    <a:lvl5pPr marL="1933034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5pPr>
    <a:lvl6pPr marL="2416292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6pPr>
    <a:lvl7pPr marL="2899551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7pPr>
    <a:lvl8pPr marL="3382810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8pPr>
    <a:lvl9pPr marL="3866068" algn="l" defTabSz="966517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Kunal Gunbote" initials="KG" lastIdx="1" clrIdx="6">
    <p:extLst>
      <p:ext uri="{19B8F6BF-5375-455C-9EA6-DF929625EA0E}">
        <p15:presenceInfo xmlns:p15="http://schemas.microsoft.com/office/powerpoint/2012/main" userId="S-1-5-21-1159362702-2669330398-3134130338-4935" providerId="AD"/>
      </p:ext>
    </p:extLst>
  </p:cmAuthor>
  <p:cmAuthor id="1" name="Sagar Walame" initials="SW" lastIdx="1" clrIdx="0">
    <p:extLst>
      <p:ext uri="{19B8F6BF-5375-455C-9EA6-DF929625EA0E}">
        <p15:presenceInfo xmlns:p15="http://schemas.microsoft.com/office/powerpoint/2012/main" userId="S-1-5-21-1159362702-2669330398-3134130338-92087" providerId="AD"/>
      </p:ext>
    </p:extLst>
  </p:cmAuthor>
  <p:cmAuthor id="2" name="Himanshu Kabra" initials="HK" lastIdx="24" clrIdx="2">
    <p:extLst>
      <p:ext uri="{19B8F6BF-5375-455C-9EA6-DF929625EA0E}">
        <p15:presenceInfo xmlns:p15="http://schemas.microsoft.com/office/powerpoint/2012/main" userId="S-1-5-21-1159362702-2669330398-3134130338-2214" providerId="AD"/>
      </p:ext>
    </p:extLst>
  </p:cmAuthor>
  <p:cmAuthor id="4" name="Nandita Patra" initials="NP" lastIdx="9" clrIdx="3">
    <p:extLst>
      <p:ext uri="{19B8F6BF-5375-455C-9EA6-DF929625EA0E}">
        <p15:presenceInfo xmlns:p15="http://schemas.microsoft.com/office/powerpoint/2012/main" userId="S-1-5-21-1159362702-2669330398-3134130338-4988" providerId="AD"/>
      </p:ext>
    </p:extLst>
  </p:cmAuthor>
  <p:cmAuthor id="5" name="Suraj Pawar" initials="SP" lastIdx="13" clrIdx="4">
    <p:extLst>
      <p:ext uri="{19B8F6BF-5375-455C-9EA6-DF929625EA0E}">
        <p15:presenceInfo xmlns:p15="http://schemas.microsoft.com/office/powerpoint/2012/main" userId="S-1-5-21-1159362702-2669330398-3134130338-2470" providerId="AD"/>
      </p:ext>
    </p:extLst>
  </p:cmAuthor>
  <p:cmAuthor id="6" name="Amarendra Mummaneni" initials="AM" lastIdx="30" clrIdx="5">
    <p:extLst>
      <p:ext uri="{19B8F6BF-5375-455C-9EA6-DF929625EA0E}">
        <p15:presenceInfo xmlns:p15="http://schemas.microsoft.com/office/powerpoint/2012/main" userId="S-1-5-21-1159362702-2669330398-3134130338-49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8FD"/>
    <a:srgbClr val="BFBFBF"/>
    <a:srgbClr val="EEEEEE"/>
    <a:srgbClr val="FBEEBF"/>
    <a:srgbClr val="000000"/>
    <a:srgbClr val="DEFEE0"/>
    <a:srgbClr val="CDDFF0"/>
    <a:srgbClr val="EFF4E8"/>
    <a:srgbClr val="D9D9D9"/>
    <a:srgbClr val="EFF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4434" autoAdjust="0"/>
  </p:normalViewPr>
  <p:slideViewPr>
    <p:cSldViewPr snapToGrid="0">
      <p:cViewPr varScale="1">
        <p:scale>
          <a:sx n="82" d="100"/>
          <a:sy n="82" d="100"/>
        </p:scale>
        <p:origin x="93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23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0D5F0-DEDB-4207-AC6F-C9348E117F2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11557-1D5D-4225-BD05-2D0922FA8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19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5B71E-CD0B-4E6E-93BA-185C491C3A0E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87B0E-8739-48F7-AADE-F1C531232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58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1pPr>
    <a:lvl2pPr marL="483259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2pPr>
    <a:lvl3pPr marL="966517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3pPr>
    <a:lvl4pPr marL="1449775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4pPr>
    <a:lvl5pPr marL="1933034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5pPr>
    <a:lvl6pPr marL="2416292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6pPr>
    <a:lvl7pPr marL="2899551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7pPr>
    <a:lvl8pPr marL="3382810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8pPr>
    <a:lvl9pPr marL="3866068" algn="l" defTabSz="966517" rtl="0" eaLnBrk="1" latinLnBrk="0" hangingPunct="1">
      <a:defRPr sz="1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87B0E-8739-48F7-AADE-F1C531232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1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0" y="2"/>
            <a:ext cx="12192000" cy="68246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US" sz="1902" dirty="0"/>
          </a:p>
          <a:p>
            <a:endParaRPr lang="en-IN" sz="1902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56"/>
            <a:ext cx="12192000" cy="6847944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5" name="Rectangle 34"/>
          <p:cNvSpPr/>
          <p:nvPr userDrawn="1"/>
        </p:nvSpPr>
        <p:spPr>
          <a:xfrm>
            <a:off x="743259" y="10058"/>
            <a:ext cx="5906925" cy="6858001"/>
          </a:xfrm>
          <a:prstGeom prst="rect">
            <a:avLst/>
          </a:prstGeom>
          <a:solidFill>
            <a:srgbClr val="0070C0">
              <a:alpha val="81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0" name="TextBox 9"/>
          <p:cNvSpPr txBox="1"/>
          <p:nvPr userDrawn="1"/>
        </p:nvSpPr>
        <p:spPr>
          <a:xfrm>
            <a:off x="829068" y="661628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Source@ Future Market Insights, 2026</a:t>
            </a:r>
            <a:endParaRPr lang="en-IN" sz="9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71630" y="5918917"/>
            <a:ext cx="11448743" cy="584895"/>
          </a:xfrm>
          <a:prstGeom prst="rect">
            <a:avLst/>
          </a:prstGeom>
          <a:solidFill>
            <a:srgbClr val="FCD15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3" name="Rectangle 12"/>
          <p:cNvSpPr/>
          <p:nvPr userDrawn="1"/>
        </p:nvSpPr>
        <p:spPr>
          <a:xfrm>
            <a:off x="371630" y="6559883"/>
            <a:ext cx="11448743" cy="575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</p:spTree>
    <p:extLst>
      <p:ext uri="{BB962C8B-B14F-4D97-AF65-F5344CB8AC3E}">
        <p14:creationId xmlns:p14="http://schemas.microsoft.com/office/powerpoint/2010/main" val="1285309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52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/>
          <p:cNvSpPr>
            <a:spLocks noGrp="1"/>
          </p:cNvSpPr>
          <p:nvPr userDrawn="1"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1" name="Rectangle 10"/>
          <p:cNvSpPr/>
          <p:nvPr userDrawn="1"/>
        </p:nvSpPr>
        <p:spPr>
          <a:xfrm>
            <a:off x="8645236" y="0"/>
            <a:ext cx="3546764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271899" y="-810653"/>
            <a:ext cx="2926080" cy="109141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sp>
        <p:nvSpPr>
          <p:cNvPr id="13" name="Rectangle 12"/>
          <p:cNvSpPr/>
          <p:nvPr userDrawn="1"/>
        </p:nvSpPr>
        <p:spPr>
          <a:xfrm rot="5400000">
            <a:off x="1403070" y="2763754"/>
            <a:ext cx="422240" cy="1752737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902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-6113" y="6314741"/>
            <a:ext cx="1009180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 flipV="1">
            <a:off x="1501725" y="4939555"/>
            <a:ext cx="775854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 userDrawn="1"/>
        </p:nvSpPr>
        <p:spPr>
          <a:xfrm>
            <a:off x="1658200" y="5164120"/>
            <a:ext cx="7732467" cy="385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902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52402" y="647750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Source@ Future Market Insights, 2026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86358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52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442127"/>
            <a:ext cx="11855752" cy="13333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64550" y="1560854"/>
            <a:ext cx="7529743" cy="1097280"/>
          </a:xfrm>
          <a:noFill/>
          <a:ln>
            <a:noFill/>
          </a:ln>
        </p:spPr>
        <p:txBody>
          <a:bodyPr vert="horz" lIns="91440" tIns="91440" rIns="91440" bIns="91440" rtlCol="0" anchor="b" anchorCtr="0">
            <a:noAutofit/>
          </a:bodyPr>
          <a:lstStyle>
            <a:lvl1pPr algn="l">
              <a:defRPr lang="en-US" sz="2000" b="0" dirty="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52400" y="3069662"/>
            <a:ext cx="11819998" cy="1049336"/>
          </a:xfrm>
        </p:spPr>
        <p:txBody>
          <a:bodyPr>
            <a:noAutofit/>
          </a:bodyPr>
          <a:lstStyle>
            <a:lvl1pPr marL="0" indent="0" algn="l">
              <a:buNone/>
              <a:defRPr sz="2501" b="1">
                <a:solidFill>
                  <a:schemeClr val="tx1"/>
                </a:solidFill>
                <a:latin typeface="+mn-lt"/>
              </a:defRPr>
            </a:lvl1pPr>
            <a:lvl2pPr marL="4572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4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0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8" name="Group 17"/>
          <p:cNvGrpSpPr/>
          <p:nvPr userDrawn="1"/>
        </p:nvGrpSpPr>
        <p:grpSpPr bwMode="gray">
          <a:xfrm flipH="1">
            <a:off x="152400" y="2821784"/>
            <a:ext cx="11853333" cy="182880"/>
            <a:chOff x="114300" y="958850"/>
            <a:chExt cx="8890000" cy="304800"/>
          </a:xfrm>
        </p:grpSpPr>
        <p:sp>
          <p:nvSpPr>
            <p:cNvPr id="19" name="Rectangle 18"/>
            <p:cNvSpPr/>
            <p:nvPr/>
          </p:nvSpPr>
          <p:spPr bwMode="gray">
            <a:xfrm>
              <a:off x="114302" y="958850"/>
              <a:ext cx="8889998" cy="102297"/>
            </a:xfrm>
            <a:prstGeom prst="rect">
              <a:avLst/>
            </a:prstGeom>
            <a:gradFill flip="none" rotWithShape="1">
              <a:gsLst>
                <a:gs pos="0">
                  <a:srgbClr val="47AD0B"/>
                </a:gs>
                <a:gs pos="95000">
                  <a:schemeClr val="bg1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97" noProof="0" dirty="0">
                <a:solidFill>
                  <a:srgbClr val="FFC000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 bwMode="gray">
            <a:xfrm>
              <a:off x="114300" y="1060101"/>
              <a:ext cx="8889998" cy="102297"/>
            </a:xfrm>
            <a:prstGeom prst="rect">
              <a:avLst/>
            </a:prstGeom>
            <a:gradFill flip="none" rotWithShape="1">
              <a:gsLst>
                <a:gs pos="0">
                  <a:srgbClr val="FF4E00"/>
                </a:gs>
                <a:gs pos="95000">
                  <a:schemeClr val="bg1"/>
                </a:gs>
                <a:gs pos="100000">
                  <a:schemeClr val="bg1"/>
                </a:gs>
              </a:gsLst>
              <a:lin ang="10800000" scaled="1"/>
              <a:tileRect/>
            </a:gra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 sz="2397" noProof="0" dirty="0">
                <a:solidFill>
                  <a:srgbClr val="FFC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 bwMode="gray">
            <a:xfrm>
              <a:off x="114300" y="1161353"/>
              <a:ext cx="8889998" cy="102297"/>
            </a:xfrm>
            <a:prstGeom prst="rect">
              <a:avLst/>
            </a:prstGeom>
            <a:gradFill flip="none" rotWithShape="1">
              <a:gsLst>
                <a:gs pos="0">
                  <a:srgbClr val="90278E"/>
                </a:gs>
                <a:gs pos="95000">
                  <a:schemeClr val="bg1"/>
                </a:gs>
                <a:gs pos="100000">
                  <a:schemeClr val="bg1"/>
                </a:gs>
              </a:gsLst>
              <a:lin ang="10800000" scaled="1"/>
              <a:tileRect/>
            </a:gradFill>
            <a:ln/>
            <a:effectLst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 sz="2397" noProof="0" dirty="0">
                <a:solidFill>
                  <a:srgbClr val="FFC000"/>
                </a:solidFill>
              </a:endParaRPr>
            </a:p>
          </p:txBody>
        </p:sp>
      </p:grpSp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346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" userDrawn="1">
          <p15:clr>
            <a:srgbClr val="FBAE40"/>
          </p15:clr>
        </p15:guide>
        <p15:guide id="2" pos="96" userDrawn="1">
          <p15:clr>
            <a:srgbClr val="FBAE40"/>
          </p15:clr>
        </p15:guide>
        <p15:guide id="3" pos="7552" userDrawn="1">
          <p15:clr>
            <a:srgbClr val="FBAE40"/>
          </p15:clr>
        </p15:guide>
        <p15:guide id="4" orient="horz" pos="4248" userDrawn="1">
          <p15:clr>
            <a:srgbClr val="FBAE40"/>
          </p15:clr>
        </p15:guide>
        <p15:guide id="5" orient="horz" pos="40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854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23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1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reeform 2"/>
          <p:cNvSpPr/>
          <p:nvPr userDrawn="1"/>
        </p:nvSpPr>
        <p:spPr>
          <a:xfrm>
            <a:off x="157241" y="1132242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0440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1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Freeform 2"/>
          <p:cNvSpPr/>
          <p:nvPr userDrawn="1"/>
        </p:nvSpPr>
        <p:spPr>
          <a:xfrm>
            <a:off x="157241" y="1132242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 bwMode="gray">
          <a:xfrm>
            <a:off x="152400" y="368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157241" y="3710342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5968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1181515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999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262322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32913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76784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1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8203961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8203961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820396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938573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86858" y="1125788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2400" y="1140546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212639" y="1128782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8203961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8238418" y="1143001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820396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376845" y="4066996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273984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778937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1" y="1143000"/>
            <a:ext cx="778937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778937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491150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3768436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76843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76843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4178181" y="1613579"/>
            <a:ext cx="778937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4178181" y="1143000"/>
            <a:ext cx="778937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178181" y="1143000"/>
            <a:ext cx="778937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4178181" y="4572003"/>
            <a:ext cx="7789377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4178181" y="4101421"/>
            <a:ext cx="7789377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4183022" y="4101421"/>
            <a:ext cx="7789377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543274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5763491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4065" y="1613579"/>
            <a:ext cx="5763491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4065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4065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51159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1181515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173537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>
          <a:xfrm>
            <a:off x="152400" y="1613579"/>
            <a:ext cx="11815156" cy="228600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170336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 bwMode="gray">
          <a:xfrm>
            <a:off x="152400" y="4572003"/>
            <a:ext cx="11815156" cy="1635125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152400" y="4101421"/>
            <a:ext cx="118151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157241" y="4101421"/>
            <a:ext cx="118151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279652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4593546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8109731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78476" y="1106971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78476" y="3812828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643877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4590288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6208907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208907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6208907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9062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4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6208907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6208907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6208907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7777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41489650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0654935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79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6208907" y="4286475"/>
            <a:ext cx="5763491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6208907" y="3815896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6208907" y="3815896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5365957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81"/>
            <a:ext cx="5763491" cy="224657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519983"/>
            <a:ext cx="5763491" cy="173571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4028164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4036328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6208907" y="1613581"/>
            <a:ext cx="5763491" cy="224657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6208907" y="1143000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6208907" y="1143000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6208907" y="4519983"/>
            <a:ext cx="5763491" cy="1735719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6208907" y="4028164"/>
            <a:ext cx="5763491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6208907" y="4036328"/>
            <a:ext cx="5763491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32819943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152400" y="1613579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152400" y="1143000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157241" y="1143000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152400" y="4286475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152400" y="3815896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157241" y="3815896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4344041" y="1613579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4344041" y="1143000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4344041" y="1143000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4344041" y="4286475"/>
            <a:ext cx="387927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4344041" y="3815896"/>
            <a:ext cx="387927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4344041" y="3815896"/>
            <a:ext cx="387927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20" name="Content Placeholder 2"/>
          <p:cNvSpPr>
            <a:spLocks noGrp="1"/>
          </p:cNvSpPr>
          <p:nvPr>
            <p:ph idx="21"/>
          </p:nvPr>
        </p:nvSpPr>
        <p:spPr bwMode="gray">
          <a:xfrm>
            <a:off x="8530841" y="1613579"/>
            <a:ext cx="3441556" cy="4590288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22"/>
          </p:nvPr>
        </p:nvSpPr>
        <p:spPr bwMode="gray">
          <a:xfrm>
            <a:off x="8530841" y="1143000"/>
            <a:ext cx="3441556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Freeform 21"/>
          <p:cNvSpPr/>
          <p:nvPr userDrawn="1"/>
        </p:nvSpPr>
        <p:spPr>
          <a:xfrm>
            <a:off x="8530841" y="1143000"/>
            <a:ext cx="3441556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</p:spTree>
    <p:extLst>
      <p:ext uri="{BB962C8B-B14F-4D97-AF65-F5344CB8AC3E}">
        <p14:creationId xmlns:p14="http://schemas.microsoft.com/office/powerpoint/2010/main" val="19595551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52402" y="1613578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3143224" y="1613579"/>
            <a:ext cx="5266268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143224" y="1143000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3148065" y="1143000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 bwMode="gray">
          <a:xfrm>
            <a:off x="3143224" y="4286475"/>
            <a:ext cx="5266268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6"/>
          </p:nvPr>
        </p:nvSpPr>
        <p:spPr bwMode="gray">
          <a:xfrm>
            <a:off x="3143224" y="3815896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Freeform 15"/>
          <p:cNvSpPr/>
          <p:nvPr userDrawn="1"/>
        </p:nvSpPr>
        <p:spPr>
          <a:xfrm>
            <a:off x="3148065" y="3815896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8726166" y="1613579"/>
            <a:ext cx="324623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8726166" y="1143000"/>
            <a:ext cx="324623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8726166" y="1143000"/>
            <a:ext cx="324623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7" name="Content Placeholder 2"/>
          <p:cNvSpPr>
            <a:spLocks noGrp="1"/>
          </p:cNvSpPr>
          <p:nvPr>
            <p:ph idx="19"/>
          </p:nvPr>
        </p:nvSpPr>
        <p:spPr bwMode="gray">
          <a:xfrm>
            <a:off x="8726166" y="4286475"/>
            <a:ext cx="324623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20"/>
          </p:nvPr>
        </p:nvSpPr>
        <p:spPr bwMode="gray">
          <a:xfrm>
            <a:off x="8726166" y="3815896"/>
            <a:ext cx="324623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reeform 18"/>
          <p:cNvSpPr/>
          <p:nvPr userDrawn="1"/>
        </p:nvSpPr>
        <p:spPr>
          <a:xfrm>
            <a:off x="8726166" y="3815896"/>
            <a:ext cx="324623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219995" y="1659298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13" indent="0">
              <a:buNone/>
              <a:defRPr/>
            </a:lvl2pPr>
            <a:lvl3pPr marL="914427" indent="0">
              <a:buNone/>
              <a:defRPr/>
            </a:lvl3pPr>
            <a:lvl4pPr marL="1371641" indent="0">
              <a:buNone/>
              <a:defRPr/>
            </a:lvl4pPr>
            <a:lvl5pPr marL="18288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Isosceles Triangle 6"/>
          <p:cNvSpPr/>
          <p:nvPr userDrawn="1"/>
        </p:nvSpPr>
        <p:spPr>
          <a:xfrm rot="5400000">
            <a:off x="2208943" y="1899828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24" name="Rectangle 23"/>
          <p:cNvSpPr/>
          <p:nvPr userDrawn="1"/>
        </p:nvSpPr>
        <p:spPr>
          <a:xfrm>
            <a:off x="152402" y="4286475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219995" y="4332195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13" indent="0">
              <a:buNone/>
              <a:defRPr/>
            </a:lvl2pPr>
            <a:lvl3pPr marL="914427" indent="0">
              <a:buNone/>
              <a:defRPr/>
            </a:lvl3pPr>
            <a:lvl4pPr marL="1371641" indent="0">
              <a:buNone/>
              <a:defRPr/>
            </a:lvl4pPr>
            <a:lvl5pPr marL="18288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Isosceles Triangle 27"/>
          <p:cNvSpPr/>
          <p:nvPr userDrawn="1"/>
        </p:nvSpPr>
        <p:spPr>
          <a:xfrm rot="5400000">
            <a:off x="2208943" y="4572725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</p:spTree>
    <p:extLst>
      <p:ext uri="{BB962C8B-B14F-4D97-AF65-F5344CB8AC3E}">
        <p14:creationId xmlns:p14="http://schemas.microsoft.com/office/powerpoint/2010/main" val="14755408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152402" y="1613578"/>
            <a:ext cx="2269507" cy="914400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3143224" y="1613579"/>
            <a:ext cx="5266268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2"/>
          </p:nvPr>
        </p:nvSpPr>
        <p:spPr bwMode="gray">
          <a:xfrm>
            <a:off x="3143224" y="1143000"/>
            <a:ext cx="5266268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3148065" y="1143000"/>
            <a:ext cx="5266268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10" name="Content Placeholder 2"/>
          <p:cNvSpPr>
            <a:spLocks noGrp="1"/>
          </p:cNvSpPr>
          <p:nvPr>
            <p:ph idx="17"/>
          </p:nvPr>
        </p:nvSpPr>
        <p:spPr bwMode="gray">
          <a:xfrm>
            <a:off x="8726166" y="1613579"/>
            <a:ext cx="3246233" cy="1920240"/>
          </a:xfrm>
          <a:ln>
            <a:noFill/>
          </a:ln>
        </p:spPr>
        <p:txBody>
          <a:bodyPr lIns="91440"/>
          <a:lstStyle>
            <a:lvl1pPr marL="228609" indent="-228609" algn="just">
              <a:lnSpc>
                <a:spcPts val="16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1200"/>
            </a:lvl1pPr>
            <a:lvl2pPr marL="457218" indent="-228609" algn="just">
              <a:lnSpc>
                <a:spcPts val="1500"/>
              </a:lnSpc>
              <a:spcBef>
                <a:spcPts val="700"/>
              </a:spcBef>
              <a:spcAft>
                <a:spcPts val="700"/>
              </a:spcAft>
              <a:buFont typeface="Wingdings" panose="05000000000000000000" pitchFamily="2" charset="2"/>
              <a:buChar char="Ø"/>
              <a:defRPr sz="1100"/>
            </a:lvl2pPr>
            <a:lvl3pPr marL="685826" indent="-228609" algn="just">
              <a:lnSpc>
                <a:spcPts val="1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000"/>
            </a:lvl3pPr>
            <a:lvl4pPr marL="914436" indent="-228609" algn="just">
              <a:lnSpc>
                <a:spcPts val="1400"/>
              </a:lnSpc>
              <a:spcBef>
                <a:spcPts val="500"/>
              </a:spcBef>
              <a:spcAft>
                <a:spcPts val="500"/>
              </a:spcAft>
              <a:buFont typeface="Courier New" panose="02070309020205020404" pitchFamily="49" charset="0"/>
              <a:buChar char="o"/>
              <a:defRPr sz="900"/>
            </a:lvl4pPr>
            <a:lvl5pPr marL="1143044" indent="-228609" algn="just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8"/>
          </p:nvPr>
        </p:nvSpPr>
        <p:spPr bwMode="gray">
          <a:xfrm>
            <a:off x="8726166" y="1143000"/>
            <a:ext cx="3246233" cy="470578"/>
          </a:xfrm>
        </p:spPr>
        <p:txBody>
          <a:bodyPr anchor="b">
            <a:noAutofit/>
          </a:bodyPr>
          <a:lstStyle>
            <a:lvl1pPr marL="0" indent="0" algn="ctr">
              <a:buNone/>
              <a:defRPr sz="1300" b="1"/>
            </a:lvl1pPr>
            <a:lvl2pPr marL="457214" indent="0">
              <a:buNone/>
              <a:defRPr sz="2000" b="1"/>
            </a:lvl2pPr>
            <a:lvl3pPr marL="914427" indent="0">
              <a:buNone/>
              <a:defRPr sz="1800" b="1"/>
            </a:lvl3pPr>
            <a:lvl4pPr marL="1371641" indent="0">
              <a:buNone/>
              <a:defRPr sz="1600" b="1"/>
            </a:lvl4pPr>
            <a:lvl5pPr marL="1828855" indent="0">
              <a:buNone/>
              <a:defRPr sz="1600" b="1"/>
            </a:lvl5pPr>
            <a:lvl6pPr marL="2286068" indent="0">
              <a:buNone/>
              <a:defRPr sz="1600" b="1"/>
            </a:lvl6pPr>
            <a:lvl7pPr marL="2743281" indent="0">
              <a:buNone/>
              <a:defRPr sz="1600" b="1"/>
            </a:lvl7pPr>
            <a:lvl8pPr marL="3200495" indent="0">
              <a:buNone/>
              <a:defRPr sz="1600" b="1"/>
            </a:lvl8pPr>
            <a:lvl9pPr marL="3657708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Freeform 11"/>
          <p:cNvSpPr/>
          <p:nvPr userDrawn="1"/>
        </p:nvSpPr>
        <p:spPr>
          <a:xfrm>
            <a:off x="8726166" y="1143000"/>
            <a:ext cx="3246233" cy="475488"/>
          </a:xfrm>
          <a:custGeom>
            <a:avLst/>
            <a:gdLst>
              <a:gd name="connsiteX0" fmla="*/ 0 w 9767454"/>
              <a:gd name="connsiteY0" fmla="*/ 0 h 484909"/>
              <a:gd name="connsiteX1" fmla="*/ 0 w 9767454"/>
              <a:gd name="connsiteY1" fmla="*/ 484909 h 484909"/>
              <a:gd name="connsiteX2" fmla="*/ 9767454 w 9767454"/>
              <a:gd name="connsiteY2" fmla="*/ 484909 h 4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7454" h="484909">
                <a:moveTo>
                  <a:pt x="0" y="0"/>
                </a:moveTo>
                <a:lnTo>
                  <a:pt x="0" y="484909"/>
                </a:lnTo>
                <a:lnTo>
                  <a:pt x="9767454" y="484909"/>
                </a:lnTo>
              </a:path>
            </a:pathLst>
          </a:custGeom>
          <a:noFill/>
          <a:ln w="28575">
            <a:solidFill>
              <a:srgbClr val="0081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sz="1013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219995" y="1659298"/>
            <a:ext cx="2134315" cy="822960"/>
          </a:xfrm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13" indent="0">
              <a:buNone/>
              <a:defRPr/>
            </a:lvl2pPr>
            <a:lvl3pPr marL="914427" indent="0">
              <a:buNone/>
              <a:defRPr/>
            </a:lvl3pPr>
            <a:lvl4pPr marL="1371641" indent="0">
              <a:buNone/>
              <a:defRPr/>
            </a:lvl4pPr>
            <a:lvl5pPr marL="18288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Isosceles Triangle 6"/>
          <p:cNvSpPr/>
          <p:nvPr userDrawn="1"/>
        </p:nvSpPr>
        <p:spPr>
          <a:xfrm rot="5400000">
            <a:off x="2208943" y="1899828"/>
            <a:ext cx="914400" cy="34190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</p:spTree>
    <p:extLst>
      <p:ext uri="{BB962C8B-B14F-4D97-AF65-F5344CB8AC3E}">
        <p14:creationId xmlns:p14="http://schemas.microsoft.com/office/powerpoint/2010/main" val="2166999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31520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613319" y="6423705"/>
            <a:ext cx="359080" cy="26987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B17068C-EB94-40A3-A5F2-664CDD77FD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 userDrawn="1"/>
        </p:nvSpPr>
        <p:spPr>
          <a:xfrm>
            <a:off x="0" y="909507"/>
            <a:ext cx="12192000" cy="1306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37" name="Rectangle 36"/>
          <p:cNvSpPr/>
          <p:nvPr userDrawn="1"/>
        </p:nvSpPr>
        <p:spPr>
          <a:xfrm>
            <a:off x="0" y="1"/>
            <a:ext cx="12192000" cy="940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02"/>
          </a:p>
        </p:txBody>
      </p:sp>
      <p:sp>
        <p:nvSpPr>
          <p:cNvPr id="11" name="Freeform 10"/>
          <p:cNvSpPr/>
          <p:nvPr userDrawn="1"/>
        </p:nvSpPr>
        <p:spPr bwMode="gray">
          <a:xfrm>
            <a:off x="152400" y="6420652"/>
            <a:ext cx="11887200" cy="0"/>
          </a:xfrm>
          <a:custGeom>
            <a:avLst/>
            <a:gdLst>
              <a:gd name="connsiteX0" fmla="*/ 12039600 w 12039600"/>
              <a:gd name="connsiteY0" fmla="*/ 0 h 0"/>
              <a:gd name="connsiteX1" fmla="*/ 0 w 12039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9600">
                <a:moveTo>
                  <a:pt x="120396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13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 bwMode="gray">
          <a:xfrm>
            <a:off x="152400" y="1257301"/>
            <a:ext cx="11836400" cy="4963051"/>
          </a:xfrm>
          <a:prstGeom prst="rect">
            <a:avLst/>
          </a:prstGeom>
        </p:spPr>
        <p:txBody>
          <a:bodyPr vert="horz" lIns="0" tIns="91440" rIns="91440" bIns="9144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 bwMode="gray">
          <a:xfrm>
            <a:off x="152400" y="152400"/>
            <a:ext cx="9975273" cy="723900"/>
          </a:xfrm>
          <a:prstGeom prst="rect">
            <a:avLst/>
          </a:prstGeom>
        </p:spPr>
        <p:txBody>
          <a:bodyPr vert="horz" lIns="0" tIns="91440" rIns="91440" bIns="9144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6" name="Rectangle 15"/>
          <p:cNvSpPr/>
          <p:nvPr userDrawn="1"/>
        </p:nvSpPr>
        <p:spPr bwMode="gray">
          <a:xfrm>
            <a:off x="-1299342" y="876303"/>
            <a:ext cx="1090332" cy="418887"/>
          </a:xfrm>
          <a:prstGeom prst="rect">
            <a:avLst/>
          </a:prstGeom>
          <a:solidFill>
            <a:srgbClr val="2A5F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7" name="Rectangle 16"/>
          <p:cNvSpPr/>
          <p:nvPr userDrawn="1"/>
        </p:nvSpPr>
        <p:spPr bwMode="gray">
          <a:xfrm>
            <a:off x="-1299342" y="1429860"/>
            <a:ext cx="1090332" cy="418887"/>
          </a:xfrm>
          <a:prstGeom prst="rect">
            <a:avLst/>
          </a:prstGeom>
          <a:solidFill>
            <a:srgbClr val="8E14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8" name="Rectangle 17"/>
          <p:cNvSpPr/>
          <p:nvPr userDrawn="1"/>
        </p:nvSpPr>
        <p:spPr bwMode="gray">
          <a:xfrm>
            <a:off x="-1299342" y="1983417"/>
            <a:ext cx="1090332" cy="418887"/>
          </a:xfrm>
          <a:prstGeom prst="rect">
            <a:avLst/>
          </a:prstGeom>
          <a:solidFill>
            <a:srgbClr val="9E7E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19" name="Rectangle 18"/>
          <p:cNvSpPr/>
          <p:nvPr userDrawn="1"/>
        </p:nvSpPr>
        <p:spPr bwMode="gray">
          <a:xfrm>
            <a:off x="-1299342" y="2536974"/>
            <a:ext cx="1090332" cy="418887"/>
          </a:xfrm>
          <a:prstGeom prst="rect">
            <a:avLst/>
          </a:prstGeom>
          <a:solidFill>
            <a:srgbClr val="40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0" name="Rectangle 19"/>
          <p:cNvSpPr/>
          <p:nvPr userDrawn="1"/>
        </p:nvSpPr>
        <p:spPr bwMode="gray">
          <a:xfrm>
            <a:off x="-1299342" y="3090531"/>
            <a:ext cx="1090332" cy="418887"/>
          </a:xfrm>
          <a:prstGeom prst="rect">
            <a:avLst/>
          </a:prstGeom>
          <a:solidFill>
            <a:srgbClr val="008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-1299342" y="3644088"/>
            <a:ext cx="1090332" cy="418887"/>
          </a:xfrm>
          <a:prstGeom prst="rect">
            <a:avLst/>
          </a:prstGeom>
          <a:solidFill>
            <a:srgbClr val="A35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2" name="Rectangle 21"/>
          <p:cNvSpPr/>
          <p:nvPr userDrawn="1"/>
        </p:nvSpPr>
        <p:spPr bwMode="gray">
          <a:xfrm>
            <a:off x="-1299342" y="4197645"/>
            <a:ext cx="1090332" cy="418887"/>
          </a:xfrm>
          <a:prstGeom prst="rect">
            <a:avLst/>
          </a:prstGeom>
          <a:solidFill>
            <a:srgbClr val="7B84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3" name="Rectangle 22"/>
          <p:cNvSpPr/>
          <p:nvPr userDrawn="1"/>
        </p:nvSpPr>
        <p:spPr bwMode="gray">
          <a:xfrm>
            <a:off x="-1299342" y="4751202"/>
            <a:ext cx="1090332" cy="418887"/>
          </a:xfrm>
          <a:prstGeom prst="rect">
            <a:avLst/>
          </a:prstGeom>
          <a:solidFill>
            <a:srgbClr val="7B1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4" name="Rectangle 23"/>
          <p:cNvSpPr/>
          <p:nvPr userDrawn="1"/>
        </p:nvSpPr>
        <p:spPr bwMode="gray">
          <a:xfrm>
            <a:off x="12416658" y="876303"/>
            <a:ext cx="1090332" cy="418887"/>
          </a:xfrm>
          <a:prstGeom prst="rect">
            <a:avLst/>
          </a:prstGeom>
          <a:solidFill>
            <a:srgbClr val="7AA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5" name="Rectangle 24"/>
          <p:cNvSpPr/>
          <p:nvPr userDrawn="1"/>
        </p:nvSpPr>
        <p:spPr bwMode="gray">
          <a:xfrm>
            <a:off x="12416658" y="1429860"/>
            <a:ext cx="1090332" cy="418887"/>
          </a:xfrm>
          <a:prstGeom prst="rect">
            <a:avLst/>
          </a:prstGeom>
          <a:solidFill>
            <a:srgbClr val="E54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6" name="Rectangle 25"/>
          <p:cNvSpPr/>
          <p:nvPr userDrawn="1"/>
        </p:nvSpPr>
        <p:spPr bwMode="gray">
          <a:xfrm>
            <a:off x="12416658" y="1983417"/>
            <a:ext cx="1090332" cy="418887"/>
          </a:xfrm>
          <a:prstGeom prst="rect">
            <a:avLst/>
          </a:prstGeom>
          <a:solidFill>
            <a:srgbClr val="F3C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7" name="Rectangle 26"/>
          <p:cNvSpPr/>
          <p:nvPr userDrawn="1"/>
        </p:nvSpPr>
        <p:spPr bwMode="gray">
          <a:xfrm>
            <a:off x="12416658" y="2536974"/>
            <a:ext cx="1090332" cy="418887"/>
          </a:xfrm>
          <a:prstGeom prst="rect">
            <a:avLst/>
          </a:prstGeom>
          <a:solidFill>
            <a:srgbClr val="A08E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8" name="Rectangle 27"/>
          <p:cNvSpPr/>
          <p:nvPr userDrawn="1"/>
        </p:nvSpPr>
        <p:spPr bwMode="gray">
          <a:xfrm>
            <a:off x="12416658" y="3090531"/>
            <a:ext cx="1090332" cy="418887"/>
          </a:xfrm>
          <a:prstGeom prst="rect">
            <a:avLst/>
          </a:prstGeom>
          <a:solidFill>
            <a:srgbClr val="4B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9" name="Rectangle 28"/>
          <p:cNvSpPr/>
          <p:nvPr userDrawn="1"/>
        </p:nvSpPr>
        <p:spPr bwMode="gray">
          <a:xfrm>
            <a:off x="12416658" y="3644088"/>
            <a:ext cx="1090332" cy="418887"/>
          </a:xfrm>
          <a:prstGeom prst="rect">
            <a:avLst/>
          </a:prstGeom>
          <a:solidFill>
            <a:srgbClr val="EEA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0" name="Rectangle 29"/>
          <p:cNvSpPr/>
          <p:nvPr userDrawn="1"/>
        </p:nvSpPr>
        <p:spPr bwMode="gray">
          <a:xfrm>
            <a:off x="12416658" y="4197645"/>
            <a:ext cx="1090332" cy="418887"/>
          </a:xfrm>
          <a:prstGeom prst="rect">
            <a:avLst/>
          </a:prstGeom>
          <a:solidFill>
            <a:srgbClr val="D5D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1" name="Rectangle 30"/>
          <p:cNvSpPr/>
          <p:nvPr userDrawn="1"/>
        </p:nvSpPr>
        <p:spPr bwMode="gray">
          <a:xfrm>
            <a:off x="12416658" y="4751202"/>
            <a:ext cx="1090332" cy="418887"/>
          </a:xfrm>
          <a:prstGeom prst="rect">
            <a:avLst/>
          </a:prstGeom>
          <a:solidFill>
            <a:srgbClr val="E894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2" name="Rectangle 31"/>
          <p:cNvSpPr/>
          <p:nvPr userDrawn="1"/>
        </p:nvSpPr>
        <p:spPr bwMode="gray">
          <a:xfrm>
            <a:off x="-1299342" y="5304759"/>
            <a:ext cx="1090332" cy="418887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3" name="Rectangle 32"/>
          <p:cNvSpPr/>
          <p:nvPr userDrawn="1"/>
        </p:nvSpPr>
        <p:spPr bwMode="gray">
          <a:xfrm>
            <a:off x="-1299342" y="5858316"/>
            <a:ext cx="1090332" cy="4188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4" name="Rectangle 33"/>
          <p:cNvSpPr/>
          <p:nvPr userDrawn="1"/>
        </p:nvSpPr>
        <p:spPr bwMode="gray">
          <a:xfrm>
            <a:off x="12416658" y="5304759"/>
            <a:ext cx="1090332" cy="418887"/>
          </a:xfrm>
          <a:prstGeom prst="rect">
            <a:avLst/>
          </a:prstGeom>
          <a:solidFill>
            <a:srgbClr val="F19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5" name="Rectangle 34"/>
          <p:cNvSpPr/>
          <p:nvPr userDrawn="1"/>
        </p:nvSpPr>
        <p:spPr bwMode="gray">
          <a:xfrm>
            <a:off x="12416658" y="5858316"/>
            <a:ext cx="1090332" cy="418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52402" y="6477502"/>
            <a:ext cx="1984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Source@ Future Market Insights, 2026</a:t>
            </a:r>
            <a:endParaRPr lang="en-IN" sz="900" dirty="0"/>
          </a:p>
        </p:txBody>
      </p:sp>
      <p:pic>
        <p:nvPicPr>
          <p:cNvPr id="38" name="Picture 37"/>
          <p:cNvPicPr>
            <a:picLocks noChangeAspect="1"/>
          </p:cNvPicPr>
          <p:nvPr userDrawn="1"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1" t="24035" r="4211" b="24386"/>
          <a:stretch/>
        </p:blipFill>
        <p:spPr>
          <a:xfrm>
            <a:off x="10743475" y="165161"/>
            <a:ext cx="1245325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0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2" r:id="rId3"/>
    <p:sldLayoutId id="2147483684" r:id="rId4"/>
    <p:sldLayoutId id="2147483716" r:id="rId5"/>
    <p:sldLayoutId id="2147483662" r:id="rId6"/>
    <p:sldLayoutId id="2147483714" r:id="rId7"/>
    <p:sldLayoutId id="2147483675" r:id="rId8"/>
    <p:sldLayoutId id="2147483685" r:id="rId9"/>
    <p:sldLayoutId id="2147483686" r:id="rId10"/>
    <p:sldLayoutId id="2147483687" r:id="rId11"/>
    <p:sldLayoutId id="2147483691" r:id="rId12"/>
    <p:sldLayoutId id="2147483697" r:id="rId13"/>
    <p:sldLayoutId id="2147483688" r:id="rId14"/>
    <p:sldLayoutId id="2147483689" r:id="rId15"/>
    <p:sldLayoutId id="2147483710" r:id="rId16"/>
    <p:sldLayoutId id="2147483707" r:id="rId17"/>
    <p:sldLayoutId id="2147483690" r:id="rId18"/>
    <p:sldLayoutId id="2147483692" r:id="rId19"/>
    <p:sldLayoutId id="2147483693" r:id="rId20"/>
    <p:sldLayoutId id="2147483694" r:id="rId21"/>
    <p:sldLayoutId id="2147483695" r:id="rId22"/>
    <p:sldLayoutId id="2147483709" r:id="rId23"/>
    <p:sldLayoutId id="2147483696" r:id="rId24"/>
    <p:sldLayoutId id="2147483706" r:id="rId25"/>
    <p:sldLayoutId id="2147483698" r:id="rId26"/>
    <p:sldLayoutId id="2147483699" r:id="rId27"/>
    <p:sldLayoutId id="2147483700" r:id="rId28"/>
    <p:sldLayoutId id="2147483665" r:id="rId29"/>
  </p:sldLayoutIdLst>
  <p:hf hdr="0" ftr="0" dt="0"/>
  <p:txStyles>
    <p:titleStyle>
      <a:lvl1pPr algn="l" defTabSz="914427" rtl="0" eaLnBrk="1" latinLnBrk="0" hangingPunct="1">
        <a:lnSpc>
          <a:spcPct val="90000"/>
        </a:lnSpc>
        <a:spcBef>
          <a:spcPct val="0"/>
        </a:spcBef>
        <a:buNone/>
        <a:defRPr sz="23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7" indent="-228607" algn="l" defTabSz="914427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0" indent="-228607" algn="l" defTabSz="914427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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3" indent="-228607" algn="l" defTabSz="91442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8" indent="-228607" algn="l" defTabSz="914427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q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1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5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88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01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15" indent="-228607" algn="l" defTabSz="9144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7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1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5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68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1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95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08" algn="l" defTabSz="9144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F26B43"/>
          </p15:clr>
        </p15:guide>
        <p15:guide id="2" pos="96" userDrawn="1">
          <p15:clr>
            <a:srgbClr val="F26B43"/>
          </p15:clr>
        </p15:guide>
        <p15:guide id="3" pos="7552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orient="horz" pos="4032" userDrawn="1">
          <p15:clr>
            <a:srgbClr val="F26B43"/>
          </p15:clr>
        </p15:guide>
        <p15:guide id="6" orient="horz" pos="552" userDrawn="1">
          <p15:clr>
            <a:srgbClr val="F26B43"/>
          </p15:clr>
        </p15:guide>
        <p15:guide id="8" orient="horz" pos="3910" userDrawn="1">
          <p15:clr>
            <a:srgbClr val="F26B43"/>
          </p15:clr>
        </p15:guide>
        <p15:guide id="9" pos="3744" userDrawn="1">
          <p15:clr>
            <a:srgbClr val="F26B43"/>
          </p15:clr>
        </p15:guide>
        <p15:guide id="10" pos="3904" userDrawn="1">
          <p15:clr>
            <a:srgbClr val="F26B43"/>
          </p15:clr>
        </p15:guide>
        <p15:guide id="11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 txBox="1">
            <a:spLocks/>
          </p:cNvSpPr>
          <p:nvPr/>
        </p:nvSpPr>
        <p:spPr bwMode="gray">
          <a:xfrm>
            <a:off x="934546" y="262851"/>
            <a:ext cx="5623008" cy="2723272"/>
          </a:xfrm>
          <a:prstGeom prst="rect">
            <a:avLst/>
          </a:prstGeom>
        </p:spPr>
        <p:txBody>
          <a:bodyPr vert="horz" lIns="0" tIns="77372" rIns="77372" bIns="77372" rtlCol="0">
            <a:noAutofit/>
          </a:bodyPr>
          <a:lstStyle>
            <a:lvl1pPr marL="0" indent="0" algn="l" defTabSz="792505" rtl="0" eaLnBrk="1" latinLnBrk="0" hangingPunct="1">
              <a:lnSpc>
                <a:spcPct val="90000"/>
              </a:lnSpc>
              <a:spcBef>
                <a:spcPts val="867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196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91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87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83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78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74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70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65" indent="0" algn="ctr" defTabSz="792505" rtl="0" eaLnBrk="1" latinLnBrk="0" hangingPunct="1">
              <a:lnSpc>
                <a:spcPct val="90000"/>
              </a:lnSpc>
              <a:spcBef>
                <a:spcPts val="433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6000" dirty="0">
                <a:solidFill>
                  <a:schemeClr val="bg1"/>
                </a:solidFill>
                <a:latin typeface="Bell MT" panose="02020503060305020303" pitchFamily="18" charset="0"/>
              </a:rPr>
              <a:t>Allergy Immunotherapy Market </a:t>
            </a:r>
            <a:endParaRPr lang="en-US" sz="16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Global Industry Analysis 2021 – 2025 and Opportunity Assessment 2026 – 2036</a:t>
            </a:r>
          </a:p>
          <a:p>
            <a:pPr>
              <a:spcBef>
                <a:spcPts val="0"/>
              </a:spcBef>
            </a:pPr>
            <a:endParaRPr lang="en-US" sz="14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endParaRPr lang="en-US" sz="11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</a:t>
            </a:r>
            <a:endParaRPr lang="en-GB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9124182" y="262851"/>
            <a:ext cx="2864618" cy="709680"/>
            <a:chOff x="201497" y="6393289"/>
            <a:chExt cx="1281818" cy="33805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497" y="6393289"/>
              <a:ext cx="537551" cy="338050"/>
            </a:xfrm>
            <a:prstGeom prst="rect">
              <a:avLst/>
            </a:prstGeom>
          </p:spPr>
        </p:pic>
        <p:pic>
          <p:nvPicPr>
            <p:cNvPr id="8" name="Picture 7" descr="C:\Users\Nandini\Desktop\ESOMAR_corporate2020_RGB.png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199" y="6426912"/>
              <a:ext cx="722116" cy="2708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Rectangle 3"/>
          <p:cNvSpPr/>
          <p:nvPr/>
        </p:nvSpPr>
        <p:spPr>
          <a:xfrm>
            <a:off x="934546" y="6015689"/>
            <a:ext cx="25517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Sample Report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|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ell MT" panose="02020503060305020303" pitchFamily="18" charset="0"/>
              </a:rPr>
              <a:t>2026</a:t>
            </a:r>
          </a:p>
        </p:txBody>
      </p:sp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94959869-610E-9143-54C1-1302C085AC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778" y="4755786"/>
            <a:ext cx="5493222" cy="116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2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CF3941-DE9B-BBF0-FAFE-448D5E633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B17068C-EB94-40A3-A5F2-664CDD77FDA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C9DC92-CC39-269D-F4F6-1BCD7363F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85B8B5CB-8306-A876-1A56-F5D391EBE3A2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64419"/>
            <a:ext cx="12039600" cy="6021387"/>
            <a:chOff x="76010" y="229820"/>
            <a:chExt cx="12039981" cy="6021526"/>
          </a:xfrm>
        </p:grpSpPr>
        <p:sp>
          <p:nvSpPr>
            <p:cNvPr id="5" name="Rectangle 22">
              <a:extLst>
                <a:ext uri="{FF2B5EF4-FFF2-40B4-BE49-F238E27FC236}">
                  <a16:creationId xmlns:a16="http://schemas.microsoft.com/office/drawing/2014/main" id="{899C401F-7B85-B769-45BD-852117B2E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037" y="5943569"/>
              <a:ext cx="314592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9302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tabLst>
                  <a:tab pos="9302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tabLst>
                  <a:tab pos="9302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tabLst>
                  <a:tab pos="9302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tabLst>
                  <a:tab pos="9302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302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302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302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930275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ts val="200"/>
                </a:spcBef>
                <a:spcAft>
                  <a:spcPts val="200"/>
                </a:spcAft>
              </a:pPr>
              <a:r>
                <a:rPr lang="en-GB" altLang="en-US" sz="1400" b="1">
                  <a:ea typeface="MS PGothic" panose="020B0600070205080204" pitchFamily="34" charset="-128"/>
                </a:rPr>
                <a:t>Email: sales@futuremarketinsights.com</a:t>
              </a:r>
            </a:p>
          </p:txBody>
        </p:sp>
        <p:grpSp>
          <p:nvGrpSpPr>
            <p:cNvPr id="6" name="Group 21">
              <a:extLst>
                <a:ext uri="{FF2B5EF4-FFF2-40B4-BE49-F238E27FC236}">
                  <a16:creationId xmlns:a16="http://schemas.microsoft.com/office/drawing/2014/main" id="{5FBB3E24-8D41-905A-6BA3-11149D7E0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010" y="229820"/>
              <a:ext cx="12039981" cy="5526596"/>
              <a:chOff x="76010" y="229820"/>
              <a:chExt cx="12039981" cy="5526596"/>
            </a:xfrm>
          </p:grpSpPr>
          <p:grpSp>
            <p:nvGrpSpPr>
              <p:cNvPr id="7" name="Group 24">
                <a:extLst>
                  <a:ext uri="{FF2B5EF4-FFF2-40B4-BE49-F238E27FC236}">
                    <a16:creationId xmlns:a16="http://schemas.microsoft.com/office/drawing/2014/main" id="{34C0848D-58FD-B698-603B-B8D2C7863B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010" y="3513022"/>
                <a:ext cx="12039981" cy="54864"/>
                <a:chOff x="980685" y="3697699"/>
                <a:chExt cx="9950397" cy="54864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C55A7B5-34B4-8F78-1AE4-63BEB5D835CF}"/>
                    </a:ext>
                  </a:extLst>
                </p:cNvPr>
                <p:cNvSpPr/>
                <p:nvPr/>
              </p:nvSpPr>
              <p:spPr>
                <a:xfrm>
                  <a:off x="980685" y="3697523"/>
                  <a:ext cx="3109499" cy="55563"/>
                </a:xfrm>
                <a:prstGeom prst="rect">
                  <a:avLst/>
                </a:prstGeom>
                <a:solidFill>
                  <a:srgbClr val="92C73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IN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F34EF18C-34C1-6B37-6F48-1B3AC01098EE}"/>
                    </a:ext>
                  </a:extLst>
                </p:cNvPr>
                <p:cNvSpPr/>
                <p:nvPr/>
              </p:nvSpPr>
              <p:spPr>
                <a:xfrm>
                  <a:off x="4401134" y="3697523"/>
                  <a:ext cx="3109499" cy="55563"/>
                </a:xfrm>
                <a:prstGeom prst="rect">
                  <a:avLst/>
                </a:prstGeom>
                <a:solidFill>
                  <a:srgbClr val="EF512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IN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DC20229-C001-A2E1-EEF4-879BB49DF54C}"/>
                    </a:ext>
                  </a:extLst>
                </p:cNvPr>
                <p:cNvSpPr/>
                <p:nvPr/>
              </p:nvSpPr>
              <p:spPr>
                <a:xfrm>
                  <a:off x="7821583" y="3697523"/>
                  <a:ext cx="3109499" cy="55563"/>
                </a:xfrm>
                <a:prstGeom prst="rect">
                  <a:avLst/>
                </a:prstGeom>
                <a:solidFill>
                  <a:srgbClr val="8F288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IN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5B19A97-FB1F-FD32-44EF-0C72BC8DD6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774" y="3716063"/>
                <a:ext cx="11668690" cy="2040353"/>
                <a:chOff x="249774" y="3716063"/>
                <a:chExt cx="11668690" cy="2040353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6212A6C9-95CF-65EB-6160-29A1FA8799D8}"/>
                    </a:ext>
                  </a:extLst>
                </p:cNvPr>
                <p:cNvCxnSpPr/>
                <p:nvPr/>
              </p:nvCxnSpPr>
              <p:spPr>
                <a:xfrm>
                  <a:off x="2973289" y="3736688"/>
                  <a:ext cx="0" cy="2011409"/>
                </a:xfrm>
                <a:prstGeom prst="line">
                  <a:avLst/>
                </a:prstGeom>
                <a:ln w="12700" cap="rnd">
                  <a:solidFill>
                    <a:srgbClr val="00B0F0"/>
                  </a:solidFill>
                  <a:prstDash val="sysDash"/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569CE85-C66C-AE72-E1E5-D22A37A01501}"/>
                    </a:ext>
                  </a:extLst>
                </p:cNvPr>
                <p:cNvCxnSpPr/>
                <p:nvPr/>
              </p:nvCxnSpPr>
              <p:spPr>
                <a:xfrm>
                  <a:off x="6226179" y="3736688"/>
                  <a:ext cx="0" cy="2011409"/>
                </a:xfrm>
                <a:prstGeom prst="line">
                  <a:avLst/>
                </a:prstGeom>
                <a:ln w="12700" cap="rnd">
                  <a:solidFill>
                    <a:srgbClr val="00B0F0"/>
                  </a:solidFill>
                  <a:prstDash val="sysDash"/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7FFA3833-E6A1-2A12-9739-19E5C6B0D04D}"/>
                    </a:ext>
                  </a:extLst>
                </p:cNvPr>
                <p:cNvCxnSpPr/>
                <p:nvPr/>
              </p:nvCxnSpPr>
              <p:spPr>
                <a:xfrm>
                  <a:off x="9426680" y="3736688"/>
                  <a:ext cx="0" cy="2011409"/>
                </a:xfrm>
                <a:prstGeom prst="line">
                  <a:avLst/>
                </a:prstGeom>
                <a:ln w="12700" cap="rnd">
                  <a:solidFill>
                    <a:srgbClr val="00B0F0"/>
                  </a:solidFill>
                  <a:prstDash val="sysDash"/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Group 3">
                  <a:extLst>
                    <a:ext uri="{FF2B5EF4-FFF2-40B4-BE49-F238E27FC236}">
                      <a16:creationId xmlns:a16="http://schemas.microsoft.com/office/drawing/2014/main" id="{D6026827-3752-097F-C4B9-B5B0A33C1E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46181" y="3731157"/>
                  <a:ext cx="2280186" cy="1706483"/>
                  <a:chOff x="6498583" y="3532655"/>
                  <a:chExt cx="2280186" cy="1706483"/>
                </a:xfrm>
              </p:grpSpPr>
              <p:grpSp>
                <p:nvGrpSpPr>
                  <p:cNvPr id="40" name="Group 28">
                    <a:extLst>
                      <a:ext uri="{FF2B5EF4-FFF2-40B4-BE49-F238E27FC236}">
                        <a16:creationId xmlns:a16="http://schemas.microsoft.com/office/drawing/2014/main" id="{F6A97133-09A9-4882-223C-0670F6DFD7E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498583" y="3653110"/>
                    <a:ext cx="2280186" cy="1586028"/>
                    <a:chOff x="6373418" y="3837787"/>
                    <a:chExt cx="2280186" cy="1586028"/>
                  </a:xfrm>
                </p:grpSpPr>
                <p:sp>
                  <p:nvSpPr>
                    <p:cNvPr id="42" name="TextBox 39">
                      <a:extLst>
                        <a:ext uri="{FF2B5EF4-FFF2-40B4-BE49-F238E27FC236}">
                          <a16:creationId xmlns:a16="http://schemas.microsoft.com/office/drawing/2014/main" id="{46D75380-0311-71C0-CC91-426529CAAF89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734296" y="3837787"/>
                      <a:ext cx="1919308" cy="3385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IN" altLang="en-US" sz="1600" b="1">
                          <a:solidFill>
                            <a:srgbClr val="FF4500"/>
                          </a:solidFill>
                        </a:rPr>
                        <a:t>Middle East &amp; Africa</a:t>
                      </a:r>
                    </a:p>
                  </p:txBody>
                </p: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5809E9B9-E741-68AD-D217-E199E00794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74132" y="4322952"/>
                      <a:ext cx="1760594" cy="306395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4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Market Access DMCC</a:t>
                      </a:r>
                    </a:p>
                  </p:txBody>
                </p:sp>
                <p:sp>
                  <p:nvSpPr>
                    <p:cNvPr id="44" name="TextBox 41">
                      <a:extLst>
                        <a:ext uri="{FF2B5EF4-FFF2-40B4-BE49-F238E27FC236}">
                          <a16:creationId xmlns:a16="http://schemas.microsoft.com/office/drawing/2014/main" id="{9B546961-C861-56A8-7E65-8596A932CE6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373418" y="4592818"/>
                      <a:ext cx="2123145" cy="83099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1602-6 Jumeirah Bay X2 Tower,</a:t>
                      </a:r>
                    </a:p>
                    <a:p>
                      <a:r>
                        <a:rPr lang="en-US" altLang="en-US" sz="1200"/>
                        <a:t>Plot No: JLT-PH2-X2A,</a:t>
                      </a:r>
                    </a:p>
                    <a:p>
                      <a:r>
                        <a:rPr lang="en-US" altLang="en-US" sz="1200"/>
                        <a:t>Jumeirah Lakes Towers, Dubai,</a:t>
                      </a:r>
                    </a:p>
                    <a:p>
                      <a:r>
                        <a:rPr lang="en-US" altLang="en-US" sz="1200"/>
                        <a:t>United Arab Emirates</a:t>
                      </a:r>
                      <a:endParaRPr lang="en-IN" altLang="en-US" sz="1200"/>
                    </a:p>
                  </p:txBody>
                </p:sp>
              </p:grpSp>
              <p:pic>
                <p:nvPicPr>
                  <p:cNvPr id="41" name="Picture 40">
                    <a:extLst>
                      <a:ext uri="{FF2B5EF4-FFF2-40B4-BE49-F238E27FC236}">
                        <a16:creationId xmlns:a16="http://schemas.microsoft.com/office/drawing/2014/main" id="{5156A16E-B887-4177-3106-696D2F06FC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duotone>
                      <a:schemeClr val="accent6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6553299" y="3532655"/>
                    <a:ext cx="314753" cy="57946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" name="Group 5">
                  <a:extLst>
                    <a:ext uri="{FF2B5EF4-FFF2-40B4-BE49-F238E27FC236}">
                      <a16:creationId xmlns:a16="http://schemas.microsoft.com/office/drawing/2014/main" id="{2A4B2992-1262-B6DC-A65D-C0A800D496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61337" y="3716063"/>
                  <a:ext cx="2276777" cy="2040353"/>
                  <a:chOff x="3837718" y="3645035"/>
                  <a:chExt cx="2276777" cy="2040353"/>
                </a:xfrm>
              </p:grpSpPr>
              <p:grpSp>
                <p:nvGrpSpPr>
                  <p:cNvPr id="34" name="Group 27">
                    <a:extLst>
                      <a:ext uri="{FF2B5EF4-FFF2-40B4-BE49-F238E27FC236}">
                        <a16:creationId xmlns:a16="http://schemas.microsoft.com/office/drawing/2014/main" id="{6828E551-2150-B3BA-D2CA-97B824FA892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37718" y="3780584"/>
                    <a:ext cx="2276777" cy="1904804"/>
                    <a:chOff x="3358345" y="3965261"/>
                    <a:chExt cx="2276777" cy="1904804"/>
                  </a:xfrm>
                </p:grpSpPr>
                <p:sp>
                  <p:nvSpPr>
                    <p:cNvPr id="36" name="TextBox 42">
                      <a:extLst>
                        <a:ext uri="{FF2B5EF4-FFF2-40B4-BE49-F238E27FC236}">
                          <a16:creationId xmlns:a16="http://schemas.microsoft.com/office/drawing/2014/main" id="{A41A6F39-951D-AE17-5A44-85C21DFFF8C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744196" y="3965261"/>
                      <a:ext cx="970522" cy="3385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IN" altLang="en-US" sz="1600" b="1">
                          <a:solidFill>
                            <a:srgbClr val="048B42"/>
                          </a:solidFill>
                        </a:rPr>
                        <a:t>Americas</a:t>
                      </a:r>
                    </a:p>
                  </p:txBody>
                </p:sp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40F1E73B-005C-8069-CCAA-3318246B26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57675" y="4448839"/>
                      <a:ext cx="1871722" cy="30798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4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Future Market Insights</a:t>
                      </a:r>
                    </a:p>
                  </p:txBody>
                </p:sp>
                <p:sp>
                  <p:nvSpPr>
                    <p:cNvPr id="38" name="TextBox 44">
                      <a:extLst>
                        <a:ext uri="{FF2B5EF4-FFF2-40B4-BE49-F238E27FC236}">
                          <a16:creationId xmlns:a16="http://schemas.microsoft.com/office/drawing/2014/main" id="{4ACA2C08-410D-CEED-63E0-EB4A1E0D76C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58345" y="4720292"/>
                      <a:ext cx="2276777" cy="64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616 Corporate Way, Suite 2-9018,</a:t>
                      </a:r>
                    </a:p>
                    <a:p>
                      <a:r>
                        <a:rPr lang="en-US" altLang="en-US" sz="1200"/>
                        <a:t>Valley Cottage, NY 10989,</a:t>
                      </a:r>
                    </a:p>
                    <a:p>
                      <a:r>
                        <a:rPr lang="en-US" altLang="en-US" sz="1200"/>
                        <a:t>United States</a:t>
                      </a:r>
                      <a:endParaRPr lang="en-IN" altLang="en-US" sz="1200"/>
                    </a:p>
                  </p:txBody>
                </p:sp>
                <p:sp>
                  <p:nvSpPr>
                    <p:cNvPr id="39" name="TextBox 45">
                      <a:extLst>
                        <a:ext uri="{FF2B5EF4-FFF2-40B4-BE49-F238E27FC236}">
                          <a16:creationId xmlns:a16="http://schemas.microsoft.com/office/drawing/2014/main" id="{FE65EAAC-CE25-57B8-E88C-905CD3E8F92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358345" y="5593066"/>
                      <a:ext cx="1407308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T: +1-347-918-3531</a:t>
                      </a:r>
                      <a:endParaRPr lang="en-IN" altLang="en-US" sz="1200"/>
                    </a:p>
                  </p:txBody>
                </p:sp>
              </p:grpSp>
              <p:pic>
                <p:nvPicPr>
                  <p:cNvPr id="35" name="Picture 34">
                    <a:extLst>
                      <a:ext uri="{FF2B5EF4-FFF2-40B4-BE49-F238E27FC236}">
                        <a16:creationId xmlns:a16="http://schemas.microsoft.com/office/drawing/2014/main" id="{AE4DE93F-AF7B-7477-A367-DD4AF96A40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duotone>
                      <a:schemeClr val="accent5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3941302" y="3645035"/>
                    <a:ext cx="304826" cy="60965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" name="Group 6">
                  <a:extLst>
                    <a:ext uri="{FF2B5EF4-FFF2-40B4-BE49-F238E27FC236}">
                      <a16:creationId xmlns:a16="http://schemas.microsoft.com/office/drawing/2014/main" id="{190EABA1-B31E-3B09-B1F2-A13884B8AD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9774" y="3783125"/>
                  <a:ext cx="2236703" cy="1973291"/>
                  <a:chOff x="1216927" y="3772923"/>
                  <a:chExt cx="2236703" cy="1973291"/>
                </a:xfrm>
              </p:grpSpPr>
              <p:grpSp>
                <p:nvGrpSpPr>
                  <p:cNvPr id="28" name="Group 25">
                    <a:extLst>
                      <a:ext uri="{FF2B5EF4-FFF2-40B4-BE49-F238E27FC236}">
                        <a16:creationId xmlns:a16="http://schemas.microsoft.com/office/drawing/2014/main" id="{A1A8DC19-AF5B-6C89-F2CD-2778F01B41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16927" y="3841410"/>
                    <a:ext cx="2236703" cy="1904804"/>
                    <a:chOff x="343272" y="4026087"/>
                    <a:chExt cx="2236703" cy="1904804"/>
                  </a:xfrm>
                </p:grpSpPr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C78C136C-FF65-10A5-69D0-6976A49859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3283" y="4025467"/>
                      <a:ext cx="1347831" cy="338146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Headquarters</a:t>
                      </a:r>
                    </a:p>
                  </p:txBody>
                </p:sp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5CFB6527-6D97-69B5-C71C-CC03EB68BB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2551" y="4509666"/>
                      <a:ext cx="2225746" cy="30798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4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Future Market Insights, Inc.</a:t>
                      </a:r>
                    </a:p>
                  </p:txBody>
                </p:sp>
                <p:sp>
                  <p:nvSpPr>
                    <p:cNvPr id="32" name="TextBox 48">
                      <a:extLst>
                        <a:ext uri="{FF2B5EF4-FFF2-40B4-BE49-F238E27FC236}">
                          <a16:creationId xmlns:a16="http://schemas.microsoft.com/office/drawing/2014/main" id="{5E42A1C6-BB29-D226-788C-C515B7D7F67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3272" y="4781118"/>
                      <a:ext cx="2236703" cy="83099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Christiana Corporate,</a:t>
                      </a:r>
                    </a:p>
                    <a:p>
                      <a:r>
                        <a:rPr lang="en-US" altLang="en-US" sz="1200"/>
                        <a:t>200 Continental Drive, Suite 401,</a:t>
                      </a:r>
                    </a:p>
                    <a:p>
                      <a:r>
                        <a:rPr lang="en-US" altLang="en-US" sz="1200"/>
                        <a:t>Newark, Delaware - 19713,</a:t>
                      </a:r>
                    </a:p>
                    <a:p>
                      <a:r>
                        <a:rPr lang="en-US" altLang="en-US" sz="1200"/>
                        <a:t>United States</a:t>
                      </a:r>
                      <a:endParaRPr lang="en-IN" altLang="en-US" sz="1200"/>
                    </a:p>
                  </p:txBody>
                </p:sp>
                <p:sp>
                  <p:nvSpPr>
                    <p:cNvPr id="33" name="TextBox 49">
                      <a:extLst>
                        <a:ext uri="{FF2B5EF4-FFF2-40B4-BE49-F238E27FC236}">
                          <a16:creationId xmlns:a16="http://schemas.microsoft.com/office/drawing/2014/main" id="{7B0EBAC2-0F15-2082-71DE-E18F4A36524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43272" y="5653892"/>
                      <a:ext cx="1407308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T: +1-845-579-5705</a:t>
                      </a:r>
                      <a:endParaRPr lang="en-IN" altLang="en-US" sz="1200"/>
                    </a:p>
                  </p:txBody>
                </p:sp>
              </p:grpSp>
              <p:pic>
                <p:nvPicPr>
                  <p:cNvPr id="29" name="Picture 28">
                    <a:extLst>
                      <a:ext uri="{FF2B5EF4-FFF2-40B4-BE49-F238E27FC236}">
                        <a16:creationId xmlns:a16="http://schemas.microsoft.com/office/drawing/2014/main" id="{B598E670-72B9-922C-CBE9-A98B47FD87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chemeClr val="accent1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1306513" y="3772923"/>
                    <a:ext cx="469433" cy="47552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0" name="Group 2">
                  <a:extLst>
                    <a:ext uri="{FF2B5EF4-FFF2-40B4-BE49-F238E27FC236}">
                      <a16:creationId xmlns:a16="http://schemas.microsoft.com/office/drawing/2014/main" id="{4F9635CF-9D3F-75B0-5B7E-AEF9828266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35559" y="3767762"/>
                  <a:ext cx="1982905" cy="1988654"/>
                  <a:chOff x="9005815" y="3745083"/>
                  <a:chExt cx="1982905" cy="1988654"/>
                </a:xfrm>
              </p:grpSpPr>
              <p:grpSp>
                <p:nvGrpSpPr>
                  <p:cNvPr id="21" name="Group 29">
                    <a:extLst>
                      <a:ext uri="{FF2B5EF4-FFF2-40B4-BE49-F238E27FC236}">
                        <a16:creationId xmlns:a16="http://schemas.microsoft.com/office/drawing/2014/main" id="{17F31F47-291F-4405-8AEA-EC1AAB6AA33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005815" y="3828933"/>
                    <a:ext cx="1982905" cy="1904804"/>
                    <a:chOff x="9388489" y="4013610"/>
                    <a:chExt cx="1982905" cy="1904804"/>
                  </a:xfrm>
                </p:grpSpPr>
                <p:sp>
                  <p:nvSpPr>
                    <p:cNvPr id="23" name="TextBox 32">
                      <a:extLst>
                        <a:ext uri="{FF2B5EF4-FFF2-40B4-BE49-F238E27FC236}">
                          <a16:creationId xmlns:a16="http://schemas.microsoft.com/office/drawing/2014/main" id="{C20F854C-8002-E239-0772-DDA0A057E702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829414" y="4013610"/>
                      <a:ext cx="789703" cy="3385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IN" altLang="en-US" sz="1600" b="1">
                          <a:solidFill>
                            <a:srgbClr val="8F288C"/>
                          </a:solidFill>
                        </a:rPr>
                        <a:t>Europe</a:t>
                      </a:r>
                    </a:p>
                  </p:txBody>
                </p:sp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3322F8A5-D2B8-33CA-96AC-DF4EE7ACCB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89214" y="4498775"/>
                      <a:ext cx="1870134" cy="307982"/>
                    </a:xfrm>
                    <a:prstGeom prst="rect">
                      <a:avLst/>
                    </a:prstGeom>
                    <a:noFill/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IN" sz="14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Future Market Insights</a:t>
                      </a:r>
                    </a:p>
                  </p:txBody>
                </p:sp>
                <p:sp>
                  <p:nvSpPr>
                    <p:cNvPr id="25" name="TextBox 36">
                      <a:extLst>
                        <a:ext uri="{FF2B5EF4-FFF2-40B4-BE49-F238E27FC236}">
                          <a16:creationId xmlns:a16="http://schemas.microsoft.com/office/drawing/2014/main" id="{BF5AF88F-6B60-2785-4EAA-4D18C1EE2E1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402137" y="4768641"/>
                      <a:ext cx="1969257" cy="64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3rd Floor, 207 Regent Street,</a:t>
                      </a:r>
                    </a:p>
                    <a:p>
                      <a:r>
                        <a:rPr lang="en-US" altLang="en-US" sz="1200"/>
                        <a:t>London W1B 3HH</a:t>
                      </a:r>
                    </a:p>
                    <a:p>
                      <a:r>
                        <a:rPr lang="en-US" altLang="en-US" sz="1200"/>
                        <a:t>United Kingdom</a:t>
                      </a:r>
                      <a:endParaRPr lang="en-IN" altLang="en-US" sz="1200"/>
                    </a:p>
                  </p:txBody>
                </p:sp>
                <p:sp>
                  <p:nvSpPr>
                    <p:cNvPr id="26" name="TextBox 37">
                      <a:extLst>
                        <a:ext uri="{FF2B5EF4-FFF2-40B4-BE49-F238E27FC236}">
                          <a16:creationId xmlns:a16="http://schemas.microsoft.com/office/drawing/2014/main" id="{6C7DE665-66A8-41DE-5008-32252CDA85C7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388489" y="5641415"/>
                      <a:ext cx="1688283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D: +44 (0) 20 3287 4268</a:t>
                      </a:r>
                      <a:endParaRPr lang="en-IN" altLang="en-US" sz="1200"/>
                    </a:p>
                  </p:txBody>
                </p:sp>
                <p:sp>
                  <p:nvSpPr>
                    <p:cNvPr id="27" name="TextBox 38">
                      <a:extLst>
                        <a:ext uri="{FF2B5EF4-FFF2-40B4-BE49-F238E27FC236}">
                          <a16:creationId xmlns:a16="http://schemas.microsoft.com/office/drawing/2014/main" id="{7192F681-8D30-360D-BE9D-3B3024A1F2D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388489" y="5392439"/>
                      <a:ext cx="1694246" cy="2769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en-US" sz="1200"/>
                        <a:t>T: + 44 (0) 20 8123 9659</a:t>
                      </a:r>
                      <a:endParaRPr lang="en-IN" altLang="en-US" sz="1200"/>
                    </a:p>
                  </p:txBody>
                </p:sp>
              </p:grpSp>
              <p:pic>
                <p:nvPicPr>
                  <p:cNvPr id="22" name="Picture 21">
                    <a:extLst>
                      <a:ext uri="{FF2B5EF4-FFF2-40B4-BE49-F238E27FC236}">
                        <a16:creationId xmlns:a16="http://schemas.microsoft.com/office/drawing/2014/main" id="{0DB190B5-E4D9-2234-7560-F46B079C34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duotone>
                      <a:schemeClr val="accent4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9124235" y="3745083"/>
                    <a:ext cx="348835" cy="506254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9" name="TextBox 55">
                <a:extLst>
                  <a:ext uri="{FF2B5EF4-FFF2-40B4-BE49-F238E27FC236}">
                    <a16:creationId xmlns:a16="http://schemas.microsoft.com/office/drawing/2014/main" id="{143EC9E9-5458-9CB8-6ACE-446AFE79BB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514" y="798871"/>
                <a:ext cx="1890261" cy="2041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600"/>
                  </a:lnSpc>
                </a:pPr>
                <a:r>
                  <a:rPr lang="en-IN" altLang="en-US" sz="8000">
                    <a:solidFill>
                      <a:srgbClr val="00B0F0"/>
                    </a:solidFill>
                    <a:latin typeface="Juxtaposer"/>
                  </a:rPr>
                  <a:t>Thank</a:t>
                </a:r>
                <a:br>
                  <a:rPr lang="en-IN" altLang="en-US" sz="8000">
                    <a:solidFill>
                      <a:srgbClr val="00B0F0"/>
                    </a:solidFill>
                    <a:latin typeface="Juxtaposer"/>
                  </a:rPr>
                </a:br>
                <a:r>
                  <a:rPr lang="en-IN" altLang="en-US" sz="8000">
                    <a:solidFill>
                      <a:srgbClr val="00B0F0"/>
                    </a:solidFill>
                    <a:latin typeface="Juxtaposer"/>
                  </a:rPr>
                  <a:t>You</a:t>
                </a:r>
              </a:p>
            </p:txBody>
          </p:sp>
          <p:pic>
            <p:nvPicPr>
              <p:cNvPr id="10" name="Picture 10">
                <a:extLst>
                  <a:ext uri="{FF2B5EF4-FFF2-40B4-BE49-F238E27FC236}">
                    <a16:creationId xmlns:a16="http://schemas.microsoft.com/office/drawing/2014/main" id="{BB144989-CF53-8B1E-220B-C1AE23628E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2719" y="229820"/>
                <a:ext cx="3171090" cy="3179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" name="Group 19">
                <a:extLst>
                  <a:ext uri="{FF2B5EF4-FFF2-40B4-BE49-F238E27FC236}">
                    <a16:creationId xmlns:a16="http://schemas.microsoft.com/office/drawing/2014/main" id="{31EE7083-91D9-EAE9-7B4A-61CD2CD280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66925" y="272562"/>
                <a:ext cx="5750562" cy="3051976"/>
                <a:chOff x="6166925" y="272562"/>
                <a:chExt cx="5750562" cy="3051976"/>
              </a:xfrm>
            </p:grpSpPr>
            <p:pic>
              <p:nvPicPr>
                <p:cNvPr id="12" name="Picture 1">
                  <a:extLst>
                    <a:ext uri="{FF2B5EF4-FFF2-40B4-BE49-F238E27FC236}">
                      <a16:creationId xmlns:a16="http://schemas.microsoft.com/office/drawing/2014/main" id="{021C83A4-8483-5171-EA6C-FF76CE65A1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66925" y="2103900"/>
                  <a:ext cx="5750562" cy="12206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" name="Picture 58">
                  <a:extLst>
                    <a:ext uri="{FF2B5EF4-FFF2-40B4-BE49-F238E27FC236}">
                      <a16:creationId xmlns:a16="http://schemas.microsoft.com/office/drawing/2014/main" id="{38693FBE-DE43-1025-B0DC-2ADDCCB25A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93725" y="272562"/>
                  <a:ext cx="3096962" cy="17408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33463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5F8F"/>
      </a:accent1>
      <a:accent2>
        <a:srgbClr val="8E1416"/>
      </a:accent2>
      <a:accent3>
        <a:srgbClr val="9E7E0A"/>
      </a:accent3>
      <a:accent4>
        <a:srgbClr val="40315E"/>
      </a:accent4>
      <a:accent5>
        <a:srgbClr val="008189"/>
      </a:accent5>
      <a:accent6>
        <a:srgbClr val="A35313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" id="{936E7243-1F93-427C-A3FE-465D0A96EE9A}" vid="{61850FB3-B8CF-4E61-B000-072DAF7DD4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C510371034F4582A080378F3CA453" ma:contentTypeVersion="8" ma:contentTypeDescription="Create a new document." ma:contentTypeScope="" ma:versionID="5b373d49bd797c48a32f56fbf353ac5d">
  <xsd:schema xmlns:xsd="http://www.w3.org/2001/XMLSchema" xmlns:xs="http://www.w3.org/2001/XMLSchema" xmlns:p="http://schemas.microsoft.com/office/2006/metadata/properties" xmlns:ns3="c4c01e1a-734c-443d-9deb-04793c4ed5f2" targetNamespace="http://schemas.microsoft.com/office/2006/metadata/properties" ma:root="true" ma:fieldsID="0d9248bc3fe7fd351d1ee7072d828a6f" ns3:_="">
    <xsd:import namespace="c4c01e1a-734c-443d-9deb-04793c4ed5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c01e1a-734c-443d-9deb-04793c4ed5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D2BFA2-920C-4E6E-B869-99B1B2905F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C2F0CA-F0F0-4E2F-A0EC-B2C22E83D159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c4c01e1a-734c-443d-9deb-04793c4ed5f2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F42BB47-1B4A-4C7F-96D8-5FA236EB94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c01e1a-734c-443d-9deb-04793c4ed5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#02 Food and Beverages (11-7.5)</Template>
  <TotalTime>19643</TotalTime>
  <Words>147</Words>
  <Application>Microsoft Office PowerPoint</Application>
  <PresentationFormat>Widescreen</PresentationFormat>
  <Paragraphs>45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MS PGothic</vt:lpstr>
      <vt:lpstr>Arial</vt:lpstr>
      <vt:lpstr>Bell MT</vt:lpstr>
      <vt:lpstr>Calibri</vt:lpstr>
      <vt:lpstr>Courier New</vt:lpstr>
      <vt:lpstr>Juxtaposer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</dc:title>
  <dc:creator>FMI</dc:creator>
  <cp:lastModifiedBy>Anurag Sharma</cp:lastModifiedBy>
  <cp:revision>2814</cp:revision>
  <dcterms:created xsi:type="dcterms:W3CDTF">2019-04-26T09:22:20Z</dcterms:created>
  <dcterms:modified xsi:type="dcterms:W3CDTF">2026-10-14T07:45:19Z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0x010100D26C510371034F4582A080378F3CA453</vt:lpwstr>
  </property>
</Properties>
</file>