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18" r:id="rId1"/>
    <p:sldMasterId id="2147483660" r:id="rId2"/>
  </p:sldMasterIdLst>
  <p:notesMasterIdLst>
    <p:notesMasterId r:id="rId6"/>
  </p:notesMasterIdLst>
  <p:sldIdLst>
    <p:sldId id="286" r:id="rId3"/>
    <p:sldId id="1247" r:id="rId4"/>
    <p:sldId id="1451" r:id="rId5"/>
  </p:sldIdLst>
  <p:sldSz cx="12188825"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93F5E"/>
    <a:srgbClr val="461E96"/>
    <a:srgbClr val="3D6D80"/>
    <a:srgbClr val="3E798C"/>
    <a:srgbClr val="00FF00"/>
    <a:srgbClr val="1CEE12"/>
    <a:srgbClr val="EAE5EB"/>
    <a:srgbClr val="8C285C"/>
    <a:srgbClr val="FF5050"/>
    <a:srgbClr val="F8837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972" autoAdjust="0"/>
    <p:restoredTop sz="94660"/>
  </p:normalViewPr>
  <p:slideViewPr>
    <p:cSldViewPr snapToGrid="0">
      <p:cViewPr>
        <p:scale>
          <a:sx n="66" d="100"/>
          <a:sy n="66" d="100"/>
        </p:scale>
        <p:origin x="1027" y="365"/>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1.xml"/><Relationship Id="rId7" Type="http://schemas.openxmlformats.org/officeDocument/2006/relationships/presProps" Target="presProp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notesMaster" Target="notesMasters/notesMaster1.xml"/><Relationship Id="rId5" Type="http://schemas.openxmlformats.org/officeDocument/2006/relationships/slide" Target="slides/slide3.xml"/><Relationship Id="rId10"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E45B71E-CD0B-4E6E-93BA-185C491C3A0E}" type="datetimeFigureOut">
              <a:rPr lang="en-US" smtClean="0"/>
              <a:t>10/14/2026</a:t>
            </a:fld>
            <a:endParaRPr lang="en-US" dirty="0"/>
          </a:p>
        </p:txBody>
      </p:sp>
      <p:sp>
        <p:nvSpPr>
          <p:cNvPr id="4" name="Slide Image Placeholder 3"/>
          <p:cNvSpPr>
            <a:spLocks noGrp="1" noRot="1" noChangeAspect="1"/>
          </p:cNvSpPr>
          <p:nvPr>
            <p:ph type="sldImg" idx="2"/>
          </p:nvPr>
        </p:nvSpPr>
        <p:spPr>
          <a:xfrm>
            <a:off x="687388" y="1143000"/>
            <a:ext cx="5483225"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7A87B0E-8739-48F7-AADE-F1C531232472}" type="slidenum">
              <a:rPr lang="en-US" smtClean="0"/>
              <a:t>‹#›</a:t>
            </a:fld>
            <a:endParaRPr lang="en-US" dirty="0"/>
          </a:p>
        </p:txBody>
      </p:sp>
    </p:spTree>
    <p:extLst>
      <p:ext uri="{BB962C8B-B14F-4D97-AF65-F5344CB8AC3E}">
        <p14:creationId xmlns:p14="http://schemas.microsoft.com/office/powerpoint/2010/main" val="18961584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4.jp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2.xml"/><Relationship Id="rId4" Type="http://schemas.openxmlformats.org/officeDocument/2006/relationships/image" Target="../media/image4.jpg"/></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jpg"/><Relationship Id="rId1" Type="http://schemas.openxmlformats.org/officeDocument/2006/relationships/slideMaster" Target="../slideMasters/slideMaster2.xml"/></Relationships>
</file>

<file path=ppt/slideLayouts/_rels/slideLayout10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55F53C7E-56C6-0F7B-0EF0-5B8F37D19E78}"/>
              </a:ext>
            </a:extLst>
          </p:cNvPr>
          <p:cNvSpPr/>
          <p:nvPr userDrawn="1"/>
        </p:nvSpPr>
        <p:spPr>
          <a:xfrm>
            <a:off x="-441466" y="-305555"/>
            <a:ext cx="13274958" cy="746910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Footer Placeholder 4"/>
          <p:cNvSpPr>
            <a:spLocks noGrp="1"/>
          </p:cNvSpPr>
          <p:nvPr>
            <p:ph type="ftr" sz="quarter" idx="3"/>
          </p:nvPr>
        </p:nvSpPr>
        <p:spPr bwMode="gray">
          <a:xfrm>
            <a:off x="4361017" y="6513512"/>
            <a:ext cx="3466790" cy="269876"/>
          </a:xfrm>
          <a:prstGeom prst="rect">
            <a:avLst/>
          </a:prstGeom>
        </p:spPr>
        <p:txBody>
          <a:bodyPr lIns="0" rIns="0" anchor="ctr">
            <a:noAutofit/>
          </a:bodyPr>
          <a:lstStyle>
            <a:lvl1pPr algn="l">
              <a:defRPr sz="1100">
                <a:solidFill>
                  <a:schemeClr val="tx1"/>
                </a:solidFill>
                <a:latin typeface="+mn-lt"/>
              </a:defRPr>
            </a:lvl1pPr>
          </a:lstStyle>
          <a:p>
            <a:pPr algn="ctr"/>
            <a:r>
              <a:rPr lang="en-US" dirty="0"/>
              <a:t>©2026 Fact.MR, All Rights Reserved</a:t>
            </a:r>
          </a:p>
        </p:txBody>
      </p:sp>
      <p:sp>
        <p:nvSpPr>
          <p:cNvPr id="3" name="Text Placeholder 2"/>
          <p:cNvSpPr>
            <a:spLocks noGrp="1"/>
          </p:cNvSpPr>
          <p:nvPr>
            <p:ph type="body" sz="quarter" idx="10"/>
          </p:nvPr>
        </p:nvSpPr>
        <p:spPr>
          <a:xfrm>
            <a:off x="5576969" y="1066799"/>
            <a:ext cx="6400800" cy="1762125"/>
          </a:xfrm>
          <a:prstGeom prst="rect">
            <a:avLst/>
          </a:prstGeom>
        </p:spPr>
        <p:txBody>
          <a:bodyPr lIns="0" anchor="b"/>
          <a:lstStyle>
            <a:lvl1pPr marL="0" indent="0">
              <a:buNone/>
              <a:defRPr sz="3600" b="1">
                <a:solidFill>
                  <a:srgbClr val="002060"/>
                </a:solidFill>
              </a:defRPr>
            </a:lvl1pPr>
          </a:lstStyle>
          <a:p>
            <a:pPr lvl="0"/>
            <a:r>
              <a:rPr lang="en-US" dirty="0"/>
              <a:t>Edit Master text styles</a:t>
            </a:r>
            <a:endParaRPr lang="en-IN" dirty="0"/>
          </a:p>
        </p:txBody>
      </p:sp>
      <p:sp>
        <p:nvSpPr>
          <p:cNvPr id="7" name="Text Placeholder 2"/>
          <p:cNvSpPr>
            <a:spLocks noGrp="1"/>
          </p:cNvSpPr>
          <p:nvPr>
            <p:ph type="body" sz="quarter" idx="11"/>
          </p:nvPr>
        </p:nvSpPr>
        <p:spPr>
          <a:xfrm>
            <a:off x="5576969" y="2838450"/>
            <a:ext cx="6400800" cy="1181100"/>
          </a:xfrm>
          <a:prstGeom prst="rect">
            <a:avLst/>
          </a:prstGeom>
        </p:spPr>
        <p:txBody>
          <a:bodyPr lIns="0" anchor="t"/>
          <a:lstStyle>
            <a:lvl1pPr marL="0" indent="0">
              <a:buNone/>
              <a:defRPr sz="2000" b="0">
                <a:solidFill>
                  <a:schemeClr val="tx1"/>
                </a:solidFill>
              </a:defRPr>
            </a:lvl1pPr>
          </a:lstStyle>
          <a:p>
            <a:pPr lvl="0"/>
            <a:r>
              <a:rPr lang="en-US" dirty="0"/>
              <a:t>Edit Master text styles</a:t>
            </a:r>
            <a:endParaRPr lang="en-IN" dirty="0"/>
          </a:p>
        </p:txBody>
      </p:sp>
      <p:pic>
        <p:nvPicPr>
          <p:cNvPr id="5" name="Picture 4">
            <a:extLst>
              <a:ext uri="{FF2B5EF4-FFF2-40B4-BE49-F238E27FC236}">
                <a16:creationId xmlns:a16="http://schemas.microsoft.com/office/drawing/2014/main" id="{940A6342-3830-1E2E-1724-6D3D7768626F}"/>
              </a:ext>
            </a:extLst>
          </p:cNvPr>
          <p:cNvPicPr/>
          <p:nvPr userDrawn="1"/>
        </p:nvPicPr>
        <p:blipFill>
          <a:blip r:embed="rId3" cstate="email">
            <a:extLst>
              <a:ext uri="{28A0092B-C50C-407E-A947-70E740481C1C}">
                <a14:useLocalDpi xmlns:a14="http://schemas.microsoft.com/office/drawing/2010/main"/>
              </a:ext>
            </a:extLst>
          </a:blip>
          <a:stretch>
            <a:fillRect/>
          </a:stretch>
        </p:blipFill>
        <p:spPr>
          <a:xfrm>
            <a:off x="9887447" y="276521"/>
            <a:ext cx="1991485" cy="498500"/>
          </a:xfrm>
          <a:prstGeom prst="rect">
            <a:avLst/>
          </a:prstGeom>
          <a:effectLst>
            <a:outerShdw blurRad="63500" sx="102000" sy="102000" algn="ctr" rotWithShape="0">
              <a:prstClr val="black">
                <a:alpha val="40000"/>
              </a:prstClr>
            </a:outerShdw>
          </a:effectLst>
        </p:spPr>
      </p:pic>
      <p:grpSp>
        <p:nvGrpSpPr>
          <p:cNvPr id="30" name="Group 29">
            <a:extLst>
              <a:ext uri="{FF2B5EF4-FFF2-40B4-BE49-F238E27FC236}">
                <a16:creationId xmlns:a16="http://schemas.microsoft.com/office/drawing/2014/main" id="{D5C8EA58-0CBB-BB7A-EFA8-69EB33BEFCE1}"/>
              </a:ext>
            </a:extLst>
          </p:cNvPr>
          <p:cNvGrpSpPr/>
          <p:nvPr userDrawn="1"/>
        </p:nvGrpSpPr>
        <p:grpSpPr>
          <a:xfrm>
            <a:off x="-2144946" y="-431245"/>
            <a:ext cx="7003897" cy="7821407"/>
            <a:chOff x="-2144946" y="-431245"/>
            <a:chExt cx="7003897" cy="7821407"/>
          </a:xfrm>
          <a:blipFill dpi="0" rotWithShape="1">
            <a:blip r:embed="rId4"/>
            <a:srcRect/>
            <a:stretch>
              <a:fillRect l="-75000" r="-33000"/>
            </a:stretch>
          </a:blipFill>
        </p:grpSpPr>
        <p:sp>
          <p:nvSpPr>
            <p:cNvPr id="26" name="Free-form: Shape 25">
              <a:extLst>
                <a:ext uri="{FF2B5EF4-FFF2-40B4-BE49-F238E27FC236}">
                  <a16:creationId xmlns:a16="http://schemas.microsoft.com/office/drawing/2014/main" id="{D25E30EA-85F9-3626-40A9-4C5EB97C8212}"/>
                </a:ext>
              </a:extLst>
            </p:cNvPr>
            <p:cNvSpPr/>
            <p:nvPr userDrawn="1"/>
          </p:nvSpPr>
          <p:spPr>
            <a:xfrm rot="19729671">
              <a:off x="1145403" y="-431242"/>
              <a:ext cx="3713548" cy="7729997"/>
            </a:xfrm>
            <a:custGeom>
              <a:avLst/>
              <a:gdLst>
                <a:gd name="connsiteX0" fmla="*/ 2692070 w 3713548"/>
                <a:gd name="connsiteY0" fmla="*/ 0 h 7729997"/>
                <a:gd name="connsiteX1" fmla="*/ 3713548 w 3713548"/>
                <a:gd name="connsiteY1" fmla="*/ 617951 h 7729997"/>
                <a:gd name="connsiteX2" fmla="*/ 3713548 w 3713548"/>
                <a:gd name="connsiteY2" fmla="*/ 6829513 h 7729997"/>
                <a:gd name="connsiteX3" fmla="*/ 3706238 w 3713548"/>
                <a:gd name="connsiteY3" fmla="*/ 6829513 h 7729997"/>
                <a:gd name="connsiteX4" fmla="*/ 3708841 w 3713548"/>
                <a:gd name="connsiteY4" fmla="*/ 6837294 h 7729997"/>
                <a:gd name="connsiteX5" fmla="*/ 1039864 w 3713548"/>
                <a:gd name="connsiteY5" fmla="*/ 7729997 h 7729997"/>
                <a:gd name="connsiteX6" fmla="*/ 0 w 3713548"/>
                <a:gd name="connsiteY6" fmla="*/ 7100924 h 7729997"/>
                <a:gd name="connsiteX7" fmla="*/ 2692070 w 3713548"/>
                <a:gd name="connsiteY7" fmla="*/ 6200497 h 77299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13548" h="7729997">
                  <a:moveTo>
                    <a:pt x="2692070" y="0"/>
                  </a:moveTo>
                  <a:lnTo>
                    <a:pt x="3713548" y="617951"/>
                  </a:lnTo>
                  <a:lnTo>
                    <a:pt x="3713548" y="6829513"/>
                  </a:lnTo>
                  <a:lnTo>
                    <a:pt x="3706238" y="6829513"/>
                  </a:lnTo>
                  <a:lnTo>
                    <a:pt x="3708841" y="6837294"/>
                  </a:lnTo>
                  <a:lnTo>
                    <a:pt x="1039864" y="7729997"/>
                  </a:lnTo>
                  <a:lnTo>
                    <a:pt x="0" y="7100924"/>
                  </a:lnTo>
                  <a:lnTo>
                    <a:pt x="2692070" y="6200497"/>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sp>
          <p:nvSpPr>
            <p:cNvPr id="28" name="Free-form: Shape 27">
              <a:extLst>
                <a:ext uri="{FF2B5EF4-FFF2-40B4-BE49-F238E27FC236}">
                  <a16:creationId xmlns:a16="http://schemas.microsoft.com/office/drawing/2014/main" id="{411A5C5C-B5BE-309D-6D6D-46909D3518D5}"/>
                </a:ext>
              </a:extLst>
            </p:cNvPr>
            <p:cNvSpPr/>
            <p:nvPr userDrawn="1"/>
          </p:nvSpPr>
          <p:spPr>
            <a:xfrm rot="19729671">
              <a:off x="-334175" y="-431245"/>
              <a:ext cx="3713547" cy="7730002"/>
            </a:xfrm>
            <a:custGeom>
              <a:avLst/>
              <a:gdLst>
                <a:gd name="connsiteX0" fmla="*/ 2692069 w 3713547"/>
                <a:gd name="connsiteY0" fmla="*/ 0 h 7730002"/>
                <a:gd name="connsiteX1" fmla="*/ 3713547 w 3713547"/>
                <a:gd name="connsiteY1" fmla="*/ 617951 h 7730002"/>
                <a:gd name="connsiteX2" fmla="*/ 3713547 w 3713547"/>
                <a:gd name="connsiteY2" fmla="*/ 6829519 h 7730002"/>
                <a:gd name="connsiteX3" fmla="*/ 3706237 w 3713547"/>
                <a:gd name="connsiteY3" fmla="*/ 6829519 h 7730002"/>
                <a:gd name="connsiteX4" fmla="*/ 3708840 w 3713547"/>
                <a:gd name="connsiteY4" fmla="*/ 6837300 h 7730002"/>
                <a:gd name="connsiteX5" fmla="*/ 1039864 w 3713547"/>
                <a:gd name="connsiteY5" fmla="*/ 7730002 h 7730002"/>
                <a:gd name="connsiteX6" fmla="*/ 0 w 3713547"/>
                <a:gd name="connsiteY6" fmla="*/ 7100929 h 7730002"/>
                <a:gd name="connsiteX7" fmla="*/ 2692069 w 3713547"/>
                <a:gd name="connsiteY7" fmla="*/ 6200503 h 7730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13547" h="7730002">
                  <a:moveTo>
                    <a:pt x="2692069" y="0"/>
                  </a:moveTo>
                  <a:lnTo>
                    <a:pt x="3713547" y="617951"/>
                  </a:lnTo>
                  <a:lnTo>
                    <a:pt x="3713547" y="6829519"/>
                  </a:lnTo>
                  <a:lnTo>
                    <a:pt x="3706237" y="6829519"/>
                  </a:lnTo>
                  <a:lnTo>
                    <a:pt x="3708840" y="6837300"/>
                  </a:lnTo>
                  <a:lnTo>
                    <a:pt x="1039864" y="7730002"/>
                  </a:lnTo>
                  <a:lnTo>
                    <a:pt x="0" y="7100929"/>
                  </a:lnTo>
                  <a:lnTo>
                    <a:pt x="2692069" y="6200503"/>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sp>
          <p:nvSpPr>
            <p:cNvPr id="29" name="Free-form: Shape 28">
              <a:extLst>
                <a:ext uri="{FF2B5EF4-FFF2-40B4-BE49-F238E27FC236}">
                  <a16:creationId xmlns:a16="http://schemas.microsoft.com/office/drawing/2014/main" id="{83B63AAB-2135-DDBB-A5A0-2D3342DB8BE0}"/>
                </a:ext>
              </a:extLst>
            </p:cNvPr>
            <p:cNvSpPr/>
            <p:nvPr userDrawn="1"/>
          </p:nvSpPr>
          <p:spPr>
            <a:xfrm rot="3539777">
              <a:off x="-3712637" y="1682414"/>
              <a:ext cx="7275439" cy="4140057"/>
            </a:xfrm>
            <a:custGeom>
              <a:avLst/>
              <a:gdLst>
                <a:gd name="connsiteX0" fmla="*/ 0 w 7275439"/>
                <a:gd name="connsiteY0" fmla="*/ 311590 h 4140057"/>
                <a:gd name="connsiteX1" fmla="*/ 187250 w 7275439"/>
                <a:gd name="connsiteY1" fmla="*/ 0 h 4140057"/>
                <a:gd name="connsiteX2" fmla="*/ 6370703 w 7275439"/>
                <a:gd name="connsiteY2" fmla="*/ 0 h 4140057"/>
                <a:gd name="connsiteX3" fmla="*/ 6370703 w 7275439"/>
                <a:gd name="connsiteY3" fmla="*/ 10427 h 4140057"/>
                <a:gd name="connsiteX4" fmla="*/ 6381792 w 7275439"/>
                <a:gd name="connsiteY4" fmla="*/ 6663 h 4140057"/>
                <a:gd name="connsiteX5" fmla="*/ 7275439 w 7275439"/>
                <a:gd name="connsiteY5" fmla="*/ 2639049 h 4140057"/>
                <a:gd name="connsiteX6" fmla="*/ 6679803 w 7275439"/>
                <a:gd name="connsiteY6" fmla="*/ 3630209 h 4140057"/>
                <a:gd name="connsiteX7" fmla="*/ 6370703 w 7275439"/>
                <a:gd name="connsiteY7" fmla="*/ 3735143 h 4140057"/>
                <a:gd name="connsiteX8" fmla="*/ 6370703 w 7275439"/>
                <a:gd name="connsiteY8" fmla="*/ 4140057 h 4140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275439" h="4140057">
                  <a:moveTo>
                    <a:pt x="0" y="311590"/>
                  </a:moveTo>
                  <a:lnTo>
                    <a:pt x="187250" y="0"/>
                  </a:lnTo>
                  <a:lnTo>
                    <a:pt x="6370703" y="0"/>
                  </a:lnTo>
                  <a:lnTo>
                    <a:pt x="6370703" y="10427"/>
                  </a:lnTo>
                  <a:lnTo>
                    <a:pt x="6381792" y="6663"/>
                  </a:lnTo>
                  <a:lnTo>
                    <a:pt x="7275439" y="2639049"/>
                  </a:lnTo>
                  <a:lnTo>
                    <a:pt x="6679803" y="3630209"/>
                  </a:lnTo>
                  <a:lnTo>
                    <a:pt x="6370703" y="3735143"/>
                  </a:lnTo>
                  <a:lnTo>
                    <a:pt x="6370703" y="4140057"/>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grpSp>
    </p:spTree>
    <p:extLst>
      <p:ext uri="{BB962C8B-B14F-4D97-AF65-F5344CB8AC3E}">
        <p14:creationId xmlns:p14="http://schemas.microsoft.com/office/powerpoint/2010/main" val="25124423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3_Comparison">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95929" cy="6858000"/>
          </a:xfrm>
          <a:prstGeom prst="rect">
            <a:avLst/>
          </a:prstGeom>
        </p:spPr>
      </p:pic>
      <p:sp>
        <p:nvSpPr>
          <p:cNvPr id="8" name="Footer Placeholder 4"/>
          <p:cNvSpPr>
            <a:spLocks noGrp="1"/>
          </p:cNvSpPr>
          <p:nvPr>
            <p:ph type="ftr" sz="quarter" idx="3"/>
          </p:nvPr>
        </p:nvSpPr>
        <p:spPr bwMode="gray">
          <a:xfrm>
            <a:off x="152400" y="6513512"/>
            <a:ext cx="3466790" cy="269876"/>
          </a:xfrm>
          <a:prstGeom prst="rect">
            <a:avLst/>
          </a:prstGeom>
        </p:spPr>
        <p:txBody>
          <a:bodyPr lIns="0" anchor="ctr">
            <a:noAutofit/>
          </a:bodyPr>
          <a:lstStyle>
            <a:lvl1pPr algn="l">
              <a:defRPr sz="1100">
                <a:solidFill>
                  <a:schemeClr val="tx1"/>
                </a:solidFill>
                <a:latin typeface="+mn-lt"/>
              </a:defRPr>
            </a:lvl1pPr>
          </a:lstStyle>
          <a:p>
            <a:r>
              <a:rPr lang="en-US" dirty="0"/>
              <a:t>©2026 Fact.MR, All Rights Reserved</a:t>
            </a:r>
          </a:p>
        </p:txBody>
      </p:sp>
      <p:sp>
        <p:nvSpPr>
          <p:cNvPr id="9" name="Slide Number Placeholder 5"/>
          <p:cNvSpPr>
            <a:spLocks noGrp="1"/>
          </p:cNvSpPr>
          <p:nvPr>
            <p:ph type="sldNum" sz="quarter" idx="4"/>
          </p:nvPr>
        </p:nvSpPr>
        <p:spPr bwMode="gray">
          <a:xfrm>
            <a:off x="11525250" y="6529578"/>
            <a:ext cx="457200" cy="237744"/>
          </a:xfrm>
          <a:prstGeom prst="rect">
            <a:avLst/>
          </a:prstGeom>
        </p:spPr>
        <p:txBody>
          <a:bodyPr>
            <a:noAutofit/>
          </a:bodyPr>
          <a:lstStyle>
            <a:lvl1pPr algn="ctr">
              <a:defRPr sz="1100">
                <a:solidFill>
                  <a:schemeClr val="tx1"/>
                </a:solidFill>
                <a:latin typeface="+mn-lt"/>
              </a:defRPr>
            </a:lvl1pPr>
          </a:lstStyle>
          <a:p>
            <a:fld id="{4B17068C-EB94-40A3-A5F2-664CDD77FDAC}" type="slidenum">
              <a:rPr lang="en-US" smtClean="0"/>
              <a:pPr/>
              <a:t>‹#›</a:t>
            </a:fld>
            <a:endParaRPr lang="en-US" dirty="0"/>
          </a:p>
        </p:txBody>
      </p:sp>
      <p:sp>
        <p:nvSpPr>
          <p:cNvPr id="4" name="Text Placeholder 3"/>
          <p:cNvSpPr>
            <a:spLocks noGrp="1"/>
          </p:cNvSpPr>
          <p:nvPr>
            <p:ph type="body" sz="quarter" idx="10"/>
          </p:nvPr>
        </p:nvSpPr>
        <p:spPr>
          <a:xfrm>
            <a:off x="160338" y="2944813"/>
            <a:ext cx="11822112" cy="1001545"/>
          </a:xfrm>
          <a:prstGeom prst="rect">
            <a:avLst/>
          </a:prstGeom>
        </p:spPr>
        <p:txBody>
          <a:bodyPr lIns="0"/>
          <a:lstStyle>
            <a:lvl1pPr marL="0" indent="0">
              <a:buNone/>
              <a:defRPr sz="2500" b="1"/>
            </a:lvl1pPr>
          </a:lstStyle>
          <a:p>
            <a:pPr lvl="0"/>
            <a:endParaRPr lang="en-IN" dirty="0"/>
          </a:p>
        </p:txBody>
      </p:sp>
      <p:sp>
        <p:nvSpPr>
          <p:cNvPr id="5" name="Text Placeholder 4"/>
          <p:cNvSpPr>
            <a:spLocks noGrp="1"/>
          </p:cNvSpPr>
          <p:nvPr>
            <p:ph type="body" sz="quarter" idx="12"/>
          </p:nvPr>
        </p:nvSpPr>
        <p:spPr>
          <a:xfrm>
            <a:off x="160338" y="2333897"/>
            <a:ext cx="11822112" cy="610915"/>
          </a:xfrm>
          <a:prstGeom prst="rect">
            <a:avLst/>
          </a:prstGeom>
        </p:spPr>
        <p:txBody>
          <a:bodyPr lIns="0" anchor="b"/>
          <a:lstStyle>
            <a:lvl1pPr marL="0" indent="0">
              <a:buNone/>
              <a:defRPr sz="2000"/>
            </a:lvl1pPr>
          </a:lstStyle>
          <a:p>
            <a:pPr lvl="0"/>
            <a:r>
              <a:rPr lang="en-US" dirty="0"/>
              <a:t>Edit Master text styles</a:t>
            </a:r>
          </a:p>
        </p:txBody>
      </p:sp>
      <p:pic>
        <p:nvPicPr>
          <p:cNvPr id="2" name="Picture 1">
            <a:extLst>
              <a:ext uri="{FF2B5EF4-FFF2-40B4-BE49-F238E27FC236}">
                <a16:creationId xmlns:a16="http://schemas.microsoft.com/office/drawing/2014/main" id="{09D7C9AF-43CD-C368-998D-48D4FB09C473}"/>
              </a:ext>
            </a:extLst>
          </p:cNvPr>
          <p:cNvPicPr/>
          <p:nvPr userDrawn="1"/>
        </p:nvPicPr>
        <p:blipFill>
          <a:blip r:embed="rId3" cstate="email">
            <a:extLst>
              <a:ext uri="{28A0092B-C50C-407E-A947-70E740481C1C}">
                <a14:useLocalDpi xmlns:a14="http://schemas.microsoft.com/office/drawing/2010/main"/>
              </a:ext>
            </a:extLst>
          </a:blip>
          <a:stretch>
            <a:fillRect/>
          </a:stretch>
        </p:blipFill>
        <p:spPr>
          <a:xfrm>
            <a:off x="160338" y="412713"/>
            <a:ext cx="1991485" cy="498500"/>
          </a:xfrm>
          <a:prstGeom prst="rect">
            <a:avLst/>
          </a:prstGeom>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36458483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able of Contents">
    <p:spTree>
      <p:nvGrpSpPr>
        <p:cNvPr id="1" name=""/>
        <p:cNvGrpSpPr/>
        <p:nvPr/>
      </p:nvGrpSpPr>
      <p:grpSpPr>
        <a:xfrm>
          <a:off x="0" y="0"/>
          <a:ext cx="0" cy="0"/>
          <a:chOff x="0" y="0"/>
          <a:chExt cx="0" cy="0"/>
        </a:xfrm>
      </p:grpSpPr>
      <p:sp>
        <p:nvSpPr>
          <p:cNvPr id="7" name="Title Placeholder 1"/>
          <p:cNvSpPr>
            <a:spLocks noGrp="1"/>
          </p:cNvSpPr>
          <p:nvPr>
            <p:ph type="title" hasCustomPrompt="1"/>
          </p:nvPr>
        </p:nvSpPr>
        <p:spPr bwMode="gray">
          <a:xfrm>
            <a:off x="152359" y="143854"/>
            <a:ext cx="10376059" cy="723900"/>
          </a:xfrm>
          <a:prstGeom prst="rect">
            <a:avLst/>
          </a:prstGeom>
        </p:spPr>
        <p:txBody>
          <a:bodyPr vert="horz" lIns="0" tIns="91440" rIns="91440" bIns="91440" rtlCol="0" anchor="b" anchorCtr="0">
            <a:noAutofit/>
          </a:bodyPr>
          <a:lstStyle>
            <a:lvl1pPr>
              <a:defRPr/>
            </a:lvl1pPr>
          </a:lstStyle>
          <a:p>
            <a:r>
              <a:rPr lang="en-US" noProof="0" dirty="0"/>
              <a:t>Table of Contents</a:t>
            </a:r>
          </a:p>
        </p:txBody>
      </p:sp>
      <p:sp>
        <p:nvSpPr>
          <p:cNvPr id="8" name="Footer Placeholder 4"/>
          <p:cNvSpPr>
            <a:spLocks noGrp="1"/>
          </p:cNvSpPr>
          <p:nvPr>
            <p:ph type="ftr" sz="quarter" idx="3"/>
          </p:nvPr>
        </p:nvSpPr>
        <p:spPr bwMode="gray">
          <a:xfrm>
            <a:off x="152400" y="6513512"/>
            <a:ext cx="3466790" cy="269876"/>
          </a:xfrm>
          <a:prstGeom prst="rect">
            <a:avLst/>
          </a:prstGeom>
        </p:spPr>
        <p:txBody>
          <a:bodyPr lIns="0" anchor="ctr">
            <a:noAutofit/>
          </a:bodyPr>
          <a:lstStyle>
            <a:lvl1pPr algn="l">
              <a:defRPr sz="1100">
                <a:solidFill>
                  <a:schemeClr val="bg1"/>
                </a:solidFill>
                <a:latin typeface="+mn-lt"/>
              </a:defRPr>
            </a:lvl1pPr>
          </a:lstStyle>
          <a:p>
            <a:r>
              <a:rPr lang="en-US" dirty="0"/>
              <a:t>©2026 Fact.MR, All Rights Reserved</a:t>
            </a:r>
          </a:p>
        </p:txBody>
      </p:sp>
      <p:sp>
        <p:nvSpPr>
          <p:cNvPr id="9" name="Slide Number Placeholder 5"/>
          <p:cNvSpPr>
            <a:spLocks noGrp="1"/>
          </p:cNvSpPr>
          <p:nvPr>
            <p:ph type="sldNum" sz="quarter" idx="4"/>
          </p:nvPr>
        </p:nvSpPr>
        <p:spPr bwMode="gray">
          <a:xfrm>
            <a:off x="11525250" y="6529578"/>
            <a:ext cx="457200" cy="237744"/>
          </a:xfrm>
          <a:prstGeom prst="rect">
            <a:avLst/>
          </a:prstGeom>
        </p:spPr>
        <p:txBody>
          <a:bodyPr>
            <a:noAutofit/>
          </a:bodyPr>
          <a:lstStyle>
            <a:lvl1pPr algn="ctr">
              <a:defRPr sz="1100">
                <a:solidFill>
                  <a:schemeClr val="bg1"/>
                </a:solidFill>
                <a:latin typeface="+mn-lt"/>
              </a:defRPr>
            </a:lvl1pPr>
          </a:lstStyle>
          <a:p>
            <a:fld id="{4B17068C-EB94-40A3-A5F2-664CDD77FDAC}" type="slidenum">
              <a:rPr lang="en-US" smtClean="0"/>
              <a:pPr/>
              <a:t>‹#›</a:t>
            </a:fld>
            <a:endParaRPr lang="en-US" dirty="0"/>
          </a:p>
        </p:txBody>
      </p:sp>
      <p:sp>
        <p:nvSpPr>
          <p:cNvPr id="2" name="Content Placeholder 7">
            <a:extLst>
              <a:ext uri="{FF2B5EF4-FFF2-40B4-BE49-F238E27FC236}">
                <a16:creationId xmlns:a16="http://schemas.microsoft.com/office/drawing/2014/main" id="{CE0ADEAB-6FC1-D231-7CF5-8C2DFCFA22DD}"/>
              </a:ext>
            </a:extLst>
          </p:cNvPr>
          <p:cNvSpPr>
            <a:spLocks noGrp="1"/>
          </p:cNvSpPr>
          <p:nvPr>
            <p:ph sz="quarter" idx="13"/>
          </p:nvPr>
        </p:nvSpPr>
        <p:spPr>
          <a:xfrm>
            <a:off x="152400" y="1016000"/>
            <a:ext cx="5789613" cy="5208588"/>
          </a:xfrm>
          <a:prstGeom prst="rect">
            <a:avLst/>
          </a:prstGeom>
        </p:spPr>
        <p:txBody>
          <a:bodyPr/>
          <a:lstStyle>
            <a:lvl1pPr marL="228594" indent="-228594">
              <a:lnSpc>
                <a:spcPct val="100000"/>
              </a:lnSpc>
              <a:buFont typeface="Wingdings" panose="05000000000000000000" pitchFamily="2" charset="2"/>
              <a:buChar char="q"/>
              <a:defRPr sz="1200"/>
            </a:lvl1pPr>
            <a:lvl2pPr marL="457200" indent="-228594">
              <a:lnSpc>
                <a:spcPct val="100000"/>
              </a:lnSpc>
              <a:buFont typeface="Wingdings" panose="05000000000000000000" pitchFamily="2" charset="2"/>
              <a:buChar char="Ø"/>
              <a:defRPr sz="1100"/>
            </a:lvl2pPr>
            <a:lvl3pPr marL="685800" indent="-228594">
              <a:lnSpc>
                <a:spcPct val="100000"/>
              </a:lnSpc>
              <a:buFont typeface="Wingdings" panose="05000000000000000000" pitchFamily="2" charset="2"/>
              <a:buChar char="§"/>
              <a:defRPr sz="1000"/>
            </a:lvl3pPr>
            <a:lvl4pPr marL="914400" indent="-228594">
              <a:lnSpc>
                <a:spcPct val="100000"/>
              </a:lnSpc>
              <a:buFont typeface="Courier New" panose="02070309020205020404" pitchFamily="49" charset="0"/>
              <a:buChar char="o"/>
              <a:defRPr sz="900"/>
            </a:lvl4pPr>
            <a:lvl5pPr marL="1143000">
              <a:lnSpc>
                <a:spcPct val="100000"/>
              </a:lnSpc>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3" name="Content Placeholder 7">
            <a:extLst>
              <a:ext uri="{FF2B5EF4-FFF2-40B4-BE49-F238E27FC236}">
                <a16:creationId xmlns:a16="http://schemas.microsoft.com/office/drawing/2014/main" id="{CE734B9C-5612-04C5-18FA-6AE183C1EAEC}"/>
              </a:ext>
            </a:extLst>
          </p:cNvPr>
          <p:cNvSpPr>
            <a:spLocks noGrp="1"/>
          </p:cNvSpPr>
          <p:nvPr>
            <p:ph sz="quarter" idx="15"/>
          </p:nvPr>
        </p:nvSpPr>
        <p:spPr>
          <a:xfrm>
            <a:off x="6196012" y="1016000"/>
            <a:ext cx="5789613" cy="5208588"/>
          </a:xfrm>
          <a:prstGeom prst="rect">
            <a:avLst/>
          </a:prstGeom>
        </p:spPr>
        <p:txBody>
          <a:bodyPr/>
          <a:lstStyle>
            <a:lvl1pPr marL="228594" indent="-228594">
              <a:lnSpc>
                <a:spcPct val="100000"/>
              </a:lnSpc>
              <a:buFont typeface="Wingdings" panose="05000000000000000000" pitchFamily="2" charset="2"/>
              <a:buChar char="q"/>
              <a:defRPr sz="1200"/>
            </a:lvl1pPr>
            <a:lvl2pPr marL="457200" indent="-228594">
              <a:lnSpc>
                <a:spcPct val="100000"/>
              </a:lnSpc>
              <a:buFont typeface="Wingdings" panose="05000000000000000000" pitchFamily="2" charset="2"/>
              <a:buChar char="Ø"/>
              <a:defRPr sz="1100"/>
            </a:lvl2pPr>
            <a:lvl3pPr marL="685800" indent="-228594">
              <a:lnSpc>
                <a:spcPct val="100000"/>
              </a:lnSpc>
              <a:buFont typeface="Wingdings" panose="05000000000000000000" pitchFamily="2" charset="2"/>
              <a:buChar char="§"/>
              <a:defRPr sz="1000"/>
            </a:lvl3pPr>
            <a:lvl4pPr marL="914400" indent="-228594">
              <a:lnSpc>
                <a:spcPct val="100000"/>
              </a:lnSpc>
              <a:buFont typeface="Courier New" panose="02070309020205020404" pitchFamily="49" charset="0"/>
              <a:buChar char="o"/>
              <a:defRPr sz="900"/>
            </a:lvl4pPr>
            <a:lvl5pPr marL="1143000">
              <a:lnSpc>
                <a:spcPct val="100000"/>
              </a:lnSpc>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5687573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7" name="Title Placeholder 1"/>
          <p:cNvSpPr>
            <a:spLocks noGrp="1"/>
          </p:cNvSpPr>
          <p:nvPr>
            <p:ph type="title"/>
          </p:nvPr>
        </p:nvSpPr>
        <p:spPr bwMode="gray">
          <a:xfrm>
            <a:off x="152359" y="143854"/>
            <a:ext cx="10376059" cy="723900"/>
          </a:xfrm>
          <a:prstGeom prst="rect">
            <a:avLst/>
          </a:prstGeom>
        </p:spPr>
        <p:txBody>
          <a:bodyPr vert="horz" lIns="0" tIns="91440" rIns="91440" bIns="91440" rtlCol="0" anchor="b" anchorCtr="0">
            <a:noAutofit/>
          </a:bodyPr>
          <a:lstStyle/>
          <a:p>
            <a:r>
              <a:rPr lang="en-US" noProof="0" dirty="0"/>
              <a:t>Click to edit Master title style</a:t>
            </a:r>
          </a:p>
        </p:txBody>
      </p:sp>
      <p:sp>
        <p:nvSpPr>
          <p:cNvPr id="8" name="Footer Placeholder 4"/>
          <p:cNvSpPr>
            <a:spLocks noGrp="1"/>
          </p:cNvSpPr>
          <p:nvPr>
            <p:ph type="ftr" sz="quarter" idx="3"/>
          </p:nvPr>
        </p:nvSpPr>
        <p:spPr bwMode="gray">
          <a:xfrm>
            <a:off x="152400" y="6513512"/>
            <a:ext cx="3466790" cy="269876"/>
          </a:xfrm>
          <a:prstGeom prst="rect">
            <a:avLst/>
          </a:prstGeom>
        </p:spPr>
        <p:txBody>
          <a:bodyPr lIns="0" anchor="ctr">
            <a:noAutofit/>
          </a:bodyPr>
          <a:lstStyle>
            <a:lvl1pPr algn="l">
              <a:defRPr sz="1100">
                <a:solidFill>
                  <a:schemeClr val="bg1"/>
                </a:solidFill>
                <a:latin typeface="+mn-lt"/>
              </a:defRPr>
            </a:lvl1pPr>
          </a:lstStyle>
          <a:p>
            <a:r>
              <a:rPr lang="en-US" dirty="0"/>
              <a:t>©2026 Fact.MR, All Rights Reserved</a:t>
            </a:r>
          </a:p>
        </p:txBody>
      </p:sp>
      <p:sp>
        <p:nvSpPr>
          <p:cNvPr id="9" name="Slide Number Placeholder 5"/>
          <p:cNvSpPr>
            <a:spLocks noGrp="1"/>
          </p:cNvSpPr>
          <p:nvPr>
            <p:ph type="sldNum" sz="quarter" idx="4"/>
          </p:nvPr>
        </p:nvSpPr>
        <p:spPr bwMode="gray">
          <a:xfrm>
            <a:off x="11525250" y="6529578"/>
            <a:ext cx="457200" cy="237744"/>
          </a:xfrm>
          <a:prstGeom prst="rect">
            <a:avLst/>
          </a:prstGeom>
        </p:spPr>
        <p:txBody>
          <a:bodyPr>
            <a:noAutofit/>
          </a:bodyPr>
          <a:lstStyle>
            <a:lvl1pPr algn="ctr">
              <a:defRPr sz="1100">
                <a:solidFill>
                  <a:schemeClr val="bg1"/>
                </a:solidFill>
                <a:latin typeface="+mn-lt"/>
              </a:defRPr>
            </a:lvl1pPr>
          </a:lstStyle>
          <a:p>
            <a:fld id="{4B17068C-EB94-40A3-A5F2-664CDD77FDAC}" type="slidenum">
              <a:rPr lang="en-US" smtClean="0"/>
              <a:pPr/>
              <a:t>‹#›</a:t>
            </a:fld>
            <a:endParaRPr lang="en-US" dirty="0"/>
          </a:p>
        </p:txBody>
      </p:sp>
    </p:spTree>
    <p:extLst>
      <p:ext uri="{BB962C8B-B14F-4D97-AF65-F5344CB8AC3E}">
        <p14:creationId xmlns:p14="http://schemas.microsoft.com/office/powerpoint/2010/main" val="29121015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Comparison">
    <p:spTree>
      <p:nvGrpSpPr>
        <p:cNvPr id="1" name=""/>
        <p:cNvGrpSpPr/>
        <p:nvPr/>
      </p:nvGrpSpPr>
      <p:grpSpPr>
        <a:xfrm>
          <a:off x="0" y="0"/>
          <a:ext cx="0" cy="0"/>
          <a:chOff x="0" y="0"/>
          <a:chExt cx="0" cy="0"/>
        </a:xfrm>
      </p:grpSpPr>
      <p:sp>
        <p:nvSpPr>
          <p:cNvPr id="8" name="Footer Placeholder 4"/>
          <p:cNvSpPr>
            <a:spLocks noGrp="1"/>
          </p:cNvSpPr>
          <p:nvPr>
            <p:ph type="ftr" sz="quarter" idx="3"/>
          </p:nvPr>
        </p:nvSpPr>
        <p:spPr bwMode="gray">
          <a:xfrm>
            <a:off x="152400" y="6513512"/>
            <a:ext cx="3466790" cy="269876"/>
          </a:xfrm>
          <a:prstGeom prst="rect">
            <a:avLst/>
          </a:prstGeom>
        </p:spPr>
        <p:txBody>
          <a:bodyPr lIns="0" anchor="ctr">
            <a:noAutofit/>
          </a:bodyPr>
          <a:lstStyle>
            <a:lvl1pPr algn="l">
              <a:defRPr sz="1100">
                <a:solidFill>
                  <a:schemeClr val="bg1"/>
                </a:solidFill>
                <a:latin typeface="+mn-lt"/>
              </a:defRPr>
            </a:lvl1pPr>
          </a:lstStyle>
          <a:p>
            <a:r>
              <a:rPr lang="en-US" dirty="0"/>
              <a:t>©2026 Fact.MR, All Rights Reserved</a:t>
            </a:r>
          </a:p>
        </p:txBody>
      </p:sp>
      <p:sp>
        <p:nvSpPr>
          <p:cNvPr id="9" name="Slide Number Placeholder 5"/>
          <p:cNvSpPr>
            <a:spLocks noGrp="1"/>
          </p:cNvSpPr>
          <p:nvPr>
            <p:ph type="sldNum" sz="quarter" idx="4"/>
          </p:nvPr>
        </p:nvSpPr>
        <p:spPr bwMode="gray">
          <a:xfrm>
            <a:off x="11525250" y="6529578"/>
            <a:ext cx="457200" cy="237744"/>
          </a:xfrm>
          <a:prstGeom prst="rect">
            <a:avLst/>
          </a:prstGeom>
        </p:spPr>
        <p:txBody>
          <a:bodyPr>
            <a:noAutofit/>
          </a:bodyPr>
          <a:lstStyle>
            <a:lvl1pPr algn="ctr">
              <a:defRPr sz="1100">
                <a:solidFill>
                  <a:schemeClr val="bg1"/>
                </a:solidFill>
                <a:latin typeface="+mn-lt"/>
              </a:defRPr>
            </a:lvl1pPr>
          </a:lstStyle>
          <a:p>
            <a:fld id="{4B17068C-EB94-40A3-A5F2-664CDD77FDAC}" type="slidenum">
              <a:rPr lang="en-US" smtClean="0"/>
              <a:pPr/>
              <a:t>‹#›</a:t>
            </a:fld>
            <a:endParaRPr lang="en-US" dirty="0"/>
          </a:p>
        </p:txBody>
      </p:sp>
      <p:sp>
        <p:nvSpPr>
          <p:cNvPr id="2" name="Rectangle 1"/>
          <p:cNvSpPr/>
          <p:nvPr userDrawn="1"/>
        </p:nvSpPr>
        <p:spPr>
          <a:xfrm>
            <a:off x="-1" y="0"/>
            <a:ext cx="12188825" cy="62245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3" name="Picture 2">
            <a:extLst>
              <a:ext uri="{FF2B5EF4-FFF2-40B4-BE49-F238E27FC236}">
                <a16:creationId xmlns:a16="http://schemas.microsoft.com/office/drawing/2014/main" id="{83769B9C-E5EC-A283-0CD8-2E9AA3699196}"/>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0509684" y="290991"/>
            <a:ext cx="1603477" cy="408887"/>
          </a:xfrm>
          <a:prstGeom prst="rect">
            <a:avLst/>
          </a:prstGeom>
        </p:spPr>
      </p:pic>
    </p:spTree>
    <p:extLst>
      <p:ext uri="{BB962C8B-B14F-4D97-AF65-F5344CB8AC3E}">
        <p14:creationId xmlns:p14="http://schemas.microsoft.com/office/powerpoint/2010/main" val="3061120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Footer Placeholder 2"/>
          <p:cNvSpPr>
            <a:spLocks noGrp="1"/>
          </p:cNvSpPr>
          <p:nvPr>
            <p:ph type="ftr" sz="quarter" idx="10"/>
          </p:nvPr>
        </p:nvSpPr>
        <p:spPr/>
        <p:txBody>
          <a:bodyPr/>
          <a:lstStyle/>
          <a:p>
            <a:r>
              <a:rPr lang="en-US" dirty="0"/>
              <a:t>©2026 Fact.MR, All Rights Reserved</a:t>
            </a:r>
          </a:p>
        </p:txBody>
      </p:sp>
      <p:sp>
        <p:nvSpPr>
          <p:cNvPr id="4" name="Slide Number Placeholder 3"/>
          <p:cNvSpPr>
            <a:spLocks noGrp="1"/>
          </p:cNvSpPr>
          <p:nvPr>
            <p:ph type="sldNum" sz="quarter" idx="11"/>
          </p:nvPr>
        </p:nvSpPr>
        <p:spPr/>
        <p:txBody>
          <a:bodyPr/>
          <a:lstStyle/>
          <a:p>
            <a:fld id="{4B17068C-EB94-40A3-A5F2-664CDD77FDAC}" type="slidenum">
              <a:rPr lang="en-US" smtClean="0"/>
              <a:pPr/>
              <a:t>‹#›</a:t>
            </a:fld>
            <a:endParaRPr lang="en-US" dirty="0"/>
          </a:p>
        </p:txBody>
      </p:sp>
      <p:sp>
        <p:nvSpPr>
          <p:cNvPr id="5" name="Freeform 4"/>
          <p:cNvSpPr/>
          <p:nvPr userDrawn="1"/>
        </p:nvSpPr>
        <p:spPr>
          <a:xfrm>
            <a:off x="157241" y="1066800"/>
            <a:ext cx="11828384"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lvl="0" algn="ctr"/>
            <a:endParaRPr lang="en-GB" sz="1013"/>
          </a:p>
        </p:txBody>
      </p:sp>
      <p:sp>
        <p:nvSpPr>
          <p:cNvPr id="7" name="Text Placeholder 6"/>
          <p:cNvSpPr>
            <a:spLocks noGrp="1"/>
          </p:cNvSpPr>
          <p:nvPr>
            <p:ph type="body" sz="quarter" idx="12"/>
          </p:nvPr>
        </p:nvSpPr>
        <p:spPr>
          <a:xfrm>
            <a:off x="171577" y="1066800"/>
            <a:ext cx="11814048" cy="466344"/>
          </a:xfrm>
          <a:prstGeom prst="rect">
            <a:avLst/>
          </a:prstGeom>
        </p:spPr>
        <p:txBody>
          <a:bodyPr anchor="b"/>
          <a:lstStyle>
            <a:lvl1pPr marL="0" indent="0" algn="ctr">
              <a:buNone/>
              <a:defRPr sz="1300" b="1"/>
            </a:lvl1pPr>
          </a:lstStyle>
          <a:p>
            <a:pPr lvl="0"/>
            <a:r>
              <a:rPr lang="en-US" dirty="0"/>
              <a:t>Edit Master text styles</a:t>
            </a:r>
            <a:endParaRPr lang="en-IN" dirty="0"/>
          </a:p>
        </p:txBody>
      </p:sp>
    </p:spTree>
    <p:extLst>
      <p:ext uri="{BB962C8B-B14F-4D97-AF65-F5344CB8AC3E}">
        <p14:creationId xmlns:p14="http://schemas.microsoft.com/office/powerpoint/2010/main" val="23471629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0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Footer Placeholder 2"/>
          <p:cNvSpPr>
            <a:spLocks noGrp="1"/>
          </p:cNvSpPr>
          <p:nvPr>
            <p:ph type="ftr" sz="quarter" idx="10"/>
          </p:nvPr>
        </p:nvSpPr>
        <p:spPr/>
        <p:txBody>
          <a:bodyPr/>
          <a:lstStyle/>
          <a:p>
            <a:r>
              <a:rPr lang="en-US" dirty="0"/>
              <a:t>©2026 Fact.MR, All Rights Reserved</a:t>
            </a:r>
          </a:p>
        </p:txBody>
      </p:sp>
      <p:sp>
        <p:nvSpPr>
          <p:cNvPr id="4" name="Slide Number Placeholder 3"/>
          <p:cNvSpPr>
            <a:spLocks noGrp="1"/>
          </p:cNvSpPr>
          <p:nvPr>
            <p:ph type="sldNum" sz="quarter" idx="11"/>
          </p:nvPr>
        </p:nvSpPr>
        <p:spPr/>
        <p:txBody>
          <a:bodyPr/>
          <a:lstStyle/>
          <a:p>
            <a:fld id="{4B17068C-EB94-40A3-A5F2-664CDD77FDAC}" type="slidenum">
              <a:rPr lang="en-US" smtClean="0"/>
              <a:pPr/>
              <a:t>‹#›</a:t>
            </a:fld>
            <a:endParaRPr lang="en-US" dirty="0"/>
          </a:p>
        </p:txBody>
      </p:sp>
      <p:sp>
        <p:nvSpPr>
          <p:cNvPr id="5" name="Freeform 4"/>
          <p:cNvSpPr/>
          <p:nvPr userDrawn="1"/>
        </p:nvSpPr>
        <p:spPr>
          <a:xfrm>
            <a:off x="2062479" y="1066800"/>
            <a:ext cx="9923145"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lvl="0" algn="ctr"/>
            <a:endParaRPr lang="en-GB" sz="1013"/>
          </a:p>
        </p:txBody>
      </p:sp>
      <p:sp>
        <p:nvSpPr>
          <p:cNvPr id="7" name="Text Placeholder 6"/>
          <p:cNvSpPr>
            <a:spLocks noGrp="1"/>
          </p:cNvSpPr>
          <p:nvPr>
            <p:ph type="body" sz="quarter" idx="12"/>
          </p:nvPr>
        </p:nvSpPr>
        <p:spPr>
          <a:xfrm>
            <a:off x="2062478" y="1066800"/>
            <a:ext cx="9923145" cy="466344"/>
          </a:xfrm>
          <a:prstGeom prst="rect">
            <a:avLst/>
          </a:prstGeom>
        </p:spPr>
        <p:txBody>
          <a:bodyPr anchor="b"/>
          <a:lstStyle>
            <a:lvl1pPr marL="0" indent="0" algn="ctr">
              <a:buNone/>
              <a:defRPr sz="1300" b="1"/>
            </a:lvl1pPr>
          </a:lstStyle>
          <a:p>
            <a:pPr lvl="0"/>
            <a:r>
              <a:rPr lang="en-US" dirty="0"/>
              <a:t>Edit Master text styles</a:t>
            </a:r>
            <a:endParaRPr lang="en-IN" dirty="0"/>
          </a:p>
        </p:txBody>
      </p:sp>
      <p:sp>
        <p:nvSpPr>
          <p:cNvPr id="6" name="Content Placeholder 7">
            <a:extLst>
              <a:ext uri="{FF2B5EF4-FFF2-40B4-BE49-F238E27FC236}">
                <a16:creationId xmlns:a16="http://schemas.microsoft.com/office/drawing/2014/main" id="{F7DAF521-63FA-AD52-4D1D-079BD10DD5FE}"/>
              </a:ext>
            </a:extLst>
          </p:cNvPr>
          <p:cNvSpPr>
            <a:spLocks noGrp="1"/>
          </p:cNvSpPr>
          <p:nvPr>
            <p:ph sz="quarter" idx="13"/>
          </p:nvPr>
        </p:nvSpPr>
        <p:spPr>
          <a:xfrm>
            <a:off x="2062479" y="1562100"/>
            <a:ext cx="9923146" cy="4662488"/>
          </a:xfrm>
          <a:prstGeom prst="rect">
            <a:avLst/>
          </a:prstGeom>
        </p:spPr>
        <p:txBody>
          <a:bodyPr/>
          <a:lstStyle>
            <a:lvl1pPr marL="228594" indent="-228594">
              <a:lnSpc>
                <a:spcPct val="100000"/>
              </a:lnSpc>
              <a:buFont typeface="Wingdings" panose="05000000000000000000" pitchFamily="2" charset="2"/>
              <a:buChar char="q"/>
              <a:defRPr sz="1200"/>
            </a:lvl1pPr>
            <a:lvl2pPr marL="457200" indent="-228594">
              <a:lnSpc>
                <a:spcPct val="100000"/>
              </a:lnSpc>
              <a:buFont typeface="Wingdings" panose="05000000000000000000" pitchFamily="2" charset="2"/>
              <a:buChar char="Ø"/>
              <a:defRPr sz="1100"/>
            </a:lvl2pPr>
            <a:lvl3pPr marL="685800" indent="-228594">
              <a:lnSpc>
                <a:spcPct val="100000"/>
              </a:lnSpc>
              <a:buFont typeface="Wingdings" panose="05000000000000000000" pitchFamily="2" charset="2"/>
              <a:buChar char="§"/>
              <a:defRPr sz="1000"/>
            </a:lvl3pPr>
            <a:lvl4pPr marL="914400" indent="-228594">
              <a:lnSpc>
                <a:spcPct val="100000"/>
              </a:lnSpc>
              <a:buFont typeface="Courier New" panose="02070309020205020404" pitchFamily="49" charset="0"/>
              <a:buChar char="o"/>
              <a:defRPr sz="900"/>
            </a:lvl4pPr>
            <a:lvl5pPr marL="1143000">
              <a:lnSpc>
                <a:spcPct val="100000"/>
              </a:lnSpc>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22605664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Footer Placeholder 2"/>
          <p:cNvSpPr>
            <a:spLocks noGrp="1"/>
          </p:cNvSpPr>
          <p:nvPr>
            <p:ph type="ftr" sz="quarter" idx="10"/>
          </p:nvPr>
        </p:nvSpPr>
        <p:spPr/>
        <p:txBody>
          <a:bodyPr/>
          <a:lstStyle/>
          <a:p>
            <a:r>
              <a:rPr lang="en-US" dirty="0"/>
              <a:t>©2026 Fact.MR, All Rights Reserved</a:t>
            </a:r>
          </a:p>
        </p:txBody>
      </p:sp>
      <p:sp>
        <p:nvSpPr>
          <p:cNvPr id="4" name="Slide Number Placeholder 3"/>
          <p:cNvSpPr>
            <a:spLocks noGrp="1"/>
          </p:cNvSpPr>
          <p:nvPr>
            <p:ph type="sldNum" sz="quarter" idx="11"/>
          </p:nvPr>
        </p:nvSpPr>
        <p:spPr/>
        <p:txBody>
          <a:bodyPr/>
          <a:lstStyle/>
          <a:p>
            <a:fld id="{4B17068C-EB94-40A3-A5F2-664CDD77FDAC}" type="slidenum">
              <a:rPr lang="en-US" smtClean="0"/>
              <a:pPr/>
              <a:t>‹#›</a:t>
            </a:fld>
            <a:endParaRPr lang="en-US" dirty="0"/>
          </a:p>
        </p:txBody>
      </p:sp>
      <p:sp>
        <p:nvSpPr>
          <p:cNvPr id="5" name="Freeform 4"/>
          <p:cNvSpPr/>
          <p:nvPr userDrawn="1"/>
        </p:nvSpPr>
        <p:spPr>
          <a:xfrm>
            <a:off x="157241" y="1066800"/>
            <a:ext cx="11828384"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lvl="0" algn="ctr"/>
            <a:endParaRPr lang="en-GB" sz="1013"/>
          </a:p>
        </p:txBody>
      </p:sp>
      <p:sp>
        <p:nvSpPr>
          <p:cNvPr id="7" name="Text Placeholder 6"/>
          <p:cNvSpPr>
            <a:spLocks noGrp="1"/>
          </p:cNvSpPr>
          <p:nvPr>
            <p:ph type="body" sz="quarter" idx="12"/>
          </p:nvPr>
        </p:nvSpPr>
        <p:spPr>
          <a:xfrm>
            <a:off x="171577" y="1066800"/>
            <a:ext cx="11814048" cy="466344"/>
          </a:xfrm>
          <a:prstGeom prst="rect">
            <a:avLst/>
          </a:prstGeom>
        </p:spPr>
        <p:txBody>
          <a:bodyPr anchor="b"/>
          <a:lstStyle>
            <a:lvl1pPr marL="0" indent="0" algn="ctr">
              <a:buNone/>
              <a:defRPr sz="1300" b="1"/>
            </a:lvl1pPr>
          </a:lstStyle>
          <a:p>
            <a:pPr lvl="0"/>
            <a:r>
              <a:rPr lang="en-US" dirty="0"/>
              <a:t>Edit Master text styles</a:t>
            </a:r>
            <a:endParaRPr lang="en-IN" dirty="0"/>
          </a:p>
        </p:txBody>
      </p:sp>
      <p:sp>
        <p:nvSpPr>
          <p:cNvPr id="8" name="Content Placeholder 7"/>
          <p:cNvSpPr>
            <a:spLocks noGrp="1"/>
          </p:cNvSpPr>
          <p:nvPr>
            <p:ph sz="quarter" idx="13"/>
          </p:nvPr>
        </p:nvSpPr>
        <p:spPr>
          <a:xfrm>
            <a:off x="152400" y="1562100"/>
            <a:ext cx="11833225" cy="4662488"/>
          </a:xfrm>
          <a:prstGeom prst="rect">
            <a:avLst/>
          </a:prstGeom>
        </p:spPr>
        <p:txBody>
          <a:bodyPr/>
          <a:lstStyle>
            <a:lvl1pPr marL="228594" indent="-228594">
              <a:lnSpc>
                <a:spcPct val="100000"/>
              </a:lnSpc>
              <a:buFont typeface="Wingdings" panose="05000000000000000000" pitchFamily="2" charset="2"/>
              <a:buChar char="q"/>
              <a:defRPr sz="1200"/>
            </a:lvl1pPr>
            <a:lvl2pPr marL="457200" indent="-228594">
              <a:lnSpc>
                <a:spcPct val="100000"/>
              </a:lnSpc>
              <a:buFont typeface="Wingdings" panose="05000000000000000000" pitchFamily="2" charset="2"/>
              <a:buChar char="Ø"/>
              <a:defRPr sz="1100"/>
            </a:lvl2pPr>
            <a:lvl3pPr marL="685800" indent="-228594">
              <a:lnSpc>
                <a:spcPct val="100000"/>
              </a:lnSpc>
              <a:buFont typeface="Wingdings" panose="05000000000000000000" pitchFamily="2" charset="2"/>
              <a:buChar char="§"/>
              <a:defRPr sz="1000"/>
            </a:lvl3pPr>
            <a:lvl4pPr marL="914400" indent="-228594">
              <a:lnSpc>
                <a:spcPct val="100000"/>
              </a:lnSpc>
              <a:buFont typeface="Courier New" panose="02070309020205020404" pitchFamily="49" charset="0"/>
              <a:buChar char="o"/>
              <a:defRPr sz="900"/>
            </a:lvl4pPr>
            <a:lvl5pPr marL="1143000">
              <a:lnSpc>
                <a:spcPct val="100000"/>
              </a:lnSpc>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9058464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Footer Placeholder 2"/>
          <p:cNvSpPr>
            <a:spLocks noGrp="1"/>
          </p:cNvSpPr>
          <p:nvPr>
            <p:ph type="ftr" sz="quarter" idx="10"/>
          </p:nvPr>
        </p:nvSpPr>
        <p:spPr/>
        <p:txBody>
          <a:bodyPr/>
          <a:lstStyle/>
          <a:p>
            <a:r>
              <a:rPr lang="en-US" dirty="0"/>
              <a:t>©2026 Fact.MR, All Rights Reserved</a:t>
            </a:r>
          </a:p>
        </p:txBody>
      </p:sp>
      <p:sp>
        <p:nvSpPr>
          <p:cNvPr id="4" name="Slide Number Placeholder 3"/>
          <p:cNvSpPr>
            <a:spLocks noGrp="1"/>
          </p:cNvSpPr>
          <p:nvPr>
            <p:ph type="sldNum" sz="quarter" idx="11"/>
          </p:nvPr>
        </p:nvSpPr>
        <p:spPr/>
        <p:txBody>
          <a:bodyPr/>
          <a:lstStyle/>
          <a:p>
            <a:fld id="{4B17068C-EB94-40A3-A5F2-664CDD77FDAC}" type="slidenum">
              <a:rPr lang="en-US" smtClean="0"/>
              <a:pPr/>
              <a:t>‹#›</a:t>
            </a:fld>
            <a:endParaRPr lang="en-US" dirty="0"/>
          </a:p>
        </p:txBody>
      </p:sp>
      <p:sp>
        <p:nvSpPr>
          <p:cNvPr id="5" name="Freeform 4"/>
          <p:cNvSpPr/>
          <p:nvPr userDrawn="1"/>
        </p:nvSpPr>
        <p:spPr>
          <a:xfrm>
            <a:off x="157241" y="1066800"/>
            <a:ext cx="5787244"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lvl="0" algn="ctr"/>
            <a:endParaRPr lang="en-GB" sz="1013"/>
          </a:p>
        </p:txBody>
      </p:sp>
      <p:sp>
        <p:nvSpPr>
          <p:cNvPr id="7" name="Text Placeholder 6"/>
          <p:cNvSpPr>
            <a:spLocks noGrp="1"/>
          </p:cNvSpPr>
          <p:nvPr>
            <p:ph type="body" sz="quarter" idx="12"/>
          </p:nvPr>
        </p:nvSpPr>
        <p:spPr>
          <a:xfrm>
            <a:off x="171577" y="1066800"/>
            <a:ext cx="5780230" cy="466344"/>
          </a:xfrm>
          <a:prstGeom prst="rect">
            <a:avLst/>
          </a:prstGeom>
        </p:spPr>
        <p:txBody>
          <a:bodyPr anchor="b"/>
          <a:lstStyle>
            <a:lvl1pPr marL="0" indent="0" algn="ctr">
              <a:buNone/>
              <a:defRPr sz="1300" b="1"/>
            </a:lvl1pPr>
          </a:lstStyle>
          <a:p>
            <a:pPr lvl="0"/>
            <a:r>
              <a:rPr lang="en-US" dirty="0"/>
              <a:t>Edit Master text styles</a:t>
            </a:r>
            <a:endParaRPr lang="en-IN" dirty="0"/>
          </a:p>
        </p:txBody>
      </p:sp>
      <p:sp>
        <p:nvSpPr>
          <p:cNvPr id="8" name="Content Placeholder 7"/>
          <p:cNvSpPr>
            <a:spLocks noGrp="1"/>
          </p:cNvSpPr>
          <p:nvPr>
            <p:ph sz="quarter" idx="13"/>
          </p:nvPr>
        </p:nvSpPr>
        <p:spPr>
          <a:xfrm>
            <a:off x="152400" y="1562100"/>
            <a:ext cx="5789613" cy="4662488"/>
          </a:xfrm>
          <a:prstGeom prst="rect">
            <a:avLst/>
          </a:prstGeom>
        </p:spPr>
        <p:txBody>
          <a:bodyPr/>
          <a:lstStyle>
            <a:lvl1pPr marL="228594" indent="-228594">
              <a:lnSpc>
                <a:spcPct val="100000"/>
              </a:lnSpc>
              <a:buFont typeface="Wingdings" panose="05000000000000000000" pitchFamily="2" charset="2"/>
              <a:buChar char="q"/>
              <a:defRPr sz="1200"/>
            </a:lvl1pPr>
            <a:lvl2pPr marL="457200" indent="-228594">
              <a:lnSpc>
                <a:spcPct val="100000"/>
              </a:lnSpc>
              <a:buFont typeface="Wingdings" panose="05000000000000000000" pitchFamily="2" charset="2"/>
              <a:buChar char="Ø"/>
              <a:defRPr sz="1100"/>
            </a:lvl2pPr>
            <a:lvl3pPr marL="685800" indent="-228594">
              <a:lnSpc>
                <a:spcPct val="100000"/>
              </a:lnSpc>
              <a:buFont typeface="Wingdings" panose="05000000000000000000" pitchFamily="2" charset="2"/>
              <a:buChar char="§"/>
              <a:defRPr sz="1000"/>
            </a:lvl3pPr>
            <a:lvl4pPr marL="914400" indent="-228594">
              <a:lnSpc>
                <a:spcPct val="100000"/>
              </a:lnSpc>
              <a:buFont typeface="Courier New" panose="02070309020205020404" pitchFamily="49" charset="0"/>
              <a:buChar char="o"/>
              <a:defRPr sz="900"/>
            </a:lvl4pPr>
            <a:lvl5pPr marL="1143000">
              <a:lnSpc>
                <a:spcPct val="100000"/>
              </a:lnSpc>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Freeform 8"/>
          <p:cNvSpPr/>
          <p:nvPr userDrawn="1"/>
        </p:nvSpPr>
        <p:spPr>
          <a:xfrm>
            <a:off x="6200853" y="1066800"/>
            <a:ext cx="5787244"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lvl="0" algn="ctr"/>
            <a:endParaRPr lang="en-GB" sz="1013"/>
          </a:p>
        </p:txBody>
      </p:sp>
      <p:sp>
        <p:nvSpPr>
          <p:cNvPr id="10" name="Text Placeholder 6"/>
          <p:cNvSpPr>
            <a:spLocks noGrp="1"/>
          </p:cNvSpPr>
          <p:nvPr>
            <p:ph type="body" sz="quarter" idx="14"/>
          </p:nvPr>
        </p:nvSpPr>
        <p:spPr>
          <a:xfrm>
            <a:off x="6215189" y="1066800"/>
            <a:ext cx="5770436" cy="466344"/>
          </a:xfrm>
          <a:prstGeom prst="rect">
            <a:avLst/>
          </a:prstGeom>
        </p:spPr>
        <p:txBody>
          <a:bodyPr anchor="b"/>
          <a:lstStyle>
            <a:lvl1pPr marL="0" indent="0" algn="ctr">
              <a:buNone/>
              <a:defRPr sz="1300" b="1"/>
            </a:lvl1pPr>
          </a:lstStyle>
          <a:p>
            <a:pPr lvl="0"/>
            <a:r>
              <a:rPr lang="en-US" dirty="0"/>
              <a:t>Edit Master text styles</a:t>
            </a:r>
            <a:endParaRPr lang="en-IN" dirty="0"/>
          </a:p>
        </p:txBody>
      </p:sp>
      <p:sp>
        <p:nvSpPr>
          <p:cNvPr id="11" name="Content Placeholder 7"/>
          <p:cNvSpPr>
            <a:spLocks noGrp="1"/>
          </p:cNvSpPr>
          <p:nvPr>
            <p:ph sz="quarter" idx="15"/>
          </p:nvPr>
        </p:nvSpPr>
        <p:spPr>
          <a:xfrm>
            <a:off x="6196012" y="1562100"/>
            <a:ext cx="5789613" cy="4662488"/>
          </a:xfrm>
          <a:prstGeom prst="rect">
            <a:avLst/>
          </a:prstGeom>
        </p:spPr>
        <p:txBody>
          <a:bodyPr/>
          <a:lstStyle>
            <a:lvl1pPr marL="228594" indent="-228594">
              <a:lnSpc>
                <a:spcPct val="100000"/>
              </a:lnSpc>
              <a:buFont typeface="Wingdings" panose="05000000000000000000" pitchFamily="2" charset="2"/>
              <a:buChar char="q"/>
              <a:defRPr sz="1200"/>
            </a:lvl1pPr>
            <a:lvl2pPr marL="457200" indent="-228594">
              <a:lnSpc>
                <a:spcPct val="100000"/>
              </a:lnSpc>
              <a:buFont typeface="Wingdings" panose="05000000000000000000" pitchFamily="2" charset="2"/>
              <a:buChar char="Ø"/>
              <a:defRPr sz="1100"/>
            </a:lvl2pPr>
            <a:lvl3pPr marL="685800" indent="-228594">
              <a:lnSpc>
                <a:spcPct val="100000"/>
              </a:lnSpc>
              <a:buFont typeface="Wingdings" panose="05000000000000000000" pitchFamily="2" charset="2"/>
              <a:buChar char="§"/>
              <a:defRPr sz="1000"/>
            </a:lvl3pPr>
            <a:lvl4pPr marL="914400" indent="-228594">
              <a:lnSpc>
                <a:spcPct val="100000"/>
              </a:lnSpc>
              <a:buFont typeface="Courier New" panose="02070309020205020404" pitchFamily="49" charset="0"/>
              <a:buChar char="o"/>
              <a:defRPr sz="900"/>
            </a:lvl4pPr>
            <a:lvl5pPr marL="1143000">
              <a:lnSpc>
                <a:spcPct val="100000"/>
              </a:lnSpc>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14107363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Footer Placeholder 2"/>
          <p:cNvSpPr>
            <a:spLocks noGrp="1"/>
          </p:cNvSpPr>
          <p:nvPr>
            <p:ph type="ftr" sz="quarter" idx="10"/>
          </p:nvPr>
        </p:nvSpPr>
        <p:spPr/>
        <p:txBody>
          <a:bodyPr/>
          <a:lstStyle/>
          <a:p>
            <a:r>
              <a:rPr lang="en-US" dirty="0"/>
              <a:t>©2026 Fact.MR, All Rights Reserved</a:t>
            </a:r>
          </a:p>
        </p:txBody>
      </p:sp>
      <p:sp>
        <p:nvSpPr>
          <p:cNvPr id="4" name="Slide Number Placeholder 3"/>
          <p:cNvSpPr>
            <a:spLocks noGrp="1"/>
          </p:cNvSpPr>
          <p:nvPr>
            <p:ph type="sldNum" sz="quarter" idx="11"/>
          </p:nvPr>
        </p:nvSpPr>
        <p:spPr/>
        <p:txBody>
          <a:bodyPr/>
          <a:lstStyle/>
          <a:p>
            <a:fld id="{4B17068C-EB94-40A3-A5F2-664CDD77FDAC}" type="slidenum">
              <a:rPr lang="en-US" smtClean="0"/>
              <a:pPr/>
              <a:t>‹#›</a:t>
            </a:fld>
            <a:endParaRPr lang="en-US" dirty="0"/>
          </a:p>
        </p:txBody>
      </p:sp>
      <p:sp>
        <p:nvSpPr>
          <p:cNvPr id="5" name="Freeform 4"/>
          <p:cNvSpPr/>
          <p:nvPr userDrawn="1"/>
        </p:nvSpPr>
        <p:spPr>
          <a:xfrm>
            <a:off x="157241" y="1066800"/>
            <a:ext cx="3767328"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lvl="0" algn="ctr"/>
            <a:endParaRPr lang="en-GB" sz="1013"/>
          </a:p>
        </p:txBody>
      </p:sp>
      <p:sp>
        <p:nvSpPr>
          <p:cNvPr id="7" name="Text Placeholder 6"/>
          <p:cNvSpPr>
            <a:spLocks noGrp="1"/>
          </p:cNvSpPr>
          <p:nvPr>
            <p:ph type="body" sz="quarter" idx="12"/>
          </p:nvPr>
        </p:nvSpPr>
        <p:spPr>
          <a:xfrm>
            <a:off x="171577" y="1066800"/>
            <a:ext cx="3767328" cy="466344"/>
          </a:xfrm>
          <a:prstGeom prst="rect">
            <a:avLst/>
          </a:prstGeom>
        </p:spPr>
        <p:txBody>
          <a:bodyPr anchor="b"/>
          <a:lstStyle>
            <a:lvl1pPr marL="0" indent="0" algn="ctr">
              <a:buNone/>
              <a:defRPr sz="1300" b="1"/>
            </a:lvl1pPr>
          </a:lstStyle>
          <a:p>
            <a:pPr lvl="0"/>
            <a:r>
              <a:rPr lang="en-US" dirty="0"/>
              <a:t>Edit Master text styles</a:t>
            </a:r>
            <a:endParaRPr lang="en-IN" dirty="0"/>
          </a:p>
        </p:txBody>
      </p:sp>
      <p:sp>
        <p:nvSpPr>
          <p:cNvPr id="8" name="Content Placeholder 7"/>
          <p:cNvSpPr>
            <a:spLocks noGrp="1"/>
          </p:cNvSpPr>
          <p:nvPr>
            <p:ph sz="quarter" idx="13"/>
          </p:nvPr>
        </p:nvSpPr>
        <p:spPr>
          <a:xfrm>
            <a:off x="152400" y="1562100"/>
            <a:ext cx="3767328" cy="4662488"/>
          </a:xfrm>
          <a:prstGeom prst="rect">
            <a:avLst/>
          </a:prstGeom>
        </p:spPr>
        <p:txBody>
          <a:bodyPr/>
          <a:lstStyle>
            <a:lvl1pPr marL="228594" indent="-228594">
              <a:lnSpc>
                <a:spcPct val="100000"/>
              </a:lnSpc>
              <a:buFont typeface="Wingdings" panose="05000000000000000000" pitchFamily="2" charset="2"/>
              <a:buChar char="q"/>
              <a:defRPr sz="1200"/>
            </a:lvl1pPr>
            <a:lvl2pPr marL="457200" indent="-228594">
              <a:lnSpc>
                <a:spcPct val="100000"/>
              </a:lnSpc>
              <a:buFont typeface="Wingdings" panose="05000000000000000000" pitchFamily="2" charset="2"/>
              <a:buChar char="Ø"/>
              <a:defRPr sz="1100"/>
            </a:lvl2pPr>
            <a:lvl3pPr marL="685800" indent="-228594">
              <a:lnSpc>
                <a:spcPct val="100000"/>
              </a:lnSpc>
              <a:buFont typeface="Wingdings" panose="05000000000000000000" pitchFamily="2" charset="2"/>
              <a:buChar char="§"/>
              <a:defRPr sz="1000"/>
            </a:lvl3pPr>
            <a:lvl4pPr marL="914400" indent="-228594">
              <a:lnSpc>
                <a:spcPct val="100000"/>
              </a:lnSpc>
              <a:buFont typeface="Courier New" panose="02070309020205020404" pitchFamily="49" charset="0"/>
              <a:buChar char="o"/>
              <a:defRPr sz="900"/>
            </a:lvl4pPr>
            <a:lvl5pPr marL="1143000">
              <a:lnSpc>
                <a:spcPct val="100000"/>
              </a:lnSpc>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Freeform 8"/>
          <p:cNvSpPr/>
          <p:nvPr userDrawn="1"/>
        </p:nvSpPr>
        <p:spPr>
          <a:xfrm>
            <a:off x="4204525" y="1066800"/>
            <a:ext cx="3767328"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lvl="0" algn="ctr"/>
            <a:endParaRPr lang="en-GB" sz="1013"/>
          </a:p>
        </p:txBody>
      </p:sp>
      <p:sp>
        <p:nvSpPr>
          <p:cNvPr id="10" name="Text Placeholder 6"/>
          <p:cNvSpPr>
            <a:spLocks noGrp="1"/>
          </p:cNvSpPr>
          <p:nvPr>
            <p:ph type="body" sz="quarter" idx="14"/>
          </p:nvPr>
        </p:nvSpPr>
        <p:spPr>
          <a:xfrm>
            <a:off x="4204525" y="1066800"/>
            <a:ext cx="3767328" cy="466344"/>
          </a:xfrm>
          <a:prstGeom prst="rect">
            <a:avLst/>
          </a:prstGeom>
        </p:spPr>
        <p:txBody>
          <a:bodyPr anchor="b"/>
          <a:lstStyle>
            <a:lvl1pPr marL="0" indent="0" algn="ctr">
              <a:buNone/>
              <a:defRPr sz="1300" b="1"/>
            </a:lvl1pPr>
          </a:lstStyle>
          <a:p>
            <a:pPr lvl="0"/>
            <a:r>
              <a:rPr lang="en-US" dirty="0"/>
              <a:t>Edit Master text styles</a:t>
            </a:r>
            <a:endParaRPr lang="en-IN" dirty="0"/>
          </a:p>
        </p:txBody>
      </p:sp>
      <p:sp>
        <p:nvSpPr>
          <p:cNvPr id="11" name="Content Placeholder 7"/>
          <p:cNvSpPr>
            <a:spLocks noGrp="1"/>
          </p:cNvSpPr>
          <p:nvPr>
            <p:ph sz="quarter" idx="15"/>
          </p:nvPr>
        </p:nvSpPr>
        <p:spPr>
          <a:xfrm>
            <a:off x="4204525" y="1562100"/>
            <a:ext cx="3767328" cy="4662488"/>
          </a:xfrm>
          <a:prstGeom prst="rect">
            <a:avLst/>
          </a:prstGeom>
        </p:spPr>
        <p:txBody>
          <a:bodyPr/>
          <a:lstStyle>
            <a:lvl1pPr marL="228594" indent="-228594">
              <a:lnSpc>
                <a:spcPct val="100000"/>
              </a:lnSpc>
              <a:buFont typeface="Wingdings" panose="05000000000000000000" pitchFamily="2" charset="2"/>
              <a:buChar char="q"/>
              <a:defRPr sz="1200"/>
            </a:lvl1pPr>
            <a:lvl2pPr marL="457200" indent="-228594">
              <a:lnSpc>
                <a:spcPct val="100000"/>
              </a:lnSpc>
              <a:buFont typeface="Wingdings" panose="05000000000000000000" pitchFamily="2" charset="2"/>
              <a:buChar char="Ø"/>
              <a:defRPr sz="1100"/>
            </a:lvl2pPr>
            <a:lvl3pPr marL="685800" indent="-228594">
              <a:lnSpc>
                <a:spcPct val="100000"/>
              </a:lnSpc>
              <a:buFont typeface="Wingdings" panose="05000000000000000000" pitchFamily="2" charset="2"/>
              <a:buChar char="§"/>
              <a:defRPr sz="1000"/>
            </a:lvl3pPr>
            <a:lvl4pPr marL="914400" indent="-228594">
              <a:lnSpc>
                <a:spcPct val="100000"/>
              </a:lnSpc>
              <a:buFont typeface="Courier New" panose="02070309020205020404" pitchFamily="49" charset="0"/>
              <a:buChar char="o"/>
              <a:defRPr sz="900"/>
            </a:lvl4pPr>
            <a:lvl5pPr marL="1143000">
              <a:lnSpc>
                <a:spcPct val="100000"/>
              </a:lnSpc>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2" name="Freeform 11"/>
          <p:cNvSpPr/>
          <p:nvPr userDrawn="1"/>
        </p:nvSpPr>
        <p:spPr>
          <a:xfrm>
            <a:off x="8223138" y="1066800"/>
            <a:ext cx="3767328"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lvl="0" algn="ctr"/>
            <a:endParaRPr lang="en-GB" sz="1013"/>
          </a:p>
        </p:txBody>
      </p:sp>
      <p:sp>
        <p:nvSpPr>
          <p:cNvPr id="13" name="Text Placeholder 6"/>
          <p:cNvSpPr>
            <a:spLocks noGrp="1"/>
          </p:cNvSpPr>
          <p:nvPr>
            <p:ph type="body" sz="quarter" idx="16"/>
          </p:nvPr>
        </p:nvSpPr>
        <p:spPr>
          <a:xfrm>
            <a:off x="8237474" y="1066800"/>
            <a:ext cx="3748151" cy="466344"/>
          </a:xfrm>
          <a:prstGeom prst="rect">
            <a:avLst/>
          </a:prstGeom>
        </p:spPr>
        <p:txBody>
          <a:bodyPr anchor="b"/>
          <a:lstStyle>
            <a:lvl1pPr marL="0" indent="0" algn="ctr">
              <a:buNone/>
              <a:defRPr sz="1300" b="1"/>
            </a:lvl1pPr>
          </a:lstStyle>
          <a:p>
            <a:pPr lvl="0"/>
            <a:r>
              <a:rPr lang="en-US" dirty="0"/>
              <a:t>Edit Master text styles</a:t>
            </a:r>
            <a:endParaRPr lang="en-IN" dirty="0"/>
          </a:p>
        </p:txBody>
      </p:sp>
      <p:sp>
        <p:nvSpPr>
          <p:cNvPr id="14" name="Content Placeholder 7"/>
          <p:cNvSpPr>
            <a:spLocks noGrp="1"/>
          </p:cNvSpPr>
          <p:nvPr>
            <p:ph sz="quarter" idx="17"/>
          </p:nvPr>
        </p:nvSpPr>
        <p:spPr>
          <a:xfrm>
            <a:off x="8218297" y="1562100"/>
            <a:ext cx="3767328" cy="4662488"/>
          </a:xfrm>
          <a:prstGeom prst="rect">
            <a:avLst/>
          </a:prstGeom>
        </p:spPr>
        <p:txBody>
          <a:bodyPr/>
          <a:lstStyle>
            <a:lvl1pPr marL="228594" indent="-228594">
              <a:lnSpc>
                <a:spcPct val="100000"/>
              </a:lnSpc>
              <a:buFont typeface="Wingdings" panose="05000000000000000000" pitchFamily="2" charset="2"/>
              <a:buChar char="q"/>
              <a:defRPr sz="1200"/>
            </a:lvl1pPr>
            <a:lvl2pPr marL="457200" indent="-228594">
              <a:lnSpc>
                <a:spcPct val="100000"/>
              </a:lnSpc>
              <a:buFont typeface="Wingdings" panose="05000000000000000000" pitchFamily="2" charset="2"/>
              <a:buChar char="Ø"/>
              <a:defRPr sz="1100"/>
            </a:lvl2pPr>
            <a:lvl3pPr marL="685800" indent="-228594">
              <a:lnSpc>
                <a:spcPct val="100000"/>
              </a:lnSpc>
              <a:buFont typeface="Wingdings" panose="05000000000000000000" pitchFamily="2" charset="2"/>
              <a:buChar char="§"/>
              <a:defRPr sz="1000"/>
            </a:lvl3pPr>
            <a:lvl4pPr marL="914400" indent="-228594">
              <a:lnSpc>
                <a:spcPct val="100000"/>
              </a:lnSpc>
              <a:buFont typeface="Courier New" panose="02070309020205020404" pitchFamily="49" charset="0"/>
              <a:buChar char="o"/>
              <a:defRPr sz="900"/>
            </a:lvl4pPr>
            <a:lvl5pPr marL="1143000">
              <a:lnSpc>
                <a:spcPct val="100000"/>
              </a:lnSpc>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30472401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4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Footer Placeholder 2"/>
          <p:cNvSpPr>
            <a:spLocks noGrp="1"/>
          </p:cNvSpPr>
          <p:nvPr>
            <p:ph type="ftr" sz="quarter" idx="10"/>
          </p:nvPr>
        </p:nvSpPr>
        <p:spPr/>
        <p:txBody>
          <a:bodyPr/>
          <a:lstStyle/>
          <a:p>
            <a:r>
              <a:rPr lang="en-US" dirty="0"/>
              <a:t>©2026 Fact.MR, All Rights Reserved</a:t>
            </a:r>
          </a:p>
        </p:txBody>
      </p:sp>
      <p:sp>
        <p:nvSpPr>
          <p:cNvPr id="4" name="Slide Number Placeholder 3"/>
          <p:cNvSpPr>
            <a:spLocks noGrp="1"/>
          </p:cNvSpPr>
          <p:nvPr>
            <p:ph type="sldNum" sz="quarter" idx="11"/>
          </p:nvPr>
        </p:nvSpPr>
        <p:spPr/>
        <p:txBody>
          <a:bodyPr/>
          <a:lstStyle/>
          <a:p>
            <a:fld id="{4B17068C-EB94-40A3-A5F2-664CDD77FDAC}" type="slidenum">
              <a:rPr lang="en-US" smtClean="0"/>
              <a:pPr/>
              <a:t>‹#›</a:t>
            </a:fld>
            <a:endParaRPr lang="en-US" dirty="0"/>
          </a:p>
        </p:txBody>
      </p:sp>
      <p:sp>
        <p:nvSpPr>
          <p:cNvPr id="5" name="Freeform 4"/>
          <p:cNvSpPr/>
          <p:nvPr userDrawn="1"/>
        </p:nvSpPr>
        <p:spPr>
          <a:xfrm>
            <a:off x="157241" y="1066800"/>
            <a:ext cx="3767328"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lvl="0" algn="ctr"/>
            <a:endParaRPr lang="en-GB" sz="1013"/>
          </a:p>
        </p:txBody>
      </p:sp>
      <p:sp>
        <p:nvSpPr>
          <p:cNvPr id="7" name="Text Placeholder 6"/>
          <p:cNvSpPr>
            <a:spLocks noGrp="1"/>
          </p:cNvSpPr>
          <p:nvPr>
            <p:ph type="body" sz="quarter" idx="12"/>
          </p:nvPr>
        </p:nvSpPr>
        <p:spPr>
          <a:xfrm>
            <a:off x="171577" y="1066800"/>
            <a:ext cx="3767328" cy="466344"/>
          </a:xfrm>
          <a:prstGeom prst="rect">
            <a:avLst/>
          </a:prstGeom>
        </p:spPr>
        <p:txBody>
          <a:bodyPr anchor="b"/>
          <a:lstStyle>
            <a:lvl1pPr marL="0" indent="0" algn="ctr">
              <a:buNone/>
              <a:defRPr sz="1300" b="1"/>
            </a:lvl1pPr>
          </a:lstStyle>
          <a:p>
            <a:pPr lvl="0"/>
            <a:r>
              <a:rPr lang="en-US" dirty="0"/>
              <a:t>Edit Master text styles</a:t>
            </a:r>
            <a:endParaRPr lang="en-IN" dirty="0"/>
          </a:p>
        </p:txBody>
      </p:sp>
      <p:sp>
        <p:nvSpPr>
          <p:cNvPr id="8" name="Content Placeholder 7"/>
          <p:cNvSpPr>
            <a:spLocks noGrp="1"/>
          </p:cNvSpPr>
          <p:nvPr>
            <p:ph sz="quarter" idx="13"/>
          </p:nvPr>
        </p:nvSpPr>
        <p:spPr>
          <a:xfrm>
            <a:off x="152400" y="1562100"/>
            <a:ext cx="3767328" cy="1965960"/>
          </a:xfrm>
          <a:prstGeom prst="rect">
            <a:avLst/>
          </a:prstGeom>
        </p:spPr>
        <p:txBody>
          <a:bodyPr/>
          <a:lstStyle>
            <a:lvl1pPr marL="228594" indent="-228594">
              <a:lnSpc>
                <a:spcPct val="100000"/>
              </a:lnSpc>
              <a:buFont typeface="Wingdings" panose="05000000000000000000" pitchFamily="2" charset="2"/>
              <a:buChar char="q"/>
              <a:defRPr sz="1200"/>
            </a:lvl1pPr>
            <a:lvl2pPr marL="457200" indent="-228594">
              <a:lnSpc>
                <a:spcPct val="100000"/>
              </a:lnSpc>
              <a:buFont typeface="Wingdings" panose="05000000000000000000" pitchFamily="2" charset="2"/>
              <a:buChar char="Ø"/>
              <a:defRPr sz="1100"/>
            </a:lvl2pPr>
            <a:lvl3pPr marL="685800" indent="-228594">
              <a:lnSpc>
                <a:spcPct val="100000"/>
              </a:lnSpc>
              <a:buFont typeface="Wingdings" panose="05000000000000000000" pitchFamily="2" charset="2"/>
              <a:buChar char="§"/>
              <a:defRPr sz="1000"/>
            </a:lvl3pPr>
            <a:lvl4pPr marL="914400" indent="-228594">
              <a:lnSpc>
                <a:spcPct val="100000"/>
              </a:lnSpc>
              <a:buFont typeface="Courier New" panose="02070309020205020404" pitchFamily="49" charset="0"/>
              <a:buChar char="o"/>
              <a:defRPr sz="900"/>
            </a:lvl4pPr>
            <a:lvl5pPr marL="1143000">
              <a:lnSpc>
                <a:spcPct val="100000"/>
              </a:lnSpc>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Freeform 8"/>
          <p:cNvSpPr/>
          <p:nvPr userDrawn="1"/>
        </p:nvSpPr>
        <p:spPr>
          <a:xfrm>
            <a:off x="4204525" y="1066800"/>
            <a:ext cx="3767328"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lvl="0" algn="ctr"/>
            <a:endParaRPr lang="en-GB" sz="1013"/>
          </a:p>
        </p:txBody>
      </p:sp>
      <p:sp>
        <p:nvSpPr>
          <p:cNvPr id="10" name="Text Placeholder 6"/>
          <p:cNvSpPr>
            <a:spLocks noGrp="1"/>
          </p:cNvSpPr>
          <p:nvPr>
            <p:ph type="body" sz="quarter" idx="14"/>
          </p:nvPr>
        </p:nvSpPr>
        <p:spPr>
          <a:xfrm>
            <a:off x="4204525" y="1066800"/>
            <a:ext cx="3767328" cy="466344"/>
          </a:xfrm>
          <a:prstGeom prst="rect">
            <a:avLst/>
          </a:prstGeom>
        </p:spPr>
        <p:txBody>
          <a:bodyPr anchor="b"/>
          <a:lstStyle>
            <a:lvl1pPr marL="0" indent="0" algn="ctr">
              <a:buNone/>
              <a:defRPr sz="1300" b="1"/>
            </a:lvl1pPr>
          </a:lstStyle>
          <a:p>
            <a:pPr lvl="0"/>
            <a:r>
              <a:rPr lang="en-US" dirty="0"/>
              <a:t>Edit Master text styles</a:t>
            </a:r>
            <a:endParaRPr lang="en-IN" dirty="0"/>
          </a:p>
        </p:txBody>
      </p:sp>
      <p:sp>
        <p:nvSpPr>
          <p:cNvPr id="11" name="Content Placeholder 7"/>
          <p:cNvSpPr>
            <a:spLocks noGrp="1"/>
          </p:cNvSpPr>
          <p:nvPr>
            <p:ph sz="quarter" idx="15"/>
          </p:nvPr>
        </p:nvSpPr>
        <p:spPr>
          <a:xfrm>
            <a:off x="4204525" y="1562100"/>
            <a:ext cx="3767328" cy="1965960"/>
          </a:xfrm>
          <a:prstGeom prst="rect">
            <a:avLst/>
          </a:prstGeom>
        </p:spPr>
        <p:txBody>
          <a:bodyPr/>
          <a:lstStyle>
            <a:lvl1pPr marL="228594" indent="-228594">
              <a:lnSpc>
                <a:spcPct val="100000"/>
              </a:lnSpc>
              <a:buFont typeface="Wingdings" panose="05000000000000000000" pitchFamily="2" charset="2"/>
              <a:buChar char="q"/>
              <a:defRPr sz="1200"/>
            </a:lvl1pPr>
            <a:lvl2pPr marL="457200" indent="-228594">
              <a:lnSpc>
                <a:spcPct val="100000"/>
              </a:lnSpc>
              <a:buFont typeface="Wingdings" panose="05000000000000000000" pitchFamily="2" charset="2"/>
              <a:buChar char="Ø"/>
              <a:defRPr sz="1100"/>
            </a:lvl2pPr>
            <a:lvl3pPr marL="685800" indent="-228594">
              <a:lnSpc>
                <a:spcPct val="100000"/>
              </a:lnSpc>
              <a:buFont typeface="Wingdings" panose="05000000000000000000" pitchFamily="2" charset="2"/>
              <a:buChar char="§"/>
              <a:defRPr sz="1000"/>
            </a:lvl3pPr>
            <a:lvl4pPr marL="914400" indent="-228594">
              <a:lnSpc>
                <a:spcPct val="100000"/>
              </a:lnSpc>
              <a:buFont typeface="Courier New" panose="02070309020205020404" pitchFamily="49" charset="0"/>
              <a:buChar char="o"/>
              <a:defRPr sz="900"/>
            </a:lvl4pPr>
            <a:lvl5pPr marL="1143000">
              <a:lnSpc>
                <a:spcPct val="100000"/>
              </a:lnSpc>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2" name="Freeform 11"/>
          <p:cNvSpPr/>
          <p:nvPr userDrawn="1"/>
        </p:nvSpPr>
        <p:spPr>
          <a:xfrm>
            <a:off x="8223138" y="1066800"/>
            <a:ext cx="3767328"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lvl="0" algn="ctr"/>
            <a:endParaRPr lang="en-GB" sz="1013"/>
          </a:p>
        </p:txBody>
      </p:sp>
      <p:sp>
        <p:nvSpPr>
          <p:cNvPr id="13" name="Text Placeholder 6"/>
          <p:cNvSpPr>
            <a:spLocks noGrp="1"/>
          </p:cNvSpPr>
          <p:nvPr>
            <p:ph type="body" sz="quarter" idx="16"/>
          </p:nvPr>
        </p:nvSpPr>
        <p:spPr>
          <a:xfrm>
            <a:off x="8237474" y="1066800"/>
            <a:ext cx="3748151" cy="466344"/>
          </a:xfrm>
          <a:prstGeom prst="rect">
            <a:avLst/>
          </a:prstGeom>
        </p:spPr>
        <p:txBody>
          <a:bodyPr anchor="b"/>
          <a:lstStyle>
            <a:lvl1pPr marL="0" indent="0" algn="ctr">
              <a:buNone/>
              <a:defRPr sz="1300" b="1"/>
            </a:lvl1pPr>
          </a:lstStyle>
          <a:p>
            <a:pPr lvl="0"/>
            <a:r>
              <a:rPr lang="en-US" dirty="0"/>
              <a:t>Edit Master text styles</a:t>
            </a:r>
            <a:endParaRPr lang="en-IN" dirty="0"/>
          </a:p>
        </p:txBody>
      </p:sp>
      <p:sp>
        <p:nvSpPr>
          <p:cNvPr id="14" name="Content Placeholder 7"/>
          <p:cNvSpPr>
            <a:spLocks noGrp="1"/>
          </p:cNvSpPr>
          <p:nvPr>
            <p:ph sz="quarter" idx="17"/>
          </p:nvPr>
        </p:nvSpPr>
        <p:spPr>
          <a:xfrm>
            <a:off x="8218297" y="1562100"/>
            <a:ext cx="3767328" cy="1965960"/>
          </a:xfrm>
          <a:prstGeom prst="rect">
            <a:avLst/>
          </a:prstGeom>
        </p:spPr>
        <p:txBody>
          <a:bodyPr/>
          <a:lstStyle>
            <a:lvl1pPr marL="228594" indent="-228594">
              <a:lnSpc>
                <a:spcPct val="100000"/>
              </a:lnSpc>
              <a:buFont typeface="Wingdings" panose="05000000000000000000" pitchFamily="2" charset="2"/>
              <a:buChar char="q"/>
              <a:defRPr sz="1200"/>
            </a:lvl1pPr>
            <a:lvl2pPr marL="457200" indent="-228594">
              <a:lnSpc>
                <a:spcPct val="100000"/>
              </a:lnSpc>
              <a:buFont typeface="Wingdings" panose="05000000000000000000" pitchFamily="2" charset="2"/>
              <a:buChar char="Ø"/>
              <a:defRPr sz="1100"/>
            </a:lvl2pPr>
            <a:lvl3pPr marL="685800" indent="-228594">
              <a:lnSpc>
                <a:spcPct val="100000"/>
              </a:lnSpc>
              <a:buFont typeface="Wingdings" panose="05000000000000000000" pitchFamily="2" charset="2"/>
              <a:buChar char="§"/>
              <a:defRPr sz="1000"/>
            </a:lvl3pPr>
            <a:lvl4pPr marL="914400" indent="-228594">
              <a:lnSpc>
                <a:spcPct val="100000"/>
              </a:lnSpc>
              <a:buFont typeface="Courier New" panose="02070309020205020404" pitchFamily="49" charset="0"/>
              <a:buChar char="o"/>
              <a:defRPr sz="900"/>
            </a:lvl4pPr>
            <a:lvl5pPr marL="1143000">
              <a:lnSpc>
                <a:spcPct val="100000"/>
              </a:lnSpc>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5" name="Freeform 14"/>
          <p:cNvSpPr/>
          <p:nvPr userDrawn="1"/>
        </p:nvSpPr>
        <p:spPr>
          <a:xfrm>
            <a:off x="157241" y="3763328"/>
            <a:ext cx="3767328"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lvl="0" algn="ctr"/>
            <a:endParaRPr lang="en-GB" sz="1013"/>
          </a:p>
        </p:txBody>
      </p:sp>
      <p:sp>
        <p:nvSpPr>
          <p:cNvPr id="16" name="Text Placeholder 6"/>
          <p:cNvSpPr>
            <a:spLocks noGrp="1"/>
          </p:cNvSpPr>
          <p:nvPr>
            <p:ph type="body" sz="quarter" idx="18"/>
          </p:nvPr>
        </p:nvSpPr>
        <p:spPr>
          <a:xfrm>
            <a:off x="171577" y="3763328"/>
            <a:ext cx="3767328" cy="466344"/>
          </a:xfrm>
          <a:prstGeom prst="rect">
            <a:avLst/>
          </a:prstGeom>
        </p:spPr>
        <p:txBody>
          <a:bodyPr anchor="b"/>
          <a:lstStyle>
            <a:lvl1pPr marL="0" indent="0" algn="ctr">
              <a:buNone/>
              <a:defRPr sz="1300" b="1"/>
            </a:lvl1pPr>
          </a:lstStyle>
          <a:p>
            <a:pPr lvl="0"/>
            <a:r>
              <a:rPr lang="en-US" dirty="0"/>
              <a:t>Edit Master text styles</a:t>
            </a:r>
            <a:endParaRPr lang="en-IN" dirty="0"/>
          </a:p>
        </p:txBody>
      </p:sp>
      <p:sp>
        <p:nvSpPr>
          <p:cNvPr id="17" name="Content Placeholder 7"/>
          <p:cNvSpPr>
            <a:spLocks noGrp="1"/>
          </p:cNvSpPr>
          <p:nvPr>
            <p:ph sz="quarter" idx="19"/>
          </p:nvPr>
        </p:nvSpPr>
        <p:spPr>
          <a:xfrm>
            <a:off x="152400" y="4258628"/>
            <a:ext cx="3767328" cy="1965960"/>
          </a:xfrm>
          <a:prstGeom prst="rect">
            <a:avLst/>
          </a:prstGeom>
        </p:spPr>
        <p:txBody>
          <a:bodyPr/>
          <a:lstStyle>
            <a:lvl1pPr marL="228594" indent="-228594">
              <a:lnSpc>
                <a:spcPct val="100000"/>
              </a:lnSpc>
              <a:buFont typeface="Wingdings" panose="05000000000000000000" pitchFamily="2" charset="2"/>
              <a:buChar char="q"/>
              <a:defRPr sz="1200"/>
            </a:lvl1pPr>
            <a:lvl2pPr marL="457200" indent="-228594">
              <a:lnSpc>
                <a:spcPct val="100000"/>
              </a:lnSpc>
              <a:buFont typeface="Wingdings" panose="05000000000000000000" pitchFamily="2" charset="2"/>
              <a:buChar char="Ø"/>
              <a:defRPr sz="1100"/>
            </a:lvl2pPr>
            <a:lvl3pPr marL="685800" indent="-228594">
              <a:lnSpc>
                <a:spcPct val="100000"/>
              </a:lnSpc>
              <a:buFont typeface="Wingdings" panose="05000000000000000000" pitchFamily="2" charset="2"/>
              <a:buChar char="§"/>
              <a:defRPr sz="1000"/>
            </a:lvl3pPr>
            <a:lvl4pPr marL="914400" indent="-228594">
              <a:lnSpc>
                <a:spcPct val="100000"/>
              </a:lnSpc>
              <a:buFont typeface="Courier New" panose="02070309020205020404" pitchFamily="49" charset="0"/>
              <a:buChar char="o"/>
              <a:defRPr sz="900"/>
            </a:lvl4pPr>
            <a:lvl5pPr marL="1143000">
              <a:lnSpc>
                <a:spcPct val="100000"/>
              </a:lnSpc>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8" name="Freeform 17"/>
          <p:cNvSpPr/>
          <p:nvPr userDrawn="1"/>
        </p:nvSpPr>
        <p:spPr>
          <a:xfrm>
            <a:off x="4204525" y="3763328"/>
            <a:ext cx="3767328"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lvl="0" algn="ctr"/>
            <a:endParaRPr lang="en-GB" sz="1013"/>
          </a:p>
        </p:txBody>
      </p:sp>
      <p:sp>
        <p:nvSpPr>
          <p:cNvPr id="19" name="Text Placeholder 6"/>
          <p:cNvSpPr>
            <a:spLocks noGrp="1"/>
          </p:cNvSpPr>
          <p:nvPr>
            <p:ph type="body" sz="quarter" idx="20"/>
          </p:nvPr>
        </p:nvSpPr>
        <p:spPr>
          <a:xfrm>
            <a:off x="4204525" y="3763328"/>
            <a:ext cx="3767328" cy="466344"/>
          </a:xfrm>
          <a:prstGeom prst="rect">
            <a:avLst/>
          </a:prstGeom>
        </p:spPr>
        <p:txBody>
          <a:bodyPr anchor="b"/>
          <a:lstStyle>
            <a:lvl1pPr marL="0" indent="0" algn="ctr">
              <a:buNone/>
              <a:defRPr sz="1300" b="1"/>
            </a:lvl1pPr>
          </a:lstStyle>
          <a:p>
            <a:pPr lvl="0"/>
            <a:r>
              <a:rPr lang="en-US" dirty="0"/>
              <a:t>Edit Master text styles</a:t>
            </a:r>
            <a:endParaRPr lang="en-IN" dirty="0"/>
          </a:p>
        </p:txBody>
      </p:sp>
      <p:sp>
        <p:nvSpPr>
          <p:cNvPr id="20" name="Content Placeholder 7"/>
          <p:cNvSpPr>
            <a:spLocks noGrp="1"/>
          </p:cNvSpPr>
          <p:nvPr>
            <p:ph sz="quarter" idx="21"/>
          </p:nvPr>
        </p:nvSpPr>
        <p:spPr>
          <a:xfrm>
            <a:off x="4204525" y="4258628"/>
            <a:ext cx="3767328" cy="1965960"/>
          </a:xfrm>
          <a:prstGeom prst="rect">
            <a:avLst/>
          </a:prstGeom>
        </p:spPr>
        <p:txBody>
          <a:bodyPr/>
          <a:lstStyle>
            <a:lvl1pPr marL="228594" indent="-228594">
              <a:lnSpc>
                <a:spcPct val="100000"/>
              </a:lnSpc>
              <a:buFont typeface="Wingdings" panose="05000000000000000000" pitchFamily="2" charset="2"/>
              <a:buChar char="q"/>
              <a:defRPr sz="1200"/>
            </a:lvl1pPr>
            <a:lvl2pPr marL="457200" indent="-228594">
              <a:lnSpc>
                <a:spcPct val="100000"/>
              </a:lnSpc>
              <a:buFont typeface="Wingdings" panose="05000000000000000000" pitchFamily="2" charset="2"/>
              <a:buChar char="Ø"/>
              <a:defRPr sz="1100"/>
            </a:lvl2pPr>
            <a:lvl3pPr marL="685800" indent="-228594">
              <a:lnSpc>
                <a:spcPct val="100000"/>
              </a:lnSpc>
              <a:buFont typeface="Wingdings" panose="05000000000000000000" pitchFamily="2" charset="2"/>
              <a:buChar char="§"/>
              <a:defRPr sz="1000"/>
            </a:lvl3pPr>
            <a:lvl4pPr marL="914400" indent="-228594">
              <a:lnSpc>
                <a:spcPct val="100000"/>
              </a:lnSpc>
              <a:buFont typeface="Courier New" panose="02070309020205020404" pitchFamily="49" charset="0"/>
              <a:buChar char="o"/>
              <a:defRPr sz="900"/>
            </a:lvl4pPr>
            <a:lvl5pPr marL="1143000">
              <a:lnSpc>
                <a:spcPct val="100000"/>
              </a:lnSpc>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1" name="Freeform 20"/>
          <p:cNvSpPr/>
          <p:nvPr userDrawn="1"/>
        </p:nvSpPr>
        <p:spPr>
          <a:xfrm>
            <a:off x="8223138" y="3763328"/>
            <a:ext cx="3767328"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lvl="0" algn="ctr"/>
            <a:endParaRPr lang="en-GB" sz="1013"/>
          </a:p>
        </p:txBody>
      </p:sp>
      <p:sp>
        <p:nvSpPr>
          <p:cNvPr id="22" name="Text Placeholder 6"/>
          <p:cNvSpPr>
            <a:spLocks noGrp="1"/>
          </p:cNvSpPr>
          <p:nvPr>
            <p:ph type="body" sz="quarter" idx="22"/>
          </p:nvPr>
        </p:nvSpPr>
        <p:spPr>
          <a:xfrm>
            <a:off x="8237474" y="3763328"/>
            <a:ext cx="3748151" cy="466344"/>
          </a:xfrm>
          <a:prstGeom prst="rect">
            <a:avLst/>
          </a:prstGeom>
        </p:spPr>
        <p:txBody>
          <a:bodyPr anchor="b"/>
          <a:lstStyle>
            <a:lvl1pPr marL="0" indent="0" algn="ctr">
              <a:buNone/>
              <a:defRPr sz="1300" b="1"/>
            </a:lvl1pPr>
          </a:lstStyle>
          <a:p>
            <a:pPr lvl="0"/>
            <a:r>
              <a:rPr lang="en-US" dirty="0"/>
              <a:t>Edit Master text styles</a:t>
            </a:r>
            <a:endParaRPr lang="en-IN" dirty="0"/>
          </a:p>
        </p:txBody>
      </p:sp>
      <p:sp>
        <p:nvSpPr>
          <p:cNvPr id="23" name="Content Placeholder 7"/>
          <p:cNvSpPr>
            <a:spLocks noGrp="1"/>
          </p:cNvSpPr>
          <p:nvPr>
            <p:ph sz="quarter" idx="23"/>
          </p:nvPr>
        </p:nvSpPr>
        <p:spPr>
          <a:xfrm>
            <a:off x="8218297" y="4258628"/>
            <a:ext cx="3767328" cy="1965960"/>
          </a:xfrm>
          <a:prstGeom prst="rect">
            <a:avLst/>
          </a:prstGeom>
        </p:spPr>
        <p:txBody>
          <a:bodyPr/>
          <a:lstStyle>
            <a:lvl1pPr marL="228594" indent="-228594">
              <a:lnSpc>
                <a:spcPct val="100000"/>
              </a:lnSpc>
              <a:buFont typeface="Wingdings" panose="05000000000000000000" pitchFamily="2" charset="2"/>
              <a:buChar char="q"/>
              <a:defRPr sz="1200"/>
            </a:lvl1pPr>
            <a:lvl2pPr marL="457200" indent="-228594">
              <a:lnSpc>
                <a:spcPct val="100000"/>
              </a:lnSpc>
              <a:buFont typeface="Wingdings" panose="05000000000000000000" pitchFamily="2" charset="2"/>
              <a:buChar char="Ø"/>
              <a:defRPr sz="1100"/>
            </a:lvl2pPr>
            <a:lvl3pPr marL="685800" indent="-228594">
              <a:lnSpc>
                <a:spcPct val="100000"/>
              </a:lnSpc>
              <a:buFont typeface="Wingdings" panose="05000000000000000000" pitchFamily="2" charset="2"/>
              <a:buChar char="§"/>
              <a:defRPr sz="1000"/>
            </a:lvl3pPr>
            <a:lvl4pPr marL="914400" indent="-228594">
              <a:lnSpc>
                <a:spcPct val="100000"/>
              </a:lnSpc>
              <a:buFont typeface="Courier New" panose="02070309020205020404" pitchFamily="49" charset="0"/>
              <a:buChar char="o"/>
              <a:defRPr sz="900"/>
            </a:lvl4pPr>
            <a:lvl5pPr marL="1143000">
              <a:lnSpc>
                <a:spcPct val="100000"/>
              </a:lnSpc>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8550997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4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Footer Placeholder 2"/>
          <p:cNvSpPr>
            <a:spLocks noGrp="1"/>
          </p:cNvSpPr>
          <p:nvPr>
            <p:ph type="ftr" sz="quarter" idx="10"/>
          </p:nvPr>
        </p:nvSpPr>
        <p:spPr/>
        <p:txBody>
          <a:bodyPr/>
          <a:lstStyle/>
          <a:p>
            <a:r>
              <a:rPr lang="en-US" dirty="0"/>
              <a:t>©2026 Fact.MR, All Rights Reserved</a:t>
            </a:r>
          </a:p>
        </p:txBody>
      </p:sp>
      <p:sp>
        <p:nvSpPr>
          <p:cNvPr id="4" name="Slide Number Placeholder 3"/>
          <p:cNvSpPr>
            <a:spLocks noGrp="1"/>
          </p:cNvSpPr>
          <p:nvPr>
            <p:ph type="sldNum" sz="quarter" idx="11"/>
          </p:nvPr>
        </p:nvSpPr>
        <p:spPr/>
        <p:txBody>
          <a:bodyPr/>
          <a:lstStyle/>
          <a:p>
            <a:fld id="{4B17068C-EB94-40A3-A5F2-664CDD77FDAC}" type="slidenum">
              <a:rPr lang="en-US" smtClean="0"/>
              <a:pPr/>
              <a:t>‹#›</a:t>
            </a:fld>
            <a:endParaRPr lang="en-US" dirty="0"/>
          </a:p>
        </p:txBody>
      </p:sp>
      <p:sp>
        <p:nvSpPr>
          <p:cNvPr id="5" name="Freeform 4"/>
          <p:cNvSpPr/>
          <p:nvPr userDrawn="1"/>
        </p:nvSpPr>
        <p:spPr>
          <a:xfrm>
            <a:off x="2005706" y="1111739"/>
            <a:ext cx="3180735"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lvl="0" algn="ctr"/>
            <a:endParaRPr lang="en-GB" sz="1013"/>
          </a:p>
        </p:txBody>
      </p:sp>
      <p:sp>
        <p:nvSpPr>
          <p:cNvPr id="7" name="Text Placeholder 6"/>
          <p:cNvSpPr>
            <a:spLocks noGrp="1"/>
          </p:cNvSpPr>
          <p:nvPr>
            <p:ph type="body" sz="quarter" idx="12"/>
          </p:nvPr>
        </p:nvSpPr>
        <p:spPr>
          <a:xfrm>
            <a:off x="2020042" y="1111739"/>
            <a:ext cx="3180735" cy="466344"/>
          </a:xfrm>
          <a:prstGeom prst="rect">
            <a:avLst/>
          </a:prstGeom>
        </p:spPr>
        <p:txBody>
          <a:bodyPr anchor="b"/>
          <a:lstStyle>
            <a:lvl1pPr marL="0" indent="0" algn="ctr">
              <a:buNone/>
              <a:defRPr sz="1300" b="1"/>
            </a:lvl1pPr>
          </a:lstStyle>
          <a:p>
            <a:pPr lvl="0"/>
            <a:r>
              <a:rPr lang="en-US" dirty="0"/>
              <a:t>Edit Master text styles</a:t>
            </a:r>
            <a:endParaRPr lang="en-IN" dirty="0"/>
          </a:p>
        </p:txBody>
      </p:sp>
      <p:sp>
        <p:nvSpPr>
          <p:cNvPr id="8" name="Content Placeholder 7"/>
          <p:cNvSpPr>
            <a:spLocks noGrp="1"/>
          </p:cNvSpPr>
          <p:nvPr>
            <p:ph sz="quarter" idx="13"/>
          </p:nvPr>
        </p:nvSpPr>
        <p:spPr>
          <a:xfrm>
            <a:off x="2000865" y="1607039"/>
            <a:ext cx="3180735" cy="1965960"/>
          </a:xfrm>
          <a:prstGeom prst="rect">
            <a:avLst/>
          </a:prstGeom>
        </p:spPr>
        <p:txBody>
          <a:bodyPr/>
          <a:lstStyle>
            <a:lvl1pPr marL="228594" indent="-228594">
              <a:lnSpc>
                <a:spcPct val="100000"/>
              </a:lnSpc>
              <a:buFont typeface="Wingdings" panose="05000000000000000000" pitchFamily="2" charset="2"/>
              <a:buChar char="q"/>
              <a:defRPr sz="1200"/>
            </a:lvl1pPr>
            <a:lvl2pPr marL="457200" indent="-228594">
              <a:lnSpc>
                <a:spcPct val="100000"/>
              </a:lnSpc>
              <a:buFont typeface="Wingdings" panose="05000000000000000000" pitchFamily="2" charset="2"/>
              <a:buChar char="Ø"/>
              <a:defRPr sz="1100"/>
            </a:lvl2pPr>
            <a:lvl3pPr marL="685800" indent="-228594">
              <a:lnSpc>
                <a:spcPct val="100000"/>
              </a:lnSpc>
              <a:buFont typeface="Wingdings" panose="05000000000000000000" pitchFamily="2" charset="2"/>
              <a:buChar char="§"/>
              <a:defRPr sz="1000"/>
            </a:lvl3pPr>
            <a:lvl4pPr marL="914400" indent="-228594">
              <a:lnSpc>
                <a:spcPct val="100000"/>
              </a:lnSpc>
              <a:buFont typeface="Courier New" panose="02070309020205020404" pitchFamily="49" charset="0"/>
              <a:buChar char="o"/>
              <a:defRPr sz="900"/>
            </a:lvl4pPr>
            <a:lvl5pPr marL="1143000">
              <a:lnSpc>
                <a:spcPct val="100000"/>
              </a:lnSpc>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5" name="Freeform 14"/>
          <p:cNvSpPr/>
          <p:nvPr userDrawn="1"/>
        </p:nvSpPr>
        <p:spPr>
          <a:xfrm>
            <a:off x="2005706" y="3808267"/>
            <a:ext cx="3180735"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lvl="0" algn="ctr"/>
            <a:endParaRPr lang="en-GB" sz="1013"/>
          </a:p>
        </p:txBody>
      </p:sp>
      <p:sp>
        <p:nvSpPr>
          <p:cNvPr id="16" name="Text Placeholder 6"/>
          <p:cNvSpPr>
            <a:spLocks noGrp="1"/>
          </p:cNvSpPr>
          <p:nvPr>
            <p:ph type="body" sz="quarter" idx="18"/>
          </p:nvPr>
        </p:nvSpPr>
        <p:spPr>
          <a:xfrm>
            <a:off x="2020042" y="3808267"/>
            <a:ext cx="3180735" cy="466344"/>
          </a:xfrm>
          <a:prstGeom prst="rect">
            <a:avLst/>
          </a:prstGeom>
        </p:spPr>
        <p:txBody>
          <a:bodyPr anchor="b"/>
          <a:lstStyle>
            <a:lvl1pPr marL="0" indent="0" algn="ctr">
              <a:buNone/>
              <a:defRPr sz="1300" b="1"/>
            </a:lvl1pPr>
          </a:lstStyle>
          <a:p>
            <a:pPr lvl="0"/>
            <a:r>
              <a:rPr lang="en-US" dirty="0"/>
              <a:t>Edit Master text styles</a:t>
            </a:r>
            <a:endParaRPr lang="en-IN" dirty="0"/>
          </a:p>
        </p:txBody>
      </p:sp>
      <p:sp>
        <p:nvSpPr>
          <p:cNvPr id="17" name="Content Placeholder 7"/>
          <p:cNvSpPr>
            <a:spLocks noGrp="1"/>
          </p:cNvSpPr>
          <p:nvPr>
            <p:ph sz="quarter" idx="19"/>
          </p:nvPr>
        </p:nvSpPr>
        <p:spPr>
          <a:xfrm>
            <a:off x="2000865" y="4303567"/>
            <a:ext cx="3180735" cy="1965960"/>
          </a:xfrm>
          <a:prstGeom prst="rect">
            <a:avLst/>
          </a:prstGeom>
        </p:spPr>
        <p:txBody>
          <a:bodyPr/>
          <a:lstStyle>
            <a:lvl1pPr marL="228594" indent="-228594">
              <a:lnSpc>
                <a:spcPct val="100000"/>
              </a:lnSpc>
              <a:buFont typeface="Wingdings" panose="05000000000000000000" pitchFamily="2" charset="2"/>
              <a:buChar char="q"/>
              <a:defRPr sz="1200"/>
            </a:lvl1pPr>
            <a:lvl2pPr marL="457200" indent="-228594">
              <a:lnSpc>
                <a:spcPct val="100000"/>
              </a:lnSpc>
              <a:buFont typeface="Wingdings" panose="05000000000000000000" pitchFamily="2" charset="2"/>
              <a:buChar char="Ø"/>
              <a:defRPr sz="1100"/>
            </a:lvl2pPr>
            <a:lvl3pPr marL="685800" indent="-228594">
              <a:lnSpc>
                <a:spcPct val="100000"/>
              </a:lnSpc>
              <a:buFont typeface="Wingdings" panose="05000000000000000000" pitchFamily="2" charset="2"/>
              <a:buChar char="§"/>
              <a:defRPr sz="1000"/>
            </a:lvl3pPr>
            <a:lvl4pPr marL="914400" indent="-228594">
              <a:lnSpc>
                <a:spcPct val="100000"/>
              </a:lnSpc>
              <a:buFont typeface="Courier New" panose="02070309020205020404" pitchFamily="49" charset="0"/>
              <a:buChar char="o"/>
              <a:defRPr sz="900"/>
            </a:lvl4pPr>
            <a:lvl5pPr marL="1143000">
              <a:lnSpc>
                <a:spcPct val="100000"/>
              </a:lnSpc>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35" name="Freeform 4">
            <a:extLst>
              <a:ext uri="{FF2B5EF4-FFF2-40B4-BE49-F238E27FC236}">
                <a16:creationId xmlns:a16="http://schemas.microsoft.com/office/drawing/2014/main" id="{DCC5684B-3B7C-DE81-B6B4-703A42B1BA57}"/>
              </a:ext>
            </a:extLst>
          </p:cNvPr>
          <p:cNvSpPr/>
          <p:nvPr userDrawn="1"/>
        </p:nvSpPr>
        <p:spPr>
          <a:xfrm>
            <a:off x="5392689" y="1111739"/>
            <a:ext cx="3180735"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lvl="0" algn="ctr"/>
            <a:endParaRPr lang="en-GB" sz="1013"/>
          </a:p>
        </p:txBody>
      </p:sp>
      <p:sp>
        <p:nvSpPr>
          <p:cNvPr id="36" name="Text Placeholder 6">
            <a:extLst>
              <a:ext uri="{FF2B5EF4-FFF2-40B4-BE49-F238E27FC236}">
                <a16:creationId xmlns:a16="http://schemas.microsoft.com/office/drawing/2014/main" id="{61172589-2B6F-5D54-604C-7E3126D51AFF}"/>
              </a:ext>
            </a:extLst>
          </p:cNvPr>
          <p:cNvSpPr>
            <a:spLocks noGrp="1"/>
          </p:cNvSpPr>
          <p:nvPr>
            <p:ph type="body" sz="quarter" idx="20"/>
          </p:nvPr>
        </p:nvSpPr>
        <p:spPr>
          <a:xfrm>
            <a:off x="5407025" y="1111739"/>
            <a:ext cx="3180735" cy="466344"/>
          </a:xfrm>
          <a:prstGeom prst="rect">
            <a:avLst/>
          </a:prstGeom>
        </p:spPr>
        <p:txBody>
          <a:bodyPr anchor="b"/>
          <a:lstStyle>
            <a:lvl1pPr marL="0" indent="0" algn="ctr">
              <a:buNone/>
              <a:defRPr sz="1300" b="1"/>
            </a:lvl1pPr>
          </a:lstStyle>
          <a:p>
            <a:pPr lvl="0"/>
            <a:r>
              <a:rPr lang="en-US" dirty="0"/>
              <a:t>Edit Master text styles</a:t>
            </a:r>
            <a:endParaRPr lang="en-IN" dirty="0"/>
          </a:p>
        </p:txBody>
      </p:sp>
      <p:sp>
        <p:nvSpPr>
          <p:cNvPr id="37" name="Content Placeholder 7">
            <a:extLst>
              <a:ext uri="{FF2B5EF4-FFF2-40B4-BE49-F238E27FC236}">
                <a16:creationId xmlns:a16="http://schemas.microsoft.com/office/drawing/2014/main" id="{A513A407-5429-B48A-5C54-388FBD5318E0}"/>
              </a:ext>
            </a:extLst>
          </p:cNvPr>
          <p:cNvSpPr>
            <a:spLocks noGrp="1"/>
          </p:cNvSpPr>
          <p:nvPr>
            <p:ph sz="quarter" idx="21"/>
          </p:nvPr>
        </p:nvSpPr>
        <p:spPr>
          <a:xfrm>
            <a:off x="5387848" y="1607039"/>
            <a:ext cx="3180735" cy="1965960"/>
          </a:xfrm>
          <a:prstGeom prst="rect">
            <a:avLst/>
          </a:prstGeom>
        </p:spPr>
        <p:txBody>
          <a:bodyPr/>
          <a:lstStyle>
            <a:lvl1pPr marL="228594" indent="-228594">
              <a:lnSpc>
                <a:spcPct val="100000"/>
              </a:lnSpc>
              <a:buFont typeface="Wingdings" panose="05000000000000000000" pitchFamily="2" charset="2"/>
              <a:buChar char="q"/>
              <a:defRPr sz="1200"/>
            </a:lvl1pPr>
            <a:lvl2pPr marL="457200" indent="-228594">
              <a:lnSpc>
                <a:spcPct val="100000"/>
              </a:lnSpc>
              <a:buFont typeface="Wingdings" panose="05000000000000000000" pitchFamily="2" charset="2"/>
              <a:buChar char="Ø"/>
              <a:defRPr sz="1100"/>
            </a:lvl2pPr>
            <a:lvl3pPr marL="685800" indent="-228594">
              <a:lnSpc>
                <a:spcPct val="100000"/>
              </a:lnSpc>
              <a:buFont typeface="Wingdings" panose="05000000000000000000" pitchFamily="2" charset="2"/>
              <a:buChar char="§"/>
              <a:defRPr sz="1000"/>
            </a:lvl3pPr>
            <a:lvl4pPr marL="914400" indent="-228594">
              <a:lnSpc>
                <a:spcPct val="100000"/>
              </a:lnSpc>
              <a:buFont typeface="Courier New" panose="02070309020205020404" pitchFamily="49" charset="0"/>
              <a:buChar char="o"/>
              <a:defRPr sz="900"/>
            </a:lvl4pPr>
            <a:lvl5pPr marL="1143000">
              <a:lnSpc>
                <a:spcPct val="100000"/>
              </a:lnSpc>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38" name="Freeform 14">
            <a:extLst>
              <a:ext uri="{FF2B5EF4-FFF2-40B4-BE49-F238E27FC236}">
                <a16:creationId xmlns:a16="http://schemas.microsoft.com/office/drawing/2014/main" id="{1437F099-6548-7363-0D52-DBFA0930FFF7}"/>
              </a:ext>
            </a:extLst>
          </p:cNvPr>
          <p:cNvSpPr/>
          <p:nvPr userDrawn="1"/>
        </p:nvSpPr>
        <p:spPr>
          <a:xfrm>
            <a:off x="5392689" y="3808267"/>
            <a:ext cx="3180735"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lvl="0" algn="ctr"/>
            <a:endParaRPr lang="en-GB" sz="1013"/>
          </a:p>
        </p:txBody>
      </p:sp>
      <p:sp>
        <p:nvSpPr>
          <p:cNvPr id="39" name="Text Placeholder 6">
            <a:extLst>
              <a:ext uri="{FF2B5EF4-FFF2-40B4-BE49-F238E27FC236}">
                <a16:creationId xmlns:a16="http://schemas.microsoft.com/office/drawing/2014/main" id="{9E50D385-FD0B-D3B0-621F-CBFF7BFD9A57}"/>
              </a:ext>
            </a:extLst>
          </p:cNvPr>
          <p:cNvSpPr>
            <a:spLocks noGrp="1"/>
          </p:cNvSpPr>
          <p:nvPr>
            <p:ph type="body" sz="quarter" idx="22"/>
          </p:nvPr>
        </p:nvSpPr>
        <p:spPr>
          <a:xfrm>
            <a:off x="5407025" y="3808267"/>
            <a:ext cx="3180735" cy="466344"/>
          </a:xfrm>
          <a:prstGeom prst="rect">
            <a:avLst/>
          </a:prstGeom>
        </p:spPr>
        <p:txBody>
          <a:bodyPr anchor="b"/>
          <a:lstStyle>
            <a:lvl1pPr marL="0" indent="0" algn="ctr">
              <a:buNone/>
              <a:defRPr sz="1300" b="1"/>
            </a:lvl1pPr>
          </a:lstStyle>
          <a:p>
            <a:pPr lvl="0"/>
            <a:r>
              <a:rPr lang="en-US" dirty="0"/>
              <a:t>Edit Master text styles</a:t>
            </a:r>
            <a:endParaRPr lang="en-IN" dirty="0"/>
          </a:p>
        </p:txBody>
      </p:sp>
      <p:sp>
        <p:nvSpPr>
          <p:cNvPr id="40" name="Content Placeholder 7">
            <a:extLst>
              <a:ext uri="{FF2B5EF4-FFF2-40B4-BE49-F238E27FC236}">
                <a16:creationId xmlns:a16="http://schemas.microsoft.com/office/drawing/2014/main" id="{B14B06C6-535E-16C4-C4A9-1657FF1757AA}"/>
              </a:ext>
            </a:extLst>
          </p:cNvPr>
          <p:cNvSpPr>
            <a:spLocks noGrp="1"/>
          </p:cNvSpPr>
          <p:nvPr>
            <p:ph sz="quarter" idx="23"/>
          </p:nvPr>
        </p:nvSpPr>
        <p:spPr>
          <a:xfrm>
            <a:off x="5387848" y="4303567"/>
            <a:ext cx="3180735" cy="1965960"/>
          </a:xfrm>
          <a:prstGeom prst="rect">
            <a:avLst/>
          </a:prstGeom>
        </p:spPr>
        <p:txBody>
          <a:bodyPr/>
          <a:lstStyle>
            <a:lvl1pPr marL="228594" indent="-228594">
              <a:lnSpc>
                <a:spcPct val="100000"/>
              </a:lnSpc>
              <a:buFont typeface="Wingdings" panose="05000000000000000000" pitchFamily="2" charset="2"/>
              <a:buChar char="q"/>
              <a:defRPr sz="1200"/>
            </a:lvl1pPr>
            <a:lvl2pPr marL="457200" indent="-228594">
              <a:lnSpc>
                <a:spcPct val="100000"/>
              </a:lnSpc>
              <a:buFont typeface="Wingdings" panose="05000000000000000000" pitchFamily="2" charset="2"/>
              <a:buChar char="Ø"/>
              <a:defRPr sz="1100"/>
            </a:lvl2pPr>
            <a:lvl3pPr marL="685800" indent="-228594">
              <a:lnSpc>
                <a:spcPct val="100000"/>
              </a:lnSpc>
              <a:buFont typeface="Wingdings" panose="05000000000000000000" pitchFamily="2" charset="2"/>
              <a:buChar char="§"/>
              <a:defRPr sz="1000"/>
            </a:lvl3pPr>
            <a:lvl4pPr marL="914400" indent="-228594">
              <a:lnSpc>
                <a:spcPct val="100000"/>
              </a:lnSpc>
              <a:buFont typeface="Courier New" panose="02070309020205020404" pitchFamily="49" charset="0"/>
              <a:buChar char="o"/>
              <a:defRPr sz="900"/>
            </a:lvl4pPr>
            <a:lvl5pPr marL="1143000">
              <a:lnSpc>
                <a:spcPct val="100000"/>
              </a:lnSpc>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1" name="Freeform 4">
            <a:extLst>
              <a:ext uri="{FF2B5EF4-FFF2-40B4-BE49-F238E27FC236}">
                <a16:creationId xmlns:a16="http://schemas.microsoft.com/office/drawing/2014/main" id="{BE553931-4F5D-178B-1789-8AE5BA21B410}"/>
              </a:ext>
            </a:extLst>
          </p:cNvPr>
          <p:cNvSpPr/>
          <p:nvPr userDrawn="1"/>
        </p:nvSpPr>
        <p:spPr>
          <a:xfrm>
            <a:off x="8809169" y="1111739"/>
            <a:ext cx="3180735"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lvl="0" algn="ctr"/>
            <a:endParaRPr lang="en-GB" sz="1013"/>
          </a:p>
        </p:txBody>
      </p:sp>
      <p:sp>
        <p:nvSpPr>
          <p:cNvPr id="42" name="Text Placeholder 6">
            <a:extLst>
              <a:ext uri="{FF2B5EF4-FFF2-40B4-BE49-F238E27FC236}">
                <a16:creationId xmlns:a16="http://schemas.microsoft.com/office/drawing/2014/main" id="{6BFF5C4E-24AD-1E76-85D0-FCF0B897FA17}"/>
              </a:ext>
            </a:extLst>
          </p:cNvPr>
          <p:cNvSpPr>
            <a:spLocks noGrp="1"/>
          </p:cNvSpPr>
          <p:nvPr>
            <p:ph type="body" sz="quarter" idx="24"/>
          </p:nvPr>
        </p:nvSpPr>
        <p:spPr>
          <a:xfrm>
            <a:off x="8823505" y="1111739"/>
            <a:ext cx="3180735" cy="466344"/>
          </a:xfrm>
          <a:prstGeom prst="rect">
            <a:avLst/>
          </a:prstGeom>
        </p:spPr>
        <p:txBody>
          <a:bodyPr anchor="b"/>
          <a:lstStyle>
            <a:lvl1pPr marL="0" indent="0" algn="ctr">
              <a:buNone/>
              <a:defRPr sz="1300" b="1"/>
            </a:lvl1pPr>
          </a:lstStyle>
          <a:p>
            <a:pPr lvl="0"/>
            <a:r>
              <a:rPr lang="en-US" dirty="0"/>
              <a:t>Edit Master text styles</a:t>
            </a:r>
            <a:endParaRPr lang="en-IN" dirty="0"/>
          </a:p>
        </p:txBody>
      </p:sp>
      <p:sp>
        <p:nvSpPr>
          <p:cNvPr id="43" name="Content Placeholder 7">
            <a:extLst>
              <a:ext uri="{FF2B5EF4-FFF2-40B4-BE49-F238E27FC236}">
                <a16:creationId xmlns:a16="http://schemas.microsoft.com/office/drawing/2014/main" id="{5CE5B0C9-9EFB-214D-1C20-B7E71EC6CD98}"/>
              </a:ext>
            </a:extLst>
          </p:cNvPr>
          <p:cNvSpPr>
            <a:spLocks noGrp="1"/>
          </p:cNvSpPr>
          <p:nvPr>
            <p:ph sz="quarter" idx="25"/>
          </p:nvPr>
        </p:nvSpPr>
        <p:spPr>
          <a:xfrm>
            <a:off x="8804328" y="1607039"/>
            <a:ext cx="3180735" cy="1965960"/>
          </a:xfrm>
          <a:prstGeom prst="rect">
            <a:avLst/>
          </a:prstGeom>
        </p:spPr>
        <p:txBody>
          <a:bodyPr/>
          <a:lstStyle>
            <a:lvl1pPr marL="228594" indent="-228594">
              <a:lnSpc>
                <a:spcPct val="100000"/>
              </a:lnSpc>
              <a:buFont typeface="Wingdings" panose="05000000000000000000" pitchFamily="2" charset="2"/>
              <a:buChar char="q"/>
              <a:defRPr sz="1200"/>
            </a:lvl1pPr>
            <a:lvl2pPr marL="457200" indent="-228594">
              <a:lnSpc>
                <a:spcPct val="100000"/>
              </a:lnSpc>
              <a:buFont typeface="Wingdings" panose="05000000000000000000" pitchFamily="2" charset="2"/>
              <a:buChar char="Ø"/>
              <a:defRPr sz="1100"/>
            </a:lvl2pPr>
            <a:lvl3pPr marL="685800" indent="-228594">
              <a:lnSpc>
                <a:spcPct val="100000"/>
              </a:lnSpc>
              <a:buFont typeface="Wingdings" panose="05000000000000000000" pitchFamily="2" charset="2"/>
              <a:buChar char="§"/>
              <a:defRPr sz="1000"/>
            </a:lvl3pPr>
            <a:lvl4pPr marL="914400" indent="-228594">
              <a:lnSpc>
                <a:spcPct val="100000"/>
              </a:lnSpc>
              <a:buFont typeface="Courier New" panose="02070309020205020404" pitchFamily="49" charset="0"/>
              <a:buChar char="o"/>
              <a:defRPr sz="900"/>
            </a:lvl4pPr>
            <a:lvl5pPr marL="1143000">
              <a:lnSpc>
                <a:spcPct val="100000"/>
              </a:lnSpc>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4" name="Freeform 14">
            <a:extLst>
              <a:ext uri="{FF2B5EF4-FFF2-40B4-BE49-F238E27FC236}">
                <a16:creationId xmlns:a16="http://schemas.microsoft.com/office/drawing/2014/main" id="{AAFBBEEE-7EB1-1A95-D2B8-038D49065C31}"/>
              </a:ext>
            </a:extLst>
          </p:cNvPr>
          <p:cNvSpPr/>
          <p:nvPr userDrawn="1"/>
        </p:nvSpPr>
        <p:spPr>
          <a:xfrm>
            <a:off x="8809169" y="3808267"/>
            <a:ext cx="3180735"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lvl="0" algn="ctr"/>
            <a:endParaRPr lang="en-GB" sz="1013"/>
          </a:p>
        </p:txBody>
      </p:sp>
      <p:sp>
        <p:nvSpPr>
          <p:cNvPr id="45" name="Text Placeholder 6">
            <a:extLst>
              <a:ext uri="{FF2B5EF4-FFF2-40B4-BE49-F238E27FC236}">
                <a16:creationId xmlns:a16="http://schemas.microsoft.com/office/drawing/2014/main" id="{42D25513-853A-B65B-8248-C2BBABD12DB2}"/>
              </a:ext>
            </a:extLst>
          </p:cNvPr>
          <p:cNvSpPr>
            <a:spLocks noGrp="1"/>
          </p:cNvSpPr>
          <p:nvPr>
            <p:ph type="body" sz="quarter" idx="26"/>
          </p:nvPr>
        </p:nvSpPr>
        <p:spPr>
          <a:xfrm>
            <a:off x="8823505" y="3808267"/>
            <a:ext cx="3180735" cy="466344"/>
          </a:xfrm>
          <a:prstGeom prst="rect">
            <a:avLst/>
          </a:prstGeom>
        </p:spPr>
        <p:txBody>
          <a:bodyPr anchor="b"/>
          <a:lstStyle>
            <a:lvl1pPr marL="0" indent="0" algn="ctr">
              <a:buNone/>
              <a:defRPr sz="1300" b="1"/>
            </a:lvl1pPr>
          </a:lstStyle>
          <a:p>
            <a:pPr lvl="0"/>
            <a:r>
              <a:rPr lang="en-US" dirty="0"/>
              <a:t>Edit Master text styles</a:t>
            </a:r>
            <a:endParaRPr lang="en-IN" dirty="0"/>
          </a:p>
        </p:txBody>
      </p:sp>
      <p:sp>
        <p:nvSpPr>
          <p:cNvPr id="46" name="Content Placeholder 7">
            <a:extLst>
              <a:ext uri="{FF2B5EF4-FFF2-40B4-BE49-F238E27FC236}">
                <a16:creationId xmlns:a16="http://schemas.microsoft.com/office/drawing/2014/main" id="{FDE333CE-6185-0BD4-0D93-269C50304C0B}"/>
              </a:ext>
            </a:extLst>
          </p:cNvPr>
          <p:cNvSpPr>
            <a:spLocks noGrp="1"/>
          </p:cNvSpPr>
          <p:nvPr>
            <p:ph sz="quarter" idx="27"/>
          </p:nvPr>
        </p:nvSpPr>
        <p:spPr>
          <a:xfrm>
            <a:off x="8804328" y="4303567"/>
            <a:ext cx="3180735" cy="1965960"/>
          </a:xfrm>
          <a:prstGeom prst="rect">
            <a:avLst/>
          </a:prstGeom>
        </p:spPr>
        <p:txBody>
          <a:bodyPr/>
          <a:lstStyle>
            <a:lvl1pPr marL="228594" indent="-228594">
              <a:lnSpc>
                <a:spcPct val="100000"/>
              </a:lnSpc>
              <a:buFont typeface="Wingdings" panose="05000000000000000000" pitchFamily="2" charset="2"/>
              <a:buChar char="q"/>
              <a:defRPr sz="1200"/>
            </a:lvl1pPr>
            <a:lvl2pPr marL="457200" indent="-228594">
              <a:lnSpc>
                <a:spcPct val="100000"/>
              </a:lnSpc>
              <a:buFont typeface="Wingdings" panose="05000000000000000000" pitchFamily="2" charset="2"/>
              <a:buChar char="Ø"/>
              <a:defRPr sz="1100"/>
            </a:lvl2pPr>
            <a:lvl3pPr marL="685800" indent="-228594">
              <a:lnSpc>
                <a:spcPct val="100000"/>
              </a:lnSpc>
              <a:buFont typeface="Wingdings" panose="05000000000000000000" pitchFamily="2" charset="2"/>
              <a:buChar char="§"/>
              <a:defRPr sz="1000"/>
            </a:lvl3pPr>
            <a:lvl4pPr marL="914400" indent="-228594">
              <a:lnSpc>
                <a:spcPct val="100000"/>
              </a:lnSpc>
              <a:buFont typeface="Courier New" panose="02070309020205020404" pitchFamily="49" charset="0"/>
              <a:buChar char="o"/>
              <a:defRPr sz="900"/>
            </a:lvl4pPr>
            <a:lvl5pPr marL="1143000">
              <a:lnSpc>
                <a:spcPct val="100000"/>
              </a:lnSpc>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17114238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3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Footer Placeholder 2"/>
          <p:cNvSpPr>
            <a:spLocks noGrp="1"/>
          </p:cNvSpPr>
          <p:nvPr>
            <p:ph type="ftr" sz="quarter" idx="10"/>
          </p:nvPr>
        </p:nvSpPr>
        <p:spPr/>
        <p:txBody>
          <a:bodyPr/>
          <a:lstStyle/>
          <a:p>
            <a:r>
              <a:rPr lang="en-US" dirty="0"/>
              <a:t>©2026 Fact.MR, All Rights Reserved</a:t>
            </a:r>
          </a:p>
        </p:txBody>
      </p:sp>
      <p:sp>
        <p:nvSpPr>
          <p:cNvPr id="4" name="Slide Number Placeholder 3"/>
          <p:cNvSpPr>
            <a:spLocks noGrp="1"/>
          </p:cNvSpPr>
          <p:nvPr>
            <p:ph type="sldNum" sz="quarter" idx="11"/>
          </p:nvPr>
        </p:nvSpPr>
        <p:spPr/>
        <p:txBody>
          <a:bodyPr/>
          <a:lstStyle/>
          <a:p>
            <a:fld id="{4B17068C-EB94-40A3-A5F2-664CDD77FDAC}" type="slidenum">
              <a:rPr lang="en-US" smtClean="0"/>
              <a:pPr/>
              <a:t>‹#›</a:t>
            </a:fld>
            <a:endParaRPr lang="en-US" dirty="0"/>
          </a:p>
        </p:txBody>
      </p:sp>
      <p:sp>
        <p:nvSpPr>
          <p:cNvPr id="9" name="Freeform 8"/>
          <p:cNvSpPr/>
          <p:nvPr userDrawn="1"/>
        </p:nvSpPr>
        <p:spPr>
          <a:xfrm>
            <a:off x="2050604" y="1066800"/>
            <a:ext cx="4776916"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lvl="0" algn="ctr"/>
            <a:endParaRPr lang="en-GB" sz="1013"/>
          </a:p>
        </p:txBody>
      </p:sp>
      <p:sp>
        <p:nvSpPr>
          <p:cNvPr id="10" name="Text Placeholder 6"/>
          <p:cNvSpPr>
            <a:spLocks noGrp="1"/>
          </p:cNvSpPr>
          <p:nvPr>
            <p:ph type="body" sz="quarter" idx="14"/>
          </p:nvPr>
        </p:nvSpPr>
        <p:spPr>
          <a:xfrm>
            <a:off x="2050604" y="1066800"/>
            <a:ext cx="4776916" cy="466344"/>
          </a:xfrm>
          <a:prstGeom prst="rect">
            <a:avLst/>
          </a:prstGeom>
        </p:spPr>
        <p:txBody>
          <a:bodyPr anchor="b"/>
          <a:lstStyle>
            <a:lvl1pPr marL="0" indent="0" algn="ctr">
              <a:buNone/>
              <a:defRPr sz="1300" b="1"/>
            </a:lvl1pPr>
          </a:lstStyle>
          <a:p>
            <a:pPr lvl="0"/>
            <a:r>
              <a:rPr lang="en-US" dirty="0"/>
              <a:t>Edit Master text styles</a:t>
            </a:r>
            <a:endParaRPr lang="en-IN" dirty="0"/>
          </a:p>
        </p:txBody>
      </p:sp>
      <p:sp>
        <p:nvSpPr>
          <p:cNvPr id="11" name="Content Placeholder 7"/>
          <p:cNvSpPr>
            <a:spLocks noGrp="1"/>
          </p:cNvSpPr>
          <p:nvPr>
            <p:ph sz="quarter" idx="15"/>
          </p:nvPr>
        </p:nvSpPr>
        <p:spPr>
          <a:xfrm>
            <a:off x="2050604" y="1562100"/>
            <a:ext cx="4776916" cy="1965960"/>
          </a:xfrm>
          <a:prstGeom prst="rect">
            <a:avLst/>
          </a:prstGeom>
        </p:spPr>
        <p:txBody>
          <a:bodyPr/>
          <a:lstStyle>
            <a:lvl1pPr marL="228594" indent="-228594">
              <a:lnSpc>
                <a:spcPct val="100000"/>
              </a:lnSpc>
              <a:buFont typeface="Wingdings" panose="05000000000000000000" pitchFamily="2" charset="2"/>
              <a:buChar char="q"/>
              <a:defRPr sz="1200"/>
            </a:lvl1pPr>
            <a:lvl2pPr marL="457200" indent="-228594">
              <a:lnSpc>
                <a:spcPct val="100000"/>
              </a:lnSpc>
              <a:buFont typeface="Wingdings" panose="05000000000000000000" pitchFamily="2" charset="2"/>
              <a:buChar char="Ø"/>
              <a:defRPr sz="1100"/>
            </a:lvl2pPr>
            <a:lvl3pPr marL="685800" indent="-228594">
              <a:lnSpc>
                <a:spcPct val="100000"/>
              </a:lnSpc>
              <a:buFont typeface="Wingdings" panose="05000000000000000000" pitchFamily="2" charset="2"/>
              <a:buChar char="§"/>
              <a:defRPr sz="1000"/>
            </a:lvl3pPr>
            <a:lvl4pPr marL="914400" indent="-228594">
              <a:lnSpc>
                <a:spcPct val="100000"/>
              </a:lnSpc>
              <a:buFont typeface="Courier New" panose="02070309020205020404" pitchFamily="49" charset="0"/>
              <a:buChar char="o"/>
              <a:defRPr sz="900"/>
            </a:lvl4pPr>
            <a:lvl5pPr marL="1143000">
              <a:lnSpc>
                <a:spcPct val="100000"/>
              </a:lnSpc>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8" name="Freeform 17"/>
          <p:cNvSpPr/>
          <p:nvPr userDrawn="1"/>
        </p:nvSpPr>
        <p:spPr>
          <a:xfrm>
            <a:off x="2050604" y="3763328"/>
            <a:ext cx="4776916"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lvl="0" algn="ctr"/>
            <a:endParaRPr lang="en-GB" sz="1013"/>
          </a:p>
        </p:txBody>
      </p:sp>
      <p:sp>
        <p:nvSpPr>
          <p:cNvPr id="19" name="Text Placeholder 6"/>
          <p:cNvSpPr>
            <a:spLocks noGrp="1"/>
          </p:cNvSpPr>
          <p:nvPr>
            <p:ph type="body" sz="quarter" idx="20"/>
          </p:nvPr>
        </p:nvSpPr>
        <p:spPr>
          <a:xfrm>
            <a:off x="2050604" y="3763328"/>
            <a:ext cx="4776916" cy="466344"/>
          </a:xfrm>
          <a:prstGeom prst="rect">
            <a:avLst/>
          </a:prstGeom>
        </p:spPr>
        <p:txBody>
          <a:bodyPr anchor="b"/>
          <a:lstStyle>
            <a:lvl1pPr marL="0" indent="0" algn="ctr">
              <a:buNone/>
              <a:defRPr sz="1300" b="1"/>
            </a:lvl1pPr>
          </a:lstStyle>
          <a:p>
            <a:pPr lvl="0"/>
            <a:r>
              <a:rPr lang="en-US" dirty="0"/>
              <a:t>Edit Master text styles</a:t>
            </a:r>
            <a:endParaRPr lang="en-IN" dirty="0"/>
          </a:p>
        </p:txBody>
      </p:sp>
      <p:sp>
        <p:nvSpPr>
          <p:cNvPr id="20" name="Content Placeholder 7"/>
          <p:cNvSpPr>
            <a:spLocks noGrp="1"/>
          </p:cNvSpPr>
          <p:nvPr>
            <p:ph sz="quarter" idx="21"/>
          </p:nvPr>
        </p:nvSpPr>
        <p:spPr>
          <a:xfrm>
            <a:off x="2050604" y="4258628"/>
            <a:ext cx="4776916" cy="1965960"/>
          </a:xfrm>
          <a:prstGeom prst="rect">
            <a:avLst/>
          </a:prstGeom>
        </p:spPr>
        <p:txBody>
          <a:bodyPr/>
          <a:lstStyle>
            <a:lvl1pPr marL="228594" indent="-228594">
              <a:lnSpc>
                <a:spcPct val="100000"/>
              </a:lnSpc>
              <a:buFont typeface="Wingdings" panose="05000000000000000000" pitchFamily="2" charset="2"/>
              <a:buChar char="q"/>
              <a:defRPr sz="1200"/>
            </a:lvl1pPr>
            <a:lvl2pPr marL="457200" indent="-228594">
              <a:lnSpc>
                <a:spcPct val="100000"/>
              </a:lnSpc>
              <a:buFont typeface="Wingdings" panose="05000000000000000000" pitchFamily="2" charset="2"/>
              <a:buChar char="Ø"/>
              <a:defRPr sz="1100"/>
            </a:lvl2pPr>
            <a:lvl3pPr marL="685800" indent="-228594">
              <a:lnSpc>
                <a:spcPct val="100000"/>
              </a:lnSpc>
              <a:buFont typeface="Wingdings" panose="05000000000000000000" pitchFamily="2" charset="2"/>
              <a:buChar char="§"/>
              <a:defRPr sz="1000"/>
            </a:lvl3pPr>
            <a:lvl4pPr marL="914400" indent="-228594">
              <a:lnSpc>
                <a:spcPct val="100000"/>
              </a:lnSpc>
              <a:buFont typeface="Courier New" panose="02070309020205020404" pitchFamily="49" charset="0"/>
              <a:buChar char="o"/>
              <a:defRPr sz="900"/>
            </a:lvl4pPr>
            <a:lvl5pPr marL="1143000">
              <a:lnSpc>
                <a:spcPct val="100000"/>
              </a:lnSpc>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9" name="Freeform 8">
            <a:extLst>
              <a:ext uri="{FF2B5EF4-FFF2-40B4-BE49-F238E27FC236}">
                <a16:creationId xmlns:a16="http://schemas.microsoft.com/office/drawing/2014/main" id="{6BABA3DB-7917-42AF-9680-2E207BA0D885}"/>
              </a:ext>
            </a:extLst>
          </p:cNvPr>
          <p:cNvSpPr/>
          <p:nvPr userDrawn="1"/>
        </p:nvSpPr>
        <p:spPr>
          <a:xfrm>
            <a:off x="7205534" y="1066800"/>
            <a:ext cx="4776916"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lvl="0" algn="ctr"/>
            <a:endParaRPr lang="en-GB" sz="1013"/>
          </a:p>
        </p:txBody>
      </p:sp>
      <p:sp>
        <p:nvSpPr>
          <p:cNvPr id="30" name="Text Placeholder 6">
            <a:extLst>
              <a:ext uri="{FF2B5EF4-FFF2-40B4-BE49-F238E27FC236}">
                <a16:creationId xmlns:a16="http://schemas.microsoft.com/office/drawing/2014/main" id="{C209223D-9A43-7B8C-268A-CB5C63743B9A}"/>
              </a:ext>
            </a:extLst>
          </p:cNvPr>
          <p:cNvSpPr>
            <a:spLocks noGrp="1"/>
          </p:cNvSpPr>
          <p:nvPr>
            <p:ph type="body" sz="quarter" idx="22"/>
          </p:nvPr>
        </p:nvSpPr>
        <p:spPr>
          <a:xfrm>
            <a:off x="7205534" y="1066800"/>
            <a:ext cx="4776916" cy="466344"/>
          </a:xfrm>
          <a:prstGeom prst="rect">
            <a:avLst/>
          </a:prstGeom>
        </p:spPr>
        <p:txBody>
          <a:bodyPr anchor="b"/>
          <a:lstStyle>
            <a:lvl1pPr marL="0" indent="0" algn="ctr">
              <a:buNone/>
              <a:defRPr sz="1300" b="1"/>
            </a:lvl1pPr>
          </a:lstStyle>
          <a:p>
            <a:pPr lvl="0"/>
            <a:r>
              <a:rPr lang="en-US" dirty="0"/>
              <a:t>Edit Master text styles</a:t>
            </a:r>
            <a:endParaRPr lang="en-IN" dirty="0"/>
          </a:p>
        </p:txBody>
      </p:sp>
      <p:sp>
        <p:nvSpPr>
          <p:cNvPr id="31" name="Content Placeholder 7">
            <a:extLst>
              <a:ext uri="{FF2B5EF4-FFF2-40B4-BE49-F238E27FC236}">
                <a16:creationId xmlns:a16="http://schemas.microsoft.com/office/drawing/2014/main" id="{37ABCF9E-B45F-C61E-8E49-AA1574BE82CD}"/>
              </a:ext>
            </a:extLst>
          </p:cNvPr>
          <p:cNvSpPr>
            <a:spLocks noGrp="1"/>
          </p:cNvSpPr>
          <p:nvPr>
            <p:ph sz="quarter" idx="23"/>
          </p:nvPr>
        </p:nvSpPr>
        <p:spPr>
          <a:xfrm>
            <a:off x="7205534" y="1562100"/>
            <a:ext cx="4776916" cy="1965960"/>
          </a:xfrm>
          <a:prstGeom prst="rect">
            <a:avLst/>
          </a:prstGeom>
        </p:spPr>
        <p:txBody>
          <a:bodyPr/>
          <a:lstStyle>
            <a:lvl1pPr marL="228594" indent="-228594">
              <a:lnSpc>
                <a:spcPct val="100000"/>
              </a:lnSpc>
              <a:buFont typeface="Wingdings" panose="05000000000000000000" pitchFamily="2" charset="2"/>
              <a:buChar char="q"/>
              <a:defRPr sz="1200"/>
            </a:lvl1pPr>
            <a:lvl2pPr marL="457200" indent="-228594">
              <a:lnSpc>
                <a:spcPct val="100000"/>
              </a:lnSpc>
              <a:buFont typeface="Wingdings" panose="05000000000000000000" pitchFamily="2" charset="2"/>
              <a:buChar char="Ø"/>
              <a:defRPr sz="1100"/>
            </a:lvl2pPr>
            <a:lvl3pPr marL="685800" indent="-228594">
              <a:lnSpc>
                <a:spcPct val="100000"/>
              </a:lnSpc>
              <a:buFont typeface="Wingdings" panose="05000000000000000000" pitchFamily="2" charset="2"/>
              <a:buChar char="§"/>
              <a:defRPr sz="1000"/>
            </a:lvl3pPr>
            <a:lvl4pPr marL="914400" indent="-228594">
              <a:lnSpc>
                <a:spcPct val="100000"/>
              </a:lnSpc>
              <a:buFont typeface="Courier New" panose="02070309020205020404" pitchFamily="49" charset="0"/>
              <a:buChar char="o"/>
              <a:defRPr sz="900"/>
            </a:lvl4pPr>
            <a:lvl5pPr marL="1143000">
              <a:lnSpc>
                <a:spcPct val="100000"/>
              </a:lnSpc>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32" name="Freeform 17">
            <a:extLst>
              <a:ext uri="{FF2B5EF4-FFF2-40B4-BE49-F238E27FC236}">
                <a16:creationId xmlns:a16="http://schemas.microsoft.com/office/drawing/2014/main" id="{E94256BD-F8DD-9245-D7E5-F8474FD9687A}"/>
              </a:ext>
            </a:extLst>
          </p:cNvPr>
          <p:cNvSpPr/>
          <p:nvPr userDrawn="1"/>
        </p:nvSpPr>
        <p:spPr>
          <a:xfrm>
            <a:off x="7205534" y="3763328"/>
            <a:ext cx="4776916"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lvl="0" algn="ctr"/>
            <a:endParaRPr lang="en-GB" sz="1013"/>
          </a:p>
        </p:txBody>
      </p:sp>
      <p:sp>
        <p:nvSpPr>
          <p:cNvPr id="33" name="Text Placeholder 6">
            <a:extLst>
              <a:ext uri="{FF2B5EF4-FFF2-40B4-BE49-F238E27FC236}">
                <a16:creationId xmlns:a16="http://schemas.microsoft.com/office/drawing/2014/main" id="{229DD0A3-190B-A944-FAFA-B61287070AD6}"/>
              </a:ext>
            </a:extLst>
          </p:cNvPr>
          <p:cNvSpPr>
            <a:spLocks noGrp="1"/>
          </p:cNvSpPr>
          <p:nvPr>
            <p:ph type="body" sz="quarter" idx="24"/>
          </p:nvPr>
        </p:nvSpPr>
        <p:spPr>
          <a:xfrm>
            <a:off x="7205534" y="3763328"/>
            <a:ext cx="4776916" cy="466344"/>
          </a:xfrm>
          <a:prstGeom prst="rect">
            <a:avLst/>
          </a:prstGeom>
        </p:spPr>
        <p:txBody>
          <a:bodyPr anchor="b"/>
          <a:lstStyle>
            <a:lvl1pPr marL="0" indent="0" algn="ctr">
              <a:buNone/>
              <a:defRPr sz="1300" b="1"/>
            </a:lvl1pPr>
          </a:lstStyle>
          <a:p>
            <a:pPr lvl="0"/>
            <a:r>
              <a:rPr lang="en-US" dirty="0"/>
              <a:t>Edit Master text styles</a:t>
            </a:r>
            <a:endParaRPr lang="en-IN" dirty="0"/>
          </a:p>
        </p:txBody>
      </p:sp>
      <p:sp>
        <p:nvSpPr>
          <p:cNvPr id="34" name="Content Placeholder 7">
            <a:extLst>
              <a:ext uri="{FF2B5EF4-FFF2-40B4-BE49-F238E27FC236}">
                <a16:creationId xmlns:a16="http://schemas.microsoft.com/office/drawing/2014/main" id="{2ADF9ACA-8C5F-21EA-2AC1-57C7EC18EAF3}"/>
              </a:ext>
            </a:extLst>
          </p:cNvPr>
          <p:cNvSpPr>
            <a:spLocks noGrp="1"/>
          </p:cNvSpPr>
          <p:nvPr>
            <p:ph sz="quarter" idx="25"/>
          </p:nvPr>
        </p:nvSpPr>
        <p:spPr>
          <a:xfrm>
            <a:off x="7205534" y="4258628"/>
            <a:ext cx="4776916" cy="1965960"/>
          </a:xfrm>
          <a:prstGeom prst="rect">
            <a:avLst/>
          </a:prstGeom>
        </p:spPr>
        <p:txBody>
          <a:bodyPr/>
          <a:lstStyle>
            <a:lvl1pPr marL="228594" indent="-228594">
              <a:lnSpc>
                <a:spcPct val="100000"/>
              </a:lnSpc>
              <a:buFont typeface="Wingdings" panose="05000000000000000000" pitchFamily="2" charset="2"/>
              <a:buChar char="q"/>
              <a:defRPr sz="1200"/>
            </a:lvl1pPr>
            <a:lvl2pPr marL="457200" indent="-228594">
              <a:lnSpc>
                <a:spcPct val="100000"/>
              </a:lnSpc>
              <a:buFont typeface="Wingdings" panose="05000000000000000000" pitchFamily="2" charset="2"/>
              <a:buChar char="Ø"/>
              <a:defRPr sz="1100"/>
            </a:lvl2pPr>
            <a:lvl3pPr marL="685800" indent="-228594">
              <a:lnSpc>
                <a:spcPct val="100000"/>
              </a:lnSpc>
              <a:buFont typeface="Wingdings" panose="05000000000000000000" pitchFamily="2" charset="2"/>
              <a:buChar char="§"/>
              <a:defRPr sz="1000"/>
            </a:lvl3pPr>
            <a:lvl4pPr marL="914400" indent="-228594">
              <a:lnSpc>
                <a:spcPct val="100000"/>
              </a:lnSpc>
              <a:buFont typeface="Courier New" panose="02070309020205020404" pitchFamily="49" charset="0"/>
              <a:buChar char="o"/>
              <a:defRPr sz="900"/>
            </a:lvl4pPr>
            <a:lvl5pPr marL="1143000">
              <a:lnSpc>
                <a:spcPct val="100000"/>
              </a:lnSpc>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338534215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5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Footer Placeholder 2"/>
          <p:cNvSpPr>
            <a:spLocks noGrp="1"/>
          </p:cNvSpPr>
          <p:nvPr>
            <p:ph type="ftr" sz="quarter" idx="10"/>
          </p:nvPr>
        </p:nvSpPr>
        <p:spPr/>
        <p:txBody>
          <a:bodyPr/>
          <a:lstStyle/>
          <a:p>
            <a:r>
              <a:rPr lang="en-US" dirty="0"/>
              <a:t>©2026 Fact.MR, All Rights Reserved</a:t>
            </a:r>
          </a:p>
        </p:txBody>
      </p:sp>
      <p:sp>
        <p:nvSpPr>
          <p:cNvPr id="4" name="Slide Number Placeholder 3"/>
          <p:cNvSpPr>
            <a:spLocks noGrp="1"/>
          </p:cNvSpPr>
          <p:nvPr>
            <p:ph type="sldNum" sz="quarter" idx="11"/>
          </p:nvPr>
        </p:nvSpPr>
        <p:spPr/>
        <p:txBody>
          <a:bodyPr/>
          <a:lstStyle/>
          <a:p>
            <a:fld id="{4B17068C-EB94-40A3-A5F2-664CDD77FDAC}" type="slidenum">
              <a:rPr lang="en-US" smtClean="0"/>
              <a:pPr/>
              <a:t>‹#›</a:t>
            </a:fld>
            <a:endParaRPr lang="en-US" dirty="0"/>
          </a:p>
        </p:txBody>
      </p:sp>
      <p:sp>
        <p:nvSpPr>
          <p:cNvPr id="5" name="Freeform 4"/>
          <p:cNvSpPr/>
          <p:nvPr userDrawn="1"/>
        </p:nvSpPr>
        <p:spPr>
          <a:xfrm>
            <a:off x="157241" y="1066800"/>
            <a:ext cx="3767328"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lvl="0" algn="ctr"/>
            <a:endParaRPr lang="en-GB" sz="1013"/>
          </a:p>
        </p:txBody>
      </p:sp>
      <p:sp>
        <p:nvSpPr>
          <p:cNvPr id="7" name="Text Placeholder 6"/>
          <p:cNvSpPr>
            <a:spLocks noGrp="1"/>
          </p:cNvSpPr>
          <p:nvPr>
            <p:ph type="body" sz="quarter" idx="12"/>
          </p:nvPr>
        </p:nvSpPr>
        <p:spPr>
          <a:xfrm>
            <a:off x="171577" y="1066800"/>
            <a:ext cx="3767328" cy="466344"/>
          </a:xfrm>
          <a:prstGeom prst="rect">
            <a:avLst/>
          </a:prstGeom>
        </p:spPr>
        <p:txBody>
          <a:bodyPr anchor="b"/>
          <a:lstStyle>
            <a:lvl1pPr marL="0" indent="0" algn="ctr">
              <a:buNone/>
              <a:defRPr sz="1300" b="1"/>
            </a:lvl1pPr>
          </a:lstStyle>
          <a:p>
            <a:pPr lvl="0"/>
            <a:r>
              <a:rPr lang="en-US" dirty="0"/>
              <a:t>Edit Master text styles</a:t>
            </a:r>
            <a:endParaRPr lang="en-IN" dirty="0"/>
          </a:p>
        </p:txBody>
      </p:sp>
      <p:sp>
        <p:nvSpPr>
          <p:cNvPr id="8" name="Content Placeholder 7"/>
          <p:cNvSpPr>
            <a:spLocks noGrp="1"/>
          </p:cNvSpPr>
          <p:nvPr>
            <p:ph sz="quarter" idx="13"/>
          </p:nvPr>
        </p:nvSpPr>
        <p:spPr>
          <a:xfrm>
            <a:off x="152400" y="1562100"/>
            <a:ext cx="3767328" cy="1965960"/>
          </a:xfrm>
          <a:prstGeom prst="rect">
            <a:avLst/>
          </a:prstGeom>
        </p:spPr>
        <p:txBody>
          <a:bodyPr/>
          <a:lstStyle>
            <a:lvl1pPr marL="228594" indent="-228594">
              <a:lnSpc>
                <a:spcPct val="100000"/>
              </a:lnSpc>
              <a:buFont typeface="Wingdings" panose="05000000000000000000" pitchFamily="2" charset="2"/>
              <a:buChar char="q"/>
              <a:defRPr sz="1200"/>
            </a:lvl1pPr>
            <a:lvl2pPr marL="457200" indent="-228594">
              <a:lnSpc>
                <a:spcPct val="100000"/>
              </a:lnSpc>
              <a:buFont typeface="Wingdings" panose="05000000000000000000" pitchFamily="2" charset="2"/>
              <a:buChar char="Ø"/>
              <a:defRPr sz="1100"/>
            </a:lvl2pPr>
            <a:lvl3pPr marL="685800" indent="-228594">
              <a:lnSpc>
                <a:spcPct val="100000"/>
              </a:lnSpc>
              <a:buFont typeface="Wingdings" panose="05000000000000000000" pitchFamily="2" charset="2"/>
              <a:buChar char="§"/>
              <a:defRPr sz="1000"/>
            </a:lvl3pPr>
            <a:lvl4pPr marL="914400" indent="-228594">
              <a:lnSpc>
                <a:spcPct val="100000"/>
              </a:lnSpc>
              <a:buFont typeface="Courier New" panose="02070309020205020404" pitchFamily="49" charset="0"/>
              <a:buChar char="o"/>
              <a:defRPr sz="900"/>
            </a:lvl4pPr>
            <a:lvl5pPr marL="1143000">
              <a:lnSpc>
                <a:spcPct val="100000"/>
              </a:lnSpc>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Freeform 8"/>
          <p:cNvSpPr/>
          <p:nvPr userDrawn="1"/>
        </p:nvSpPr>
        <p:spPr>
          <a:xfrm>
            <a:off x="4204525" y="1066800"/>
            <a:ext cx="3767328"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lvl="0" algn="ctr"/>
            <a:endParaRPr lang="en-GB" sz="1013"/>
          </a:p>
        </p:txBody>
      </p:sp>
      <p:sp>
        <p:nvSpPr>
          <p:cNvPr id="10" name="Text Placeholder 6"/>
          <p:cNvSpPr>
            <a:spLocks noGrp="1"/>
          </p:cNvSpPr>
          <p:nvPr>
            <p:ph type="body" sz="quarter" idx="14"/>
          </p:nvPr>
        </p:nvSpPr>
        <p:spPr>
          <a:xfrm>
            <a:off x="4204525" y="1066800"/>
            <a:ext cx="3767328" cy="466344"/>
          </a:xfrm>
          <a:prstGeom prst="rect">
            <a:avLst/>
          </a:prstGeom>
        </p:spPr>
        <p:txBody>
          <a:bodyPr anchor="b"/>
          <a:lstStyle>
            <a:lvl1pPr marL="0" indent="0" algn="ctr">
              <a:buNone/>
              <a:defRPr sz="1300" b="1"/>
            </a:lvl1pPr>
          </a:lstStyle>
          <a:p>
            <a:pPr lvl="0"/>
            <a:r>
              <a:rPr lang="en-US" dirty="0"/>
              <a:t>Edit Master text styles</a:t>
            </a:r>
            <a:endParaRPr lang="en-IN" dirty="0"/>
          </a:p>
        </p:txBody>
      </p:sp>
      <p:sp>
        <p:nvSpPr>
          <p:cNvPr id="11" name="Content Placeholder 7"/>
          <p:cNvSpPr>
            <a:spLocks noGrp="1"/>
          </p:cNvSpPr>
          <p:nvPr>
            <p:ph sz="quarter" idx="15"/>
          </p:nvPr>
        </p:nvSpPr>
        <p:spPr>
          <a:xfrm>
            <a:off x="4204525" y="1562100"/>
            <a:ext cx="3767328" cy="1965960"/>
          </a:xfrm>
          <a:prstGeom prst="rect">
            <a:avLst/>
          </a:prstGeom>
        </p:spPr>
        <p:txBody>
          <a:bodyPr/>
          <a:lstStyle>
            <a:lvl1pPr marL="228594" indent="-228594">
              <a:lnSpc>
                <a:spcPct val="100000"/>
              </a:lnSpc>
              <a:buFont typeface="Wingdings" panose="05000000000000000000" pitchFamily="2" charset="2"/>
              <a:buChar char="q"/>
              <a:defRPr sz="1200"/>
            </a:lvl1pPr>
            <a:lvl2pPr marL="457200" indent="-228594">
              <a:lnSpc>
                <a:spcPct val="100000"/>
              </a:lnSpc>
              <a:buFont typeface="Wingdings" panose="05000000000000000000" pitchFamily="2" charset="2"/>
              <a:buChar char="Ø"/>
              <a:defRPr sz="1100"/>
            </a:lvl2pPr>
            <a:lvl3pPr marL="685800" indent="-228594">
              <a:lnSpc>
                <a:spcPct val="100000"/>
              </a:lnSpc>
              <a:buFont typeface="Wingdings" panose="05000000000000000000" pitchFamily="2" charset="2"/>
              <a:buChar char="§"/>
              <a:defRPr sz="1000"/>
            </a:lvl3pPr>
            <a:lvl4pPr marL="914400" indent="-228594">
              <a:lnSpc>
                <a:spcPct val="100000"/>
              </a:lnSpc>
              <a:buFont typeface="Courier New" panose="02070309020205020404" pitchFamily="49" charset="0"/>
              <a:buChar char="o"/>
              <a:defRPr sz="900"/>
            </a:lvl4pPr>
            <a:lvl5pPr marL="1143000">
              <a:lnSpc>
                <a:spcPct val="100000"/>
              </a:lnSpc>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2" name="Freeform 11"/>
          <p:cNvSpPr/>
          <p:nvPr userDrawn="1"/>
        </p:nvSpPr>
        <p:spPr>
          <a:xfrm>
            <a:off x="8223138" y="1066800"/>
            <a:ext cx="3767328"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lvl="0" algn="ctr"/>
            <a:endParaRPr lang="en-GB" sz="1013"/>
          </a:p>
        </p:txBody>
      </p:sp>
      <p:sp>
        <p:nvSpPr>
          <p:cNvPr id="13" name="Text Placeholder 6"/>
          <p:cNvSpPr>
            <a:spLocks noGrp="1"/>
          </p:cNvSpPr>
          <p:nvPr>
            <p:ph type="body" sz="quarter" idx="16"/>
          </p:nvPr>
        </p:nvSpPr>
        <p:spPr>
          <a:xfrm>
            <a:off x="8237474" y="1066800"/>
            <a:ext cx="3748151" cy="466344"/>
          </a:xfrm>
          <a:prstGeom prst="rect">
            <a:avLst/>
          </a:prstGeom>
        </p:spPr>
        <p:txBody>
          <a:bodyPr anchor="b"/>
          <a:lstStyle>
            <a:lvl1pPr marL="0" indent="0" algn="ctr">
              <a:buNone/>
              <a:defRPr sz="1300" b="1"/>
            </a:lvl1pPr>
          </a:lstStyle>
          <a:p>
            <a:pPr lvl="0"/>
            <a:r>
              <a:rPr lang="en-US" dirty="0"/>
              <a:t>Edit Master text styles</a:t>
            </a:r>
            <a:endParaRPr lang="en-IN" dirty="0"/>
          </a:p>
        </p:txBody>
      </p:sp>
      <p:sp>
        <p:nvSpPr>
          <p:cNvPr id="14" name="Content Placeholder 7"/>
          <p:cNvSpPr>
            <a:spLocks noGrp="1"/>
          </p:cNvSpPr>
          <p:nvPr>
            <p:ph sz="quarter" idx="17"/>
          </p:nvPr>
        </p:nvSpPr>
        <p:spPr>
          <a:xfrm>
            <a:off x="8218297" y="1562100"/>
            <a:ext cx="3767328" cy="1965960"/>
          </a:xfrm>
          <a:prstGeom prst="rect">
            <a:avLst/>
          </a:prstGeom>
        </p:spPr>
        <p:txBody>
          <a:bodyPr/>
          <a:lstStyle>
            <a:lvl1pPr marL="228594" indent="-228594">
              <a:lnSpc>
                <a:spcPct val="100000"/>
              </a:lnSpc>
              <a:buFont typeface="Wingdings" panose="05000000000000000000" pitchFamily="2" charset="2"/>
              <a:buChar char="q"/>
              <a:defRPr sz="1200"/>
            </a:lvl1pPr>
            <a:lvl2pPr marL="457200" indent="-228594">
              <a:lnSpc>
                <a:spcPct val="100000"/>
              </a:lnSpc>
              <a:buFont typeface="Wingdings" panose="05000000000000000000" pitchFamily="2" charset="2"/>
              <a:buChar char="Ø"/>
              <a:defRPr sz="1100"/>
            </a:lvl2pPr>
            <a:lvl3pPr marL="685800" indent="-228594">
              <a:lnSpc>
                <a:spcPct val="100000"/>
              </a:lnSpc>
              <a:buFont typeface="Wingdings" panose="05000000000000000000" pitchFamily="2" charset="2"/>
              <a:buChar char="§"/>
              <a:defRPr sz="1000"/>
            </a:lvl3pPr>
            <a:lvl4pPr marL="914400" indent="-228594">
              <a:lnSpc>
                <a:spcPct val="100000"/>
              </a:lnSpc>
              <a:buFont typeface="Courier New" panose="02070309020205020404" pitchFamily="49" charset="0"/>
              <a:buChar char="o"/>
              <a:defRPr sz="900"/>
            </a:lvl4pPr>
            <a:lvl5pPr marL="1143000">
              <a:lnSpc>
                <a:spcPct val="100000"/>
              </a:lnSpc>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5" name="Freeform 14"/>
          <p:cNvSpPr/>
          <p:nvPr userDrawn="1"/>
        </p:nvSpPr>
        <p:spPr>
          <a:xfrm>
            <a:off x="157240" y="3763328"/>
            <a:ext cx="11833225"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lvl="0" algn="ctr"/>
            <a:endParaRPr lang="en-GB" sz="1013"/>
          </a:p>
        </p:txBody>
      </p:sp>
      <p:sp>
        <p:nvSpPr>
          <p:cNvPr id="16" name="Text Placeholder 6"/>
          <p:cNvSpPr>
            <a:spLocks noGrp="1"/>
          </p:cNvSpPr>
          <p:nvPr>
            <p:ph type="body" sz="quarter" idx="18"/>
          </p:nvPr>
        </p:nvSpPr>
        <p:spPr>
          <a:xfrm>
            <a:off x="171576" y="3763328"/>
            <a:ext cx="11814049" cy="466344"/>
          </a:xfrm>
          <a:prstGeom prst="rect">
            <a:avLst/>
          </a:prstGeom>
        </p:spPr>
        <p:txBody>
          <a:bodyPr anchor="b"/>
          <a:lstStyle>
            <a:lvl1pPr marL="0" indent="0" algn="ctr">
              <a:buNone/>
              <a:defRPr sz="1300" b="1"/>
            </a:lvl1pPr>
          </a:lstStyle>
          <a:p>
            <a:pPr lvl="0"/>
            <a:r>
              <a:rPr lang="en-US" dirty="0"/>
              <a:t>Edit Master text styles</a:t>
            </a:r>
            <a:endParaRPr lang="en-IN" dirty="0"/>
          </a:p>
        </p:txBody>
      </p:sp>
      <p:sp>
        <p:nvSpPr>
          <p:cNvPr id="17" name="Content Placeholder 7"/>
          <p:cNvSpPr>
            <a:spLocks noGrp="1"/>
          </p:cNvSpPr>
          <p:nvPr>
            <p:ph sz="quarter" idx="19"/>
          </p:nvPr>
        </p:nvSpPr>
        <p:spPr>
          <a:xfrm>
            <a:off x="152399" y="4258628"/>
            <a:ext cx="11833225" cy="1965960"/>
          </a:xfrm>
          <a:prstGeom prst="rect">
            <a:avLst/>
          </a:prstGeom>
        </p:spPr>
        <p:txBody>
          <a:bodyPr/>
          <a:lstStyle>
            <a:lvl1pPr marL="228594" indent="-228594">
              <a:lnSpc>
                <a:spcPct val="100000"/>
              </a:lnSpc>
              <a:buFont typeface="Wingdings" panose="05000000000000000000" pitchFamily="2" charset="2"/>
              <a:buChar char="q"/>
              <a:defRPr sz="1200"/>
            </a:lvl1pPr>
            <a:lvl2pPr marL="457200" indent="-228594">
              <a:lnSpc>
                <a:spcPct val="100000"/>
              </a:lnSpc>
              <a:buFont typeface="Wingdings" panose="05000000000000000000" pitchFamily="2" charset="2"/>
              <a:buChar char="Ø"/>
              <a:defRPr sz="1100"/>
            </a:lvl2pPr>
            <a:lvl3pPr marL="685800" indent="-228594">
              <a:lnSpc>
                <a:spcPct val="100000"/>
              </a:lnSpc>
              <a:buFont typeface="Wingdings" panose="05000000000000000000" pitchFamily="2" charset="2"/>
              <a:buChar char="§"/>
              <a:defRPr sz="1000"/>
            </a:lvl3pPr>
            <a:lvl4pPr marL="914400" indent="-228594">
              <a:lnSpc>
                <a:spcPct val="100000"/>
              </a:lnSpc>
              <a:buFont typeface="Courier New" panose="02070309020205020404" pitchFamily="49" charset="0"/>
              <a:buChar char="o"/>
              <a:defRPr sz="900"/>
            </a:lvl4pPr>
            <a:lvl5pPr marL="1143000">
              <a:lnSpc>
                <a:spcPct val="100000"/>
              </a:lnSpc>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181843965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7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Footer Placeholder 2"/>
          <p:cNvSpPr>
            <a:spLocks noGrp="1"/>
          </p:cNvSpPr>
          <p:nvPr>
            <p:ph type="ftr" sz="quarter" idx="10"/>
          </p:nvPr>
        </p:nvSpPr>
        <p:spPr/>
        <p:txBody>
          <a:bodyPr/>
          <a:lstStyle/>
          <a:p>
            <a:r>
              <a:rPr lang="en-US" dirty="0"/>
              <a:t>©2026 Fact.MR, All Rights Reserved</a:t>
            </a:r>
          </a:p>
        </p:txBody>
      </p:sp>
      <p:sp>
        <p:nvSpPr>
          <p:cNvPr id="4" name="Slide Number Placeholder 3"/>
          <p:cNvSpPr>
            <a:spLocks noGrp="1"/>
          </p:cNvSpPr>
          <p:nvPr>
            <p:ph type="sldNum" sz="quarter" idx="11"/>
          </p:nvPr>
        </p:nvSpPr>
        <p:spPr/>
        <p:txBody>
          <a:bodyPr/>
          <a:lstStyle/>
          <a:p>
            <a:fld id="{4B17068C-EB94-40A3-A5F2-664CDD77FDAC}" type="slidenum">
              <a:rPr lang="en-US" smtClean="0"/>
              <a:pPr/>
              <a:t>‹#›</a:t>
            </a:fld>
            <a:endParaRPr lang="en-US" dirty="0"/>
          </a:p>
        </p:txBody>
      </p:sp>
      <p:sp>
        <p:nvSpPr>
          <p:cNvPr id="9" name="Freeform 8"/>
          <p:cNvSpPr/>
          <p:nvPr userDrawn="1"/>
        </p:nvSpPr>
        <p:spPr>
          <a:xfrm>
            <a:off x="2045119" y="1066800"/>
            <a:ext cx="4802721"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lvl="0" algn="ctr"/>
            <a:endParaRPr lang="en-GB" sz="1013"/>
          </a:p>
        </p:txBody>
      </p:sp>
      <p:sp>
        <p:nvSpPr>
          <p:cNvPr id="10" name="Text Placeholder 6"/>
          <p:cNvSpPr>
            <a:spLocks noGrp="1"/>
          </p:cNvSpPr>
          <p:nvPr>
            <p:ph type="body" sz="quarter" idx="14"/>
          </p:nvPr>
        </p:nvSpPr>
        <p:spPr>
          <a:xfrm>
            <a:off x="2040278" y="1066800"/>
            <a:ext cx="4807562" cy="466344"/>
          </a:xfrm>
          <a:prstGeom prst="rect">
            <a:avLst/>
          </a:prstGeom>
        </p:spPr>
        <p:txBody>
          <a:bodyPr anchor="b"/>
          <a:lstStyle>
            <a:lvl1pPr marL="0" indent="0" algn="ctr">
              <a:buNone/>
              <a:defRPr sz="1300" b="1"/>
            </a:lvl1pPr>
          </a:lstStyle>
          <a:p>
            <a:pPr lvl="0"/>
            <a:r>
              <a:rPr lang="en-US" dirty="0"/>
              <a:t>Edit Master text styles</a:t>
            </a:r>
            <a:endParaRPr lang="en-IN" dirty="0"/>
          </a:p>
        </p:txBody>
      </p:sp>
      <p:sp>
        <p:nvSpPr>
          <p:cNvPr id="11" name="Content Placeholder 7"/>
          <p:cNvSpPr>
            <a:spLocks noGrp="1"/>
          </p:cNvSpPr>
          <p:nvPr>
            <p:ph sz="quarter" idx="15"/>
          </p:nvPr>
        </p:nvSpPr>
        <p:spPr>
          <a:xfrm>
            <a:off x="2045119" y="1562100"/>
            <a:ext cx="4802721" cy="1965960"/>
          </a:xfrm>
          <a:prstGeom prst="rect">
            <a:avLst/>
          </a:prstGeom>
        </p:spPr>
        <p:txBody>
          <a:bodyPr/>
          <a:lstStyle>
            <a:lvl1pPr marL="228594" indent="-228594">
              <a:lnSpc>
                <a:spcPct val="100000"/>
              </a:lnSpc>
              <a:buFont typeface="Wingdings" panose="05000000000000000000" pitchFamily="2" charset="2"/>
              <a:buChar char="q"/>
              <a:defRPr sz="1200"/>
            </a:lvl1pPr>
            <a:lvl2pPr marL="457200" indent="-228594">
              <a:lnSpc>
                <a:spcPct val="100000"/>
              </a:lnSpc>
              <a:buFont typeface="Wingdings" panose="05000000000000000000" pitchFamily="2" charset="2"/>
              <a:buChar char="Ø"/>
              <a:defRPr sz="1100"/>
            </a:lvl2pPr>
            <a:lvl3pPr marL="685800" indent="-228594">
              <a:lnSpc>
                <a:spcPct val="100000"/>
              </a:lnSpc>
              <a:buFont typeface="Wingdings" panose="05000000000000000000" pitchFamily="2" charset="2"/>
              <a:buChar char="§"/>
              <a:defRPr sz="1000"/>
            </a:lvl3pPr>
            <a:lvl4pPr marL="914400" indent="-228594">
              <a:lnSpc>
                <a:spcPct val="100000"/>
              </a:lnSpc>
              <a:buFont typeface="Courier New" panose="02070309020205020404" pitchFamily="49" charset="0"/>
              <a:buChar char="o"/>
              <a:defRPr sz="900"/>
            </a:lvl4pPr>
            <a:lvl5pPr marL="1143000">
              <a:lnSpc>
                <a:spcPct val="100000"/>
              </a:lnSpc>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5" name="Freeform 14"/>
          <p:cNvSpPr/>
          <p:nvPr userDrawn="1"/>
        </p:nvSpPr>
        <p:spPr>
          <a:xfrm>
            <a:off x="2045119" y="3763328"/>
            <a:ext cx="9945346"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lvl="0" algn="ctr"/>
            <a:endParaRPr lang="en-GB" sz="1013"/>
          </a:p>
        </p:txBody>
      </p:sp>
      <p:sp>
        <p:nvSpPr>
          <p:cNvPr id="16" name="Text Placeholder 6"/>
          <p:cNvSpPr>
            <a:spLocks noGrp="1"/>
          </p:cNvSpPr>
          <p:nvPr>
            <p:ph type="body" sz="quarter" idx="18"/>
          </p:nvPr>
        </p:nvSpPr>
        <p:spPr>
          <a:xfrm>
            <a:off x="2045119" y="3763328"/>
            <a:ext cx="9940506" cy="466344"/>
          </a:xfrm>
          <a:prstGeom prst="rect">
            <a:avLst/>
          </a:prstGeom>
        </p:spPr>
        <p:txBody>
          <a:bodyPr anchor="b"/>
          <a:lstStyle>
            <a:lvl1pPr marL="0" indent="0" algn="ctr">
              <a:buNone/>
              <a:defRPr sz="1300" b="1"/>
            </a:lvl1pPr>
          </a:lstStyle>
          <a:p>
            <a:pPr lvl="0"/>
            <a:r>
              <a:rPr lang="en-US" dirty="0"/>
              <a:t>Edit Master text styles</a:t>
            </a:r>
            <a:endParaRPr lang="en-IN" dirty="0"/>
          </a:p>
        </p:txBody>
      </p:sp>
      <p:sp>
        <p:nvSpPr>
          <p:cNvPr id="17" name="Content Placeholder 7"/>
          <p:cNvSpPr>
            <a:spLocks noGrp="1"/>
          </p:cNvSpPr>
          <p:nvPr>
            <p:ph sz="quarter" idx="19"/>
          </p:nvPr>
        </p:nvSpPr>
        <p:spPr>
          <a:xfrm>
            <a:off x="2040278" y="4258628"/>
            <a:ext cx="9945346" cy="1965960"/>
          </a:xfrm>
          <a:prstGeom prst="rect">
            <a:avLst/>
          </a:prstGeom>
        </p:spPr>
        <p:txBody>
          <a:bodyPr/>
          <a:lstStyle>
            <a:lvl1pPr marL="228594" indent="-228594">
              <a:lnSpc>
                <a:spcPct val="100000"/>
              </a:lnSpc>
              <a:buFont typeface="Wingdings" panose="05000000000000000000" pitchFamily="2" charset="2"/>
              <a:buChar char="q"/>
              <a:defRPr sz="1200"/>
            </a:lvl1pPr>
            <a:lvl2pPr marL="457200" indent="-228594">
              <a:lnSpc>
                <a:spcPct val="100000"/>
              </a:lnSpc>
              <a:buFont typeface="Wingdings" panose="05000000000000000000" pitchFamily="2" charset="2"/>
              <a:buChar char="Ø"/>
              <a:defRPr sz="1100"/>
            </a:lvl2pPr>
            <a:lvl3pPr marL="685800" indent="-228594">
              <a:lnSpc>
                <a:spcPct val="100000"/>
              </a:lnSpc>
              <a:buFont typeface="Wingdings" panose="05000000000000000000" pitchFamily="2" charset="2"/>
              <a:buChar char="§"/>
              <a:defRPr sz="1000"/>
            </a:lvl3pPr>
            <a:lvl4pPr marL="914400" indent="-228594">
              <a:lnSpc>
                <a:spcPct val="100000"/>
              </a:lnSpc>
              <a:buFont typeface="Courier New" panose="02070309020205020404" pitchFamily="49" charset="0"/>
              <a:buChar char="o"/>
              <a:defRPr sz="900"/>
            </a:lvl4pPr>
            <a:lvl5pPr marL="1143000">
              <a:lnSpc>
                <a:spcPct val="100000"/>
              </a:lnSpc>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3" name="Freeform 8">
            <a:extLst>
              <a:ext uri="{FF2B5EF4-FFF2-40B4-BE49-F238E27FC236}">
                <a16:creationId xmlns:a16="http://schemas.microsoft.com/office/drawing/2014/main" id="{0247525B-FA78-11F1-B281-94B2AF0F854A}"/>
              </a:ext>
            </a:extLst>
          </p:cNvPr>
          <p:cNvSpPr/>
          <p:nvPr userDrawn="1"/>
        </p:nvSpPr>
        <p:spPr>
          <a:xfrm>
            <a:off x="7179729" y="1072542"/>
            <a:ext cx="4802721"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lvl="0" algn="ctr"/>
            <a:endParaRPr lang="en-GB" sz="1013"/>
          </a:p>
        </p:txBody>
      </p:sp>
      <p:sp>
        <p:nvSpPr>
          <p:cNvPr id="24" name="Text Placeholder 6">
            <a:extLst>
              <a:ext uri="{FF2B5EF4-FFF2-40B4-BE49-F238E27FC236}">
                <a16:creationId xmlns:a16="http://schemas.microsoft.com/office/drawing/2014/main" id="{4B2E56F8-FB03-30FD-CF26-35DC579DD183}"/>
              </a:ext>
            </a:extLst>
          </p:cNvPr>
          <p:cNvSpPr>
            <a:spLocks noGrp="1"/>
          </p:cNvSpPr>
          <p:nvPr>
            <p:ph type="body" sz="quarter" idx="20"/>
          </p:nvPr>
        </p:nvSpPr>
        <p:spPr>
          <a:xfrm>
            <a:off x="7179729" y="1072542"/>
            <a:ext cx="4802721" cy="466344"/>
          </a:xfrm>
          <a:prstGeom prst="rect">
            <a:avLst/>
          </a:prstGeom>
        </p:spPr>
        <p:txBody>
          <a:bodyPr anchor="b"/>
          <a:lstStyle>
            <a:lvl1pPr marL="0" indent="0" algn="ctr">
              <a:buNone/>
              <a:defRPr sz="1300" b="1"/>
            </a:lvl1pPr>
          </a:lstStyle>
          <a:p>
            <a:pPr lvl="0"/>
            <a:r>
              <a:rPr lang="en-US" dirty="0"/>
              <a:t>Edit Master text styles</a:t>
            </a:r>
            <a:endParaRPr lang="en-IN" dirty="0"/>
          </a:p>
        </p:txBody>
      </p:sp>
      <p:sp>
        <p:nvSpPr>
          <p:cNvPr id="25" name="Content Placeholder 7">
            <a:extLst>
              <a:ext uri="{FF2B5EF4-FFF2-40B4-BE49-F238E27FC236}">
                <a16:creationId xmlns:a16="http://schemas.microsoft.com/office/drawing/2014/main" id="{780F01AA-4D20-18CA-5043-A42BEA8D174E}"/>
              </a:ext>
            </a:extLst>
          </p:cNvPr>
          <p:cNvSpPr>
            <a:spLocks noGrp="1"/>
          </p:cNvSpPr>
          <p:nvPr>
            <p:ph sz="quarter" idx="21"/>
          </p:nvPr>
        </p:nvSpPr>
        <p:spPr>
          <a:xfrm>
            <a:off x="7179729" y="1567842"/>
            <a:ext cx="4802721" cy="1965960"/>
          </a:xfrm>
          <a:prstGeom prst="rect">
            <a:avLst/>
          </a:prstGeom>
        </p:spPr>
        <p:txBody>
          <a:bodyPr/>
          <a:lstStyle>
            <a:lvl1pPr marL="228594" indent="-228594">
              <a:lnSpc>
                <a:spcPct val="100000"/>
              </a:lnSpc>
              <a:buFont typeface="Wingdings" panose="05000000000000000000" pitchFamily="2" charset="2"/>
              <a:buChar char="q"/>
              <a:defRPr sz="1200"/>
            </a:lvl1pPr>
            <a:lvl2pPr marL="457200" indent="-228594">
              <a:lnSpc>
                <a:spcPct val="100000"/>
              </a:lnSpc>
              <a:buFont typeface="Wingdings" panose="05000000000000000000" pitchFamily="2" charset="2"/>
              <a:buChar char="Ø"/>
              <a:defRPr sz="1100"/>
            </a:lvl2pPr>
            <a:lvl3pPr marL="685800" indent="-228594">
              <a:lnSpc>
                <a:spcPct val="100000"/>
              </a:lnSpc>
              <a:buFont typeface="Wingdings" panose="05000000000000000000" pitchFamily="2" charset="2"/>
              <a:buChar char="§"/>
              <a:defRPr sz="1000"/>
            </a:lvl3pPr>
            <a:lvl4pPr marL="914400" indent="-228594">
              <a:lnSpc>
                <a:spcPct val="100000"/>
              </a:lnSpc>
              <a:buFont typeface="Courier New" panose="02070309020205020404" pitchFamily="49" charset="0"/>
              <a:buChar char="o"/>
              <a:defRPr sz="900"/>
            </a:lvl4pPr>
            <a:lvl5pPr marL="1143000">
              <a:lnSpc>
                <a:spcPct val="100000"/>
              </a:lnSpc>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247595419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22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Footer Placeholder 2"/>
          <p:cNvSpPr>
            <a:spLocks noGrp="1"/>
          </p:cNvSpPr>
          <p:nvPr>
            <p:ph type="ftr" sz="quarter" idx="10"/>
          </p:nvPr>
        </p:nvSpPr>
        <p:spPr/>
        <p:txBody>
          <a:bodyPr/>
          <a:lstStyle/>
          <a:p>
            <a:r>
              <a:rPr lang="en-US" dirty="0"/>
              <a:t>©2026 Fact.MR, All Rights Reserved</a:t>
            </a:r>
          </a:p>
        </p:txBody>
      </p:sp>
      <p:sp>
        <p:nvSpPr>
          <p:cNvPr id="4" name="Slide Number Placeholder 3"/>
          <p:cNvSpPr>
            <a:spLocks noGrp="1"/>
          </p:cNvSpPr>
          <p:nvPr>
            <p:ph type="sldNum" sz="quarter" idx="11"/>
          </p:nvPr>
        </p:nvSpPr>
        <p:spPr/>
        <p:txBody>
          <a:bodyPr/>
          <a:lstStyle/>
          <a:p>
            <a:fld id="{4B17068C-EB94-40A3-A5F2-664CDD77FDAC}" type="slidenum">
              <a:rPr lang="en-US" smtClean="0"/>
              <a:pPr/>
              <a:t>‹#›</a:t>
            </a:fld>
            <a:endParaRPr lang="en-US" dirty="0"/>
          </a:p>
        </p:txBody>
      </p:sp>
      <p:sp>
        <p:nvSpPr>
          <p:cNvPr id="9" name="Freeform 8"/>
          <p:cNvSpPr/>
          <p:nvPr userDrawn="1"/>
        </p:nvSpPr>
        <p:spPr>
          <a:xfrm>
            <a:off x="2045119" y="1066800"/>
            <a:ext cx="4802721"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lvl="0" algn="ctr"/>
            <a:endParaRPr lang="en-GB" sz="1013"/>
          </a:p>
        </p:txBody>
      </p:sp>
      <p:sp>
        <p:nvSpPr>
          <p:cNvPr id="10" name="Text Placeholder 6"/>
          <p:cNvSpPr>
            <a:spLocks noGrp="1"/>
          </p:cNvSpPr>
          <p:nvPr>
            <p:ph type="body" sz="quarter" idx="14"/>
          </p:nvPr>
        </p:nvSpPr>
        <p:spPr>
          <a:xfrm>
            <a:off x="2040278" y="1066800"/>
            <a:ext cx="4807562" cy="466344"/>
          </a:xfrm>
          <a:prstGeom prst="rect">
            <a:avLst/>
          </a:prstGeom>
        </p:spPr>
        <p:txBody>
          <a:bodyPr anchor="b"/>
          <a:lstStyle>
            <a:lvl1pPr marL="0" indent="0" algn="ctr">
              <a:buNone/>
              <a:defRPr sz="1300" b="1"/>
            </a:lvl1pPr>
          </a:lstStyle>
          <a:p>
            <a:pPr lvl="0"/>
            <a:r>
              <a:rPr lang="en-US" dirty="0"/>
              <a:t>Edit Master text styles</a:t>
            </a:r>
            <a:endParaRPr lang="en-IN" dirty="0"/>
          </a:p>
        </p:txBody>
      </p:sp>
      <p:sp>
        <p:nvSpPr>
          <p:cNvPr id="11" name="Content Placeholder 7"/>
          <p:cNvSpPr>
            <a:spLocks noGrp="1"/>
          </p:cNvSpPr>
          <p:nvPr>
            <p:ph sz="quarter" idx="15"/>
          </p:nvPr>
        </p:nvSpPr>
        <p:spPr>
          <a:xfrm>
            <a:off x="2045119" y="1562100"/>
            <a:ext cx="4802721" cy="4656746"/>
          </a:xfrm>
          <a:prstGeom prst="rect">
            <a:avLst/>
          </a:prstGeom>
        </p:spPr>
        <p:txBody>
          <a:bodyPr/>
          <a:lstStyle>
            <a:lvl1pPr marL="228594" indent="-228594">
              <a:lnSpc>
                <a:spcPct val="100000"/>
              </a:lnSpc>
              <a:buFont typeface="Wingdings" panose="05000000000000000000" pitchFamily="2" charset="2"/>
              <a:buChar char="q"/>
              <a:defRPr sz="1200"/>
            </a:lvl1pPr>
            <a:lvl2pPr marL="457200" indent="-228594">
              <a:lnSpc>
                <a:spcPct val="100000"/>
              </a:lnSpc>
              <a:buFont typeface="Wingdings" panose="05000000000000000000" pitchFamily="2" charset="2"/>
              <a:buChar char="Ø"/>
              <a:defRPr sz="1100"/>
            </a:lvl2pPr>
            <a:lvl3pPr marL="685800" indent="-228594">
              <a:lnSpc>
                <a:spcPct val="100000"/>
              </a:lnSpc>
              <a:buFont typeface="Wingdings" panose="05000000000000000000" pitchFamily="2" charset="2"/>
              <a:buChar char="§"/>
              <a:defRPr sz="1000"/>
            </a:lvl3pPr>
            <a:lvl4pPr marL="914400" indent="-228594">
              <a:lnSpc>
                <a:spcPct val="100000"/>
              </a:lnSpc>
              <a:buFont typeface="Courier New" panose="02070309020205020404" pitchFamily="49" charset="0"/>
              <a:buChar char="o"/>
              <a:defRPr sz="900"/>
            </a:lvl4pPr>
            <a:lvl5pPr marL="1143000">
              <a:lnSpc>
                <a:spcPct val="100000"/>
              </a:lnSpc>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3" name="Freeform 8">
            <a:extLst>
              <a:ext uri="{FF2B5EF4-FFF2-40B4-BE49-F238E27FC236}">
                <a16:creationId xmlns:a16="http://schemas.microsoft.com/office/drawing/2014/main" id="{0247525B-FA78-11F1-B281-94B2AF0F854A}"/>
              </a:ext>
            </a:extLst>
          </p:cNvPr>
          <p:cNvSpPr/>
          <p:nvPr userDrawn="1"/>
        </p:nvSpPr>
        <p:spPr>
          <a:xfrm>
            <a:off x="7179729" y="1072542"/>
            <a:ext cx="4802721"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lvl="0" algn="ctr"/>
            <a:endParaRPr lang="en-GB" sz="1013"/>
          </a:p>
        </p:txBody>
      </p:sp>
      <p:sp>
        <p:nvSpPr>
          <p:cNvPr id="24" name="Text Placeholder 6">
            <a:extLst>
              <a:ext uri="{FF2B5EF4-FFF2-40B4-BE49-F238E27FC236}">
                <a16:creationId xmlns:a16="http://schemas.microsoft.com/office/drawing/2014/main" id="{4B2E56F8-FB03-30FD-CF26-35DC579DD183}"/>
              </a:ext>
            </a:extLst>
          </p:cNvPr>
          <p:cNvSpPr>
            <a:spLocks noGrp="1"/>
          </p:cNvSpPr>
          <p:nvPr>
            <p:ph type="body" sz="quarter" idx="20"/>
          </p:nvPr>
        </p:nvSpPr>
        <p:spPr>
          <a:xfrm>
            <a:off x="7179729" y="1072542"/>
            <a:ext cx="4802721" cy="466344"/>
          </a:xfrm>
          <a:prstGeom prst="rect">
            <a:avLst/>
          </a:prstGeom>
        </p:spPr>
        <p:txBody>
          <a:bodyPr anchor="b"/>
          <a:lstStyle>
            <a:lvl1pPr marL="0" indent="0" algn="ctr">
              <a:buNone/>
              <a:defRPr sz="1300" b="1"/>
            </a:lvl1pPr>
          </a:lstStyle>
          <a:p>
            <a:pPr lvl="0"/>
            <a:r>
              <a:rPr lang="en-US" dirty="0"/>
              <a:t>Edit Master text styles</a:t>
            </a:r>
            <a:endParaRPr lang="en-IN" dirty="0"/>
          </a:p>
        </p:txBody>
      </p:sp>
      <p:sp>
        <p:nvSpPr>
          <p:cNvPr id="25" name="Content Placeholder 7">
            <a:extLst>
              <a:ext uri="{FF2B5EF4-FFF2-40B4-BE49-F238E27FC236}">
                <a16:creationId xmlns:a16="http://schemas.microsoft.com/office/drawing/2014/main" id="{780F01AA-4D20-18CA-5043-A42BEA8D174E}"/>
              </a:ext>
            </a:extLst>
          </p:cNvPr>
          <p:cNvSpPr>
            <a:spLocks noGrp="1"/>
          </p:cNvSpPr>
          <p:nvPr>
            <p:ph sz="quarter" idx="21"/>
          </p:nvPr>
        </p:nvSpPr>
        <p:spPr>
          <a:xfrm>
            <a:off x="7179729" y="1567842"/>
            <a:ext cx="4802721" cy="4656746"/>
          </a:xfrm>
          <a:prstGeom prst="rect">
            <a:avLst/>
          </a:prstGeom>
        </p:spPr>
        <p:txBody>
          <a:bodyPr/>
          <a:lstStyle>
            <a:lvl1pPr marL="228594" indent="-228594">
              <a:lnSpc>
                <a:spcPct val="100000"/>
              </a:lnSpc>
              <a:buFont typeface="Wingdings" panose="05000000000000000000" pitchFamily="2" charset="2"/>
              <a:buChar char="q"/>
              <a:defRPr sz="1200"/>
            </a:lvl1pPr>
            <a:lvl2pPr marL="457200" indent="-228594">
              <a:lnSpc>
                <a:spcPct val="100000"/>
              </a:lnSpc>
              <a:buFont typeface="Wingdings" panose="05000000000000000000" pitchFamily="2" charset="2"/>
              <a:buChar char="Ø"/>
              <a:defRPr sz="1100"/>
            </a:lvl2pPr>
            <a:lvl3pPr marL="685800" indent="-228594">
              <a:lnSpc>
                <a:spcPct val="100000"/>
              </a:lnSpc>
              <a:buFont typeface="Wingdings" panose="05000000000000000000" pitchFamily="2" charset="2"/>
              <a:buChar char="§"/>
              <a:defRPr sz="1000"/>
            </a:lvl3pPr>
            <a:lvl4pPr marL="914400" indent="-228594">
              <a:lnSpc>
                <a:spcPct val="100000"/>
              </a:lnSpc>
              <a:buFont typeface="Courier New" panose="02070309020205020404" pitchFamily="49" charset="0"/>
              <a:buChar char="o"/>
              <a:defRPr sz="900"/>
            </a:lvl4pPr>
            <a:lvl5pPr marL="1143000">
              <a:lnSpc>
                <a:spcPct val="100000"/>
              </a:lnSpc>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313211070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40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Footer Placeholder 2"/>
          <p:cNvSpPr>
            <a:spLocks noGrp="1"/>
          </p:cNvSpPr>
          <p:nvPr>
            <p:ph type="ftr" sz="quarter" idx="10"/>
          </p:nvPr>
        </p:nvSpPr>
        <p:spPr/>
        <p:txBody>
          <a:bodyPr/>
          <a:lstStyle/>
          <a:p>
            <a:r>
              <a:rPr lang="en-US" dirty="0"/>
              <a:t>©2026 Fact.MR, All Rights Reserved</a:t>
            </a:r>
          </a:p>
        </p:txBody>
      </p:sp>
      <p:sp>
        <p:nvSpPr>
          <p:cNvPr id="4" name="Slide Number Placeholder 3"/>
          <p:cNvSpPr>
            <a:spLocks noGrp="1"/>
          </p:cNvSpPr>
          <p:nvPr>
            <p:ph type="sldNum" sz="quarter" idx="11"/>
          </p:nvPr>
        </p:nvSpPr>
        <p:spPr/>
        <p:txBody>
          <a:bodyPr/>
          <a:lstStyle/>
          <a:p>
            <a:fld id="{4B17068C-EB94-40A3-A5F2-664CDD77FDAC}" type="slidenum">
              <a:rPr lang="en-US" smtClean="0"/>
              <a:pPr/>
              <a:t>‹#›</a:t>
            </a:fld>
            <a:endParaRPr lang="en-US" dirty="0"/>
          </a:p>
        </p:txBody>
      </p:sp>
      <p:sp>
        <p:nvSpPr>
          <p:cNvPr id="9" name="Freeform 8"/>
          <p:cNvSpPr/>
          <p:nvPr userDrawn="1"/>
        </p:nvSpPr>
        <p:spPr>
          <a:xfrm>
            <a:off x="2045119" y="1066800"/>
            <a:ext cx="5894921"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lvl="0" algn="ctr"/>
            <a:endParaRPr lang="en-GB" sz="1013"/>
          </a:p>
        </p:txBody>
      </p:sp>
      <p:sp>
        <p:nvSpPr>
          <p:cNvPr id="10" name="Text Placeholder 6"/>
          <p:cNvSpPr>
            <a:spLocks noGrp="1"/>
          </p:cNvSpPr>
          <p:nvPr>
            <p:ph type="body" sz="quarter" idx="14"/>
          </p:nvPr>
        </p:nvSpPr>
        <p:spPr>
          <a:xfrm>
            <a:off x="2040277" y="1066800"/>
            <a:ext cx="5900863" cy="466344"/>
          </a:xfrm>
          <a:prstGeom prst="rect">
            <a:avLst/>
          </a:prstGeom>
        </p:spPr>
        <p:txBody>
          <a:bodyPr anchor="b"/>
          <a:lstStyle>
            <a:lvl1pPr marL="0" indent="0" algn="ctr">
              <a:buNone/>
              <a:defRPr sz="1300" b="1"/>
            </a:lvl1pPr>
          </a:lstStyle>
          <a:p>
            <a:pPr lvl="0"/>
            <a:r>
              <a:rPr lang="en-US" dirty="0"/>
              <a:t>Edit Master text styles</a:t>
            </a:r>
            <a:endParaRPr lang="en-IN" dirty="0"/>
          </a:p>
        </p:txBody>
      </p:sp>
      <p:sp>
        <p:nvSpPr>
          <p:cNvPr id="11" name="Content Placeholder 7"/>
          <p:cNvSpPr>
            <a:spLocks noGrp="1"/>
          </p:cNvSpPr>
          <p:nvPr>
            <p:ph sz="quarter" idx="15"/>
          </p:nvPr>
        </p:nvSpPr>
        <p:spPr>
          <a:xfrm>
            <a:off x="2045119" y="1562100"/>
            <a:ext cx="5894921" cy="4656746"/>
          </a:xfrm>
          <a:prstGeom prst="rect">
            <a:avLst/>
          </a:prstGeom>
        </p:spPr>
        <p:txBody>
          <a:bodyPr/>
          <a:lstStyle>
            <a:lvl1pPr marL="228594" indent="-228594">
              <a:lnSpc>
                <a:spcPct val="100000"/>
              </a:lnSpc>
              <a:buFont typeface="Wingdings" panose="05000000000000000000" pitchFamily="2" charset="2"/>
              <a:buChar char="q"/>
              <a:defRPr sz="1200"/>
            </a:lvl1pPr>
            <a:lvl2pPr marL="457200" indent="-228594">
              <a:lnSpc>
                <a:spcPct val="100000"/>
              </a:lnSpc>
              <a:buFont typeface="Wingdings" panose="05000000000000000000" pitchFamily="2" charset="2"/>
              <a:buChar char="Ø"/>
              <a:defRPr sz="1100"/>
            </a:lvl2pPr>
            <a:lvl3pPr marL="685800" indent="-228594">
              <a:lnSpc>
                <a:spcPct val="100000"/>
              </a:lnSpc>
              <a:buFont typeface="Wingdings" panose="05000000000000000000" pitchFamily="2" charset="2"/>
              <a:buChar char="§"/>
              <a:defRPr sz="1000"/>
            </a:lvl3pPr>
            <a:lvl4pPr marL="914400" indent="-228594">
              <a:lnSpc>
                <a:spcPct val="100000"/>
              </a:lnSpc>
              <a:buFont typeface="Courier New" panose="02070309020205020404" pitchFamily="49" charset="0"/>
              <a:buChar char="o"/>
              <a:defRPr sz="900"/>
            </a:lvl4pPr>
            <a:lvl5pPr marL="1143000">
              <a:lnSpc>
                <a:spcPct val="100000"/>
              </a:lnSpc>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3" name="Freeform 8">
            <a:extLst>
              <a:ext uri="{FF2B5EF4-FFF2-40B4-BE49-F238E27FC236}">
                <a16:creationId xmlns:a16="http://schemas.microsoft.com/office/drawing/2014/main" id="{0247525B-FA78-11F1-B281-94B2AF0F854A}"/>
              </a:ext>
            </a:extLst>
          </p:cNvPr>
          <p:cNvSpPr/>
          <p:nvPr userDrawn="1"/>
        </p:nvSpPr>
        <p:spPr>
          <a:xfrm>
            <a:off x="8321040" y="1072542"/>
            <a:ext cx="3661410"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lvl="0" algn="ctr"/>
            <a:endParaRPr lang="en-GB" sz="1013"/>
          </a:p>
        </p:txBody>
      </p:sp>
      <p:sp>
        <p:nvSpPr>
          <p:cNvPr id="24" name="Text Placeholder 6">
            <a:extLst>
              <a:ext uri="{FF2B5EF4-FFF2-40B4-BE49-F238E27FC236}">
                <a16:creationId xmlns:a16="http://schemas.microsoft.com/office/drawing/2014/main" id="{4B2E56F8-FB03-30FD-CF26-35DC579DD183}"/>
              </a:ext>
            </a:extLst>
          </p:cNvPr>
          <p:cNvSpPr>
            <a:spLocks noGrp="1"/>
          </p:cNvSpPr>
          <p:nvPr>
            <p:ph type="body" sz="quarter" idx="20"/>
          </p:nvPr>
        </p:nvSpPr>
        <p:spPr>
          <a:xfrm>
            <a:off x="8321040" y="1072542"/>
            <a:ext cx="3661410" cy="466344"/>
          </a:xfrm>
          <a:prstGeom prst="rect">
            <a:avLst/>
          </a:prstGeom>
        </p:spPr>
        <p:txBody>
          <a:bodyPr anchor="b"/>
          <a:lstStyle>
            <a:lvl1pPr marL="0" indent="0" algn="ctr">
              <a:buNone/>
              <a:defRPr sz="1300" b="1"/>
            </a:lvl1pPr>
          </a:lstStyle>
          <a:p>
            <a:pPr lvl="0"/>
            <a:r>
              <a:rPr lang="en-US" dirty="0"/>
              <a:t>Edit Master text styles</a:t>
            </a:r>
            <a:endParaRPr lang="en-IN" dirty="0"/>
          </a:p>
        </p:txBody>
      </p:sp>
      <p:sp>
        <p:nvSpPr>
          <p:cNvPr id="25" name="Content Placeholder 7">
            <a:extLst>
              <a:ext uri="{FF2B5EF4-FFF2-40B4-BE49-F238E27FC236}">
                <a16:creationId xmlns:a16="http://schemas.microsoft.com/office/drawing/2014/main" id="{780F01AA-4D20-18CA-5043-A42BEA8D174E}"/>
              </a:ext>
            </a:extLst>
          </p:cNvPr>
          <p:cNvSpPr>
            <a:spLocks noGrp="1"/>
          </p:cNvSpPr>
          <p:nvPr>
            <p:ph sz="quarter" idx="21"/>
          </p:nvPr>
        </p:nvSpPr>
        <p:spPr>
          <a:xfrm>
            <a:off x="8321040" y="1567842"/>
            <a:ext cx="3661410" cy="4656746"/>
          </a:xfrm>
          <a:prstGeom prst="rect">
            <a:avLst/>
          </a:prstGeom>
        </p:spPr>
        <p:txBody>
          <a:bodyPr/>
          <a:lstStyle>
            <a:lvl1pPr marL="228594" indent="-228594">
              <a:lnSpc>
                <a:spcPct val="100000"/>
              </a:lnSpc>
              <a:buFont typeface="Wingdings" panose="05000000000000000000" pitchFamily="2" charset="2"/>
              <a:buChar char="q"/>
              <a:defRPr sz="1200"/>
            </a:lvl1pPr>
            <a:lvl2pPr marL="457200" indent="-228594">
              <a:lnSpc>
                <a:spcPct val="100000"/>
              </a:lnSpc>
              <a:buFont typeface="Wingdings" panose="05000000000000000000" pitchFamily="2" charset="2"/>
              <a:buChar char="Ø"/>
              <a:defRPr sz="1100"/>
            </a:lvl2pPr>
            <a:lvl3pPr marL="685800" indent="-228594">
              <a:lnSpc>
                <a:spcPct val="100000"/>
              </a:lnSpc>
              <a:buFont typeface="Wingdings" panose="05000000000000000000" pitchFamily="2" charset="2"/>
              <a:buChar char="§"/>
              <a:defRPr sz="1000"/>
            </a:lvl3pPr>
            <a:lvl4pPr marL="914400" indent="-228594">
              <a:lnSpc>
                <a:spcPct val="100000"/>
              </a:lnSpc>
              <a:buFont typeface="Courier New" panose="02070309020205020404" pitchFamily="49" charset="0"/>
              <a:buChar char="o"/>
              <a:defRPr sz="900"/>
            </a:lvl4pPr>
            <a:lvl5pPr marL="1143000">
              <a:lnSpc>
                <a:spcPct val="100000"/>
              </a:lnSpc>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92166862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6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Footer Placeholder 2"/>
          <p:cNvSpPr>
            <a:spLocks noGrp="1"/>
          </p:cNvSpPr>
          <p:nvPr>
            <p:ph type="ftr" sz="quarter" idx="10"/>
          </p:nvPr>
        </p:nvSpPr>
        <p:spPr/>
        <p:txBody>
          <a:bodyPr/>
          <a:lstStyle/>
          <a:p>
            <a:r>
              <a:rPr lang="en-US" dirty="0"/>
              <a:t>©2026 Fact.MR, All Rights Reserved</a:t>
            </a:r>
          </a:p>
        </p:txBody>
      </p:sp>
      <p:sp>
        <p:nvSpPr>
          <p:cNvPr id="4" name="Slide Number Placeholder 3"/>
          <p:cNvSpPr>
            <a:spLocks noGrp="1"/>
          </p:cNvSpPr>
          <p:nvPr>
            <p:ph type="sldNum" sz="quarter" idx="11"/>
          </p:nvPr>
        </p:nvSpPr>
        <p:spPr/>
        <p:txBody>
          <a:bodyPr/>
          <a:lstStyle/>
          <a:p>
            <a:fld id="{4B17068C-EB94-40A3-A5F2-664CDD77FDAC}" type="slidenum">
              <a:rPr lang="en-US" smtClean="0"/>
              <a:pPr/>
              <a:t>‹#›</a:t>
            </a:fld>
            <a:endParaRPr lang="en-US" dirty="0"/>
          </a:p>
        </p:txBody>
      </p:sp>
      <p:sp>
        <p:nvSpPr>
          <p:cNvPr id="5" name="Freeform 4"/>
          <p:cNvSpPr/>
          <p:nvPr userDrawn="1"/>
        </p:nvSpPr>
        <p:spPr>
          <a:xfrm>
            <a:off x="157241" y="1066800"/>
            <a:ext cx="2880360"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lvl="0" algn="ctr"/>
            <a:endParaRPr lang="en-GB" sz="1013"/>
          </a:p>
        </p:txBody>
      </p:sp>
      <p:sp>
        <p:nvSpPr>
          <p:cNvPr id="7" name="Text Placeholder 6"/>
          <p:cNvSpPr>
            <a:spLocks noGrp="1"/>
          </p:cNvSpPr>
          <p:nvPr>
            <p:ph type="body" sz="quarter" idx="12"/>
          </p:nvPr>
        </p:nvSpPr>
        <p:spPr>
          <a:xfrm>
            <a:off x="171577" y="1066800"/>
            <a:ext cx="2880360" cy="466344"/>
          </a:xfrm>
          <a:prstGeom prst="rect">
            <a:avLst/>
          </a:prstGeom>
        </p:spPr>
        <p:txBody>
          <a:bodyPr anchor="b"/>
          <a:lstStyle>
            <a:lvl1pPr marL="0" indent="0" algn="ctr">
              <a:buNone/>
              <a:defRPr sz="1300" b="1"/>
            </a:lvl1pPr>
          </a:lstStyle>
          <a:p>
            <a:pPr lvl="0"/>
            <a:r>
              <a:rPr lang="en-US" dirty="0"/>
              <a:t>Edit Master text styles</a:t>
            </a:r>
            <a:endParaRPr lang="en-IN" dirty="0"/>
          </a:p>
        </p:txBody>
      </p:sp>
      <p:sp>
        <p:nvSpPr>
          <p:cNvPr id="8" name="Content Placeholder 7"/>
          <p:cNvSpPr>
            <a:spLocks noGrp="1"/>
          </p:cNvSpPr>
          <p:nvPr>
            <p:ph sz="quarter" idx="13"/>
          </p:nvPr>
        </p:nvSpPr>
        <p:spPr>
          <a:xfrm>
            <a:off x="152400" y="1562100"/>
            <a:ext cx="2880360" cy="1965960"/>
          </a:xfrm>
          <a:prstGeom prst="rect">
            <a:avLst/>
          </a:prstGeom>
        </p:spPr>
        <p:txBody>
          <a:bodyPr/>
          <a:lstStyle>
            <a:lvl1pPr marL="228594" indent="-228594">
              <a:lnSpc>
                <a:spcPct val="100000"/>
              </a:lnSpc>
              <a:buFont typeface="Wingdings" panose="05000000000000000000" pitchFamily="2" charset="2"/>
              <a:buChar char="q"/>
              <a:defRPr sz="1200"/>
            </a:lvl1pPr>
            <a:lvl2pPr marL="457200" indent="-228594">
              <a:lnSpc>
                <a:spcPct val="100000"/>
              </a:lnSpc>
              <a:buFont typeface="Wingdings" panose="05000000000000000000" pitchFamily="2" charset="2"/>
              <a:buChar char="Ø"/>
              <a:defRPr sz="1100"/>
            </a:lvl2pPr>
            <a:lvl3pPr marL="685800" indent="-228594">
              <a:lnSpc>
                <a:spcPct val="100000"/>
              </a:lnSpc>
              <a:buFont typeface="Wingdings" panose="05000000000000000000" pitchFamily="2" charset="2"/>
              <a:buChar char="§"/>
              <a:defRPr sz="1000"/>
            </a:lvl3pPr>
            <a:lvl4pPr marL="914400" indent="-228594">
              <a:lnSpc>
                <a:spcPct val="100000"/>
              </a:lnSpc>
              <a:buFont typeface="Courier New" panose="02070309020205020404" pitchFamily="49" charset="0"/>
              <a:buChar char="o"/>
              <a:defRPr sz="900"/>
            </a:lvl4pPr>
            <a:lvl5pPr marL="1143000">
              <a:lnSpc>
                <a:spcPct val="100000"/>
              </a:lnSpc>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5" name="Freeform 14"/>
          <p:cNvSpPr/>
          <p:nvPr userDrawn="1"/>
        </p:nvSpPr>
        <p:spPr>
          <a:xfrm>
            <a:off x="157240" y="3763328"/>
            <a:ext cx="11833225"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lvl="0" algn="ctr"/>
            <a:endParaRPr lang="en-GB" sz="1013"/>
          </a:p>
        </p:txBody>
      </p:sp>
      <p:sp>
        <p:nvSpPr>
          <p:cNvPr id="16" name="Text Placeholder 6"/>
          <p:cNvSpPr>
            <a:spLocks noGrp="1"/>
          </p:cNvSpPr>
          <p:nvPr>
            <p:ph type="body" sz="quarter" idx="18"/>
          </p:nvPr>
        </p:nvSpPr>
        <p:spPr>
          <a:xfrm>
            <a:off x="171576" y="3763328"/>
            <a:ext cx="11814049" cy="466344"/>
          </a:xfrm>
          <a:prstGeom prst="rect">
            <a:avLst/>
          </a:prstGeom>
        </p:spPr>
        <p:txBody>
          <a:bodyPr anchor="b"/>
          <a:lstStyle>
            <a:lvl1pPr marL="0" indent="0" algn="ctr">
              <a:buNone/>
              <a:defRPr sz="1300" b="1"/>
            </a:lvl1pPr>
          </a:lstStyle>
          <a:p>
            <a:pPr lvl="0"/>
            <a:r>
              <a:rPr lang="en-US" dirty="0"/>
              <a:t>Edit Master text styles</a:t>
            </a:r>
            <a:endParaRPr lang="en-IN" dirty="0"/>
          </a:p>
        </p:txBody>
      </p:sp>
      <p:sp>
        <p:nvSpPr>
          <p:cNvPr id="17" name="Content Placeholder 7"/>
          <p:cNvSpPr>
            <a:spLocks noGrp="1"/>
          </p:cNvSpPr>
          <p:nvPr>
            <p:ph sz="quarter" idx="19"/>
          </p:nvPr>
        </p:nvSpPr>
        <p:spPr>
          <a:xfrm>
            <a:off x="152399" y="4258628"/>
            <a:ext cx="11833225" cy="1965960"/>
          </a:xfrm>
          <a:prstGeom prst="rect">
            <a:avLst/>
          </a:prstGeom>
        </p:spPr>
        <p:txBody>
          <a:bodyPr/>
          <a:lstStyle>
            <a:lvl1pPr marL="228594" indent="-228594">
              <a:lnSpc>
                <a:spcPct val="100000"/>
              </a:lnSpc>
              <a:buFont typeface="Wingdings" panose="05000000000000000000" pitchFamily="2" charset="2"/>
              <a:buChar char="q"/>
              <a:defRPr sz="1200"/>
            </a:lvl1pPr>
            <a:lvl2pPr marL="457200" indent="-228594">
              <a:lnSpc>
                <a:spcPct val="100000"/>
              </a:lnSpc>
              <a:buFont typeface="Wingdings" panose="05000000000000000000" pitchFamily="2" charset="2"/>
              <a:buChar char="Ø"/>
              <a:defRPr sz="1100"/>
            </a:lvl2pPr>
            <a:lvl3pPr marL="685800" indent="-228594">
              <a:lnSpc>
                <a:spcPct val="100000"/>
              </a:lnSpc>
              <a:buFont typeface="Wingdings" panose="05000000000000000000" pitchFamily="2" charset="2"/>
              <a:buChar char="§"/>
              <a:defRPr sz="1000"/>
            </a:lvl3pPr>
            <a:lvl4pPr marL="914400" indent="-228594">
              <a:lnSpc>
                <a:spcPct val="100000"/>
              </a:lnSpc>
              <a:buFont typeface="Courier New" panose="02070309020205020404" pitchFamily="49" charset="0"/>
              <a:buChar char="o"/>
              <a:defRPr sz="900"/>
            </a:lvl4pPr>
            <a:lvl5pPr marL="1143000">
              <a:lnSpc>
                <a:spcPct val="100000"/>
              </a:lnSpc>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8" name="Freeform 17"/>
          <p:cNvSpPr/>
          <p:nvPr userDrawn="1"/>
        </p:nvSpPr>
        <p:spPr>
          <a:xfrm>
            <a:off x="3130296" y="1066800"/>
            <a:ext cx="2880360"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lvl="0" algn="ctr"/>
            <a:endParaRPr lang="en-GB" sz="1013"/>
          </a:p>
        </p:txBody>
      </p:sp>
      <p:sp>
        <p:nvSpPr>
          <p:cNvPr id="19" name="Text Placeholder 6"/>
          <p:cNvSpPr>
            <a:spLocks noGrp="1"/>
          </p:cNvSpPr>
          <p:nvPr>
            <p:ph type="body" sz="quarter" idx="20"/>
          </p:nvPr>
        </p:nvSpPr>
        <p:spPr>
          <a:xfrm>
            <a:off x="3130296" y="1066800"/>
            <a:ext cx="2880360" cy="466344"/>
          </a:xfrm>
          <a:prstGeom prst="rect">
            <a:avLst/>
          </a:prstGeom>
        </p:spPr>
        <p:txBody>
          <a:bodyPr anchor="b"/>
          <a:lstStyle>
            <a:lvl1pPr marL="0" indent="0" algn="ctr">
              <a:buNone/>
              <a:defRPr sz="1300" b="1"/>
            </a:lvl1pPr>
          </a:lstStyle>
          <a:p>
            <a:pPr lvl="0"/>
            <a:r>
              <a:rPr lang="en-US" dirty="0"/>
              <a:t>Edit Master text styles</a:t>
            </a:r>
            <a:endParaRPr lang="en-IN" dirty="0"/>
          </a:p>
        </p:txBody>
      </p:sp>
      <p:sp>
        <p:nvSpPr>
          <p:cNvPr id="20" name="Content Placeholder 7"/>
          <p:cNvSpPr>
            <a:spLocks noGrp="1"/>
          </p:cNvSpPr>
          <p:nvPr>
            <p:ph sz="quarter" idx="21"/>
          </p:nvPr>
        </p:nvSpPr>
        <p:spPr>
          <a:xfrm>
            <a:off x="3130296" y="1562100"/>
            <a:ext cx="2880360" cy="1965960"/>
          </a:xfrm>
          <a:prstGeom prst="rect">
            <a:avLst/>
          </a:prstGeom>
        </p:spPr>
        <p:txBody>
          <a:bodyPr/>
          <a:lstStyle>
            <a:lvl1pPr marL="228594" indent="-228594">
              <a:lnSpc>
                <a:spcPct val="100000"/>
              </a:lnSpc>
              <a:buFont typeface="Wingdings" panose="05000000000000000000" pitchFamily="2" charset="2"/>
              <a:buChar char="q"/>
              <a:defRPr sz="1200"/>
            </a:lvl1pPr>
            <a:lvl2pPr marL="457200" indent="-228594">
              <a:lnSpc>
                <a:spcPct val="100000"/>
              </a:lnSpc>
              <a:buFont typeface="Wingdings" panose="05000000000000000000" pitchFamily="2" charset="2"/>
              <a:buChar char="Ø"/>
              <a:defRPr sz="1100"/>
            </a:lvl2pPr>
            <a:lvl3pPr marL="685800" indent="-228594">
              <a:lnSpc>
                <a:spcPct val="100000"/>
              </a:lnSpc>
              <a:buFont typeface="Wingdings" panose="05000000000000000000" pitchFamily="2" charset="2"/>
              <a:buChar char="§"/>
              <a:defRPr sz="1000"/>
            </a:lvl3pPr>
            <a:lvl4pPr marL="914400" indent="-228594">
              <a:lnSpc>
                <a:spcPct val="100000"/>
              </a:lnSpc>
              <a:buFont typeface="Courier New" panose="02070309020205020404" pitchFamily="49" charset="0"/>
              <a:buChar char="o"/>
              <a:defRPr sz="900"/>
            </a:lvl4pPr>
            <a:lvl5pPr marL="1143000">
              <a:lnSpc>
                <a:spcPct val="100000"/>
              </a:lnSpc>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1" name="Freeform 20"/>
          <p:cNvSpPr/>
          <p:nvPr userDrawn="1"/>
        </p:nvSpPr>
        <p:spPr>
          <a:xfrm>
            <a:off x="6108192" y="1066800"/>
            <a:ext cx="2880360"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lvl="0" algn="ctr"/>
            <a:endParaRPr lang="en-GB" sz="1013"/>
          </a:p>
        </p:txBody>
      </p:sp>
      <p:sp>
        <p:nvSpPr>
          <p:cNvPr id="22" name="Text Placeholder 6"/>
          <p:cNvSpPr>
            <a:spLocks noGrp="1"/>
          </p:cNvSpPr>
          <p:nvPr>
            <p:ph type="body" sz="quarter" idx="22"/>
          </p:nvPr>
        </p:nvSpPr>
        <p:spPr>
          <a:xfrm>
            <a:off x="6108192" y="1066800"/>
            <a:ext cx="2880360" cy="466344"/>
          </a:xfrm>
          <a:prstGeom prst="rect">
            <a:avLst/>
          </a:prstGeom>
        </p:spPr>
        <p:txBody>
          <a:bodyPr anchor="b"/>
          <a:lstStyle>
            <a:lvl1pPr marL="0" indent="0" algn="ctr">
              <a:buNone/>
              <a:defRPr sz="1300" b="1"/>
            </a:lvl1pPr>
          </a:lstStyle>
          <a:p>
            <a:pPr lvl="0"/>
            <a:r>
              <a:rPr lang="en-US" dirty="0"/>
              <a:t>Edit Master text styles</a:t>
            </a:r>
            <a:endParaRPr lang="en-IN" dirty="0"/>
          </a:p>
        </p:txBody>
      </p:sp>
      <p:sp>
        <p:nvSpPr>
          <p:cNvPr id="23" name="Content Placeholder 7"/>
          <p:cNvSpPr>
            <a:spLocks noGrp="1"/>
          </p:cNvSpPr>
          <p:nvPr>
            <p:ph sz="quarter" idx="23"/>
          </p:nvPr>
        </p:nvSpPr>
        <p:spPr>
          <a:xfrm>
            <a:off x="6108192" y="1562100"/>
            <a:ext cx="2880360" cy="1965960"/>
          </a:xfrm>
          <a:prstGeom prst="rect">
            <a:avLst/>
          </a:prstGeom>
        </p:spPr>
        <p:txBody>
          <a:bodyPr/>
          <a:lstStyle>
            <a:lvl1pPr marL="228594" indent="-228594">
              <a:lnSpc>
                <a:spcPct val="100000"/>
              </a:lnSpc>
              <a:buFont typeface="Wingdings" panose="05000000000000000000" pitchFamily="2" charset="2"/>
              <a:buChar char="q"/>
              <a:defRPr sz="1200"/>
            </a:lvl1pPr>
            <a:lvl2pPr marL="457200" indent="-228594">
              <a:lnSpc>
                <a:spcPct val="100000"/>
              </a:lnSpc>
              <a:buFont typeface="Wingdings" panose="05000000000000000000" pitchFamily="2" charset="2"/>
              <a:buChar char="Ø"/>
              <a:defRPr sz="1100"/>
            </a:lvl2pPr>
            <a:lvl3pPr marL="685800" indent="-228594">
              <a:lnSpc>
                <a:spcPct val="100000"/>
              </a:lnSpc>
              <a:buFont typeface="Wingdings" panose="05000000000000000000" pitchFamily="2" charset="2"/>
              <a:buChar char="§"/>
              <a:defRPr sz="1000"/>
            </a:lvl3pPr>
            <a:lvl4pPr marL="914400" indent="-228594">
              <a:lnSpc>
                <a:spcPct val="100000"/>
              </a:lnSpc>
              <a:buFont typeface="Courier New" panose="02070309020205020404" pitchFamily="49" charset="0"/>
              <a:buChar char="o"/>
              <a:defRPr sz="900"/>
            </a:lvl4pPr>
            <a:lvl5pPr marL="1143000">
              <a:lnSpc>
                <a:spcPct val="100000"/>
              </a:lnSpc>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4" name="Freeform 23"/>
          <p:cNvSpPr/>
          <p:nvPr userDrawn="1"/>
        </p:nvSpPr>
        <p:spPr>
          <a:xfrm>
            <a:off x="9090929" y="1066800"/>
            <a:ext cx="2880360"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lvl="0" algn="ctr"/>
            <a:endParaRPr lang="en-GB" sz="1013"/>
          </a:p>
        </p:txBody>
      </p:sp>
      <p:sp>
        <p:nvSpPr>
          <p:cNvPr id="25" name="Text Placeholder 6"/>
          <p:cNvSpPr>
            <a:spLocks noGrp="1"/>
          </p:cNvSpPr>
          <p:nvPr>
            <p:ph type="body" sz="quarter" idx="24"/>
          </p:nvPr>
        </p:nvSpPr>
        <p:spPr>
          <a:xfrm>
            <a:off x="9105265" y="1066800"/>
            <a:ext cx="2880360" cy="466344"/>
          </a:xfrm>
          <a:prstGeom prst="rect">
            <a:avLst/>
          </a:prstGeom>
        </p:spPr>
        <p:txBody>
          <a:bodyPr anchor="b"/>
          <a:lstStyle>
            <a:lvl1pPr marL="0" indent="0" algn="ctr">
              <a:buNone/>
              <a:defRPr sz="1300" b="1"/>
            </a:lvl1pPr>
          </a:lstStyle>
          <a:p>
            <a:pPr lvl="0"/>
            <a:r>
              <a:rPr lang="en-US" dirty="0"/>
              <a:t>Edit Master text styles</a:t>
            </a:r>
            <a:endParaRPr lang="en-IN" dirty="0"/>
          </a:p>
        </p:txBody>
      </p:sp>
      <p:sp>
        <p:nvSpPr>
          <p:cNvPr id="26" name="Content Placeholder 7"/>
          <p:cNvSpPr>
            <a:spLocks noGrp="1"/>
          </p:cNvSpPr>
          <p:nvPr>
            <p:ph sz="quarter" idx="25"/>
          </p:nvPr>
        </p:nvSpPr>
        <p:spPr>
          <a:xfrm>
            <a:off x="9086088" y="1562100"/>
            <a:ext cx="2880360" cy="1965960"/>
          </a:xfrm>
          <a:prstGeom prst="rect">
            <a:avLst/>
          </a:prstGeom>
        </p:spPr>
        <p:txBody>
          <a:bodyPr/>
          <a:lstStyle>
            <a:lvl1pPr marL="228594" indent="-228594">
              <a:lnSpc>
                <a:spcPct val="100000"/>
              </a:lnSpc>
              <a:buFont typeface="Wingdings" panose="05000000000000000000" pitchFamily="2" charset="2"/>
              <a:buChar char="q"/>
              <a:defRPr sz="1200"/>
            </a:lvl1pPr>
            <a:lvl2pPr marL="457200" indent="-228594">
              <a:lnSpc>
                <a:spcPct val="100000"/>
              </a:lnSpc>
              <a:buFont typeface="Wingdings" panose="05000000000000000000" pitchFamily="2" charset="2"/>
              <a:buChar char="Ø"/>
              <a:defRPr sz="1100"/>
            </a:lvl2pPr>
            <a:lvl3pPr marL="685800" indent="-228594">
              <a:lnSpc>
                <a:spcPct val="100000"/>
              </a:lnSpc>
              <a:buFont typeface="Wingdings" panose="05000000000000000000" pitchFamily="2" charset="2"/>
              <a:buChar char="§"/>
              <a:defRPr sz="1000"/>
            </a:lvl3pPr>
            <a:lvl4pPr marL="914400" indent="-228594">
              <a:lnSpc>
                <a:spcPct val="100000"/>
              </a:lnSpc>
              <a:buFont typeface="Courier New" panose="02070309020205020404" pitchFamily="49" charset="0"/>
              <a:buChar char="o"/>
              <a:defRPr sz="900"/>
            </a:lvl4pPr>
            <a:lvl5pPr marL="1143000">
              <a:lnSpc>
                <a:spcPct val="100000"/>
              </a:lnSpc>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420607495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8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Footer Placeholder 2"/>
          <p:cNvSpPr>
            <a:spLocks noGrp="1"/>
          </p:cNvSpPr>
          <p:nvPr>
            <p:ph type="ftr" sz="quarter" idx="10"/>
          </p:nvPr>
        </p:nvSpPr>
        <p:spPr/>
        <p:txBody>
          <a:bodyPr/>
          <a:lstStyle/>
          <a:p>
            <a:r>
              <a:rPr lang="en-US" dirty="0"/>
              <a:t>©2026 Fact.MR, All Rights Reserved</a:t>
            </a:r>
          </a:p>
        </p:txBody>
      </p:sp>
      <p:sp>
        <p:nvSpPr>
          <p:cNvPr id="4" name="Slide Number Placeholder 3"/>
          <p:cNvSpPr>
            <a:spLocks noGrp="1"/>
          </p:cNvSpPr>
          <p:nvPr>
            <p:ph type="sldNum" sz="quarter" idx="11"/>
          </p:nvPr>
        </p:nvSpPr>
        <p:spPr/>
        <p:txBody>
          <a:bodyPr/>
          <a:lstStyle/>
          <a:p>
            <a:fld id="{4B17068C-EB94-40A3-A5F2-664CDD77FDAC}" type="slidenum">
              <a:rPr lang="en-US" smtClean="0"/>
              <a:pPr/>
              <a:t>‹#›</a:t>
            </a:fld>
            <a:endParaRPr lang="en-US" dirty="0"/>
          </a:p>
        </p:txBody>
      </p:sp>
      <p:sp>
        <p:nvSpPr>
          <p:cNvPr id="5" name="Freeform 4"/>
          <p:cNvSpPr/>
          <p:nvPr userDrawn="1"/>
        </p:nvSpPr>
        <p:spPr>
          <a:xfrm>
            <a:off x="157241" y="1066800"/>
            <a:ext cx="3767328"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lvl="0" algn="ctr"/>
            <a:endParaRPr lang="en-GB" sz="1013"/>
          </a:p>
        </p:txBody>
      </p:sp>
      <p:sp>
        <p:nvSpPr>
          <p:cNvPr id="7" name="Text Placeholder 6"/>
          <p:cNvSpPr>
            <a:spLocks noGrp="1"/>
          </p:cNvSpPr>
          <p:nvPr>
            <p:ph type="body" sz="quarter" idx="12"/>
          </p:nvPr>
        </p:nvSpPr>
        <p:spPr>
          <a:xfrm>
            <a:off x="171576" y="1066800"/>
            <a:ext cx="3767328" cy="466344"/>
          </a:xfrm>
          <a:prstGeom prst="rect">
            <a:avLst/>
          </a:prstGeom>
        </p:spPr>
        <p:txBody>
          <a:bodyPr anchor="b"/>
          <a:lstStyle>
            <a:lvl1pPr marL="0" indent="0" algn="ctr">
              <a:buNone/>
              <a:defRPr sz="1300" b="1"/>
            </a:lvl1pPr>
          </a:lstStyle>
          <a:p>
            <a:pPr lvl="0"/>
            <a:r>
              <a:rPr lang="en-US" dirty="0"/>
              <a:t>Edit Master text styles</a:t>
            </a:r>
            <a:endParaRPr lang="en-IN" dirty="0"/>
          </a:p>
        </p:txBody>
      </p:sp>
      <p:sp>
        <p:nvSpPr>
          <p:cNvPr id="8" name="Content Placeholder 7"/>
          <p:cNvSpPr>
            <a:spLocks noGrp="1"/>
          </p:cNvSpPr>
          <p:nvPr>
            <p:ph sz="quarter" idx="13"/>
          </p:nvPr>
        </p:nvSpPr>
        <p:spPr>
          <a:xfrm>
            <a:off x="152400" y="1562100"/>
            <a:ext cx="3767328" cy="4662488"/>
          </a:xfrm>
          <a:prstGeom prst="rect">
            <a:avLst/>
          </a:prstGeom>
        </p:spPr>
        <p:txBody>
          <a:bodyPr/>
          <a:lstStyle>
            <a:lvl1pPr marL="228594" indent="-228594">
              <a:lnSpc>
                <a:spcPct val="100000"/>
              </a:lnSpc>
              <a:buFont typeface="Wingdings" panose="05000000000000000000" pitchFamily="2" charset="2"/>
              <a:buChar char="q"/>
              <a:defRPr sz="1200"/>
            </a:lvl1pPr>
            <a:lvl2pPr marL="457200" indent="-228594">
              <a:lnSpc>
                <a:spcPct val="100000"/>
              </a:lnSpc>
              <a:buFont typeface="Wingdings" panose="05000000000000000000" pitchFamily="2" charset="2"/>
              <a:buChar char="Ø"/>
              <a:defRPr sz="1100"/>
            </a:lvl2pPr>
            <a:lvl3pPr marL="685800" indent="-228594">
              <a:lnSpc>
                <a:spcPct val="100000"/>
              </a:lnSpc>
              <a:buFont typeface="Wingdings" panose="05000000000000000000" pitchFamily="2" charset="2"/>
              <a:buChar char="§"/>
              <a:defRPr sz="1000"/>
            </a:lvl3pPr>
            <a:lvl4pPr marL="914400" indent="-228594">
              <a:lnSpc>
                <a:spcPct val="100000"/>
              </a:lnSpc>
              <a:buFont typeface="Courier New" panose="02070309020205020404" pitchFamily="49" charset="0"/>
              <a:buChar char="o"/>
              <a:defRPr sz="900"/>
            </a:lvl4pPr>
            <a:lvl5pPr marL="1143000">
              <a:lnSpc>
                <a:spcPct val="100000"/>
              </a:lnSpc>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Freeform 8"/>
          <p:cNvSpPr/>
          <p:nvPr userDrawn="1"/>
        </p:nvSpPr>
        <p:spPr>
          <a:xfrm>
            <a:off x="4204525" y="1066800"/>
            <a:ext cx="7781100"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lvl="0" algn="ctr"/>
            <a:endParaRPr lang="en-GB" sz="1013"/>
          </a:p>
        </p:txBody>
      </p:sp>
      <p:sp>
        <p:nvSpPr>
          <p:cNvPr id="10" name="Text Placeholder 6"/>
          <p:cNvSpPr>
            <a:spLocks noGrp="1"/>
          </p:cNvSpPr>
          <p:nvPr>
            <p:ph type="body" sz="quarter" idx="14"/>
          </p:nvPr>
        </p:nvSpPr>
        <p:spPr>
          <a:xfrm>
            <a:off x="4204525" y="1066800"/>
            <a:ext cx="7781100" cy="466344"/>
          </a:xfrm>
          <a:prstGeom prst="rect">
            <a:avLst/>
          </a:prstGeom>
        </p:spPr>
        <p:txBody>
          <a:bodyPr anchor="b"/>
          <a:lstStyle>
            <a:lvl1pPr marL="0" indent="0" algn="ctr">
              <a:buNone/>
              <a:defRPr sz="1300" b="1"/>
            </a:lvl1pPr>
          </a:lstStyle>
          <a:p>
            <a:pPr lvl="0"/>
            <a:r>
              <a:rPr lang="en-US" dirty="0"/>
              <a:t>Edit Master text styles</a:t>
            </a:r>
            <a:endParaRPr lang="en-IN" dirty="0"/>
          </a:p>
        </p:txBody>
      </p:sp>
      <p:sp>
        <p:nvSpPr>
          <p:cNvPr id="11" name="Content Placeholder 7"/>
          <p:cNvSpPr>
            <a:spLocks noGrp="1"/>
          </p:cNvSpPr>
          <p:nvPr>
            <p:ph sz="quarter" idx="15"/>
          </p:nvPr>
        </p:nvSpPr>
        <p:spPr>
          <a:xfrm>
            <a:off x="4204525" y="1562100"/>
            <a:ext cx="7781100" cy="1965960"/>
          </a:xfrm>
          <a:prstGeom prst="rect">
            <a:avLst/>
          </a:prstGeom>
        </p:spPr>
        <p:txBody>
          <a:bodyPr/>
          <a:lstStyle>
            <a:lvl1pPr marL="228594" indent="-228594">
              <a:lnSpc>
                <a:spcPct val="100000"/>
              </a:lnSpc>
              <a:buFont typeface="Wingdings" panose="05000000000000000000" pitchFamily="2" charset="2"/>
              <a:buChar char="q"/>
              <a:defRPr sz="1200"/>
            </a:lvl1pPr>
            <a:lvl2pPr marL="457200" indent="-228594">
              <a:lnSpc>
                <a:spcPct val="100000"/>
              </a:lnSpc>
              <a:buFont typeface="Wingdings" panose="05000000000000000000" pitchFamily="2" charset="2"/>
              <a:buChar char="Ø"/>
              <a:defRPr sz="1100"/>
            </a:lvl2pPr>
            <a:lvl3pPr marL="685800" indent="-228594">
              <a:lnSpc>
                <a:spcPct val="100000"/>
              </a:lnSpc>
              <a:buFont typeface="Wingdings" panose="05000000000000000000" pitchFamily="2" charset="2"/>
              <a:buChar char="§"/>
              <a:defRPr sz="1000"/>
            </a:lvl3pPr>
            <a:lvl4pPr marL="914400" indent="-228594">
              <a:lnSpc>
                <a:spcPct val="100000"/>
              </a:lnSpc>
              <a:buFont typeface="Courier New" panose="02070309020205020404" pitchFamily="49" charset="0"/>
              <a:buChar char="o"/>
              <a:defRPr sz="900"/>
            </a:lvl4pPr>
            <a:lvl5pPr marL="1143000">
              <a:lnSpc>
                <a:spcPct val="100000"/>
              </a:lnSpc>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4" name="Freeform 13"/>
          <p:cNvSpPr/>
          <p:nvPr userDrawn="1"/>
        </p:nvSpPr>
        <p:spPr>
          <a:xfrm>
            <a:off x="4204525" y="3763328"/>
            <a:ext cx="7781100"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lvl="0" algn="ctr"/>
            <a:endParaRPr lang="en-GB" sz="1013"/>
          </a:p>
        </p:txBody>
      </p:sp>
      <p:sp>
        <p:nvSpPr>
          <p:cNvPr id="18" name="Text Placeholder 6"/>
          <p:cNvSpPr>
            <a:spLocks noGrp="1"/>
          </p:cNvSpPr>
          <p:nvPr>
            <p:ph type="body" sz="quarter" idx="16"/>
          </p:nvPr>
        </p:nvSpPr>
        <p:spPr>
          <a:xfrm>
            <a:off x="4204525" y="3763328"/>
            <a:ext cx="7781100" cy="466344"/>
          </a:xfrm>
          <a:prstGeom prst="rect">
            <a:avLst/>
          </a:prstGeom>
        </p:spPr>
        <p:txBody>
          <a:bodyPr anchor="b"/>
          <a:lstStyle>
            <a:lvl1pPr marL="0" indent="0" algn="ctr">
              <a:buNone/>
              <a:defRPr sz="1300" b="1"/>
            </a:lvl1pPr>
          </a:lstStyle>
          <a:p>
            <a:pPr lvl="0"/>
            <a:r>
              <a:rPr lang="en-US" dirty="0"/>
              <a:t>Edit Master text styles</a:t>
            </a:r>
            <a:endParaRPr lang="en-IN" dirty="0"/>
          </a:p>
        </p:txBody>
      </p:sp>
      <p:sp>
        <p:nvSpPr>
          <p:cNvPr id="19" name="Content Placeholder 7"/>
          <p:cNvSpPr>
            <a:spLocks noGrp="1"/>
          </p:cNvSpPr>
          <p:nvPr>
            <p:ph sz="quarter" idx="17"/>
          </p:nvPr>
        </p:nvSpPr>
        <p:spPr>
          <a:xfrm>
            <a:off x="4204525" y="4258628"/>
            <a:ext cx="7781100" cy="1965960"/>
          </a:xfrm>
          <a:prstGeom prst="rect">
            <a:avLst/>
          </a:prstGeom>
        </p:spPr>
        <p:txBody>
          <a:bodyPr/>
          <a:lstStyle>
            <a:lvl1pPr marL="228594" indent="-228594">
              <a:lnSpc>
                <a:spcPct val="100000"/>
              </a:lnSpc>
              <a:buFont typeface="Wingdings" panose="05000000000000000000" pitchFamily="2" charset="2"/>
              <a:buChar char="q"/>
              <a:defRPr sz="1200"/>
            </a:lvl1pPr>
            <a:lvl2pPr marL="457200" indent="-228594">
              <a:lnSpc>
                <a:spcPct val="100000"/>
              </a:lnSpc>
              <a:buFont typeface="Wingdings" panose="05000000000000000000" pitchFamily="2" charset="2"/>
              <a:buChar char="Ø"/>
              <a:defRPr sz="1100"/>
            </a:lvl2pPr>
            <a:lvl3pPr marL="685800" indent="-228594">
              <a:lnSpc>
                <a:spcPct val="100000"/>
              </a:lnSpc>
              <a:buFont typeface="Wingdings" panose="05000000000000000000" pitchFamily="2" charset="2"/>
              <a:buChar char="§"/>
              <a:defRPr sz="1000"/>
            </a:lvl3pPr>
            <a:lvl4pPr marL="914400" indent="-228594">
              <a:lnSpc>
                <a:spcPct val="100000"/>
              </a:lnSpc>
              <a:buFont typeface="Courier New" panose="02070309020205020404" pitchFamily="49" charset="0"/>
              <a:buChar char="o"/>
              <a:defRPr sz="900"/>
            </a:lvl4pPr>
            <a:lvl5pPr marL="1143000">
              <a:lnSpc>
                <a:spcPct val="100000"/>
              </a:lnSpc>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184003693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9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Footer Placeholder 2"/>
          <p:cNvSpPr>
            <a:spLocks noGrp="1"/>
          </p:cNvSpPr>
          <p:nvPr>
            <p:ph type="ftr" sz="quarter" idx="10"/>
          </p:nvPr>
        </p:nvSpPr>
        <p:spPr/>
        <p:txBody>
          <a:bodyPr/>
          <a:lstStyle/>
          <a:p>
            <a:r>
              <a:rPr lang="en-US" dirty="0"/>
              <a:t>©2026 Fact.MR, All Rights Reserved</a:t>
            </a:r>
          </a:p>
        </p:txBody>
      </p:sp>
      <p:sp>
        <p:nvSpPr>
          <p:cNvPr id="4" name="Slide Number Placeholder 3"/>
          <p:cNvSpPr>
            <a:spLocks noGrp="1"/>
          </p:cNvSpPr>
          <p:nvPr>
            <p:ph type="sldNum" sz="quarter" idx="11"/>
          </p:nvPr>
        </p:nvSpPr>
        <p:spPr/>
        <p:txBody>
          <a:bodyPr/>
          <a:lstStyle/>
          <a:p>
            <a:fld id="{4B17068C-EB94-40A3-A5F2-664CDD77FDAC}" type="slidenum">
              <a:rPr lang="en-US" smtClean="0"/>
              <a:pPr/>
              <a:t>‹#›</a:t>
            </a:fld>
            <a:endParaRPr lang="en-US" dirty="0"/>
          </a:p>
        </p:txBody>
      </p:sp>
      <p:sp>
        <p:nvSpPr>
          <p:cNvPr id="5" name="Freeform 4"/>
          <p:cNvSpPr/>
          <p:nvPr userDrawn="1"/>
        </p:nvSpPr>
        <p:spPr>
          <a:xfrm>
            <a:off x="157241" y="1066800"/>
            <a:ext cx="5787244"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lvl="0" algn="ctr"/>
            <a:endParaRPr lang="en-GB" sz="1013"/>
          </a:p>
        </p:txBody>
      </p:sp>
      <p:sp>
        <p:nvSpPr>
          <p:cNvPr id="7" name="Text Placeholder 6"/>
          <p:cNvSpPr>
            <a:spLocks noGrp="1"/>
          </p:cNvSpPr>
          <p:nvPr>
            <p:ph type="body" sz="quarter" idx="12"/>
          </p:nvPr>
        </p:nvSpPr>
        <p:spPr>
          <a:xfrm>
            <a:off x="171577" y="1066800"/>
            <a:ext cx="5780230" cy="466344"/>
          </a:xfrm>
          <a:prstGeom prst="rect">
            <a:avLst/>
          </a:prstGeom>
        </p:spPr>
        <p:txBody>
          <a:bodyPr anchor="b"/>
          <a:lstStyle>
            <a:lvl1pPr marL="0" indent="0" algn="ctr">
              <a:buNone/>
              <a:defRPr sz="1300" b="1"/>
            </a:lvl1pPr>
          </a:lstStyle>
          <a:p>
            <a:pPr lvl="0"/>
            <a:r>
              <a:rPr lang="en-US" dirty="0"/>
              <a:t>Edit Master text styles</a:t>
            </a:r>
            <a:endParaRPr lang="en-IN" dirty="0"/>
          </a:p>
        </p:txBody>
      </p:sp>
      <p:sp>
        <p:nvSpPr>
          <p:cNvPr id="8" name="Content Placeholder 7"/>
          <p:cNvSpPr>
            <a:spLocks noGrp="1"/>
          </p:cNvSpPr>
          <p:nvPr>
            <p:ph sz="quarter" idx="13"/>
          </p:nvPr>
        </p:nvSpPr>
        <p:spPr>
          <a:xfrm>
            <a:off x="152400" y="1562100"/>
            <a:ext cx="5789613" cy="1965960"/>
          </a:xfrm>
          <a:prstGeom prst="rect">
            <a:avLst/>
          </a:prstGeom>
        </p:spPr>
        <p:txBody>
          <a:bodyPr/>
          <a:lstStyle>
            <a:lvl1pPr marL="228594" indent="-228594">
              <a:lnSpc>
                <a:spcPct val="100000"/>
              </a:lnSpc>
              <a:buFont typeface="Wingdings" panose="05000000000000000000" pitchFamily="2" charset="2"/>
              <a:buChar char="q"/>
              <a:defRPr sz="1200"/>
            </a:lvl1pPr>
            <a:lvl2pPr marL="457200" indent="-228594">
              <a:lnSpc>
                <a:spcPct val="100000"/>
              </a:lnSpc>
              <a:buFont typeface="Wingdings" panose="05000000000000000000" pitchFamily="2" charset="2"/>
              <a:buChar char="Ø"/>
              <a:defRPr sz="1100"/>
            </a:lvl2pPr>
            <a:lvl3pPr marL="685800" indent="-228594">
              <a:lnSpc>
                <a:spcPct val="100000"/>
              </a:lnSpc>
              <a:buFont typeface="Wingdings" panose="05000000000000000000" pitchFamily="2" charset="2"/>
              <a:buChar char="§"/>
              <a:defRPr sz="1000"/>
            </a:lvl3pPr>
            <a:lvl4pPr marL="914400" indent="-228594">
              <a:lnSpc>
                <a:spcPct val="100000"/>
              </a:lnSpc>
              <a:buFont typeface="Courier New" panose="02070309020205020404" pitchFamily="49" charset="0"/>
              <a:buChar char="o"/>
              <a:defRPr sz="900"/>
            </a:lvl4pPr>
            <a:lvl5pPr marL="1143000">
              <a:lnSpc>
                <a:spcPct val="100000"/>
              </a:lnSpc>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Freeform 8"/>
          <p:cNvSpPr/>
          <p:nvPr userDrawn="1"/>
        </p:nvSpPr>
        <p:spPr>
          <a:xfrm>
            <a:off x="6200853" y="1066800"/>
            <a:ext cx="5787244"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lvl="0" algn="ctr"/>
            <a:endParaRPr lang="en-GB" sz="1013"/>
          </a:p>
        </p:txBody>
      </p:sp>
      <p:sp>
        <p:nvSpPr>
          <p:cNvPr id="10" name="Text Placeholder 6"/>
          <p:cNvSpPr>
            <a:spLocks noGrp="1"/>
          </p:cNvSpPr>
          <p:nvPr>
            <p:ph type="body" sz="quarter" idx="14"/>
          </p:nvPr>
        </p:nvSpPr>
        <p:spPr>
          <a:xfrm>
            <a:off x="6215189" y="1066800"/>
            <a:ext cx="5770436" cy="466344"/>
          </a:xfrm>
          <a:prstGeom prst="rect">
            <a:avLst/>
          </a:prstGeom>
        </p:spPr>
        <p:txBody>
          <a:bodyPr anchor="b"/>
          <a:lstStyle>
            <a:lvl1pPr marL="0" indent="0" algn="ctr">
              <a:buNone/>
              <a:defRPr sz="1300" b="1"/>
            </a:lvl1pPr>
          </a:lstStyle>
          <a:p>
            <a:pPr lvl="0"/>
            <a:r>
              <a:rPr lang="en-US" dirty="0"/>
              <a:t>Edit Master text styles</a:t>
            </a:r>
            <a:endParaRPr lang="en-IN" dirty="0"/>
          </a:p>
        </p:txBody>
      </p:sp>
      <p:sp>
        <p:nvSpPr>
          <p:cNvPr id="11" name="Content Placeholder 7"/>
          <p:cNvSpPr>
            <a:spLocks noGrp="1"/>
          </p:cNvSpPr>
          <p:nvPr>
            <p:ph sz="quarter" idx="15"/>
          </p:nvPr>
        </p:nvSpPr>
        <p:spPr>
          <a:xfrm>
            <a:off x="6196012" y="1562100"/>
            <a:ext cx="5789613" cy="1965960"/>
          </a:xfrm>
          <a:prstGeom prst="rect">
            <a:avLst/>
          </a:prstGeom>
        </p:spPr>
        <p:txBody>
          <a:bodyPr/>
          <a:lstStyle>
            <a:lvl1pPr marL="228594" indent="-228594">
              <a:lnSpc>
                <a:spcPct val="100000"/>
              </a:lnSpc>
              <a:buFont typeface="Wingdings" panose="05000000000000000000" pitchFamily="2" charset="2"/>
              <a:buChar char="q"/>
              <a:defRPr sz="1200"/>
            </a:lvl1pPr>
            <a:lvl2pPr marL="457200" indent="-228594">
              <a:lnSpc>
                <a:spcPct val="100000"/>
              </a:lnSpc>
              <a:buFont typeface="Wingdings" panose="05000000000000000000" pitchFamily="2" charset="2"/>
              <a:buChar char="Ø"/>
              <a:defRPr sz="1100"/>
            </a:lvl2pPr>
            <a:lvl3pPr marL="685800" indent="-228594">
              <a:lnSpc>
                <a:spcPct val="100000"/>
              </a:lnSpc>
              <a:buFont typeface="Wingdings" panose="05000000000000000000" pitchFamily="2" charset="2"/>
              <a:buChar char="§"/>
              <a:defRPr sz="1000"/>
            </a:lvl3pPr>
            <a:lvl4pPr marL="914400" indent="-228594">
              <a:lnSpc>
                <a:spcPct val="100000"/>
              </a:lnSpc>
              <a:buFont typeface="Courier New" panose="02070309020205020404" pitchFamily="49" charset="0"/>
              <a:buChar char="o"/>
              <a:defRPr sz="900"/>
            </a:lvl4pPr>
            <a:lvl5pPr marL="1143000">
              <a:lnSpc>
                <a:spcPct val="100000"/>
              </a:lnSpc>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2" name="Freeform 11"/>
          <p:cNvSpPr/>
          <p:nvPr userDrawn="1"/>
        </p:nvSpPr>
        <p:spPr>
          <a:xfrm>
            <a:off x="157240" y="3753803"/>
            <a:ext cx="11828383"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lvl="0" algn="ctr"/>
            <a:endParaRPr lang="en-GB" sz="1013"/>
          </a:p>
        </p:txBody>
      </p:sp>
      <p:sp>
        <p:nvSpPr>
          <p:cNvPr id="13" name="Text Placeholder 6"/>
          <p:cNvSpPr>
            <a:spLocks noGrp="1"/>
          </p:cNvSpPr>
          <p:nvPr>
            <p:ph type="body" sz="quarter" idx="16"/>
          </p:nvPr>
        </p:nvSpPr>
        <p:spPr>
          <a:xfrm>
            <a:off x="171576" y="3753803"/>
            <a:ext cx="11814047" cy="466344"/>
          </a:xfrm>
          <a:prstGeom prst="rect">
            <a:avLst/>
          </a:prstGeom>
        </p:spPr>
        <p:txBody>
          <a:bodyPr anchor="b"/>
          <a:lstStyle>
            <a:lvl1pPr marL="0" indent="0" algn="ctr">
              <a:buNone/>
              <a:defRPr sz="1300" b="1"/>
            </a:lvl1pPr>
          </a:lstStyle>
          <a:p>
            <a:pPr lvl="0"/>
            <a:r>
              <a:rPr lang="en-US" dirty="0"/>
              <a:t>Edit Master text styles</a:t>
            </a:r>
            <a:endParaRPr lang="en-IN" dirty="0"/>
          </a:p>
        </p:txBody>
      </p:sp>
      <p:sp>
        <p:nvSpPr>
          <p:cNvPr id="14" name="Content Placeholder 7"/>
          <p:cNvSpPr>
            <a:spLocks noGrp="1"/>
          </p:cNvSpPr>
          <p:nvPr>
            <p:ph sz="quarter" idx="17"/>
          </p:nvPr>
        </p:nvSpPr>
        <p:spPr>
          <a:xfrm>
            <a:off x="152400" y="4249103"/>
            <a:ext cx="11833225" cy="1965960"/>
          </a:xfrm>
          <a:prstGeom prst="rect">
            <a:avLst/>
          </a:prstGeom>
        </p:spPr>
        <p:txBody>
          <a:bodyPr/>
          <a:lstStyle>
            <a:lvl1pPr marL="228594" indent="-228594">
              <a:lnSpc>
                <a:spcPct val="100000"/>
              </a:lnSpc>
              <a:buFont typeface="Wingdings" panose="05000000000000000000" pitchFamily="2" charset="2"/>
              <a:buChar char="q"/>
              <a:defRPr sz="1200"/>
            </a:lvl1pPr>
            <a:lvl2pPr marL="457200" indent="-228594">
              <a:lnSpc>
                <a:spcPct val="100000"/>
              </a:lnSpc>
              <a:buFont typeface="Wingdings" panose="05000000000000000000" pitchFamily="2" charset="2"/>
              <a:buChar char="Ø"/>
              <a:defRPr sz="1100"/>
            </a:lvl2pPr>
            <a:lvl3pPr marL="685800" indent="-228594">
              <a:lnSpc>
                <a:spcPct val="100000"/>
              </a:lnSpc>
              <a:buFont typeface="Wingdings" panose="05000000000000000000" pitchFamily="2" charset="2"/>
              <a:buChar char="§"/>
              <a:defRPr sz="1000"/>
            </a:lvl3pPr>
            <a:lvl4pPr marL="914400" indent="-228594">
              <a:lnSpc>
                <a:spcPct val="100000"/>
              </a:lnSpc>
              <a:buFont typeface="Courier New" panose="02070309020205020404" pitchFamily="49" charset="0"/>
              <a:buChar char="o"/>
              <a:defRPr sz="900"/>
            </a:lvl4pPr>
            <a:lvl5pPr marL="1143000">
              <a:lnSpc>
                <a:spcPct val="100000"/>
              </a:lnSpc>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190810036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0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Footer Placeholder 2"/>
          <p:cNvSpPr>
            <a:spLocks noGrp="1"/>
          </p:cNvSpPr>
          <p:nvPr>
            <p:ph type="ftr" sz="quarter" idx="10"/>
          </p:nvPr>
        </p:nvSpPr>
        <p:spPr/>
        <p:txBody>
          <a:bodyPr/>
          <a:lstStyle/>
          <a:p>
            <a:r>
              <a:rPr lang="en-US" dirty="0"/>
              <a:t>©2026 Fact.MR, All Rights Reserved</a:t>
            </a:r>
          </a:p>
        </p:txBody>
      </p:sp>
      <p:sp>
        <p:nvSpPr>
          <p:cNvPr id="4" name="Slide Number Placeholder 3"/>
          <p:cNvSpPr>
            <a:spLocks noGrp="1"/>
          </p:cNvSpPr>
          <p:nvPr>
            <p:ph type="sldNum" sz="quarter" idx="11"/>
          </p:nvPr>
        </p:nvSpPr>
        <p:spPr/>
        <p:txBody>
          <a:bodyPr/>
          <a:lstStyle/>
          <a:p>
            <a:fld id="{4B17068C-EB94-40A3-A5F2-664CDD77FDAC}" type="slidenum">
              <a:rPr lang="en-US" smtClean="0"/>
              <a:pPr/>
              <a:t>‹#›</a:t>
            </a:fld>
            <a:endParaRPr lang="en-US" dirty="0"/>
          </a:p>
        </p:txBody>
      </p:sp>
      <p:sp>
        <p:nvSpPr>
          <p:cNvPr id="5" name="Freeform 4"/>
          <p:cNvSpPr/>
          <p:nvPr userDrawn="1"/>
        </p:nvSpPr>
        <p:spPr>
          <a:xfrm>
            <a:off x="157240" y="1066800"/>
            <a:ext cx="11828383"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lvl="0" algn="ctr"/>
            <a:endParaRPr lang="en-GB" sz="1013"/>
          </a:p>
        </p:txBody>
      </p:sp>
      <p:sp>
        <p:nvSpPr>
          <p:cNvPr id="7" name="Text Placeholder 6"/>
          <p:cNvSpPr>
            <a:spLocks noGrp="1"/>
          </p:cNvSpPr>
          <p:nvPr>
            <p:ph type="body" sz="quarter" idx="12"/>
          </p:nvPr>
        </p:nvSpPr>
        <p:spPr>
          <a:xfrm>
            <a:off x="171576" y="1066800"/>
            <a:ext cx="11814047" cy="466344"/>
          </a:xfrm>
          <a:prstGeom prst="rect">
            <a:avLst/>
          </a:prstGeom>
        </p:spPr>
        <p:txBody>
          <a:bodyPr anchor="b"/>
          <a:lstStyle>
            <a:lvl1pPr marL="0" indent="0" algn="ctr">
              <a:buNone/>
              <a:defRPr sz="1300" b="1"/>
            </a:lvl1pPr>
          </a:lstStyle>
          <a:p>
            <a:pPr lvl="0"/>
            <a:r>
              <a:rPr lang="en-US" dirty="0"/>
              <a:t>Edit Master text styles</a:t>
            </a:r>
            <a:endParaRPr lang="en-IN" dirty="0"/>
          </a:p>
        </p:txBody>
      </p:sp>
      <p:sp>
        <p:nvSpPr>
          <p:cNvPr id="8" name="Content Placeholder 7"/>
          <p:cNvSpPr>
            <a:spLocks noGrp="1"/>
          </p:cNvSpPr>
          <p:nvPr>
            <p:ph sz="quarter" idx="13"/>
          </p:nvPr>
        </p:nvSpPr>
        <p:spPr>
          <a:xfrm>
            <a:off x="152400" y="1562100"/>
            <a:ext cx="11833225" cy="1965960"/>
          </a:xfrm>
          <a:prstGeom prst="rect">
            <a:avLst/>
          </a:prstGeom>
        </p:spPr>
        <p:txBody>
          <a:bodyPr/>
          <a:lstStyle>
            <a:lvl1pPr marL="228594" indent="-228594">
              <a:lnSpc>
                <a:spcPct val="100000"/>
              </a:lnSpc>
              <a:buFont typeface="Wingdings" panose="05000000000000000000" pitchFamily="2" charset="2"/>
              <a:buChar char="q"/>
              <a:defRPr sz="1200"/>
            </a:lvl1pPr>
            <a:lvl2pPr marL="457200" indent="-228594">
              <a:lnSpc>
                <a:spcPct val="100000"/>
              </a:lnSpc>
              <a:buFont typeface="Wingdings" panose="05000000000000000000" pitchFamily="2" charset="2"/>
              <a:buChar char="Ø"/>
              <a:defRPr sz="1100"/>
            </a:lvl2pPr>
            <a:lvl3pPr marL="685800" indent="-228594">
              <a:lnSpc>
                <a:spcPct val="100000"/>
              </a:lnSpc>
              <a:buFont typeface="Wingdings" panose="05000000000000000000" pitchFamily="2" charset="2"/>
              <a:buChar char="§"/>
              <a:defRPr sz="1000"/>
            </a:lvl3pPr>
            <a:lvl4pPr marL="914400" indent="-228594">
              <a:lnSpc>
                <a:spcPct val="100000"/>
              </a:lnSpc>
              <a:buFont typeface="Courier New" panose="02070309020205020404" pitchFamily="49" charset="0"/>
              <a:buChar char="o"/>
              <a:defRPr sz="900"/>
            </a:lvl4pPr>
            <a:lvl5pPr marL="1143000">
              <a:lnSpc>
                <a:spcPct val="100000"/>
              </a:lnSpc>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2" name="Freeform 11"/>
          <p:cNvSpPr/>
          <p:nvPr userDrawn="1"/>
        </p:nvSpPr>
        <p:spPr>
          <a:xfrm>
            <a:off x="157240" y="3753803"/>
            <a:ext cx="11828383"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lvl="0" algn="ctr"/>
            <a:endParaRPr lang="en-GB" sz="1013"/>
          </a:p>
        </p:txBody>
      </p:sp>
      <p:sp>
        <p:nvSpPr>
          <p:cNvPr id="13" name="Text Placeholder 6"/>
          <p:cNvSpPr>
            <a:spLocks noGrp="1"/>
          </p:cNvSpPr>
          <p:nvPr>
            <p:ph type="body" sz="quarter" idx="16"/>
          </p:nvPr>
        </p:nvSpPr>
        <p:spPr>
          <a:xfrm>
            <a:off x="171576" y="3753803"/>
            <a:ext cx="11814047" cy="466344"/>
          </a:xfrm>
          <a:prstGeom prst="rect">
            <a:avLst/>
          </a:prstGeom>
        </p:spPr>
        <p:txBody>
          <a:bodyPr anchor="b"/>
          <a:lstStyle>
            <a:lvl1pPr marL="0" indent="0" algn="ctr">
              <a:buNone/>
              <a:defRPr sz="1300" b="1"/>
            </a:lvl1pPr>
          </a:lstStyle>
          <a:p>
            <a:pPr lvl="0"/>
            <a:r>
              <a:rPr lang="en-US" dirty="0"/>
              <a:t>Edit Master text styles</a:t>
            </a:r>
            <a:endParaRPr lang="en-IN" dirty="0"/>
          </a:p>
        </p:txBody>
      </p:sp>
      <p:sp>
        <p:nvSpPr>
          <p:cNvPr id="14" name="Content Placeholder 7"/>
          <p:cNvSpPr>
            <a:spLocks noGrp="1"/>
          </p:cNvSpPr>
          <p:nvPr>
            <p:ph sz="quarter" idx="17"/>
          </p:nvPr>
        </p:nvSpPr>
        <p:spPr>
          <a:xfrm>
            <a:off x="152400" y="4249103"/>
            <a:ext cx="11833225" cy="1965960"/>
          </a:xfrm>
          <a:prstGeom prst="rect">
            <a:avLst/>
          </a:prstGeom>
        </p:spPr>
        <p:txBody>
          <a:bodyPr/>
          <a:lstStyle>
            <a:lvl1pPr marL="228594" indent="-228594">
              <a:lnSpc>
                <a:spcPct val="100000"/>
              </a:lnSpc>
              <a:buFont typeface="Wingdings" panose="05000000000000000000" pitchFamily="2" charset="2"/>
              <a:buChar char="q"/>
              <a:defRPr sz="1200"/>
            </a:lvl1pPr>
            <a:lvl2pPr marL="457200" indent="-228594">
              <a:lnSpc>
                <a:spcPct val="100000"/>
              </a:lnSpc>
              <a:buFont typeface="Wingdings" panose="05000000000000000000" pitchFamily="2" charset="2"/>
              <a:buChar char="Ø"/>
              <a:defRPr sz="1100"/>
            </a:lvl2pPr>
            <a:lvl3pPr marL="685800" indent="-228594">
              <a:lnSpc>
                <a:spcPct val="100000"/>
              </a:lnSpc>
              <a:buFont typeface="Wingdings" panose="05000000000000000000" pitchFamily="2" charset="2"/>
              <a:buChar char="§"/>
              <a:defRPr sz="1000"/>
            </a:lvl3pPr>
            <a:lvl4pPr marL="914400" indent="-228594">
              <a:lnSpc>
                <a:spcPct val="100000"/>
              </a:lnSpc>
              <a:buFont typeface="Courier New" panose="02070309020205020404" pitchFamily="49" charset="0"/>
              <a:buChar char="o"/>
              <a:defRPr sz="900"/>
            </a:lvl4pPr>
            <a:lvl5pPr marL="1143000">
              <a:lnSpc>
                <a:spcPct val="100000"/>
              </a:lnSpc>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336278906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1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Footer Placeholder 2"/>
          <p:cNvSpPr>
            <a:spLocks noGrp="1"/>
          </p:cNvSpPr>
          <p:nvPr>
            <p:ph type="ftr" sz="quarter" idx="10"/>
          </p:nvPr>
        </p:nvSpPr>
        <p:spPr/>
        <p:txBody>
          <a:bodyPr/>
          <a:lstStyle/>
          <a:p>
            <a:r>
              <a:rPr lang="en-US" dirty="0"/>
              <a:t>©2026 Fact.MR, All Rights Reserved</a:t>
            </a:r>
          </a:p>
        </p:txBody>
      </p:sp>
      <p:sp>
        <p:nvSpPr>
          <p:cNvPr id="4" name="Slide Number Placeholder 3"/>
          <p:cNvSpPr>
            <a:spLocks noGrp="1"/>
          </p:cNvSpPr>
          <p:nvPr>
            <p:ph type="sldNum" sz="quarter" idx="11"/>
          </p:nvPr>
        </p:nvSpPr>
        <p:spPr/>
        <p:txBody>
          <a:bodyPr/>
          <a:lstStyle/>
          <a:p>
            <a:fld id="{4B17068C-EB94-40A3-A5F2-664CDD77FDAC}" type="slidenum">
              <a:rPr lang="en-US" smtClean="0"/>
              <a:pPr/>
              <a:t>‹#›</a:t>
            </a:fld>
            <a:endParaRPr lang="en-US" dirty="0"/>
          </a:p>
        </p:txBody>
      </p:sp>
      <p:sp>
        <p:nvSpPr>
          <p:cNvPr id="5" name="Freeform 4"/>
          <p:cNvSpPr/>
          <p:nvPr userDrawn="1"/>
        </p:nvSpPr>
        <p:spPr>
          <a:xfrm>
            <a:off x="157241" y="1066800"/>
            <a:ext cx="5787244"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lvl="0" algn="ctr"/>
            <a:endParaRPr lang="en-GB" sz="1013"/>
          </a:p>
        </p:txBody>
      </p:sp>
      <p:sp>
        <p:nvSpPr>
          <p:cNvPr id="7" name="Text Placeholder 6"/>
          <p:cNvSpPr>
            <a:spLocks noGrp="1"/>
          </p:cNvSpPr>
          <p:nvPr>
            <p:ph type="body" sz="quarter" idx="12"/>
          </p:nvPr>
        </p:nvSpPr>
        <p:spPr>
          <a:xfrm>
            <a:off x="171577" y="1066800"/>
            <a:ext cx="5780230" cy="466344"/>
          </a:xfrm>
          <a:prstGeom prst="rect">
            <a:avLst/>
          </a:prstGeom>
        </p:spPr>
        <p:txBody>
          <a:bodyPr anchor="b"/>
          <a:lstStyle>
            <a:lvl1pPr marL="0" indent="0" algn="ctr">
              <a:buNone/>
              <a:defRPr sz="1300" b="1"/>
            </a:lvl1pPr>
          </a:lstStyle>
          <a:p>
            <a:pPr lvl="0"/>
            <a:r>
              <a:rPr lang="en-US" dirty="0"/>
              <a:t>Edit Master text styles</a:t>
            </a:r>
            <a:endParaRPr lang="en-IN" dirty="0"/>
          </a:p>
        </p:txBody>
      </p:sp>
      <p:sp>
        <p:nvSpPr>
          <p:cNvPr id="8" name="Content Placeholder 7"/>
          <p:cNvSpPr>
            <a:spLocks noGrp="1"/>
          </p:cNvSpPr>
          <p:nvPr>
            <p:ph sz="quarter" idx="13"/>
          </p:nvPr>
        </p:nvSpPr>
        <p:spPr>
          <a:xfrm>
            <a:off x="152400" y="1562100"/>
            <a:ext cx="5789613" cy="1965960"/>
          </a:xfrm>
          <a:prstGeom prst="rect">
            <a:avLst/>
          </a:prstGeom>
        </p:spPr>
        <p:txBody>
          <a:bodyPr/>
          <a:lstStyle>
            <a:lvl1pPr marL="228594" indent="-228594">
              <a:lnSpc>
                <a:spcPct val="100000"/>
              </a:lnSpc>
              <a:buFont typeface="Wingdings" panose="05000000000000000000" pitchFamily="2" charset="2"/>
              <a:buChar char="q"/>
              <a:defRPr sz="1200"/>
            </a:lvl1pPr>
            <a:lvl2pPr marL="457200" indent="-228594">
              <a:lnSpc>
                <a:spcPct val="100000"/>
              </a:lnSpc>
              <a:buFont typeface="Wingdings" panose="05000000000000000000" pitchFamily="2" charset="2"/>
              <a:buChar char="Ø"/>
              <a:defRPr sz="1100"/>
            </a:lvl2pPr>
            <a:lvl3pPr marL="685800" indent="-228594">
              <a:lnSpc>
                <a:spcPct val="100000"/>
              </a:lnSpc>
              <a:buFont typeface="Wingdings" panose="05000000000000000000" pitchFamily="2" charset="2"/>
              <a:buChar char="§"/>
              <a:defRPr sz="1000"/>
            </a:lvl3pPr>
            <a:lvl4pPr marL="914400" indent="-228594">
              <a:lnSpc>
                <a:spcPct val="100000"/>
              </a:lnSpc>
              <a:buFont typeface="Courier New" panose="02070309020205020404" pitchFamily="49" charset="0"/>
              <a:buChar char="o"/>
              <a:defRPr sz="900"/>
            </a:lvl4pPr>
            <a:lvl5pPr marL="1143000">
              <a:lnSpc>
                <a:spcPct val="100000"/>
              </a:lnSpc>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Freeform 8"/>
          <p:cNvSpPr/>
          <p:nvPr userDrawn="1"/>
        </p:nvSpPr>
        <p:spPr>
          <a:xfrm>
            <a:off x="6200853" y="1066800"/>
            <a:ext cx="5787244"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lvl="0" algn="ctr"/>
            <a:endParaRPr lang="en-GB" sz="1013"/>
          </a:p>
        </p:txBody>
      </p:sp>
      <p:sp>
        <p:nvSpPr>
          <p:cNvPr id="10" name="Text Placeholder 6"/>
          <p:cNvSpPr>
            <a:spLocks noGrp="1"/>
          </p:cNvSpPr>
          <p:nvPr>
            <p:ph type="body" sz="quarter" idx="14"/>
          </p:nvPr>
        </p:nvSpPr>
        <p:spPr>
          <a:xfrm>
            <a:off x="6215189" y="1066800"/>
            <a:ext cx="5770436" cy="466344"/>
          </a:xfrm>
          <a:prstGeom prst="rect">
            <a:avLst/>
          </a:prstGeom>
        </p:spPr>
        <p:txBody>
          <a:bodyPr anchor="b"/>
          <a:lstStyle>
            <a:lvl1pPr marL="0" indent="0" algn="ctr">
              <a:buNone/>
              <a:defRPr sz="1300" b="1"/>
            </a:lvl1pPr>
          </a:lstStyle>
          <a:p>
            <a:pPr lvl="0"/>
            <a:r>
              <a:rPr lang="en-US" dirty="0"/>
              <a:t>Edit Master text styles</a:t>
            </a:r>
            <a:endParaRPr lang="en-IN" dirty="0"/>
          </a:p>
        </p:txBody>
      </p:sp>
      <p:sp>
        <p:nvSpPr>
          <p:cNvPr id="11" name="Content Placeholder 7"/>
          <p:cNvSpPr>
            <a:spLocks noGrp="1"/>
          </p:cNvSpPr>
          <p:nvPr>
            <p:ph sz="quarter" idx="15"/>
          </p:nvPr>
        </p:nvSpPr>
        <p:spPr>
          <a:xfrm>
            <a:off x="6196012" y="1562100"/>
            <a:ext cx="5789613" cy="4662488"/>
          </a:xfrm>
          <a:prstGeom prst="rect">
            <a:avLst/>
          </a:prstGeom>
        </p:spPr>
        <p:txBody>
          <a:bodyPr/>
          <a:lstStyle>
            <a:lvl1pPr marL="228594" indent="-228594">
              <a:lnSpc>
                <a:spcPct val="100000"/>
              </a:lnSpc>
              <a:buFont typeface="Wingdings" panose="05000000000000000000" pitchFamily="2" charset="2"/>
              <a:buChar char="q"/>
              <a:defRPr sz="1200"/>
            </a:lvl1pPr>
            <a:lvl2pPr marL="457200" indent="-228594">
              <a:lnSpc>
                <a:spcPct val="100000"/>
              </a:lnSpc>
              <a:buFont typeface="Wingdings" panose="05000000000000000000" pitchFamily="2" charset="2"/>
              <a:buChar char="Ø"/>
              <a:defRPr sz="1100"/>
            </a:lvl2pPr>
            <a:lvl3pPr marL="685800" indent="-228594">
              <a:lnSpc>
                <a:spcPct val="100000"/>
              </a:lnSpc>
              <a:buFont typeface="Wingdings" panose="05000000000000000000" pitchFamily="2" charset="2"/>
              <a:buChar char="§"/>
              <a:defRPr sz="1000"/>
            </a:lvl3pPr>
            <a:lvl4pPr marL="914400" indent="-228594">
              <a:lnSpc>
                <a:spcPct val="100000"/>
              </a:lnSpc>
              <a:buFont typeface="Courier New" panose="02070309020205020404" pitchFamily="49" charset="0"/>
              <a:buChar char="o"/>
              <a:defRPr sz="900"/>
            </a:lvl4pPr>
            <a:lvl5pPr marL="1143000">
              <a:lnSpc>
                <a:spcPct val="100000"/>
              </a:lnSpc>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5" name="Freeform 14"/>
          <p:cNvSpPr/>
          <p:nvPr userDrawn="1"/>
        </p:nvSpPr>
        <p:spPr>
          <a:xfrm>
            <a:off x="157241" y="3753803"/>
            <a:ext cx="5787244"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lvl="0" algn="ctr"/>
            <a:endParaRPr lang="en-GB" sz="1013"/>
          </a:p>
        </p:txBody>
      </p:sp>
      <p:sp>
        <p:nvSpPr>
          <p:cNvPr id="16" name="Text Placeholder 6"/>
          <p:cNvSpPr>
            <a:spLocks noGrp="1"/>
          </p:cNvSpPr>
          <p:nvPr>
            <p:ph type="body" sz="quarter" idx="16"/>
          </p:nvPr>
        </p:nvSpPr>
        <p:spPr>
          <a:xfrm>
            <a:off x="171577" y="3753803"/>
            <a:ext cx="5780230" cy="466344"/>
          </a:xfrm>
          <a:prstGeom prst="rect">
            <a:avLst/>
          </a:prstGeom>
        </p:spPr>
        <p:txBody>
          <a:bodyPr anchor="b"/>
          <a:lstStyle>
            <a:lvl1pPr marL="0" indent="0" algn="ctr">
              <a:buNone/>
              <a:defRPr sz="1300" b="1"/>
            </a:lvl1pPr>
          </a:lstStyle>
          <a:p>
            <a:pPr lvl="0"/>
            <a:r>
              <a:rPr lang="en-US" dirty="0"/>
              <a:t>Edit Master text styles</a:t>
            </a:r>
            <a:endParaRPr lang="en-IN" dirty="0"/>
          </a:p>
        </p:txBody>
      </p:sp>
      <p:sp>
        <p:nvSpPr>
          <p:cNvPr id="17" name="Content Placeholder 7"/>
          <p:cNvSpPr>
            <a:spLocks noGrp="1"/>
          </p:cNvSpPr>
          <p:nvPr>
            <p:ph sz="quarter" idx="17"/>
          </p:nvPr>
        </p:nvSpPr>
        <p:spPr>
          <a:xfrm>
            <a:off x="152400" y="4249103"/>
            <a:ext cx="5789613" cy="1965960"/>
          </a:xfrm>
          <a:prstGeom prst="rect">
            <a:avLst/>
          </a:prstGeom>
        </p:spPr>
        <p:txBody>
          <a:bodyPr/>
          <a:lstStyle>
            <a:lvl1pPr marL="228594" indent="-228594">
              <a:lnSpc>
                <a:spcPct val="100000"/>
              </a:lnSpc>
              <a:buFont typeface="Wingdings" panose="05000000000000000000" pitchFamily="2" charset="2"/>
              <a:buChar char="q"/>
              <a:defRPr sz="1200"/>
            </a:lvl1pPr>
            <a:lvl2pPr marL="457200" indent="-228594">
              <a:lnSpc>
                <a:spcPct val="100000"/>
              </a:lnSpc>
              <a:buFont typeface="Wingdings" panose="05000000000000000000" pitchFamily="2" charset="2"/>
              <a:buChar char="Ø"/>
              <a:defRPr sz="1100"/>
            </a:lvl2pPr>
            <a:lvl3pPr marL="685800" indent="-228594">
              <a:lnSpc>
                <a:spcPct val="100000"/>
              </a:lnSpc>
              <a:buFont typeface="Wingdings" panose="05000000000000000000" pitchFamily="2" charset="2"/>
              <a:buChar char="§"/>
              <a:defRPr sz="1000"/>
            </a:lvl3pPr>
            <a:lvl4pPr marL="914400" indent="-228594">
              <a:lnSpc>
                <a:spcPct val="100000"/>
              </a:lnSpc>
              <a:buFont typeface="Courier New" panose="02070309020205020404" pitchFamily="49" charset="0"/>
              <a:buChar char="o"/>
              <a:defRPr sz="900"/>
            </a:lvl4pPr>
            <a:lvl5pPr marL="1143000">
              <a:lnSpc>
                <a:spcPct val="100000"/>
              </a:lnSpc>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314731177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1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Footer Placeholder 2"/>
          <p:cNvSpPr>
            <a:spLocks noGrp="1"/>
          </p:cNvSpPr>
          <p:nvPr>
            <p:ph type="ftr" sz="quarter" idx="10"/>
          </p:nvPr>
        </p:nvSpPr>
        <p:spPr/>
        <p:txBody>
          <a:bodyPr/>
          <a:lstStyle/>
          <a:p>
            <a:r>
              <a:rPr lang="en-US" dirty="0"/>
              <a:t>©2026 Fact.MR, All Rights Reserved</a:t>
            </a:r>
          </a:p>
        </p:txBody>
      </p:sp>
      <p:sp>
        <p:nvSpPr>
          <p:cNvPr id="4" name="Slide Number Placeholder 3"/>
          <p:cNvSpPr>
            <a:spLocks noGrp="1"/>
          </p:cNvSpPr>
          <p:nvPr>
            <p:ph type="sldNum" sz="quarter" idx="11"/>
          </p:nvPr>
        </p:nvSpPr>
        <p:spPr/>
        <p:txBody>
          <a:bodyPr/>
          <a:lstStyle/>
          <a:p>
            <a:fld id="{4B17068C-EB94-40A3-A5F2-664CDD77FDAC}" type="slidenum">
              <a:rPr lang="en-US" smtClean="0"/>
              <a:pPr/>
              <a:t>‹#›</a:t>
            </a:fld>
            <a:endParaRPr lang="en-US" dirty="0"/>
          </a:p>
        </p:txBody>
      </p:sp>
      <p:sp>
        <p:nvSpPr>
          <p:cNvPr id="9" name="Freeform 8"/>
          <p:cNvSpPr/>
          <p:nvPr userDrawn="1"/>
        </p:nvSpPr>
        <p:spPr>
          <a:xfrm>
            <a:off x="2185035" y="1066800"/>
            <a:ext cx="4737141"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lvl="0" algn="ctr"/>
            <a:endParaRPr lang="en-GB" sz="1013"/>
          </a:p>
        </p:txBody>
      </p:sp>
      <p:sp>
        <p:nvSpPr>
          <p:cNvPr id="10" name="Text Placeholder 6"/>
          <p:cNvSpPr>
            <a:spLocks noGrp="1"/>
          </p:cNvSpPr>
          <p:nvPr>
            <p:ph type="body" sz="quarter" idx="14"/>
          </p:nvPr>
        </p:nvSpPr>
        <p:spPr>
          <a:xfrm>
            <a:off x="2199371" y="1066800"/>
            <a:ext cx="4723383" cy="466344"/>
          </a:xfrm>
          <a:prstGeom prst="rect">
            <a:avLst/>
          </a:prstGeom>
        </p:spPr>
        <p:txBody>
          <a:bodyPr anchor="b"/>
          <a:lstStyle>
            <a:lvl1pPr marL="0" indent="0" algn="ctr">
              <a:buNone/>
              <a:defRPr sz="1300" b="1"/>
            </a:lvl1pPr>
          </a:lstStyle>
          <a:p>
            <a:pPr lvl="0"/>
            <a:r>
              <a:rPr lang="en-US" dirty="0"/>
              <a:t>Edit Master text styles</a:t>
            </a:r>
            <a:endParaRPr lang="en-IN" dirty="0"/>
          </a:p>
        </p:txBody>
      </p:sp>
      <p:sp>
        <p:nvSpPr>
          <p:cNvPr id="11" name="Content Placeholder 7"/>
          <p:cNvSpPr>
            <a:spLocks noGrp="1"/>
          </p:cNvSpPr>
          <p:nvPr>
            <p:ph sz="quarter" idx="15"/>
          </p:nvPr>
        </p:nvSpPr>
        <p:spPr>
          <a:xfrm>
            <a:off x="2180194" y="1562100"/>
            <a:ext cx="4739080" cy="4662488"/>
          </a:xfrm>
          <a:prstGeom prst="rect">
            <a:avLst/>
          </a:prstGeom>
        </p:spPr>
        <p:txBody>
          <a:bodyPr/>
          <a:lstStyle>
            <a:lvl1pPr marL="228594" indent="-228594">
              <a:lnSpc>
                <a:spcPct val="100000"/>
              </a:lnSpc>
              <a:buFont typeface="Wingdings" panose="05000000000000000000" pitchFamily="2" charset="2"/>
              <a:buChar char="q"/>
              <a:defRPr sz="1200"/>
            </a:lvl1pPr>
            <a:lvl2pPr marL="457200" indent="-228594">
              <a:lnSpc>
                <a:spcPct val="100000"/>
              </a:lnSpc>
              <a:buFont typeface="Wingdings" panose="05000000000000000000" pitchFamily="2" charset="2"/>
              <a:buChar char="Ø"/>
              <a:defRPr sz="1100"/>
            </a:lvl2pPr>
            <a:lvl3pPr marL="685800" indent="-228594">
              <a:lnSpc>
                <a:spcPct val="100000"/>
              </a:lnSpc>
              <a:buFont typeface="Wingdings" panose="05000000000000000000" pitchFamily="2" charset="2"/>
              <a:buChar char="§"/>
              <a:defRPr sz="1000"/>
            </a:lvl3pPr>
            <a:lvl4pPr marL="914400" indent="-228594">
              <a:lnSpc>
                <a:spcPct val="100000"/>
              </a:lnSpc>
              <a:buFont typeface="Courier New" panose="02070309020205020404" pitchFamily="49" charset="0"/>
              <a:buChar char="o"/>
              <a:defRPr sz="900"/>
            </a:lvl4pPr>
            <a:lvl5pPr marL="1143000">
              <a:lnSpc>
                <a:spcPct val="100000"/>
              </a:lnSpc>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0" name="Freeform 8">
            <a:extLst>
              <a:ext uri="{FF2B5EF4-FFF2-40B4-BE49-F238E27FC236}">
                <a16:creationId xmlns:a16="http://schemas.microsoft.com/office/drawing/2014/main" id="{AEC0AD89-9C27-F0B6-57F0-9FA896490C71}"/>
              </a:ext>
            </a:extLst>
          </p:cNvPr>
          <p:cNvSpPr/>
          <p:nvPr userDrawn="1"/>
        </p:nvSpPr>
        <p:spPr>
          <a:xfrm>
            <a:off x="7244731" y="1066800"/>
            <a:ext cx="4737141"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lvl="0" algn="ctr"/>
            <a:endParaRPr lang="en-GB" sz="1013"/>
          </a:p>
        </p:txBody>
      </p:sp>
      <p:sp>
        <p:nvSpPr>
          <p:cNvPr id="21" name="Text Placeholder 6">
            <a:extLst>
              <a:ext uri="{FF2B5EF4-FFF2-40B4-BE49-F238E27FC236}">
                <a16:creationId xmlns:a16="http://schemas.microsoft.com/office/drawing/2014/main" id="{CAE4B1D3-820A-BE20-35C6-D80D98CCC9DA}"/>
              </a:ext>
            </a:extLst>
          </p:cNvPr>
          <p:cNvSpPr>
            <a:spLocks noGrp="1"/>
          </p:cNvSpPr>
          <p:nvPr>
            <p:ph type="body" sz="quarter" idx="16"/>
          </p:nvPr>
        </p:nvSpPr>
        <p:spPr>
          <a:xfrm>
            <a:off x="7259067" y="1066800"/>
            <a:ext cx="4723383" cy="466344"/>
          </a:xfrm>
          <a:prstGeom prst="rect">
            <a:avLst/>
          </a:prstGeom>
        </p:spPr>
        <p:txBody>
          <a:bodyPr anchor="b"/>
          <a:lstStyle>
            <a:lvl1pPr marL="0" indent="0" algn="ctr">
              <a:buNone/>
              <a:defRPr sz="1300" b="1"/>
            </a:lvl1pPr>
          </a:lstStyle>
          <a:p>
            <a:pPr lvl="0"/>
            <a:r>
              <a:rPr lang="en-US" dirty="0"/>
              <a:t>Edit Master text styles</a:t>
            </a:r>
            <a:endParaRPr lang="en-IN" dirty="0"/>
          </a:p>
        </p:txBody>
      </p:sp>
      <p:sp>
        <p:nvSpPr>
          <p:cNvPr id="22" name="Content Placeholder 7">
            <a:extLst>
              <a:ext uri="{FF2B5EF4-FFF2-40B4-BE49-F238E27FC236}">
                <a16:creationId xmlns:a16="http://schemas.microsoft.com/office/drawing/2014/main" id="{A711E133-854F-775C-E8DA-F97179CD0FD0}"/>
              </a:ext>
            </a:extLst>
          </p:cNvPr>
          <p:cNvSpPr>
            <a:spLocks noGrp="1"/>
          </p:cNvSpPr>
          <p:nvPr>
            <p:ph sz="quarter" idx="17"/>
          </p:nvPr>
        </p:nvSpPr>
        <p:spPr>
          <a:xfrm>
            <a:off x="7239890" y="1562100"/>
            <a:ext cx="4739080" cy="4662488"/>
          </a:xfrm>
          <a:prstGeom prst="rect">
            <a:avLst/>
          </a:prstGeom>
        </p:spPr>
        <p:txBody>
          <a:bodyPr/>
          <a:lstStyle>
            <a:lvl1pPr marL="228594" indent="-228594">
              <a:lnSpc>
                <a:spcPct val="100000"/>
              </a:lnSpc>
              <a:buFont typeface="Wingdings" panose="05000000000000000000" pitchFamily="2" charset="2"/>
              <a:buChar char="q"/>
              <a:defRPr sz="1200"/>
            </a:lvl1pPr>
            <a:lvl2pPr marL="457200" indent="-228594">
              <a:lnSpc>
                <a:spcPct val="100000"/>
              </a:lnSpc>
              <a:buFont typeface="Wingdings" panose="05000000000000000000" pitchFamily="2" charset="2"/>
              <a:buChar char="Ø"/>
              <a:defRPr sz="1100"/>
            </a:lvl2pPr>
            <a:lvl3pPr marL="685800" indent="-228594">
              <a:lnSpc>
                <a:spcPct val="100000"/>
              </a:lnSpc>
              <a:buFont typeface="Wingdings" panose="05000000000000000000" pitchFamily="2" charset="2"/>
              <a:buChar char="§"/>
              <a:defRPr sz="1000"/>
            </a:lvl3pPr>
            <a:lvl4pPr marL="914400" indent="-228594">
              <a:lnSpc>
                <a:spcPct val="100000"/>
              </a:lnSpc>
              <a:buFont typeface="Courier New" panose="02070309020205020404" pitchFamily="49" charset="0"/>
              <a:buChar char="o"/>
              <a:defRPr sz="900"/>
            </a:lvl4pPr>
            <a:lvl5pPr marL="1143000">
              <a:lnSpc>
                <a:spcPct val="100000"/>
              </a:lnSpc>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404598648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2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Footer Placeholder 2"/>
          <p:cNvSpPr>
            <a:spLocks noGrp="1"/>
          </p:cNvSpPr>
          <p:nvPr>
            <p:ph type="ftr" sz="quarter" idx="10"/>
          </p:nvPr>
        </p:nvSpPr>
        <p:spPr/>
        <p:txBody>
          <a:bodyPr/>
          <a:lstStyle/>
          <a:p>
            <a:r>
              <a:rPr lang="en-US" dirty="0"/>
              <a:t>©2026 Fact.MR, All Rights Reserved</a:t>
            </a:r>
          </a:p>
        </p:txBody>
      </p:sp>
      <p:sp>
        <p:nvSpPr>
          <p:cNvPr id="4" name="Slide Number Placeholder 3"/>
          <p:cNvSpPr>
            <a:spLocks noGrp="1"/>
          </p:cNvSpPr>
          <p:nvPr>
            <p:ph type="sldNum" sz="quarter" idx="11"/>
          </p:nvPr>
        </p:nvSpPr>
        <p:spPr/>
        <p:txBody>
          <a:bodyPr/>
          <a:lstStyle/>
          <a:p>
            <a:fld id="{4B17068C-EB94-40A3-A5F2-664CDD77FDAC}" type="slidenum">
              <a:rPr lang="en-US" smtClean="0"/>
              <a:pPr/>
              <a:t>‹#›</a:t>
            </a:fld>
            <a:endParaRPr lang="en-US" dirty="0"/>
          </a:p>
        </p:txBody>
      </p:sp>
      <p:sp>
        <p:nvSpPr>
          <p:cNvPr id="5" name="Freeform 4"/>
          <p:cNvSpPr/>
          <p:nvPr userDrawn="1"/>
        </p:nvSpPr>
        <p:spPr>
          <a:xfrm>
            <a:off x="157241" y="1066800"/>
            <a:ext cx="5787244"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lvl="0" algn="ctr"/>
            <a:endParaRPr lang="en-GB" sz="1013"/>
          </a:p>
        </p:txBody>
      </p:sp>
      <p:sp>
        <p:nvSpPr>
          <p:cNvPr id="7" name="Text Placeholder 6"/>
          <p:cNvSpPr>
            <a:spLocks noGrp="1"/>
          </p:cNvSpPr>
          <p:nvPr>
            <p:ph type="body" sz="quarter" idx="12"/>
          </p:nvPr>
        </p:nvSpPr>
        <p:spPr>
          <a:xfrm>
            <a:off x="171577" y="1066800"/>
            <a:ext cx="5780230" cy="466344"/>
          </a:xfrm>
          <a:prstGeom prst="rect">
            <a:avLst/>
          </a:prstGeom>
        </p:spPr>
        <p:txBody>
          <a:bodyPr anchor="b"/>
          <a:lstStyle>
            <a:lvl1pPr marL="0" indent="0" algn="ctr">
              <a:buNone/>
              <a:defRPr sz="1300" b="1"/>
            </a:lvl1pPr>
          </a:lstStyle>
          <a:p>
            <a:pPr lvl="0"/>
            <a:r>
              <a:rPr lang="en-US" dirty="0"/>
              <a:t>Edit Master text styles</a:t>
            </a:r>
            <a:endParaRPr lang="en-IN" dirty="0"/>
          </a:p>
        </p:txBody>
      </p:sp>
      <p:sp>
        <p:nvSpPr>
          <p:cNvPr id="8" name="Content Placeholder 7"/>
          <p:cNvSpPr>
            <a:spLocks noGrp="1"/>
          </p:cNvSpPr>
          <p:nvPr>
            <p:ph sz="quarter" idx="13"/>
          </p:nvPr>
        </p:nvSpPr>
        <p:spPr>
          <a:xfrm>
            <a:off x="152400" y="1562100"/>
            <a:ext cx="5789613" cy="1965960"/>
          </a:xfrm>
          <a:prstGeom prst="rect">
            <a:avLst/>
          </a:prstGeom>
        </p:spPr>
        <p:txBody>
          <a:bodyPr/>
          <a:lstStyle>
            <a:lvl1pPr marL="228594" indent="-228594">
              <a:lnSpc>
                <a:spcPct val="100000"/>
              </a:lnSpc>
              <a:buFont typeface="Wingdings" panose="05000000000000000000" pitchFamily="2" charset="2"/>
              <a:buChar char="q"/>
              <a:defRPr sz="1200"/>
            </a:lvl1pPr>
            <a:lvl2pPr marL="457200" indent="-228594">
              <a:lnSpc>
                <a:spcPct val="100000"/>
              </a:lnSpc>
              <a:buFont typeface="Wingdings" panose="05000000000000000000" pitchFamily="2" charset="2"/>
              <a:buChar char="Ø"/>
              <a:defRPr sz="1100"/>
            </a:lvl2pPr>
            <a:lvl3pPr marL="685800" indent="-228594">
              <a:lnSpc>
                <a:spcPct val="100000"/>
              </a:lnSpc>
              <a:buFont typeface="Wingdings" panose="05000000000000000000" pitchFamily="2" charset="2"/>
              <a:buChar char="§"/>
              <a:defRPr sz="1000"/>
            </a:lvl3pPr>
            <a:lvl4pPr marL="914400" indent="-228594">
              <a:lnSpc>
                <a:spcPct val="100000"/>
              </a:lnSpc>
              <a:buFont typeface="Courier New" panose="02070309020205020404" pitchFamily="49" charset="0"/>
              <a:buChar char="o"/>
              <a:defRPr sz="900"/>
            </a:lvl4pPr>
            <a:lvl5pPr marL="1143000">
              <a:lnSpc>
                <a:spcPct val="100000"/>
              </a:lnSpc>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5" name="Freeform 14"/>
          <p:cNvSpPr/>
          <p:nvPr userDrawn="1"/>
        </p:nvSpPr>
        <p:spPr>
          <a:xfrm>
            <a:off x="157241" y="3753803"/>
            <a:ext cx="5787244"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lvl="0" algn="ctr"/>
            <a:endParaRPr lang="en-GB" sz="1013"/>
          </a:p>
        </p:txBody>
      </p:sp>
      <p:sp>
        <p:nvSpPr>
          <p:cNvPr id="16" name="Text Placeholder 6"/>
          <p:cNvSpPr>
            <a:spLocks noGrp="1"/>
          </p:cNvSpPr>
          <p:nvPr>
            <p:ph type="body" sz="quarter" idx="16"/>
          </p:nvPr>
        </p:nvSpPr>
        <p:spPr>
          <a:xfrm>
            <a:off x="171577" y="3753803"/>
            <a:ext cx="5780230" cy="466344"/>
          </a:xfrm>
          <a:prstGeom prst="rect">
            <a:avLst/>
          </a:prstGeom>
        </p:spPr>
        <p:txBody>
          <a:bodyPr anchor="b"/>
          <a:lstStyle>
            <a:lvl1pPr marL="0" indent="0" algn="ctr">
              <a:buNone/>
              <a:defRPr sz="1300" b="1"/>
            </a:lvl1pPr>
          </a:lstStyle>
          <a:p>
            <a:pPr lvl="0"/>
            <a:r>
              <a:rPr lang="en-US" dirty="0"/>
              <a:t>Edit Master text styles</a:t>
            </a:r>
            <a:endParaRPr lang="en-IN" dirty="0"/>
          </a:p>
        </p:txBody>
      </p:sp>
      <p:sp>
        <p:nvSpPr>
          <p:cNvPr id="17" name="Content Placeholder 7"/>
          <p:cNvSpPr>
            <a:spLocks noGrp="1"/>
          </p:cNvSpPr>
          <p:nvPr>
            <p:ph sz="quarter" idx="17"/>
          </p:nvPr>
        </p:nvSpPr>
        <p:spPr>
          <a:xfrm>
            <a:off x="152400" y="4249103"/>
            <a:ext cx="5789613" cy="1965960"/>
          </a:xfrm>
          <a:prstGeom prst="rect">
            <a:avLst/>
          </a:prstGeom>
        </p:spPr>
        <p:txBody>
          <a:bodyPr/>
          <a:lstStyle>
            <a:lvl1pPr marL="228594" indent="-228594">
              <a:lnSpc>
                <a:spcPct val="100000"/>
              </a:lnSpc>
              <a:buFont typeface="Wingdings" panose="05000000000000000000" pitchFamily="2" charset="2"/>
              <a:buChar char="q"/>
              <a:defRPr sz="1200"/>
            </a:lvl1pPr>
            <a:lvl2pPr marL="457200" indent="-228594">
              <a:lnSpc>
                <a:spcPct val="100000"/>
              </a:lnSpc>
              <a:buFont typeface="Wingdings" panose="05000000000000000000" pitchFamily="2" charset="2"/>
              <a:buChar char="Ø"/>
              <a:defRPr sz="1100"/>
            </a:lvl2pPr>
            <a:lvl3pPr marL="685800" indent="-228594">
              <a:lnSpc>
                <a:spcPct val="100000"/>
              </a:lnSpc>
              <a:buFont typeface="Wingdings" panose="05000000000000000000" pitchFamily="2" charset="2"/>
              <a:buChar char="§"/>
              <a:defRPr sz="1000"/>
            </a:lvl3pPr>
            <a:lvl4pPr marL="914400" indent="-228594">
              <a:lnSpc>
                <a:spcPct val="100000"/>
              </a:lnSpc>
              <a:buFont typeface="Courier New" panose="02070309020205020404" pitchFamily="49" charset="0"/>
              <a:buChar char="o"/>
              <a:defRPr sz="900"/>
            </a:lvl4pPr>
            <a:lvl5pPr marL="1143000">
              <a:lnSpc>
                <a:spcPct val="100000"/>
              </a:lnSpc>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94357619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3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Footer Placeholder 2"/>
          <p:cNvSpPr>
            <a:spLocks noGrp="1"/>
          </p:cNvSpPr>
          <p:nvPr>
            <p:ph type="ftr" sz="quarter" idx="10"/>
          </p:nvPr>
        </p:nvSpPr>
        <p:spPr/>
        <p:txBody>
          <a:bodyPr/>
          <a:lstStyle/>
          <a:p>
            <a:r>
              <a:rPr lang="en-US" dirty="0"/>
              <a:t>©2026 Fact.MR, All Rights Reserved</a:t>
            </a:r>
          </a:p>
        </p:txBody>
      </p:sp>
      <p:sp>
        <p:nvSpPr>
          <p:cNvPr id="4" name="Slide Number Placeholder 3"/>
          <p:cNvSpPr>
            <a:spLocks noGrp="1"/>
          </p:cNvSpPr>
          <p:nvPr>
            <p:ph type="sldNum" sz="quarter" idx="11"/>
          </p:nvPr>
        </p:nvSpPr>
        <p:spPr/>
        <p:txBody>
          <a:bodyPr/>
          <a:lstStyle/>
          <a:p>
            <a:fld id="{4B17068C-EB94-40A3-A5F2-664CDD77FDAC}" type="slidenum">
              <a:rPr lang="en-US" smtClean="0"/>
              <a:pPr/>
              <a:t>‹#›</a:t>
            </a:fld>
            <a:endParaRPr lang="en-US" dirty="0"/>
          </a:p>
        </p:txBody>
      </p:sp>
      <p:sp>
        <p:nvSpPr>
          <p:cNvPr id="5" name="Freeform 4"/>
          <p:cNvSpPr/>
          <p:nvPr userDrawn="1"/>
        </p:nvSpPr>
        <p:spPr>
          <a:xfrm>
            <a:off x="157241" y="1066800"/>
            <a:ext cx="5787244"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lvl="0" algn="ctr"/>
            <a:endParaRPr lang="en-GB" sz="1013"/>
          </a:p>
        </p:txBody>
      </p:sp>
      <p:sp>
        <p:nvSpPr>
          <p:cNvPr id="7" name="Text Placeholder 6"/>
          <p:cNvSpPr>
            <a:spLocks noGrp="1"/>
          </p:cNvSpPr>
          <p:nvPr>
            <p:ph type="body" sz="quarter" idx="12"/>
          </p:nvPr>
        </p:nvSpPr>
        <p:spPr>
          <a:xfrm>
            <a:off x="171577" y="1066800"/>
            <a:ext cx="5780230" cy="466344"/>
          </a:xfrm>
          <a:prstGeom prst="rect">
            <a:avLst/>
          </a:prstGeom>
        </p:spPr>
        <p:txBody>
          <a:bodyPr anchor="b"/>
          <a:lstStyle>
            <a:lvl1pPr marL="0" indent="0" algn="ctr">
              <a:buNone/>
              <a:defRPr sz="1300" b="1"/>
            </a:lvl1pPr>
          </a:lstStyle>
          <a:p>
            <a:pPr lvl="0"/>
            <a:r>
              <a:rPr lang="en-US" dirty="0"/>
              <a:t>Edit Master text styles</a:t>
            </a:r>
            <a:endParaRPr lang="en-IN" dirty="0"/>
          </a:p>
        </p:txBody>
      </p:sp>
      <p:sp>
        <p:nvSpPr>
          <p:cNvPr id="8" name="Content Placeholder 7"/>
          <p:cNvSpPr>
            <a:spLocks noGrp="1"/>
          </p:cNvSpPr>
          <p:nvPr>
            <p:ph sz="quarter" idx="13"/>
          </p:nvPr>
        </p:nvSpPr>
        <p:spPr>
          <a:xfrm>
            <a:off x="152400" y="1562100"/>
            <a:ext cx="5789613" cy="4662488"/>
          </a:xfrm>
          <a:prstGeom prst="rect">
            <a:avLst/>
          </a:prstGeom>
        </p:spPr>
        <p:txBody>
          <a:bodyPr/>
          <a:lstStyle>
            <a:lvl1pPr marL="228594" indent="-228594">
              <a:lnSpc>
                <a:spcPct val="100000"/>
              </a:lnSpc>
              <a:buFont typeface="Wingdings" panose="05000000000000000000" pitchFamily="2" charset="2"/>
              <a:buChar char="q"/>
              <a:defRPr sz="1200"/>
            </a:lvl1pPr>
            <a:lvl2pPr marL="457200" indent="-228594">
              <a:lnSpc>
                <a:spcPct val="100000"/>
              </a:lnSpc>
              <a:buFont typeface="Wingdings" panose="05000000000000000000" pitchFamily="2" charset="2"/>
              <a:buChar char="Ø"/>
              <a:defRPr sz="1100"/>
            </a:lvl2pPr>
            <a:lvl3pPr marL="685800" indent="-228594">
              <a:lnSpc>
                <a:spcPct val="100000"/>
              </a:lnSpc>
              <a:buFont typeface="Wingdings" panose="05000000000000000000" pitchFamily="2" charset="2"/>
              <a:buChar char="§"/>
              <a:defRPr sz="1000"/>
            </a:lvl3pPr>
            <a:lvl4pPr marL="914400" indent="-228594">
              <a:lnSpc>
                <a:spcPct val="100000"/>
              </a:lnSpc>
              <a:buFont typeface="Courier New" panose="02070309020205020404" pitchFamily="49" charset="0"/>
              <a:buChar char="o"/>
              <a:defRPr sz="900"/>
            </a:lvl4pPr>
            <a:lvl5pPr marL="1143000">
              <a:lnSpc>
                <a:spcPct val="100000"/>
              </a:lnSpc>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Freeform 8"/>
          <p:cNvSpPr/>
          <p:nvPr userDrawn="1"/>
        </p:nvSpPr>
        <p:spPr>
          <a:xfrm>
            <a:off x="6200853" y="1066800"/>
            <a:ext cx="5787244"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lvl="0" algn="ctr"/>
            <a:endParaRPr lang="en-GB" sz="1013"/>
          </a:p>
        </p:txBody>
      </p:sp>
      <p:sp>
        <p:nvSpPr>
          <p:cNvPr id="10" name="Text Placeholder 6"/>
          <p:cNvSpPr>
            <a:spLocks noGrp="1"/>
          </p:cNvSpPr>
          <p:nvPr>
            <p:ph type="body" sz="quarter" idx="14"/>
          </p:nvPr>
        </p:nvSpPr>
        <p:spPr>
          <a:xfrm>
            <a:off x="6215189" y="1066800"/>
            <a:ext cx="5770436" cy="466344"/>
          </a:xfrm>
          <a:prstGeom prst="rect">
            <a:avLst/>
          </a:prstGeom>
        </p:spPr>
        <p:txBody>
          <a:bodyPr anchor="b"/>
          <a:lstStyle>
            <a:lvl1pPr marL="0" indent="0" algn="ctr">
              <a:buNone/>
              <a:defRPr sz="1300" b="1"/>
            </a:lvl1pPr>
          </a:lstStyle>
          <a:p>
            <a:pPr lvl="0"/>
            <a:r>
              <a:rPr lang="en-US" dirty="0"/>
              <a:t>Edit Master text styles</a:t>
            </a:r>
            <a:endParaRPr lang="en-IN" dirty="0"/>
          </a:p>
        </p:txBody>
      </p:sp>
      <p:sp>
        <p:nvSpPr>
          <p:cNvPr id="11" name="Content Placeholder 7"/>
          <p:cNvSpPr>
            <a:spLocks noGrp="1"/>
          </p:cNvSpPr>
          <p:nvPr>
            <p:ph sz="quarter" idx="15"/>
          </p:nvPr>
        </p:nvSpPr>
        <p:spPr>
          <a:xfrm>
            <a:off x="6196012" y="1562100"/>
            <a:ext cx="5789613" cy="1965960"/>
          </a:xfrm>
          <a:prstGeom prst="rect">
            <a:avLst/>
          </a:prstGeom>
        </p:spPr>
        <p:txBody>
          <a:bodyPr/>
          <a:lstStyle>
            <a:lvl1pPr marL="228594" indent="-228594">
              <a:lnSpc>
                <a:spcPct val="100000"/>
              </a:lnSpc>
              <a:buFont typeface="Wingdings" panose="05000000000000000000" pitchFamily="2" charset="2"/>
              <a:buChar char="q"/>
              <a:defRPr sz="1200"/>
            </a:lvl1pPr>
            <a:lvl2pPr marL="457200" indent="-228594">
              <a:lnSpc>
                <a:spcPct val="100000"/>
              </a:lnSpc>
              <a:buFont typeface="Wingdings" panose="05000000000000000000" pitchFamily="2" charset="2"/>
              <a:buChar char="Ø"/>
              <a:defRPr sz="1100"/>
            </a:lvl2pPr>
            <a:lvl3pPr marL="685800" indent="-228594">
              <a:lnSpc>
                <a:spcPct val="100000"/>
              </a:lnSpc>
              <a:buFont typeface="Wingdings" panose="05000000000000000000" pitchFamily="2" charset="2"/>
              <a:buChar char="§"/>
              <a:defRPr sz="1000"/>
            </a:lvl3pPr>
            <a:lvl4pPr marL="914400" indent="-228594">
              <a:lnSpc>
                <a:spcPct val="100000"/>
              </a:lnSpc>
              <a:buFont typeface="Courier New" panose="02070309020205020404" pitchFamily="49" charset="0"/>
              <a:buChar char="o"/>
              <a:defRPr sz="900"/>
            </a:lvl4pPr>
            <a:lvl5pPr marL="1143000">
              <a:lnSpc>
                <a:spcPct val="100000"/>
              </a:lnSpc>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2" name="Freeform 11"/>
          <p:cNvSpPr/>
          <p:nvPr userDrawn="1"/>
        </p:nvSpPr>
        <p:spPr>
          <a:xfrm>
            <a:off x="6198380" y="3753803"/>
            <a:ext cx="5787243"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lvl="0" algn="ctr"/>
            <a:endParaRPr lang="en-GB" sz="1013"/>
          </a:p>
        </p:txBody>
      </p:sp>
      <p:sp>
        <p:nvSpPr>
          <p:cNvPr id="13" name="Text Placeholder 6"/>
          <p:cNvSpPr>
            <a:spLocks noGrp="1"/>
          </p:cNvSpPr>
          <p:nvPr>
            <p:ph type="body" sz="quarter" idx="16"/>
          </p:nvPr>
        </p:nvSpPr>
        <p:spPr>
          <a:xfrm>
            <a:off x="6205394" y="3753803"/>
            <a:ext cx="5780229" cy="466344"/>
          </a:xfrm>
          <a:prstGeom prst="rect">
            <a:avLst/>
          </a:prstGeom>
        </p:spPr>
        <p:txBody>
          <a:bodyPr anchor="b"/>
          <a:lstStyle>
            <a:lvl1pPr marL="0" indent="0" algn="ctr">
              <a:buNone/>
              <a:defRPr sz="1300" b="1"/>
            </a:lvl1pPr>
          </a:lstStyle>
          <a:p>
            <a:pPr lvl="0"/>
            <a:r>
              <a:rPr lang="en-US" dirty="0"/>
              <a:t>Edit Master text styles</a:t>
            </a:r>
            <a:endParaRPr lang="en-IN" dirty="0"/>
          </a:p>
        </p:txBody>
      </p:sp>
      <p:sp>
        <p:nvSpPr>
          <p:cNvPr id="14" name="Content Placeholder 7"/>
          <p:cNvSpPr>
            <a:spLocks noGrp="1"/>
          </p:cNvSpPr>
          <p:nvPr>
            <p:ph sz="quarter" idx="17"/>
          </p:nvPr>
        </p:nvSpPr>
        <p:spPr>
          <a:xfrm>
            <a:off x="6196013" y="4249103"/>
            <a:ext cx="5789612" cy="1965960"/>
          </a:xfrm>
          <a:prstGeom prst="rect">
            <a:avLst/>
          </a:prstGeom>
        </p:spPr>
        <p:txBody>
          <a:bodyPr/>
          <a:lstStyle>
            <a:lvl1pPr marL="228594" indent="-228594">
              <a:lnSpc>
                <a:spcPct val="100000"/>
              </a:lnSpc>
              <a:buFont typeface="Wingdings" panose="05000000000000000000" pitchFamily="2" charset="2"/>
              <a:buChar char="q"/>
              <a:defRPr sz="1200"/>
            </a:lvl1pPr>
            <a:lvl2pPr marL="457200" indent="-228594">
              <a:lnSpc>
                <a:spcPct val="100000"/>
              </a:lnSpc>
              <a:buFont typeface="Wingdings" panose="05000000000000000000" pitchFamily="2" charset="2"/>
              <a:buChar char="Ø"/>
              <a:defRPr sz="1100"/>
            </a:lvl2pPr>
            <a:lvl3pPr marL="685800" indent="-228594">
              <a:lnSpc>
                <a:spcPct val="100000"/>
              </a:lnSpc>
              <a:buFont typeface="Wingdings" panose="05000000000000000000" pitchFamily="2" charset="2"/>
              <a:buChar char="§"/>
              <a:defRPr sz="1000"/>
            </a:lvl3pPr>
            <a:lvl4pPr marL="914400" indent="-228594">
              <a:lnSpc>
                <a:spcPct val="100000"/>
              </a:lnSpc>
              <a:buFont typeface="Courier New" panose="02070309020205020404" pitchFamily="49" charset="0"/>
              <a:buChar char="o"/>
              <a:defRPr sz="900"/>
            </a:lvl4pPr>
            <a:lvl5pPr marL="1143000">
              <a:lnSpc>
                <a:spcPct val="100000"/>
              </a:lnSpc>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282370019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4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Footer Placeholder 2"/>
          <p:cNvSpPr>
            <a:spLocks noGrp="1"/>
          </p:cNvSpPr>
          <p:nvPr>
            <p:ph type="ftr" sz="quarter" idx="10"/>
          </p:nvPr>
        </p:nvSpPr>
        <p:spPr/>
        <p:txBody>
          <a:bodyPr/>
          <a:lstStyle/>
          <a:p>
            <a:r>
              <a:rPr lang="en-US" dirty="0"/>
              <a:t>©2026 Fact.MR, All Rights Reserved</a:t>
            </a:r>
          </a:p>
        </p:txBody>
      </p:sp>
      <p:sp>
        <p:nvSpPr>
          <p:cNvPr id="4" name="Slide Number Placeholder 3"/>
          <p:cNvSpPr>
            <a:spLocks noGrp="1"/>
          </p:cNvSpPr>
          <p:nvPr>
            <p:ph type="sldNum" sz="quarter" idx="11"/>
          </p:nvPr>
        </p:nvSpPr>
        <p:spPr/>
        <p:txBody>
          <a:bodyPr/>
          <a:lstStyle/>
          <a:p>
            <a:fld id="{4B17068C-EB94-40A3-A5F2-664CDD77FDAC}" type="slidenum">
              <a:rPr lang="en-US" smtClean="0"/>
              <a:pPr/>
              <a:t>‹#›</a:t>
            </a:fld>
            <a:endParaRPr lang="en-US" dirty="0"/>
          </a:p>
        </p:txBody>
      </p:sp>
      <p:sp>
        <p:nvSpPr>
          <p:cNvPr id="9" name="Freeform 8"/>
          <p:cNvSpPr/>
          <p:nvPr userDrawn="1"/>
        </p:nvSpPr>
        <p:spPr>
          <a:xfrm>
            <a:off x="6200853" y="1066800"/>
            <a:ext cx="5787244"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lvl="0" algn="ctr"/>
            <a:endParaRPr lang="en-GB" sz="1013"/>
          </a:p>
        </p:txBody>
      </p:sp>
      <p:sp>
        <p:nvSpPr>
          <p:cNvPr id="10" name="Text Placeholder 6"/>
          <p:cNvSpPr>
            <a:spLocks noGrp="1"/>
          </p:cNvSpPr>
          <p:nvPr>
            <p:ph type="body" sz="quarter" idx="14"/>
          </p:nvPr>
        </p:nvSpPr>
        <p:spPr>
          <a:xfrm>
            <a:off x="6215189" y="1066800"/>
            <a:ext cx="5770436" cy="466344"/>
          </a:xfrm>
          <a:prstGeom prst="rect">
            <a:avLst/>
          </a:prstGeom>
        </p:spPr>
        <p:txBody>
          <a:bodyPr anchor="b"/>
          <a:lstStyle>
            <a:lvl1pPr marL="0" indent="0" algn="ctr">
              <a:buNone/>
              <a:defRPr sz="1300" b="1"/>
            </a:lvl1pPr>
          </a:lstStyle>
          <a:p>
            <a:pPr lvl="0"/>
            <a:r>
              <a:rPr lang="en-US" dirty="0"/>
              <a:t>Edit Master text styles</a:t>
            </a:r>
            <a:endParaRPr lang="en-IN" dirty="0"/>
          </a:p>
        </p:txBody>
      </p:sp>
      <p:sp>
        <p:nvSpPr>
          <p:cNvPr id="11" name="Content Placeholder 7"/>
          <p:cNvSpPr>
            <a:spLocks noGrp="1"/>
          </p:cNvSpPr>
          <p:nvPr>
            <p:ph sz="quarter" idx="15"/>
          </p:nvPr>
        </p:nvSpPr>
        <p:spPr>
          <a:xfrm>
            <a:off x="6196012" y="1562100"/>
            <a:ext cx="5789613" cy="1965960"/>
          </a:xfrm>
          <a:prstGeom prst="rect">
            <a:avLst/>
          </a:prstGeom>
        </p:spPr>
        <p:txBody>
          <a:bodyPr/>
          <a:lstStyle>
            <a:lvl1pPr marL="228594" indent="-228594">
              <a:lnSpc>
                <a:spcPct val="100000"/>
              </a:lnSpc>
              <a:buFont typeface="Wingdings" panose="05000000000000000000" pitchFamily="2" charset="2"/>
              <a:buChar char="q"/>
              <a:defRPr sz="1200"/>
            </a:lvl1pPr>
            <a:lvl2pPr marL="457200" indent="-228594">
              <a:lnSpc>
                <a:spcPct val="100000"/>
              </a:lnSpc>
              <a:buFont typeface="Wingdings" panose="05000000000000000000" pitchFamily="2" charset="2"/>
              <a:buChar char="Ø"/>
              <a:defRPr sz="1100"/>
            </a:lvl2pPr>
            <a:lvl3pPr marL="685800" indent="-228594">
              <a:lnSpc>
                <a:spcPct val="100000"/>
              </a:lnSpc>
              <a:buFont typeface="Wingdings" panose="05000000000000000000" pitchFamily="2" charset="2"/>
              <a:buChar char="§"/>
              <a:defRPr sz="1000"/>
            </a:lvl3pPr>
            <a:lvl4pPr marL="914400" indent="-228594">
              <a:lnSpc>
                <a:spcPct val="100000"/>
              </a:lnSpc>
              <a:buFont typeface="Courier New" panose="02070309020205020404" pitchFamily="49" charset="0"/>
              <a:buChar char="o"/>
              <a:defRPr sz="900"/>
            </a:lvl4pPr>
            <a:lvl5pPr marL="1143000">
              <a:lnSpc>
                <a:spcPct val="100000"/>
              </a:lnSpc>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2" name="Freeform 11"/>
          <p:cNvSpPr/>
          <p:nvPr userDrawn="1"/>
        </p:nvSpPr>
        <p:spPr>
          <a:xfrm>
            <a:off x="6198380" y="3753803"/>
            <a:ext cx="5787243"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lvl="0" algn="ctr"/>
            <a:endParaRPr lang="en-GB" sz="1013"/>
          </a:p>
        </p:txBody>
      </p:sp>
      <p:sp>
        <p:nvSpPr>
          <p:cNvPr id="13" name="Text Placeholder 6"/>
          <p:cNvSpPr>
            <a:spLocks noGrp="1"/>
          </p:cNvSpPr>
          <p:nvPr>
            <p:ph type="body" sz="quarter" idx="16"/>
          </p:nvPr>
        </p:nvSpPr>
        <p:spPr>
          <a:xfrm>
            <a:off x="6205394" y="3753803"/>
            <a:ext cx="5780229" cy="466344"/>
          </a:xfrm>
          <a:prstGeom prst="rect">
            <a:avLst/>
          </a:prstGeom>
        </p:spPr>
        <p:txBody>
          <a:bodyPr anchor="b"/>
          <a:lstStyle>
            <a:lvl1pPr marL="0" indent="0" algn="ctr">
              <a:buNone/>
              <a:defRPr sz="1300" b="1"/>
            </a:lvl1pPr>
          </a:lstStyle>
          <a:p>
            <a:pPr lvl="0"/>
            <a:r>
              <a:rPr lang="en-US" dirty="0"/>
              <a:t>Edit Master text styles</a:t>
            </a:r>
            <a:endParaRPr lang="en-IN" dirty="0"/>
          </a:p>
        </p:txBody>
      </p:sp>
      <p:sp>
        <p:nvSpPr>
          <p:cNvPr id="14" name="Content Placeholder 7"/>
          <p:cNvSpPr>
            <a:spLocks noGrp="1"/>
          </p:cNvSpPr>
          <p:nvPr>
            <p:ph sz="quarter" idx="17"/>
          </p:nvPr>
        </p:nvSpPr>
        <p:spPr>
          <a:xfrm>
            <a:off x="6196013" y="4249103"/>
            <a:ext cx="5789612" cy="1965960"/>
          </a:xfrm>
          <a:prstGeom prst="rect">
            <a:avLst/>
          </a:prstGeom>
        </p:spPr>
        <p:txBody>
          <a:bodyPr/>
          <a:lstStyle>
            <a:lvl1pPr marL="228594" indent="-228594">
              <a:lnSpc>
                <a:spcPct val="100000"/>
              </a:lnSpc>
              <a:buFont typeface="Wingdings" panose="05000000000000000000" pitchFamily="2" charset="2"/>
              <a:buChar char="q"/>
              <a:defRPr sz="1200"/>
            </a:lvl1pPr>
            <a:lvl2pPr marL="457200" indent="-228594">
              <a:lnSpc>
                <a:spcPct val="100000"/>
              </a:lnSpc>
              <a:buFont typeface="Wingdings" panose="05000000000000000000" pitchFamily="2" charset="2"/>
              <a:buChar char="Ø"/>
              <a:defRPr sz="1100"/>
            </a:lvl2pPr>
            <a:lvl3pPr marL="685800" indent="-228594">
              <a:lnSpc>
                <a:spcPct val="100000"/>
              </a:lnSpc>
              <a:buFont typeface="Wingdings" panose="05000000000000000000" pitchFamily="2" charset="2"/>
              <a:buChar char="§"/>
              <a:defRPr sz="1000"/>
            </a:lvl3pPr>
            <a:lvl4pPr marL="914400" indent="-228594">
              <a:lnSpc>
                <a:spcPct val="100000"/>
              </a:lnSpc>
              <a:buFont typeface="Courier New" panose="02070309020205020404" pitchFamily="49" charset="0"/>
              <a:buChar char="o"/>
              <a:defRPr sz="900"/>
            </a:lvl4pPr>
            <a:lvl5pPr marL="1143000">
              <a:lnSpc>
                <a:spcPct val="100000"/>
              </a:lnSpc>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143764370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5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Footer Placeholder 2"/>
          <p:cNvSpPr>
            <a:spLocks noGrp="1"/>
          </p:cNvSpPr>
          <p:nvPr>
            <p:ph type="ftr" sz="quarter" idx="10"/>
          </p:nvPr>
        </p:nvSpPr>
        <p:spPr/>
        <p:txBody>
          <a:bodyPr/>
          <a:lstStyle/>
          <a:p>
            <a:r>
              <a:rPr lang="en-US" dirty="0"/>
              <a:t>©2026 Fact.MR, All Rights Reserved</a:t>
            </a:r>
          </a:p>
        </p:txBody>
      </p:sp>
      <p:sp>
        <p:nvSpPr>
          <p:cNvPr id="4" name="Slide Number Placeholder 3"/>
          <p:cNvSpPr>
            <a:spLocks noGrp="1"/>
          </p:cNvSpPr>
          <p:nvPr>
            <p:ph type="sldNum" sz="quarter" idx="11"/>
          </p:nvPr>
        </p:nvSpPr>
        <p:spPr/>
        <p:txBody>
          <a:bodyPr/>
          <a:lstStyle/>
          <a:p>
            <a:fld id="{4B17068C-EB94-40A3-A5F2-664CDD77FDAC}" type="slidenum">
              <a:rPr lang="en-US" smtClean="0"/>
              <a:pPr/>
              <a:t>‹#›</a:t>
            </a:fld>
            <a:endParaRPr lang="en-US" dirty="0"/>
          </a:p>
        </p:txBody>
      </p:sp>
      <p:sp>
        <p:nvSpPr>
          <p:cNvPr id="5" name="Freeform 4"/>
          <p:cNvSpPr/>
          <p:nvPr userDrawn="1"/>
        </p:nvSpPr>
        <p:spPr>
          <a:xfrm>
            <a:off x="157241" y="1066800"/>
            <a:ext cx="5787244"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lvl="0" algn="ctr"/>
            <a:endParaRPr lang="en-GB" sz="1013"/>
          </a:p>
        </p:txBody>
      </p:sp>
      <p:sp>
        <p:nvSpPr>
          <p:cNvPr id="7" name="Text Placeholder 6"/>
          <p:cNvSpPr>
            <a:spLocks noGrp="1"/>
          </p:cNvSpPr>
          <p:nvPr>
            <p:ph type="body" sz="quarter" idx="12"/>
          </p:nvPr>
        </p:nvSpPr>
        <p:spPr>
          <a:xfrm>
            <a:off x="171577" y="1066800"/>
            <a:ext cx="5780230" cy="466344"/>
          </a:xfrm>
          <a:prstGeom prst="rect">
            <a:avLst/>
          </a:prstGeom>
        </p:spPr>
        <p:txBody>
          <a:bodyPr anchor="b"/>
          <a:lstStyle>
            <a:lvl1pPr marL="0" indent="0" algn="ctr">
              <a:buNone/>
              <a:defRPr sz="1300" b="1"/>
            </a:lvl1pPr>
          </a:lstStyle>
          <a:p>
            <a:pPr lvl="0"/>
            <a:r>
              <a:rPr lang="en-US" dirty="0"/>
              <a:t>Edit Master text styles</a:t>
            </a:r>
            <a:endParaRPr lang="en-IN" dirty="0"/>
          </a:p>
        </p:txBody>
      </p:sp>
      <p:sp>
        <p:nvSpPr>
          <p:cNvPr id="8" name="Content Placeholder 7"/>
          <p:cNvSpPr>
            <a:spLocks noGrp="1"/>
          </p:cNvSpPr>
          <p:nvPr>
            <p:ph sz="quarter" idx="13"/>
          </p:nvPr>
        </p:nvSpPr>
        <p:spPr>
          <a:xfrm>
            <a:off x="152400" y="1562100"/>
            <a:ext cx="5789613" cy="1965960"/>
          </a:xfrm>
          <a:prstGeom prst="rect">
            <a:avLst/>
          </a:prstGeom>
        </p:spPr>
        <p:txBody>
          <a:bodyPr/>
          <a:lstStyle>
            <a:lvl1pPr marL="228594" indent="-228594">
              <a:lnSpc>
                <a:spcPct val="100000"/>
              </a:lnSpc>
              <a:buFont typeface="Wingdings" panose="05000000000000000000" pitchFamily="2" charset="2"/>
              <a:buChar char="q"/>
              <a:defRPr sz="1200"/>
            </a:lvl1pPr>
            <a:lvl2pPr marL="457200" indent="-228594">
              <a:lnSpc>
                <a:spcPct val="100000"/>
              </a:lnSpc>
              <a:buFont typeface="Wingdings" panose="05000000000000000000" pitchFamily="2" charset="2"/>
              <a:buChar char="Ø"/>
              <a:defRPr sz="1100"/>
            </a:lvl2pPr>
            <a:lvl3pPr marL="685800" indent="-228594">
              <a:lnSpc>
                <a:spcPct val="100000"/>
              </a:lnSpc>
              <a:buFont typeface="Wingdings" panose="05000000000000000000" pitchFamily="2" charset="2"/>
              <a:buChar char="§"/>
              <a:defRPr sz="1000"/>
            </a:lvl3pPr>
            <a:lvl4pPr marL="914400" indent="-228594">
              <a:lnSpc>
                <a:spcPct val="100000"/>
              </a:lnSpc>
              <a:buFont typeface="Courier New" panose="02070309020205020404" pitchFamily="49" charset="0"/>
              <a:buChar char="o"/>
              <a:defRPr sz="900"/>
            </a:lvl4pPr>
            <a:lvl5pPr marL="1143000">
              <a:lnSpc>
                <a:spcPct val="100000"/>
              </a:lnSpc>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Freeform 8"/>
          <p:cNvSpPr/>
          <p:nvPr userDrawn="1"/>
        </p:nvSpPr>
        <p:spPr>
          <a:xfrm>
            <a:off x="6200853" y="1066800"/>
            <a:ext cx="5787244"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lvl="0" algn="ctr"/>
            <a:endParaRPr lang="en-GB" sz="1013"/>
          </a:p>
        </p:txBody>
      </p:sp>
      <p:sp>
        <p:nvSpPr>
          <p:cNvPr id="10" name="Text Placeholder 6"/>
          <p:cNvSpPr>
            <a:spLocks noGrp="1"/>
          </p:cNvSpPr>
          <p:nvPr>
            <p:ph type="body" sz="quarter" idx="14"/>
          </p:nvPr>
        </p:nvSpPr>
        <p:spPr>
          <a:xfrm>
            <a:off x="6215189" y="1066800"/>
            <a:ext cx="5770436" cy="466344"/>
          </a:xfrm>
          <a:prstGeom prst="rect">
            <a:avLst/>
          </a:prstGeom>
        </p:spPr>
        <p:txBody>
          <a:bodyPr anchor="b"/>
          <a:lstStyle>
            <a:lvl1pPr marL="0" indent="0" algn="ctr">
              <a:buNone/>
              <a:defRPr sz="1300" b="1"/>
            </a:lvl1pPr>
          </a:lstStyle>
          <a:p>
            <a:pPr lvl="0"/>
            <a:r>
              <a:rPr lang="en-US" dirty="0"/>
              <a:t>Edit Master text styles</a:t>
            </a:r>
            <a:endParaRPr lang="en-IN" dirty="0"/>
          </a:p>
        </p:txBody>
      </p:sp>
      <p:sp>
        <p:nvSpPr>
          <p:cNvPr id="11" name="Content Placeholder 7"/>
          <p:cNvSpPr>
            <a:spLocks noGrp="1"/>
          </p:cNvSpPr>
          <p:nvPr>
            <p:ph sz="quarter" idx="15"/>
          </p:nvPr>
        </p:nvSpPr>
        <p:spPr>
          <a:xfrm>
            <a:off x="6196012" y="1562100"/>
            <a:ext cx="5789613" cy="1965960"/>
          </a:xfrm>
          <a:prstGeom prst="rect">
            <a:avLst/>
          </a:prstGeom>
        </p:spPr>
        <p:txBody>
          <a:bodyPr/>
          <a:lstStyle>
            <a:lvl1pPr marL="228594" indent="-228594">
              <a:lnSpc>
                <a:spcPct val="100000"/>
              </a:lnSpc>
              <a:buFont typeface="Wingdings" panose="05000000000000000000" pitchFamily="2" charset="2"/>
              <a:buChar char="q"/>
              <a:defRPr sz="1200"/>
            </a:lvl1pPr>
            <a:lvl2pPr marL="457200" indent="-228594">
              <a:lnSpc>
                <a:spcPct val="100000"/>
              </a:lnSpc>
              <a:buFont typeface="Wingdings" panose="05000000000000000000" pitchFamily="2" charset="2"/>
              <a:buChar char="Ø"/>
              <a:defRPr sz="1100"/>
            </a:lvl2pPr>
            <a:lvl3pPr marL="685800" indent="-228594">
              <a:lnSpc>
                <a:spcPct val="100000"/>
              </a:lnSpc>
              <a:buFont typeface="Wingdings" panose="05000000000000000000" pitchFamily="2" charset="2"/>
              <a:buChar char="§"/>
              <a:defRPr sz="1000"/>
            </a:lvl3pPr>
            <a:lvl4pPr marL="914400" indent="-228594">
              <a:lnSpc>
                <a:spcPct val="100000"/>
              </a:lnSpc>
              <a:buFont typeface="Courier New" panose="02070309020205020404" pitchFamily="49" charset="0"/>
              <a:buChar char="o"/>
              <a:defRPr sz="900"/>
            </a:lvl4pPr>
            <a:lvl5pPr marL="1143000">
              <a:lnSpc>
                <a:spcPct val="100000"/>
              </a:lnSpc>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5" name="Freeform 14"/>
          <p:cNvSpPr/>
          <p:nvPr userDrawn="1"/>
        </p:nvSpPr>
        <p:spPr>
          <a:xfrm>
            <a:off x="157241" y="3753803"/>
            <a:ext cx="5787244"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lvl="0" algn="ctr"/>
            <a:endParaRPr lang="en-GB" sz="1013"/>
          </a:p>
        </p:txBody>
      </p:sp>
      <p:sp>
        <p:nvSpPr>
          <p:cNvPr id="16" name="Text Placeholder 6"/>
          <p:cNvSpPr>
            <a:spLocks noGrp="1"/>
          </p:cNvSpPr>
          <p:nvPr>
            <p:ph type="body" sz="quarter" idx="16"/>
          </p:nvPr>
        </p:nvSpPr>
        <p:spPr>
          <a:xfrm>
            <a:off x="171577" y="3753803"/>
            <a:ext cx="5780230" cy="466344"/>
          </a:xfrm>
          <a:prstGeom prst="rect">
            <a:avLst/>
          </a:prstGeom>
        </p:spPr>
        <p:txBody>
          <a:bodyPr anchor="b"/>
          <a:lstStyle>
            <a:lvl1pPr marL="0" indent="0" algn="ctr">
              <a:buNone/>
              <a:defRPr sz="1300" b="1"/>
            </a:lvl1pPr>
          </a:lstStyle>
          <a:p>
            <a:pPr lvl="0"/>
            <a:r>
              <a:rPr lang="en-US" dirty="0"/>
              <a:t>Edit Master text styles</a:t>
            </a:r>
            <a:endParaRPr lang="en-IN" dirty="0"/>
          </a:p>
        </p:txBody>
      </p:sp>
      <p:sp>
        <p:nvSpPr>
          <p:cNvPr id="17" name="Content Placeholder 7"/>
          <p:cNvSpPr>
            <a:spLocks noGrp="1"/>
          </p:cNvSpPr>
          <p:nvPr>
            <p:ph sz="quarter" idx="17"/>
          </p:nvPr>
        </p:nvSpPr>
        <p:spPr>
          <a:xfrm>
            <a:off x="152400" y="4249103"/>
            <a:ext cx="5789613" cy="1965960"/>
          </a:xfrm>
          <a:prstGeom prst="rect">
            <a:avLst/>
          </a:prstGeom>
        </p:spPr>
        <p:txBody>
          <a:bodyPr/>
          <a:lstStyle>
            <a:lvl1pPr marL="228594" indent="-228594">
              <a:lnSpc>
                <a:spcPct val="100000"/>
              </a:lnSpc>
              <a:buFont typeface="Wingdings" panose="05000000000000000000" pitchFamily="2" charset="2"/>
              <a:buChar char="q"/>
              <a:defRPr sz="1200"/>
            </a:lvl1pPr>
            <a:lvl2pPr marL="457200" indent="-228594">
              <a:lnSpc>
                <a:spcPct val="100000"/>
              </a:lnSpc>
              <a:buFont typeface="Wingdings" panose="05000000000000000000" pitchFamily="2" charset="2"/>
              <a:buChar char="Ø"/>
              <a:defRPr sz="1100"/>
            </a:lvl2pPr>
            <a:lvl3pPr marL="685800" indent="-228594">
              <a:lnSpc>
                <a:spcPct val="100000"/>
              </a:lnSpc>
              <a:buFont typeface="Wingdings" panose="05000000000000000000" pitchFamily="2" charset="2"/>
              <a:buChar char="§"/>
              <a:defRPr sz="1000"/>
            </a:lvl3pPr>
            <a:lvl4pPr marL="914400" indent="-228594">
              <a:lnSpc>
                <a:spcPct val="100000"/>
              </a:lnSpc>
              <a:buFont typeface="Courier New" panose="02070309020205020404" pitchFamily="49" charset="0"/>
              <a:buChar char="o"/>
              <a:defRPr sz="900"/>
            </a:lvl4pPr>
            <a:lvl5pPr marL="1143000">
              <a:lnSpc>
                <a:spcPct val="100000"/>
              </a:lnSpc>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266847249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6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Footer Placeholder 2"/>
          <p:cNvSpPr>
            <a:spLocks noGrp="1"/>
          </p:cNvSpPr>
          <p:nvPr>
            <p:ph type="ftr" sz="quarter" idx="10"/>
          </p:nvPr>
        </p:nvSpPr>
        <p:spPr/>
        <p:txBody>
          <a:bodyPr/>
          <a:lstStyle/>
          <a:p>
            <a:r>
              <a:rPr lang="en-US" dirty="0"/>
              <a:t>©2026 Fact.MR, All Rights Reserved</a:t>
            </a:r>
          </a:p>
        </p:txBody>
      </p:sp>
      <p:sp>
        <p:nvSpPr>
          <p:cNvPr id="4" name="Slide Number Placeholder 3"/>
          <p:cNvSpPr>
            <a:spLocks noGrp="1"/>
          </p:cNvSpPr>
          <p:nvPr>
            <p:ph type="sldNum" sz="quarter" idx="11"/>
          </p:nvPr>
        </p:nvSpPr>
        <p:spPr/>
        <p:txBody>
          <a:bodyPr/>
          <a:lstStyle/>
          <a:p>
            <a:fld id="{4B17068C-EB94-40A3-A5F2-664CDD77FDAC}" type="slidenum">
              <a:rPr lang="en-US" smtClean="0"/>
              <a:pPr/>
              <a:t>‹#›</a:t>
            </a:fld>
            <a:endParaRPr lang="en-US" dirty="0"/>
          </a:p>
        </p:txBody>
      </p:sp>
      <p:sp>
        <p:nvSpPr>
          <p:cNvPr id="5" name="Freeform 4"/>
          <p:cNvSpPr/>
          <p:nvPr userDrawn="1"/>
        </p:nvSpPr>
        <p:spPr>
          <a:xfrm>
            <a:off x="157241" y="1066800"/>
            <a:ext cx="5787244"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lvl="0" algn="ctr"/>
            <a:endParaRPr lang="en-GB" sz="1013"/>
          </a:p>
        </p:txBody>
      </p:sp>
      <p:sp>
        <p:nvSpPr>
          <p:cNvPr id="7" name="Text Placeholder 6"/>
          <p:cNvSpPr>
            <a:spLocks noGrp="1"/>
          </p:cNvSpPr>
          <p:nvPr>
            <p:ph type="body" sz="quarter" idx="12"/>
          </p:nvPr>
        </p:nvSpPr>
        <p:spPr>
          <a:xfrm>
            <a:off x="171577" y="1066800"/>
            <a:ext cx="5780230" cy="466344"/>
          </a:xfrm>
          <a:prstGeom prst="rect">
            <a:avLst/>
          </a:prstGeom>
        </p:spPr>
        <p:txBody>
          <a:bodyPr anchor="b"/>
          <a:lstStyle>
            <a:lvl1pPr marL="0" indent="0" algn="ctr">
              <a:buNone/>
              <a:defRPr sz="1300" b="1"/>
            </a:lvl1pPr>
          </a:lstStyle>
          <a:p>
            <a:pPr lvl="0"/>
            <a:r>
              <a:rPr lang="en-US" dirty="0"/>
              <a:t>Edit Master text styles</a:t>
            </a:r>
            <a:endParaRPr lang="en-IN" dirty="0"/>
          </a:p>
        </p:txBody>
      </p:sp>
      <p:sp>
        <p:nvSpPr>
          <p:cNvPr id="8" name="Content Placeholder 7"/>
          <p:cNvSpPr>
            <a:spLocks noGrp="1"/>
          </p:cNvSpPr>
          <p:nvPr>
            <p:ph sz="quarter" idx="13"/>
          </p:nvPr>
        </p:nvSpPr>
        <p:spPr>
          <a:xfrm>
            <a:off x="152400" y="1562100"/>
            <a:ext cx="5789613" cy="1965960"/>
          </a:xfrm>
          <a:prstGeom prst="rect">
            <a:avLst/>
          </a:prstGeom>
        </p:spPr>
        <p:txBody>
          <a:bodyPr/>
          <a:lstStyle>
            <a:lvl1pPr marL="228594" indent="-228594">
              <a:lnSpc>
                <a:spcPct val="100000"/>
              </a:lnSpc>
              <a:buFont typeface="Wingdings" panose="05000000000000000000" pitchFamily="2" charset="2"/>
              <a:buChar char="q"/>
              <a:defRPr sz="1200"/>
            </a:lvl1pPr>
            <a:lvl2pPr marL="457200" indent="-228594">
              <a:lnSpc>
                <a:spcPct val="100000"/>
              </a:lnSpc>
              <a:buFont typeface="Wingdings" panose="05000000000000000000" pitchFamily="2" charset="2"/>
              <a:buChar char="Ø"/>
              <a:defRPr sz="1100"/>
            </a:lvl2pPr>
            <a:lvl3pPr marL="685800" indent="-228594">
              <a:lnSpc>
                <a:spcPct val="100000"/>
              </a:lnSpc>
              <a:buFont typeface="Wingdings" panose="05000000000000000000" pitchFamily="2" charset="2"/>
              <a:buChar char="§"/>
              <a:defRPr sz="1000"/>
            </a:lvl3pPr>
            <a:lvl4pPr marL="914400" indent="-228594">
              <a:lnSpc>
                <a:spcPct val="100000"/>
              </a:lnSpc>
              <a:buFont typeface="Courier New" panose="02070309020205020404" pitchFamily="49" charset="0"/>
              <a:buChar char="o"/>
              <a:defRPr sz="900"/>
            </a:lvl4pPr>
            <a:lvl5pPr marL="1143000">
              <a:lnSpc>
                <a:spcPct val="100000"/>
              </a:lnSpc>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Freeform 8"/>
          <p:cNvSpPr/>
          <p:nvPr userDrawn="1"/>
        </p:nvSpPr>
        <p:spPr>
          <a:xfrm>
            <a:off x="6200853" y="1066800"/>
            <a:ext cx="5787244"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lvl="0" algn="ctr"/>
            <a:endParaRPr lang="en-GB" sz="1013"/>
          </a:p>
        </p:txBody>
      </p:sp>
      <p:sp>
        <p:nvSpPr>
          <p:cNvPr id="10" name="Text Placeholder 6"/>
          <p:cNvSpPr>
            <a:spLocks noGrp="1"/>
          </p:cNvSpPr>
          <p:nvPr>
            <p:ph type="body" sz="quarter" idx="14"/>
          </p:nvPr>
        </p:nvSpPr>
        <p:spPr>
          <a:xfrm>
            <a:off x="6215189" y="1066800"/>
            <a:ext cx="5770436" cy="466344"/>
          </a:xfrm>
          <a:prstGeom prst="rect">
            <a:avLst/>
          </a:prstGeom>
        </p:spPr>
        <p:txBody>
          <a:bodyPr anchor="b"/>
          <a:lstStyle>
            <a:lvl1pPr marL="0" indent="0" algn="ctr">
              <a:buNone/>
              <a:defRPr sz="1300" b="1"/>
            </a:lvl1pPr>
          </a:lstStyle>
          <a:p>
            <a:pPr lvl="0"/>
            <a:r>
              <a:rPr lang="en-US" dirty="0"/>
              <a:t>Edit Master text styles</a:t>
            </a:r>
            <a:endParaRPr lang="en-IN" dirty="0"/>
          </a:p>
        </p:txBody>
      </p:sp>
      <p:sp>
        <p:nvSpPr>
          <p:cNvPr id="11" name="Content Placeholder 7"/>
          <p:cNvSpPr>
            <a:spLocks noGrp="1"/>
          </p:cNvSpPr>
          <p:nvPr>
            <p:ph sz="quarter" idx="15"/>
          </p:nvPr>
        </p:nvSpPr>
        <p:spPr>
          <a:xfrm>
            <a:off x="6196012" y="1562100"/>
            <a:ext cx="5789613" cy="1965960"/>
          </a:xfrm>
          <a:prstGeom prst="rect">
            <a:avLst/>
          </a:prstGeom>
        </p:spPr>
        <p:txBody>
          <a:bodyPr/>
          <a:lstStyle>
            <a:lvl1pPr marL="228594" indent="-228594">
              <a:lnSpc>
                <a:spcPct val="100000"/>
              </a:lnSpc>
              <a:buFont typeface="Wingdings" panose="05000000000000000000" pitchFamily="2" charset="2"/>
              <a:buChar char="q"/>
              <a:defRPr sz="1200"/>
            </a:lvl1pPr>
            <a:lvl2pPr marL="457200" indent="-228594">
              <a:lnSpc>
                <a:spcPct val="100000"/>
              </a:lnSpc>
              <a:buFont typeface="Wingdings" panose="05000000000000000000" pitchFamily="2" charset="2"/>
              <a:buChar char="Ø"/>
              <a:defRPr sz="1100"/>
            </a:lvl2pPr>
            <a:lvl3pPr marL="685800" indent="-228594">
              <a:lnSpc>
                <a:spcPct val="100000"/>
              </a:lnSpc>
              <a:buFont typeface="Wingdings" panose="05000000000000000000" pitchFamily="2" charset="2"/>
              <a:buChar char="§"/>
              <a:defRPr sz="1000"/>
            </a:lvl3pPr>
            <a:lvl4pPr marL="914400" indent="-228594">
              <a:lnSpc>
                <a:spcPct val="100000"/>
              </a:lnSpc>
              <a:buFont typeface="Courier New" panose="02070309020205020404" pitchFamily="49" charset="0"/>
              <a:buChar char="o"/>
              <a:defRPr sz="900"/>
            </a:lvl4pPr>
            <a:lvl5pPr marL="1143000">
              <a:lnSpc>
                <a:spcPct val="100000"/>
              </a:lnSpc>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5" name="Freeform 14"/>
          <p:cNvSpPr/>
          <p:nvPr userDrawn="1"/>
        </p:nvSpPr>
        <p:spPr>
          <a:xfrm>
            <a:off x="157241" y="3753803"/>
            <a:ext cx="5787244"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lvl="0" algn="ctr"/>
            <a:endParaRPr lang="en-GB" sz="1013"/>
          </a:p>
        </p:txBody>
      </p:sp>
      <p:sp>
        <p:nvSpPr>
          <p:cNvPr id="16" name="Text Placeholder 6"/>
          <p:cNvSpPr>
            <a:spLocks noGrp="1"/>
          </p:cNvSpPr>
          <p:nvPr>
            <p:ph type="body" sz="quarter" idx="16"/>
          </p:nvPr>
        </p:nvSpPr>
        <p:spPr>
          <a:xfrm>
            <a:off x="171577" y="3753803"/>
            <a:ext cx="5780230" cy="466344"/>
          </a:xfrm>
          <a:prstGeom prst="rect">
            <a:avLst/>
          </a:prstGeom>
        </p:spPr>
        <p:txBody>
          <a:bodyPr anchor="b"/>
          <a:lstStyle>
            <a:lvl1pPr marL="0" indent="0" algn="ctr">
              <a:buNone/>
              <a:defRPr sz="1300" b="1"/>
            </a:lvl1pPr>
          </a:lstStyle>
          <a:p>
            <a:pPr lvl="0"/>
            <a:r>
              <a:rPr lang="en-US" dirty="0"/>
              <a:t>Edit Master text styles</a:t>
            </a:r>
            <a:endParaRPr lang="en-IN" dirty="0"/>
          </a:p>
        </p:txBody>
      </p:sp>
      <p:sp>
        <p:nvSpPr>
          <p:cNvPr id="17" name="Content Placeholder 7"/>
          <p:cNvSpPr>
            <a:spLocks noGrp="1"/>
          </p:cNvSpPr>
          <p:nvPr>
            <p:ph sz="quarter" idx="17"/>
          </p:nvPr>
        </p:nvSpPr>
        <p:spPr>
          <a:xfrm>
            <a:off x="152400" y="4249103"/>
            <a:ext cx="5789613" cy="1965960"/>
          </a:xfrm>
          <a:prstGeom prst="rect">
            <a:avLst/>
          </a:prstGeom>
        </p:spPr>
        <p:txBody>
          <a:bodyPr/>
          <a:lstStyle>
            <a:lvl1pPr marL="228594" indent="-228594">
              <a:lnSpc>
                <a:spcPct val="100000"/>
              </a:lnSpc>
              <a:buFont typeface="Wingdings" panose="05000000000000000000" pitchFamily="2" charset="2"/>
              <a:buChar char="q"/>
              <a:defRPr sz="1200"/>
            </a:lvl1pPr>
            <a:lvl2pPr marL="457200" indent="-228594">
              <a:lnSpc>
                <a:spcPct val="100000"/>
              </a:lnSpc>
              <a:buFont typeface="Wingdings" panose="05000000000000000000" pitchFamily="2" charset="2"/>
              <a:buChar char="Ø"/>
              <a:defRPr sz="1100"/>
            </a:lvl2pPr>
            <a:lvl3pPr marL="685800" indent="-228594">
              <a:lnSpc>
                <a:spcPct val="100000"/>
              </a:lnSpc>
              <a:buFont typeface="Wingdings" panose="05000000000000000000" pitchFamily="2" charset="2"/>
              <a:buChar char="§"/>
              <a:defRPr sz="1000"/>
            </a:lvl3pPr>
            <a:lvl4pPr marL="914400" indent="-228594">
              <a:lnSpc>
                <a:spcPct val="100000"/>
              </a:lnSpc>
              <a:buFont typeface="Courier New" panose="02070309020205020404" pitchFamily="49" charset="0"/>
              <a:buChar char="o"/>
              <a:defRPr sz="900"/>
            </a:lvl4pPr>
            <a:lvl5pPr marL="1143000">
              <a:lnSpc>
                <a:spcPct val="100000"/>
              </a:lnSpc>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4" name="Freeform 13"/>
          <p:cNvSpPr/>
          <p:nvPr userDrawn="1"/>
        </p:nvSpPr>
        <p:spPr>
          <a:xfrm>
            <a:off x="6200853" y="3763328"/>
            <a:ext cx="5787244"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lvl="0" algn="ctr"/>
            <a:endParaRPr lang="en-GB" sz="1013"/>
          </a:p>
        </p:txBody>
      </p:sp>
      <p:sp>
        <p:nvSpPr>
          <p:cNvPr id="18" name="Text Placeholder 6"/>
          <p:cNvSpPr>
            <a:spLocks noGrp="1"/>
          </p:cNvSpPr>
          <p:nvPr>
            <p:ph type="body" sz="quarter" idx="18"/>
          </p:nvPr>
        </p:nvSpPr>
        <p:spPr>
          <a:xfrm>
            <a:off x="6215189" y="3763328"/>
            <a:ext cx="5770436" cy="466344"/>
          </a:xfrm>
          <a:prstGeom prst="rect">
            <a:avLst/>
          </a:prstGeom>
        </p:spPr>
        <p:txBody>
          <a:bodyPr anchor="b"/>
          <a:lstStyle>
            <a:lvl1pPr marL="0" indent="0" algn="ctr">
              <a:buNone/>
              <a:defRPr sz="1300" b="1"/>
            </a:lvl1pPr>
          </a:lstStyle>
          <a:p>
            <a:pPr lvl="0"/>
            <a:r>
              <a:rPr lang="en-US" dirty="0"/>
              <a:t>Edit Master text styles</a:t>
            </a:r>
            <a:endParaRPr lang="en-IN" dirty="0"/>
          </a:p>
        </p:txBody>
      </p:sp>
      <p:sp>
        <p:nvSpPr>
          <p:cNvPr id="19" name="Content Placeholder 7"/>
          <p:cNvSpPr>
            <a:spLocks noGrp="1"/>
          </p:cNvSpPr>
          <p:nvPr>
            <p:ph sz="quarter" idx="19"/>
          </p:nvPr>
        </p:nvSpPr>
        <p:spPr>
          <a:xfrm>
            <a:off x="6196012" y="4258628"/>
            <a:ext cx="5789613" cy="1965960"/>
          </a:xfrm>
          <a:prstGeom prst="rect">
            <a:avLst/>
          </a:prstGeom>
        </p:spPr>
        <p:txBody>
          <a:bodyPr/>
          <a:lstStyle>
            <a:lvl1pPr marL="228594" indent="-228594">
              <a:lnSpc>
                <a:spcPct val="100000"/>
              </a:lnSpc>
              <a:buFont typeface="Wingdings" panose="05000000000000000000" pitchFamily="2" charset="2"/>
              <a:buChar char="q"/>
              <a:defRPr sz="1200"/>
            </a:lvl1pPr>
            <a:lvl2pPr marL="457200" indent="-228594">
              <a:lnSpc>
                <a:spcPct val="100000"/>
              </a:lnSpc>
              <a:buFont typeface="Wingdings" panose="05000000000000000000" pitchFamily="2" charset="2"/>
              <a:buChar char="Ø"/>
              <a:defRPr sz="1100"/>
            </a:lvl2pPr>
            <a:lvl3pPr marL="685800" indent="-228594">
              <a:lnSpc>
                <a:spcPct val="100000"/>
              </a:lnSpc>
              <a:buFont typeface="Wingdings" panose="05000000000000000000" pitchFamily="2" charset="2"/>
              <a:buChar char="§"/>
              <a:defRPr sz="1000"/>
            </a:lvl3pPr>
            <a:lvl4pPr marL="914400" indent="-228594">
              <a:lnSpc>
                <a:spcPct val="100000"/>
              </a:lnSpc>
              <a:buFont typeface="Courier New" panose="02070309020205020404" pitchFamily="49" charset="0"/>
              <a:buChar char="o"/>
              <a:defRPr sz="900"/>
            </a:lvl4pPr>
            <a:lvl5pPr marL="1143000">
              <a:lnSpc>
                <a:spcPct val="100000"/>
              </a:lnSpc>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344885912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7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Footer Placeholder 2"/>
          <p:cNvSpPr>
            <a:spLocks noGrp="1"/>
          </p:cNvSpPr>
          <p:nvPr>
            <p:ph type="ftr" sz="quarter" idx="10"/>
          </p:nvPr>
        </p:nvSpPr>
        <p:spPr/>
        <p:txBody>
          <a:bodyPr/>
          <a:lstStyle/>
          <a:p>
            <a:r>
              <a:rPr lang="en-US" dirty="0"/>
              <a:t>©2026 Fact.MR, All Rights Reserved</a:t>
            </a:r>
          </a:p>
        </p:txBody>
      </p:sp>
      <p:sp>
        <p:nvSpPr>
          <p:cNvPr id="4" name="Slide Number Placeholder 3"/>
          <p:cNvSpPr>
            <a:spLocks noGrp="1"/>
          </p:cNvSpPr>
          <p:nvPr>
            <p:ph type="sldNum" sz="quarter" idx="11"/>
          </p:nvPr>
        </p:nvSpPr>
        <p:spPr/>
        <p:txBody>
          <a:bodyPr/>
          <a:lstStyle/>
          <a:p>
            <a:fld id="{4B17068C-EB94-40A3-A5F2-664CDD77FDAC}" type="slidenum">
              <a:rPr lang="en-US" smtClean="0"/>
              <a:pPr/>
              <a:t>‹#›</a:t>
            </a:fld>
            <a:endParaRPr lang="en-US" dirty="0"/>
          </a:p>
        </p:txBody>
      </p:sp>
      <p:sp>
        <p:nvSpPr>
          <p:cNvPr id="5" name="Freeform 4"/>
          <p:cNvSpPr/>
          <p:nvPr userDrawn="1"/>
        </p:nvSpPr>
        <p:spPr>
          <a:xfrm>
            <a:off x="157241" y="1066800"/>
            <a:ext cx="3767328"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lvl="0" algn="ctr"/>
            <a:endParaRPr lang="en-GB" sz="1013"/>
          </a:p>
        </p:txBody>
      </p:sp>
      <p:sp>
        <p:nvSpPr>
          <p:cNvPr id="7" name="Text Placeholder 6"/>
          <p:cNvSpPr>
            <a:spLocks noGrp="1"/>
          </p:cNvSpPr>
          <p:nvPr>
            <p:ph type="body" sz="quarter" idx="12"/>
          </p:nvPr>
        </p:nvSpPr>
        <p:spPr>
          <a:xfrm>
            <a:off x="157241" y="1066800"/>
            <a:ext cx="3767328" cy="466344"/>
          </a:xfrm>
          <a:prstGeom prst="rect">
            <a:avLst/>
          </a:prstGeom>
        </p:spPr>
        <p:txBody>
          <a:bodyPr anchor="b"/>
          <a:lstStyle>
            <a:lvl1pPr marL="0" indent="0" algn="ctr">
              <a:buNone/>
              <a:defRPr sz="1300" b="1"/>
            </a:lvl1pPr>
          </a:lstStyle>
          <a:p>
            <a:pPr lvl="0"/>
            <a:r>
              <a:rPr lang="en-US" dirty="0"/>
              <a:t>Edit Master text styles</a:t>
            </a:r>
            <a:endParaRPr lang="en-IN" dirty="0"/>
          </a:p>
        </p:txBody>
      </p:sp>
      <p:sp>
        <p:nvSpPr>
          <p:cNvPr id="8" name="Content Placeholder 7"/>
          <p:cNvSpPr>
            <a:spLocks noGrp="1"/>
          </p:cNvSpPr>
          <p:nvPr>
            <p:ph sz="quarter" idx="13"/>
          </p:nvPr>
        </p:nvSpPr>
        <p:spPr>
          <a:xfrm>
            <a:off x="157241" y="1562100"/>
            <a:ext cx="3767328" cy="1965960"/>
          </a:xfrm>
          <a:prstGeom prst="rect">
            <a:avLst/>
          </a:prstGeom>
        </p:spPr>
        <p:txBody>
          <a:bodyPr/>
          <a:lstStyle>
            <a:lvl1pPr marL="228594" indent="-228594">
              <a:lnSpc>
                <a:spcPct val="100000"/>
              </a:lnSpc>
              <a:buFont typeface="Wingdings" panose="05000000000000000000" pitchFamily="2" charset="2"/>
              <a:buChar char="q"/>
              <a:defRPr sz="1200"/>
            </a:lvl1pPr>
            <a:lvl2pPr marL="457200" indent="-228594">
              <a:lnSpc>
                <a:spcPct val="100000"/>
              </a:lnSpc>
              <a:buFont typeface="Wingdings" panose="05000000000000000000" pitchFamily="2" charset="2"/>
              <a:buChar char="Ø"/>
              <a:defRPr sz="1100"/>
            </a:lvl2pPr>
            <a:lvl3pPr marL="685800" indent="-228594">
              <a:lnSpc>
                <a:spcPct val="100000"/>
              </a:lnSpc>
              <a:buFont typeface="Wingdings" panose="05000000000000000000" pitchFamily="2" charset="2"/>
              <a:buChar char="§"/>
              <a:defRPr sz="1000"/>
            </a:lvl3pPr>
            <a:lvl4pPr marL="914400" indent="-228594">
              <a:lnSpc>
                <a:spcPct val="100000"/>
              </a:lnSpc>
              <a:buFont typeface="Courier New" panose="02070309020205020404" pitchFamily="49" charset="0"/>
              <a:buChar char="o"/>
              <a:defRPr sz="900"/>
            </a:lvl4pPr>
            <a:lvl5pPr marL="1143000">
              <a:lnSpc>
                <a:spcPct val="100000"/>
              </a:lnSpc>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Freeform 8"/>
          <p:cNvSpPr/>
          <p:nvPr userDrawn="1"/>
        </p:nvSpPr>
        <p:spPr>
          <a:xfrm>
            <a:off x="4204525" y="1066800"/>
            <a:ext cx="3767328"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lvl="0" algn="ctr"/>
            <a:endParaRPr lang="en-GB" sz="1013"/>
          </a:p>
        </p:txBody>
      </p:sp>
      <p:sp>
        <p:nvSpPr>
          <p:cNvPr id="10" name="Text Placeholder 6"/>
          <p:cNvSpPr>
            <a:spLocks noGrp="1"/>
          </p:cNvSpPr>
          <p:nvPr>
            <p:ph type="body" sz="quarter" idx="14"/>
          </p:nvPr>
        </p:nvSpPr>
        <p:spPr>
          <a:xfrm>
            <a:off x="4204525" y="1066800"/>
            <a:ext cx="3767328" cy="466344"/>
          </a:xfrm>
          <a:prstGeom prst="rect">
            <a:avLst/>
          </a:prstGeom>
        </p:spPr>
        <p:txBody>
          <a:bodyPr anchor="b"/>
          <a:lstStyle>
            <a:lvl1pPr marL="0" indent="0" algn="ctr">
              <a:buNone/>
              <a:defRPr sz="1300" b="1"/>
            </a:lvl1pPr>
          </a:lstStyle>
          <a:p>
            <a:pPr lvl="0"/>
            <a:r>
              <a:rPr lang="en-US" dirty="0"/>
              <a:t>Edit Master text styles</a:t>
            </a:r>
            <a:endParaRPr lang="en-IN" dirty="0"/>
          </a:p>
        </p:txBody>
      </p:sp>
      <p:sp>
        <p:nvSpPr>
          <p:cNvPr id="11" name="Content Placeholder 7"/>
          <p:cNvSpPr>
            <a:spLocks noGrp="1"/>
          </p:cNvSpPr>
          <p:nvPr>
            <p:ph sz="quarter" idx="15"/>
          </p:nvPr>
        </p:nvSpPr>
        <p:spPr>
          <a:xfrm>
            <a:off x="4204525" y="1562100"/>
            <a:ext cx="3767328" cy="1965960"/>
          </a:xfrm>
          <a:prstGeom prst="rect">
            <a:avLst/>
          </a:prstGeom>
        </p:spPr>
        <p:txBody>
          <a:bodyPr/>
          <a:lstStyle>
            <a:lvl1pPr marL="228594" indent="-228594">
              <a:lnSpc>
                <a:spcPct val="100000"/>
              </a:lnSpc>
              <a:buFont typeface="Wingdings" panose="05000000000000000000" pitchFamily="2" charset="2"/>
              <a:buChar char="q"/>
              <a:defRPr sz="1200"/>
            </a:lvl1pPr>
            <a:lvl2pPr marL="457200" indent="-228594">
              <a:lnSpc>
                <a:spcPct val="100000"/>
              </a:lnSpc>
              <a:buFont typeface="Wingdings" panose="05000000000000000000" pitchFamily="2" charset="2"/>
              <a:buChar char="Ø"/>
              <a:defRPr sz="1100"/>
            </a:lvl2pPr>
            <a:lvl3pPr marL="685800" indent="-228594">
              <a:lnSpc>
                <a:spcPct val="100000"/>
              </a:lnSpc>
              <a:buFont typeface="Wingdings" panose="05000000000000000000" pitchFamily="2" charset="2"/>
              <a:buChar char="§"/>
              <a:defRPr sz="1000"/>
            </a:lvl3pPr>
            <a:lvl4pPr marL="914400" indent="-228594">
              <a:lnSpc>
                <a:spcPct val="100000"/>
              </a:lnSpc>
              <a:buFont typeface="Courier New" panose="02070309020205020404" pitchFamily="49" charset="0"/>
              <a:buChar char="o"/>
              <a:defRPr sz="900"/>
            </a:lvl4pPr>
            <a:lvl5pPr marL="1143000">
              <a:lnSpc>
                <a:spcPct val="100000"/>
              </a:lnSpc>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2" name="Freeform 11"/>
          <p:cNvSpPr/>
          <p:nvPr userDrawn="1"/>
        </p:nvSpPr>
        <p:spPr>
          <a:xfrm>
            <a:off x="8223138" y="1066800"/>
            <a:ext cx="3767328"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lvl="0" algn="ctr"/>
            <a:endParaRPr lang="en-GB" sz="1013"/>
          </a:p>
        </p:txBody>
      </p:sp>
      <p:sp>
        <p:nvSpPr>
          <p:cNvPr id="13" name="Text Placeholder 6"/>
          <p:cNvSpPr>
            <a:spLocks noGrp="1"/>
          </p:cNvSpPr>
          <p:nvPr>
            <p:ph type="body" sz="quarter" idx="16"/>
          </p:nvPr>
        </p:nvSpPr>
        <p:spPr>
          <a:xfrm>
            <a:off x="8237474" y="1066800"/>
            <a:ext cx="3748151" cy="466344"/>
          </a:xfrm>
          <a:prstGeom prst="rect">
            <a:avLst/>
          </a:prstGeom>
        </p:spPr>
        <p:txBody>
          <a:bodyPr anchor="b"/>
          <a:lstStyle>
            <a:lvl1pPr marL="0" indent="0" algn="ctr">
              <a:buNone/>
              <a:defRPr sz="1300" b="1"/>
            </a:lvl1pPr>
          </a:lstStyle>
          <a:p>
            <a:pPr lvl="0"/>
            <a:r>
              <a:rPr lang="en-US" dirty="0"/>
              <a:t>Edit Master text styles</a:t>
            </a:r>
            <a:endParaRPr lang="en-IN" dirty="0"/>
          </a:p>
        </p:txBody>
      </p:sp>
      <p:sp>
        <p:nvSpPr>
          <p:cNvPr id="14" name="Content Placeholder 7"/>
          <p:cNvSpPr>
            <a:spLocks noGrp="1"/>
          </p:cNvSpPr>
          <p:nvPr>
            <p:ph sz="quarter" idx="17"/>
          </p:nvPr>
        </p:nvSpPr>
        <p:spPr>
          <a:xfrm>
            <a:off x="8218297" y="1562100"/>
            <a:ext cx="3767328" cy="4662488"/>
          </a:xfrm>
          <a:prstGeom prst="rect">
            <a:avLst/>
          </a:prstGeom>
        </p:spPr>
        <p:txBody>
          <a:bodyPr/>
          <a:lstStyle>
            <a:lvl1pPr marL="228594" indent="-228594">
              <a:lnSpc>
                <a:spcPct val="100000"/>
              </a:lnSpc>
              <a:buFont typeface="Wingdings" panose="05000000000000000000" pitchFamily="2" charset="2"/>
              <a:buChar char="q"/>
              <a:defRPr sz="1200"/>
            </a:lvl1pPr>
            <a:lvl2pPr marL="457200" indent="-228594">
              <a:lnSpc>
                <a:spcPct val="100000"/>
              </a:lnSpc>
              <a:buFont typeface="Wingdings" panose="05000000000000000000" pitchFamily="2" charset="2"/>
              <a:buChar char="Ø"/>
              <a:defRPr sz="1100"/>
            </a:lvl2pPr>
            <a:lvl3pPr marL="685800" indent="-228594">
              <a:lnSpc>
                <a:spcPct val="100000"/>
              </a:lnSpc>
              <a:buFont typeface="Wingdings" panose="05000000000000000000" pitchFamily="2" charset="2"/>
              <a:buChar char="§"/>
              <a:defRPr sz="1000"/>
            </a:lvl3pPr>
            <a:lvl4pPr marL="914400" indent="-228594">
              <a:lnSpc>
                <a:spcPct val="100000"/>
              </a:lnSpc>
              <a:buFont typeface="Courier New" panose="02070309020205020404" pitchFamily="49" charset="0"/>
              <a:buChar char="o"/>
              <a:defRPr sz="900"/>
            </a:lvl4pPr>
            <a:lvl5pPr marL="1143000">
              <a:lnSpc>
                <a:spcPct val="100000"/>
              </a:lnSpc>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8" name="Freeform 17"/>
          <p:cNvSpPr/>
          <p:nvPr userDrawn="1"/>
        </p:nvSpPr>
        <p:spPr>
          <a:xfrm>
            <a:off x="157241" y="3772853"/>
            <a:ext cx="3767328"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lvl="0" algn="ctr"/>
            <a:endParaRPr lang="en-GB" sz="1013"/>
          </a:p>
        </p:txBody>
      </p:sp>
      <p:sp>
        <p:nvSpPr>
          <p:cNvPr id="19" name="Text Placeholder 6"/>
          <p:cNvSpPr>
            <a:spLocks noGrp="1"/>
          </p:cNvSpPr>
          <p:nvPr>
            <p:ph type="body" sz="quarter" idx="18"/>
          </p:nvPr>
        </p:nvSpPr>
        <p:spPr>
          <a:xfrm>
            <a:off x="157241" y="3772853"/>
            <a:ext cx="3767328" cy="466344"/>
          </a:xfrm>
          <a:prstGeom prst="rect">
            <a:avLst/>
          </a:prstGeom>
        </p:spPr>
        <p:txBody>
          <a:bodyPr anchor="b"/>
          <a:lstStyle>
            <a:lvl1pPr marL="0" indent="0" algn="ctr">
              <a:buNone/>
              <a:defRPr sz="1300" b="1"/>
            </a:lvl1pPr>
          </a:lstStyle>
          <a:p>
            <a:pPr lvl="0"/>
            <a:r>
              <a:rPr lang="en-US" dirty="0"/>
              <a:t>Edit Master text styles</a:t>
            </a:r>
            <a:endParaRPr lang="en-IN" dirty="0"/>
          </a:p>
        </p:txBody>
      </p:sp>
      <p:sp>
        <p:nvSpPr>
          <p:cNvPr id="20" name="Content Placeholder 7"/>
          <p:cNvSpPr>
            <a:spLocks noGrp="1"/>
          </p:cNvSpPr>
          <p:nvPr>
            <p:ph sz="quarter" idx="19"/>
          </p:nvPr>
        </p:nvSpPr>
        <p:spPr>
          <a:xfrm>
            <a:off x="157241" y="4268153"/>
            <a:ext cx="3767328" cy="1965960"/>
          </a:xfrm>
          <a:prstGeom prst="rect">
            <a:avLst/>
          </a:prstGeom>
        </p:spPr>
        <p:txBody>
          <a:bodyPr/>
          <a:lstStyle>
            <a:lvl1pPr marL="228594" indent="-228594">
              <a:lnSpc>
                <a:spcPct val="100000"/>
              </a:lnSpc>
              <a:buFont typeface="Wingdings" panose="05000000000000000000" pitchFamily="2" charset="2"/>
              <a:buChar char="q"/>
              <a:defRPr sz="1200"/>
            </a:lvl1pPr>
            <a:lvl2pPr marL="457200" indent="-228594">
              <a:lnSpc>
                <a:spcPct val="100000"/>
              </a:lnSpc>
              <a:buFont typeface="Wingdings" panose="05000000000000000000" pitchFamily="2" charset="2"/>
              <a:buChar char="Ø"/>
              <a:defRPr sz="1100"/>
            </a:lvl2pPr>
            <a:lvl3pPr marL="685800" indent="-228594">
              <a:lnSpc>
                <a:spcPct val="100000"/>
              </a:lnSpc>
              <a:buFont typeface="Wingdings" panose="05000000000000000000" pitchFamily="2" charset="2"/>
              <a:buChar char="§"/>
              <a:defRPr sz="1000"/>
            </a:lvl3pPr>
            <a:lvl4pPr marL="914400" indent="-228594">
              <a:lnSpc>
                <a:spcPct val="100000"/>
              </a:lnSpc>
              <a:buFont typeface="Courier New" panose="02070309020205020404" pitchFamily="49" charset="0"/>
              <a:buChar char="o"/>
              <a:defRPr sz="900"/>
            </a:lvl4pPr>
            <a:lvl5pPr marL="1143000">
              <a:lnSpc>
                <a:spcPct val="100000"/>
              </a:lnSpc>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1" name="Freeform 20"/>
          <p:cNvSpPr/>
          <p:nvPr userDrawn="1"/>
        </p:nvSpPr>
        <p:spPr>
          <a:xfrm>
            <a:off x="4204525" y="3772853"/>
            <a:ext cx="3767328"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lvl="0" algn="ctr"/>
            <a:endParaRPr lang="en-GB" sz="1013"/>
          </a:p>
        </p:txBody>
      </p:sp>
      <p:sp>
        <p:nvSpPr>
          <p:cNvPr id="22" name="Text Placeholder 6"/>
          <p:cNvSpPr>
            <a:spLocks noGrp="1"/>
          </p:cNvSpPr>
          <p:nvPr>
            <p:ph type="body" sz="quarter" idx="20"/>
          </p:nvPr>
        </p:nvSpPr>
        <p:spPr>
          <a:xfrm>
            <a:off x="4204525" y="3772853"/>
            <a:ext cx="3767328" cy="466344"/>
          </a:xfrm>
          <a:prstGeom prst="rect">
            <a:avLst/>
          </a:prstGeom>
        </p:spPr>
        <p:txBody>
          <a:bodyPr anchor="b"/>
          <a:lstStyle>
            <a:lvl1pPr marL="0" indent="0" algn="ctr">
              <a:buNone/>
              <a:defRPr sz="1300" b="1"/>
            </a:lvl1pPr>
          </a:lstStyle>
          <a:p>
            <a:pPr lvl="0"/>
            <a:r>
              <a:rPr lang="en-US" dirty="0"/>
              <a:t>Edit Master text styles</a:t>
            </a:r>
            <a:endParaRPr lang="en-IN" dirty="0"/>
          </a:p>
        </p:txBody>
      </p:sp>
      <p:sp>
        <p:nvSpPr>
          <p:cNvPr id="23" name="Content Placeholder 7"/>
          <p:cNvSpPr>
            <a:spLocks noGrp="1"/>
          </p:cNvSpPr>
          <p:nvPr>
            <p:ph sz="quarter" idx="21"/>
          </p:nvPr>
        </p:nvSpPr>
        <p:spPr>
          <a:xfrm>
            <a:off x="4204525" y="4268153"/>
            <a:ext cx="3767328" cy="1965960"/>
          </a:xfrm>
          <a:prstGeom prst="rect">
            <a:avLst/>
          </a:prstGeom>
        </p:spPr>
        <p:txBody>
          <a:bodyPr/>
          <a:lstStyle>
            <a:lvl1pPr marL="228594" indent="-228594">
              <a:lnSpc>
                <a:spcPct val="100000"/>
              </a:lnSpc>
              <a:buFont typeface="Wingdings" panose="05000000000000000000" pitchFamily="2" charset="2"/>
              <a:buChar char="q"/>
              <a:defRPr sz="1200"/>
            </a:lvl1pPr>
            <a:lvl2pPr marL="457200" indent="-228594">
              <a:lnSpc>
                <a:spcPct val="100000"/>
              </a:lnSpc>
              <a:buFont typeface="Wingdings" panose="05000000000000000000" pitchFamily="2" charset="2"/>
              <a:buChar char="Ø"/>
              <a:defRPr sz="1100"/>
            </a:lvl2pPr>
            <a:lvl3pPr marL="685800" indent="-228594">
              <a:lnSpc>
                <a:spcPct val="100000"/>
              </a:lnSpc>
              <a:buFont typeface="Wingdings" panose="05000000000000000000" pitchFamily="2" charset="2"/>
              <a:buChar char="§"/>
              <a:defRPr sz="1000"/>
            </a:lvl3pPr>
            <a:lvl4pPr marL="914400" indent="-228594">
              <a:lnSpc>
                <a:spcPct val="100000"/>
              </a:lnSpc>
              <a:buFont typeface="Courier New" panose="02070309020205020404" pitchFamily="49" charset="0"/>
              <a:buChar char="o"/>
              <a:defRPr sz="900"/>
            </a:lvl4pPr>
            <a:lvl5pPr marL="1143000">
              <a:lnSpc>
                <a:spcPct val="100000"/>
              </a:lnSpc>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280312427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18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Footer Placeholder 2"/>
          <p:cNvSpPr>
            <a:spLocks noGrp="1"/>
          </p:cNvSpPr>
          <p:nvPr>
            <p:ph type="ftr" sz="quarter" idx="10"/>
          </p:nvPr>
        </p:nvSpPr>
        <p:spPr/>
        <p:txBody>
          <a:bodyPr/>
          <a:lstStyle/>
          <a:p>
            <a:r>
              <a:rPr lang="en-US" dirty="0"/>
              <a:t>©2026 Fact.MR, All Rights Reserved</a:t>
            </a:r>
          </a:p>
        </p:txBody>
      </p:sp>
      <p:sp>
        <p:nvSpPr>
          <p:cNvPr id="4" name="Slide Number Placeholder 3"/>
          <p:cNvSpPr>
            <a:spLocks noGrp="1"/>
          </p:cNvSpPr>
          <p:nvPr>
            <p:ph type="sldNum" sz="quarter" idx="11"/>
          </p:nvPr>
        </p:nvSpPr>
        <p:spPr/>
        <p:txBody>
          <a:bodyPr/>
          <a:lstStyle/>
          <a:p>
            <a:fld id="{4B17068C-EB94-40A3-A5F2-664CDD77FDAC}" type="slidenum">
              <a:rPr lang="en-US" smtClean="0"/>
              <a:pPr/>
              <a:t>‹#›</a:t>
            </a:fld>
            <a:endParaRPr lang="en-US" dirty="0"/>
          </a:p>
        </p:txBody>
      </p:sp>
      <p:sp>
        <p:nvSpPr>
          <p:cNvPr id="9" name="Freeform 8"/>
          <p:cNvSpPr/>
          <p:nvPr userDrawn="1"/>
        </p:nvSpPr>
        <p:spPr>
          <a:xfrm>
            <a:off x="8684212" y="1066800"/>
            <a:ext cx="3291840"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lvl="0" algn="ctr"/>
            <a:endParaRPr lang="en-GB" sz="1013"/>
          </a:p>
        </p:txBody>
      </p:sp>
      <p:sp>
        <p:nvSpPr>
          <p:cNvPr id="10" name="Text Placeholder 6"/>
          <p:cNvSpPr>
            <a:spLocks noGrp="1"/>
          </p:cNvSpPr>
          <p:nvPr>
            <p:ph type="body" sz="quarter" idx="14"/>
          </p:nvPr>
        </p:nvSpPr>
        <p:spPr>
          <a:xfrm>
            <a:off x="8698548" y="1066800"/>
            <a:ext cx="3291840" cy="466344"/>
          </a:xfrm>
          <a:prstGeom prst="rect">
            <a:avLst/>
          </a:prstGeom>
        </p:spPr>
        <p:txBody>
          <a:bodyPr anchor="b"/>
          <a:lstStyle>
            <a:lvl1pPr marL="0" indent="0" algn="ctr">
              <a:buNone/>
              <a:defRPr sz="1300" b="1"/>
            </a:lvl1pPr>
          </a:lstStyle>
          <a:p>
            <a:pPr lvl="0"/>
            <a:r>
              <a:rPr lang="en-US" dirty="0"/>
              <a:t>Edit Master text styles</a:t>
            </a:r>
            <a:endParaRPr lang="en-IN" dirty="0"/>
          </a:p>
        </p:txBody>
      </p:sp>
      <p:sp>
        <p:nvSpPr>
          <p:cNvPr id="11" name="Content Placeholder 7"/>
          <p:cNvSpPr>
            <a:spLocks noGrp="1"/>
          </p:cNvSpPr>
          <p:nvPr>
            <p:ph sz="quarter" idx="15"/>
          </p:nvPr>
        </p:nvSpPr>
        <p:spPr>
          <a:xfrm>
            <a:off x="8679371" y="1562100"/>
            <a:ext cx="3291840" cy="1965960"/>
          </a:xfrm>
          <a:prstGeom prst="rect">
            <a:avLst/>
          </a:prstGeom>
        </p:spPr>
        <p:txBody>
          <a:bodyPr/>
          <a:lstStyle>
            <a:lvl1pPr marL="228594" indent="-228594">
              <a:lnSpc>
                <a:spcPct val="100000"/>
              </a:lnSpc>
              <a:buFont typeface="Wingdings" panose="05000000000000000000" pitchFamily="2" charset="2"/>
              <a:buChar char="q"/>
              <a:defRPr sz="1200"/>
            </a:lvl1pPr>
            <a:lvl2pPr marL="457200" indent="-228594">
              <a:lnSpc>
                <a:spcPct val="100000"/>
              </a:lnSpc>
              <a:buFont typeface="Wingdings" panose="05000000000000000000" pitchFamily="2" charset="2"/>
              <a:buChar char="Ø"/>
              <a:defRPr sz="1100"/>
            </a:lvl2pPr>
            <a:lvl3pPr marL="685800" indent="-228594">
              <a:lnSpc>
                <a:spcPct val="100000"/>
              </a:lnSpc>
              <a:buFont typeface="Wingdings" panose="05000000000000000000" pitchFamily="2" charset="2"/>
              <a:buChar char="§"/>
              <a:defRPr sz="1000"/>
            </a:lvl3pPr>
            <a:lvl4pPr marL="914400" indent="-228594">
              <a:lnSpc>
                <a:spcPct val="100000"/>
              </a:lnSpc>
              <a:buFont typeface="Courier New" panose="02070309020205020404" pitchFamily="49" charset="0"/>
              <a:buChar char="o"/>
              <a:defRPr sz="900"/>
            </a:lvl4pPr>
            <a:lvl5pPr marL="1143000">
              <a:lnSpc>
                <a:spcPct val="100000"/>
              </a:lnSpc>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2" name="Freeform 11"/>
          <p:cNvSpPr/>
          <p:nvPr userDrawn="1"/>
        </p:nvSpPr>
        <p:spPr>
          <a:xfrm>
            <a:off x="8681739" y="3753803"/>
            <a:ext cx="3291840"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lvl="0" algn="ctr"/>
            <a:endParaRPr lang="en-GB" sz="1013"/>
          </a:p>
        </p:txBody>
      </p:sp>
      <p:sp>
        <p:nvSpPr>
          <p:cNvPr id="13" name="Text Placeholder 6"/>
          <p:cNvSpPr>
            <a:spLocks noGrp="1"/>
          </p:cNvSpPr>
          <p:nvPr>
            <p:ph type="body" sz="quarter" idx="16"/>
          </p:nvPr>
        </p:nvSpPr>
        <p:spPr>
          <a:xfrm>
            <a:off x="8688753" y="3753803"/>
            <a:ext cx="3291840" cy="466344"/>
          </a:xfrm>
          <a:prstGeom prst="rect">
            <a:avLst/>
          </a:prstGeom>
        </p:spPr>
        <p:txBody>
          <a:bodyPr anchor="b"/>
          <a:lstStyle>
            <a:lvl1pPr marL="0" indent="0" algn="ctr">
              <a:buNone/>
              <a:defRPr sz="1300" b="1"/>
            </a:lvl1pPr>
          </a:lstStyle>
          <a:p>
            <a:pPr lvl="0"/>
            <a:r>
              <a:rPr lang="en-US" dirty="0"/>
              <a:t>Edit Master text styles</a:t>
            </a:r>
            <a:endParaRPr lang="en-IN" dirty="0"/>
          </a:p>
        </p:txBody>
      </p:sp>
      <p:sp>
        <p:nvSpPr>
          <p:cNvPr id="14" name="Content Placeholder 7"/>
          <p:cNvSpPr>
            <a:spLocks noGrp="1"/>
          </p:cNvSpPr>
          <p:nvPr>
            <p:ph sz="quarter" idx="17"/>
          </p:nvPr>
        </p:nvSpPr>
        <p:spPr>
          <a:xfrm>
            <a:off x="8679372" y="4249103"/>
            <a:ext cx="3291840" cy="1965960"/>
          </a:xfrm>
          <a:prstGeom prst="rect">
            <a:avLst/>
          </a:prstGeom>
        </p:spPr>
        <p:txBody>
          <a:bodyPr/>
          <a:lstStyle>
            <a:lvl1pPr marL="228594" indent="-228594">
              <a:lnSpc>
                <a:spcPct val="100000"/>
              </a:lnSpc>
              <a:buFont typeface="Wingdings" panose="05000000000000000000" pitchFamily="2" charset="2"/>
              <a:buChar char="q"/>
              <a:defRPr sz="1200"/>
            </a:lvl1pPr>
            <a:lvl2pPr marL="457200" indent="-228594">
              <a:lnSpc>
                <a:spcPct val="100000"/>
              </a:lnSpc>
              <a:buFont typeface="Wingdings" panose="05000000000000000000" pitchFamily="2" charset="2"/>
              <a:buChar char="Ø"/>
              <a:defRPr sz="1100"/>
            </a:lvl2pPr>
            <a:lvl3pPr marL="685800" indent="-228594">
              <a:lnSpc>
                <a:spcPct val="100000"/>
              </a:lnSpc>
              <a:buFont typeface="Wingdings" panose="05000000000000000000" pitchFamily="2" charset="2"/>
              <a:buChar char="§"/>
              <a:defRPr sz="1000"/>
            </a:lvl3pPr>
            <a:lvl4pPr marL="914400" indent="-228594">
              <a:lnSpc>
                <a:spcPct val="100000"/>
              </a:lnSpc>
              <a:buFont typeface="Courier New" panose="02070309020205020404" pitchFamily="49" charset="0"/>
              <a:buChar char="o"/>
              <a:defRPr sz="900"/>
            </a:lvl4pPr>
            <a:lvl5pPr marL="1143000">
              <a:lnSpc>
                <a:spcPct val="100000"/>
              </a:lnSpc>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5" name="Freeform 14"/>
          <p:cNvSpPr/>
          <p:nvPr userDrawn="1"/>
        </p:nvSpPr>
        <p:spPr>
          <a:xfrm>
            <a:off x="3059892" y="1066800"/>
            <a:ext cx="5303520"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lvl="0" algn="ctr"/>
            <a:endParaRPr lang="en-GB" sz="1013"/>
          </a:p>
        </p:txBody>
      </p:sp>
      <p:sp>
        <p:nvSpPr>
          <p:cNvPr id="16" name="Text Placeholder 6"/>
          <p:cNvSpPr>
            <a:spLocks noGrp="1"/>
          </p:cNvSpPr>
          <p:nvPr>
            <p:ph type="body" sz="quarter" idx="18"/>
          </p:nvPr>
        </p:nvSpPr>
        <p:spPr>
          <a:xfrm>
            <a:off x="3059892" y="1066800"/>
            <a:ext cx="5303520" cy="466344"/>
          </a:xfrm>
          <a:prstGeom prst="rect">
            <a:avLst/>
          </a:prstGeom>
        </p:spPr>
        <p:txBody>
          <a:bodyPr anchor="b"/>
          <a:lstStyle>
            <a:lvl1pPr marL="0" indent="0" algn="ctr">
              <a:buNone/>
              <a:defRPr sz="1300" b="1"/>
            </a:lvl1pPr>
          </a:lstStyle>
          <a:p>
            <a:pPr lvl="0"/>
            <a:r>
              <a:rPr lang="en-US" dirty="0"/>
              <a:t>Edit Master text styles</a:t>
            </a:r>
            <a:endParaRPr lang="en-IN" dirty="0"/>
          </a:p>
        </p:txBody>
      </p:sp>
      <p:sp>
        <p:nvSpPr>
          <p:cNvPr id="17" name="Content Placeholder 7"/>
          <p:cNvSpPr>
            <a:spLocks noGrp="1"/>
          </p:cNvSpPr>
          <p:nvPr>
            <p:ph sz="quarter" idx="19"/>
          </p:nvPr>
        </p:nvSpPr>
        <p:spPr>
          <a:xfrm>
            <a:off x="3059892" y="1562100"/>
            <a:ext cx="5303520" cy="1965960"/>
          </a:xfrm>
          <a:prstGeom prst="rect">
            <a:avLst/>
          </a:prstGeom>
        </p:spPr>
        <p:txBody>
          <a:bodyPr/>
          <a:lstStyle>
            <a:lvl1pPr marL="228594" indent="-228594">
              <a:lnSpc>
                <a:spcPct val="100000"/>
              </a:lnSpc>
              <a:buFont typeface="Wingdings" panose="05000000000000000000" pitchFamily="2" charset="2"/>
              <a:buChar char="q"/>
              <a:defRPr sz="1200"/>
            </a:lvl1pPr>
            <a:lvl2pPr marL="457200" indent="-228594">
              <a:lnSpc>
                <a:spcPct val="100000"/>
              </a:lnSpc>
              <a:buFont typeface="Wingdings" panose="05000000000000000000" pitchFamily="2" charset="2"/>
              <a:buChar char="Ø"/>
              <a:defRPr sz="1100"/>
            </a:lvl2pPr>
            <a:lvl3pPr marL="685800" indent="-228594">
              <a:lnSpc>
                <a:spcPct val="100000"/>
              </a:lnSpc>
              <a:buFont typeface="Wingdings" panose="05000000000000000000" pitchFamily="2" charset="2"/>
              <a:buChar char="§"/>
              <a:defRPr sz="1000"/>
            </a:lvl3pPr>
            <a:lvl4pPr marL="914400" indent="-228594">
              <a:lnSpc>
                <a:spcPct val="100000"/>
              </a:lnSpc>
              <a:buFont typeface="Courier New" panose="02070309020205020404" pitchFamily="49" charset="0"/>
              <a:buChar char="o"/>
              <a:defRPr sz="900"/>
            </a:lvl4pPr>
            <a:lvl5pPr marL="1143000">
              <a:lnSpc>
                <a:spcPct val="100000"/>
              </a:lnSpc>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8" name="Freeform 17"/>
          <p:cNvSpPr/>
          <p:nvPr userDrawn="1"/>
        </p:nvSpPr>
        <p:spPr>
          <a:xfrm>
            <a:off x="3059892" y="3753803"/>
            <a:ext cx="5303520"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lvl="0" algn="ctr"/>
            <a:endParaRPr lang="en-GB" sz="1013"/>
          </a:p>
        </p:txBody>
      </p:sp>
      <p:sp>
        <p:nvSpPr>
          <p:cNvPr id="19" name="Text Placeholder 6"/>
          <p:cNvSpPr>
            <a:spLocks noGrp="1"/>
          </p:cNvSpPr>
          <p:nvPr>
            <p:ph type="body" sz="quarter" idx="20"/>
          </p:nvPr>
        </p:nvSpPr>
        <p:spPr>
          <a:xfrm>
            <a:off x="3059892" y="3753803"/>
            <a:ext cx="5303520" cy="466344"/>
          </a:xfrm>
          <a:prstGeom prst="rect">
            <a:avLst/>
          </a:prstGeom>
        </p:spPr>
        <p:txBody>
          <a:bodyPr anchor="b"/>
          <a:lstStyle>
            <a:lvl1pPr marL="0" indent="0" algn="ctr">
              <a:buNone/>
              <a:defRPr sz="1300" b="1"/>
            </a:lvl1pPr>
          </a:lstStyle>
          <a:p>
            <a:pPr lvl="0"/>
            <a:r>
              <a:rPr lang="en-US" dirty="0"/>
              <a:t>Edit Master text styles</a:t>
            </a:r>
            <a:endParaRPr lang="en-IN" dirty="0"/>
          </a:p>
        </p:txBody>
      </p:sp>
      <p:sp>
        <p:nvSpPr>
          <p:cNvPr id="20" name="Content Placeholder 7"/>
          <p:cNvSpPr>
            <a:spLocks noGrp="1"/>
          </p:cNvSpPr>
          <p:nvPr>
            <p:ph sz="quarter" idx="21"/>
          </p:nvPr>
        </p:nvSpPr>
        <p:spPr>
          <a:xfrm>
            <a:off x="3059892" y="4249103"/>
            <a:ext cx="5303520" cy="1965960"/>
          </a:xfrm>
          <a:prstGeom prst="rect">
            <a:avLst/>
          </a:prstGeom>
        </p:spPr>
        <p:txBody>
          <a:bodyPr/>
          <a:lstStyle>
            <a:lvl1pPr marL="228594" indent="-228594">
              <a:lnSpc>
                <a:spcPct val="100000"/>
              </a:lnSpc>
              <a:buFont typeface="Wingdings" panose="05000000000000000000" pitchFamily="2" charset="2"/>
              <a:buChar char="q"/>
              <a:defRPr sz="1200"/>
            </a:lvl1pPr>
            <a:lvl2pPr marL="457200" indent="-228594">
              <a:lnSpc>
                <a:spcPct val="100000"/>
              </a:lnSpc>
              <a:buFont typeface="Wingdings" panose="05000000000000000000" pitchFamily="2" charset="2"/>
              <a:buChar char="Ø"/>
              <a:defRPr sz="1100"/>
            </a:lvl2pPr>
            <a:lvl3pPr marL="685800" indent="-228594">
              <a:lnSpc>
                <a:spcPct val="100000"/>
              </a:lnSpc>
              <a:buFont typeface="Wingdings" panose="05000000000000000000" pitchFamily="2" charset="2"/>
              <a:buChar char="§"/>
              <a:defRPr sz="1000"/>
            </a:lvl3pPr>
            <a:lvl4pPr marL="914400" indent="-228594">
              <a:lnSpc>
                <a:spcPct val="100000"/>
              </a:lnSpc>
              <a:buFont typeface="Courier New" panose="02070309020205020404" pitchFamily="49" charset="0"/>
              <a:buChar char="o"/>
              <a:defRPr sz="900"/>
            </a:lvl4pPr>
            <a:lvl5pPr marL="1143000">
              <a:lnSpc>
                <a:spcPct val="100000"/>
              </a:lnSpc>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5" name="Rectangle 4"/>
          <p:cNvSpPr/>
          <p:nvPr userDrawn="1"/>
        </p:nvSpPr>
        <p:spPr>
          <a:xfrm>
            <a:off x="161924" y="2087880"/>
            <a:ext cx="2286000" cy="914400"/>
          </a:xfrm>
          <a:prstGeom prst="rect">
            <a:avLst/>
          </a:prstGeom>
          <a:solidFill>
            <a:srgbClr val="00818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Isosceles Triangle 5"/>
          <p:cNvSpPr/>
          <p:nvPr userDrawn="1"/>
        </p:nvSpPr>
        <p:spPr>
          <a:xfrm rot="5400000">
            <a:off x="2209800" y="2402205"/>
            <a:ext cx="914400" cy="285750"/>
          </a:xfrm>
          <a:prstGeom prst="triangle">
            <a:avLst/>
          </a:prstGeom>
          <a:solidFill>
            <a:srgbClr val="9E7E0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Text Placeholder 7"/>
          <p:cNvSpPr>
            <a:spLocks noGrp="1"/>
          </p:cNvSpPr>
          <p:nvPr>
            <p:ph type="body" sz="quarter" idx="22"/>
          </p:nvPr>
        </p:nvSpPr>
        <p:spPr>
          <a:xfrm>
            <a:off x="228600" y="2162175"/>
            <a:ext cx="2105025" cy="771525"/>
          </a:xfrm>
          <a:prstGeom prst="rect">
            <a:avLst/>
          </a:prstGeom>
          <a:ln>
            <a:noFill/>
          </a:ln>
        </p:spPr>
        <p:txBody>
          <a:bodyPr anchor="ctr"/>
          <a:lstStyle>
            <a:lvl1pPr marL="0" indent="0" algn="ctr">
              <a:buNone/>
              <a:defRPr sz="1300" b="1">
                <a:solidFill>
                  <a:schemeClr val="bg1"/>
                </a:solidFill>
              </a:defRPr>
            </a:lvl1pPr>
          </a:lstStyle>
          <a:p>
            <a:pPr lvl="0"/>
            <a:r>
              <a:rPr lang="en-US" dirty="0"/>
              <a:t>Edit Master text styles</a:t>
            </a:r>
            <a:endParaRPr lang="en-IN" dirty="0"/>
          </a:p>
        </p:txBody>
      </p:sp>
      <p:sp>
        <p:nvSpPr>
          <p:cNvPr id="21" name="Rectangle 20"/>
          <p:cNvSpPr/>
          <p:nvPr userDrawn="1"/>
        </p:nvSpPr>
        <p:spPr>
          <a:xfrm>
            <a:off x="161924" y="4774883"/>
            <a:ext cx="2286000" cy="914400"/>
          </a:xfrm>
          <a:prstGeom prst="rect">
            <a:avLst/>
          </a:prstGeom>
          <a:solidFill>
            <a:srgbClr val="00818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Isosceles Triangle 21"/>
          <p:cNvSpPr/>
          <p:nvPr userDrawn="1"/>
        </p:nvSpPr>
        <p:spPr>
          <a:xfrm rot="5400000">
            <a:off x="2209800" y="5089208"/>
            <a:ext cx="914400" cy="285750"/>
          </a:xfrm>
          <a:prstGeom prst="triangle">
            <a:avLst/>
          </a:prstGeom>
          <a:solidFill>
            <a:srgbClr val="9E7E0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3" name="Text Placeholder 7"/>
          <p:cNvSpPr>
            <a:spLocks noGrp="1"/>
          </p:cNvSpPr>
          <p:nvPr>
            <p:ph type="body" sz="quarter" idx="23"/>
          </p:nvPr>
        </p:nvSpPr>
        <p:spPr>
          <a:xfrm>
            <a:off x="228600" y="4846321"/>
            <a:ext cx="2105025" cy="771525"/>
          </a:xfrm>
          <a:prstGeom prst="rect">
            <a:avLst/>
          </a:prstGeom>
          <a:ln>
            <a:noFill/>
          </a:ln>
        </p:spPr>
        <p:txBody>
          <a:bodyPr anchor="ctr"/>
          <a:lstStyle>
            <a:lvl1pPr marL="0" indent="0" algn="ctr">
              <a:buNone/>
              <a:defRPr sz="1300" b="1">
                <a:solidFill>
                  <a:schemeClr val="bg1"/>
                </a:solidFill>
              </a:defRPr>
            </a:lvl1pPr>
          </a:lstStyle>
          <a:p>
            <a:pPr lvl="0"/>
            <a:r>
              <a:rPr lang="en-US" dirty="0"/>
              <a:t>Edit Master text styles</a:t>
            </a:r>
            <a:endParaRPr lang="en-IN" dirty="0"/>
          </a:p>
        </p:txBody>
      </p:sp>
    </p:spTree>
    <p:extLst>
      <p:ext uri="{BB962C8B-B14F-4D97-AF65-F5344CB8AC3E}">
        <p14:creationId xmlns:p14="http://schemas.microsoft.com/office/powerpoint/2010/main" val="3533703893"/>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19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Footer Placeholder 2"/>
          <p:cNvSpPr>
            <a:spLocks noGrp="1"/>
          </p:cNvSpPr>
          <p:nvPr>
            <p:ph type="ftr" sz="quarter" idx="10"/>
          </p:nvPr>
        </p:nvSpPr>
        <p:spPr/>
        <p:txBody>
          <a:bodyPr/>
          <a:lstStyle/>
          <a:p>
            <a:r>
              <a:rPr lang="en-US" dirty="0"/>
              <a:t>©2026 Fact.MR, All Rights Reserved</a:t>
            </a:r>
          </a:p>
        </p:txBody>
      </p:sp>
      <p:sp>
        <p:nvSpPr>
          <p:cNvPr id="4" name="Slide Number Placeholder 3"/>
          <p:cNvSpPr>
            <a:spLocks noGrp="1"/>
          </p:cNvSpPr>
          <p:nvPr>
            <p:ph type="sldNum" sz="quarter" idx="11"/>
          </p:nvPr>
        </p:nvSpPr>
        <p:spPr/>
        <p:txBody>
          <a:bodyPr/>
          <a:lstStyle/>
          <a:p>
            <a:fld id="{4B17068C-EB94-40A3-A5F2-664CDD77FDAC}" type="slidenum">
              <a:rPr lang="en-US" smtClean="0"/>
              <a:pPr/>
              <a:t>‹#›</a:t>
            </a:fld>
            <a:endParaRPr lang="en-US" dirty="0"/>
          </a:p>
        </p:txBody>
      </p:sp>
      <p:sp>
        <p:nvSpPr>
          <p:cNvPr id="9" name="Freeform 8"/>
          <p:cNvSpPr/>
          <p:nvPr userDrawn="1"/>
        </p:nvSpPr>
        <p:spPr>
          <a:xfrm>
            <a:off x="8684212" y="1066800"/>
            <a:ext cx="3291840"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lvl="0" algn="ctr"/>
            <a:endParaRPr lang="en-GB" sz="1013"/>
          </a:p>
        </p:txBody>
      </p:sp>
      <p:sp>
        <p:nvSpPr>
          <p:cNvPr id="10" name="Text Placeholder 6"/>
          <p:cNvSpPr>
            <a:spLocks noGrp="1"/>
          </p:cNvSpPr>
          <p:nvPr>
            <p:ph type="body" sz="quarter" idx="14"/>
          </p:nvPr>
        </p:nvSpPr>
        <p:spPr>
          <a:xfrm>
            <a:off x="8698548" y="1066800"/>
            <a:ext cx="3291840" cy="466344"/>
          </a:xfrm>
          <a:prstGeom prst="rect">
            <a:avLst/>
          </a:prstGeom>
        </p:spPr>
        <p:txBody>
          <a:bodyPr anchor="b"/>
          <a:lstStyle>
            <a:lvl1pPr marL="0" indent="0" algn="ctr">
              <a:buNone/>
              <a:defRPr sz="1300" b="1"/>
            </a:lvl1pPr>
          </a:lstStyle>
          <a:p>
            <a:pPr lvl="0"/>
            <a:r>
              <a:rPr lang="en-US" dirty="0"/>
              <a:t>Edit Master text styles</a:t>
            </a:r>
            <a:endParaRPr lang="en-IN" dirty="0"/>
          </a:p>
        </p:txBody>
      </p:sp>
      <p:sp>
        <p:nvSpPr>
          <p:cNvPr id="11" name="Content Placeholder 7"/>
          <p:cNvSpPr>
            <a:spLocks noGrp="1"/>
          </p:cNvSpPr>
          <p:nvPr>
            <p:ph sz="quarter" idx="15"/>
          </p:nvPr>
        </p:nvSpPr>
        <p:spPr>
          <a:xfrm>
            <a:off x="8679371" y="1562100"/>
            <a:ext cx="3291840" cy="1965960"/>
          </a:xfrm>
          <a:prstGeom prst="rect">
            <a:avLst/>
          </a:prstGeom>
        </p:spPr>
        <p:txBody>
          <a:bodyPr/>
          <a:lstStyle>
            <a:lvl1pPr marL="228594" indent="-228594">
              <a:lnSpc>
                <a:spcPct val="100000"/>
              </a:lnSpc>
              <a:buFont typeface="Wingdings" panose="05000000000000000000" pitchFamily="2" charset="2"/>
              <a:buChar char="q"/>
              <a:defRPr sz="1200"/>
            </a:lvl1pPr>
            <a:lvl2pPr marL="457200" indent="-228594">
              <a:lnSpc>
                <a:spcPct val="100000"/>
              </a:lnSpc>
              <a:buFont typeface="Wingdings" panose="05000000000000000000" pitchFamily="2" charset="2"/>
              <a:buChar char="Ø"/>
              <a:defRPr sz="1100"/>
            </a:lvl2pPr>
            <a:lvl3pPr marL="685800" indent="-228594">
              <a:lnSpc>
                <a:spcPct val="100000"/>
              </a:lnSpc>
              <a:buFont typeface="Wingdings" panose="05000000000000000000" pitchFamily="2" charset="2"/>
              <a:buChar char="§"/>
              <a:defRPr sz="1000"/>
            </a:lvl3pPr>
            <a:lvl4pPr marL="914400" indent="-228594">
              <a:lnSpc>
                <a:spcPct val="100000"/>
              </a:lnSpc>
              <a:buFont typeface="Courier New" panose="02070309020205020404" pitchFamily="49" charset="0"/>
              <a:buChar char="o"/>
              <a:defRPr sz="900"/>
            </a:lvl4pPr>
            <a:lvl5pPr marL="1143000">
              <a:lnSpc>
                <a:spcPct val="100000"/>
              </a:lnSpc>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5" name="Freeform 14"/>
          <p:cNvSpPr/>
          <p:nvPr userDrawn="1"/>
        </p:nvSpPr>
        <p:spPr>
          <a:xfrm>
            <a:off x="3062365" y="1066800"/>
            <a:ext cx="5303520"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lvl="0" algn="ctr"/>
            <a:endParaRPr lang="en-GB" sz="1013"/>
          </a:p>
        </p:txBody>
      </p:sp>
      <p:sp>
        <p:nvSpPr>
          <p:cNvPr id="16" name="Text Placeholder 6"/>
          <p:cNvSpPr>
            <a:spLocks noGrp="1"/>
          </p:cNvSpPr>
          <p:nvPr>
            <p:ph type="body" sz="quarter" idx="18"/>
          </p:nvPr>
        </p:nvSpPr>
        <p:spPr>
          <a:xfrm>
            <a:off x="3062365" y="1066800"/>
            <a:ext cx="5303520" cy="466344"/>
          </a:xfrm>
          <a:prstGeom prst="rect">
            <a:avLst/>
          </a:prstGeom>
        </p:spPr>
        <p:txBody>
          <a:bodyPr anchor="b"/>
          <a:lstStyle>
            <a:lvl1pPr marL="0" indent="0" algn="ctr">
              <a:buNone/>
              <a:defRPr sz="1300" b="1"/>
            </a:lvl1pPr>
          </a:lstStyle>
          <a:p>
            <a:pPr lvl="0"/>
            <a:r>
              <a:rPr lang="en-US" dirty="0"/>
              <a:t>Edit Master text styles</a:t>
            </a:r>
            <a:endParaRPr lang="en-IN" dirty="0"/>
          </a:p>
        </p:txBody>
      </p:sp>
      <p:sp>
        <p:nvSpPr>
          <p:cNvPr id="17" name="Content Placeholder 7"/>
          <p:cNvSpPr>
            <a:spLocks noGrp="1"/>
          </p:cNvSpPr>
          <p:nvPr>
            <p:ph sz="quarter" idx="19"/>
          </p:nvPr>
        </p:nvSpPr>
        <p:spPr>
          <a:xfrm>
            <a:off x="3062365" y="1562100"/>
            <a:ext cx="5303520" cy="1965960"/>
          </a:xfrm>
          <a:prstGeom prst="rect">
            <a:avLst/>
          </a:prstGeom>
        </p:spPr>
        <p:txBody>
          <a:bodyPr/>
          <a:lstStyle>
            <a:lvl1pPr marL="228594" indent="-228594">
              <a:lnSpc>
                <a:spcPct val="100000"/>
              </a:lnSpc>
              <a:buFont typeface="Wingdings" panose="05000000000000000000" pitchFamily="2" charset="2"/>
              <a:buChar char="q"/>
              <a:defRPr sz="1200"/>
            </a:lvl1pPr>
            <a:lvl2pPr marL="457200" indent="-228594">
              <a:lnSpc>
                <a:spcPct val="100000"/>
              </a:lnSpc>
              <a:buFont typeface="Wingdings" panose="05000000000000000000" pitchFamily="2" charset="2"/>
              <a:buChar char="Ø"/>
              <a:defRPr sz="1100"/>
            </a:lvl2pPr>
            <a:lvl3pPr marL="685800" indent="-228594">
              <a:lnSpc>
                <a:spcPct val="100000"/>
              </a:lnSpc>
              <a:buFont typeface="Wingdings" panose="05000000000000000000" pitchFamily="2" charset="2"/>
              <a:buChar char="§"/>
              <a:defRPr sz="1000"/>
            </a:lvl3pPr>
            <a:lvl4pPr marL="914400" indent="-228594">
              <a:lnSpc>
                <a:spcPct val="100000"/>
              </a:lnSpc>
              <a:buFont typeface="Courier New" panose="02070309020205020404" pitchFamily="49" charset="0"/>
              <a:buChar char="o"/>
              <a:defRPr sz="900"/>
            </a:lvl4pPr>
            <a:lvl5pPr marL="1143000">
              <a:lnSpc>
                <a:spcPct val="100000"/>
              </a:lnSpc>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5" name="Rectangle 4"/>
          <p:cNvSpPr/>
          <p:nvPr userDrawn="1"/>
        </p:nvSpPr>
        <p:spPr>
          <a:xfrm>
            <a:off x="161924" y="2087880"/>
            <a:ext cx="2286000" cy="914400"/>
          </a:xfrm>
          <a:prstGeom prst="rect">
            <a:avLst/>
          </a:prstGeom>
          <a:solidFill>
            <a:srgbClr val="00818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Isosceles Triangle 5"/>
          <p:cNvSpPr/>
          <p:nvPr userDrawn="1"/>
        </p:nvSpPr>
        <p:spPr>
          <a:xfrm rot="5400000">
            <a:off x="2209800" y="2402205"/>
            <a:ext cx="914400" cy="285750"/>
          </a:xfrm>
          <a:prstGeom prst="triangle">
            <a:avLst/>
          </a:prstGeom>
          <a:solidFill>
            <a:srgbClr val="9E7E0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Text Placeholder 7"/>
          <p:cNvSpPr>
            <a:spLocks noGrp="1"/>
          </p:cNvSpPr>
          <p:nvPr>
            <p:ph type="body" sz="quarter" idx="22"/>
          </p:nvPr>
        </p:nvSpPr>
        <p:spPr>
          <a:xfrm>
            <a:off x="228600" y="2162175"/>
            <a:ext cx="2105025" cy="771525"/>
          </a:xfrm>
          <a:prstGeom prst="rect">
            <a:avLst/>
          </a:prstGeom>
          <a:ln>
            <a:noFill/>
          </a:ln>
        </p:spPr>
        <p:txBody>
          <a:bodyPr anchor="ctr"/>
          <a:lstStyle>
            <a:lvl1pPr marL="0" indent="0" algn="ctr">
              <a:buNone/>
              <a:defRPr sz="1300" b="1">
                <a:solidFill>
                  <a:schemeClr val="bg1"/>
                </a:solidFill>
              </a:defRPr>
            </a:lvl1pPr>
          </a:lstStyle>
          <a:p>
            <a:pPr lvl="0"/>
            <a:r>
              <a:rPr lang="en-US" dirty="0"/>
              <a:t>Edit Master text styles</a:t>
            </a:r>
            <a:endParaRPr lang="en-IN" dirty="0"/>
          </a:p>
        </p:txBody>
      </p:sp>
    </p:spTree>
    <p:extLst>
      <p:ext uri="{BB962C8B-B14F-4D97-AF65-F5344CB8AC3E}">
        <p14:creationId xmlns:p14="http://schemas.microsoft.com/office/powerpoint/2010/main" val="304942975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25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Footer Placeholder 2"/>
          <p:cNvSpPr>
            <a:spLocks noGrp="1"/>
          </p:cNvSpPr>
          <p:nvPr>
            <p:ph type="ftr" sz="quarter" idx="10"/>
          </p:nvPr>
        </p:nvSpPr>
        <p:spPr/>
        <p:txBody>
          <a:bodyPr/>
          <a:lstStyle/>
          <a:p>
            <a:r>
              <a:rPr lang="en-US" dirty="0"/>
              <a:t>©2026 Fact.MR, All Rights Reserved</a:t>
            </a:r>
          </a:p>
        </p:txBody>
      </p:sp>
      <p:sp>
        <p:nvSpPr>
          <p:cNvPr id="4" name="Slide Number Placeholder 3"/>
          <p:cNvSpPr>
            <a:spLocks noGrp="1"/>
          </p:cNvSpPr>
          <p:nvPr>
            <p:ph type="sldNum" sz="quarter" idx="11"/>
          </p:nvPr>
        </p:nvSpPr>
        <p:spPr/>
        <p:txBody>
          <a:bodyPr/>
          <a:lstStyle/>
          <a:p>
            <a:fld id="{4B17068C-EB94-40A3-A5F2-664CDD77FDAC}" type="slidenum">
              <a:rPr lang="en-US" smtClean="0"/>
              <a:pPr/>
              <a:t>‹#›</a:t>
            </a:fld>
            <a:endParaRPr lang="en-US" dirty="0"/>
          </a:p>
        </p:txBody>
      </p:sp>
      <p:sp>
        <p:nvSpPr>
          <p:cNvPr id="5" name="Freeform 4"/>
          <p:cNvSpPr/>
          <p:nvPr userDrawn="1"/>
        </p:nvSpPr>
        <p:spPr>
          <a:xfrm>
            <a:off x="157241" y="1066800"/>
            <a:ext cx="3767328"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62" tIns="34281" rIns="68562" bIns="34281" numCol="1" spcCol="0" rtlCol="0" fromWordArt="0" anchor="ctr" anchorCtr="0" forceAA="0" compatLnSpc="1">
            <a:prstTxWarp prst="textNoShape">
              <a:avLst/>
            </a:prstTxWarp>
            <a:noAutofit/>
          </a:bodyPr>
          <a:lstStyle/>
          <a:p>
            <a:pPr lvl="0" algn="ctr"/>
            <a:endParaRPr lang="en-GB" sz="1013"/>
          </a:p>
        </p:txBody>
      </p:sp>
      <p:sp>
        <p:nvSpPr>
          <p:cNvPr id="7" name="Text Placeholder 6"/>
          <p:cNvSpPr>
            <a:spLocks noGrp="1"/>
          </p:cNvSpPr>
          <p:nvPr>
            <p:ph type="body" sz="quarter" idx="12"/>
          </p:nvPr>
        </p:nvSpPr>
        <p:spPr>
          <a:xfrm>
            <a:off x="171578" y="1066800"/>
            <a:ext cx="3767328" cy="466344"/>
          </a:xfrm>
          <a:prstGeom prst="rect">
            <a:avLst/>
          </a:prstGeom>
        </p:spPr>
        <p:txBody>
          <a:bodyPr anchor="b"/>
          <a:lstStyle>
            <a:lvl1pPr marL="0" indent="0" algn="ctr">
              <a:buNone/>
              <a:defRPr sz="1300" b="1"/>
            </a:lvl1pPr>
          </a:lstStyle>
          <a:p>
            <a:pPr lvl="0"/>
            <a:r>
              <a:rPr lang="en-US" dirty="0"/>
              <a:t>Edit Master text styles</a:t>
            </a:r>
            <a:endParaRPr lang="en-IN" dirty="0"/>
          </a:p>
        </p:txBody>
      </p:sp>
      <p:sp>
        <p:nvSpPr>
          <p:cNvPr id="8" name="Content Placeholder 7"/>
          <p:cNvSpPr>
            <a:spLocks noGrp="1"/>
          </p:cNvSpPr>
          <p:nvPr>
            <p:ph sz="quarter" idx="13"/>
          </p:nvPr>
        </p:nvSpPr>
        <p:spPr>
          <a:xfrm>
            <a:off x="152401" y="1562100"/>
            <a:ext cx="3767328" cy="1965960"/>
          </a:xfrm>
          <a:prstGeom prst="rect">
            <a:avLst/>
          </a:prstGeom>
        </p:spPr>
        <p:txBody>
          <a:bodyPr/>
          <a:lstStyle>
            <a:lvl1pPr marL="228525" indent="-228525">
              <a:lnSpc>
                <a:spcPct val="100000"/>
              </a:lnSpc>
              <a:buFont typeface="Wingdings" panose="05000000000000000000" pitchFamily="2" charset="2"/>
              <a:buChar char="q"/>
              <a:defRPr sz="1200"/>
            </a:lvl1pPr>
            <a:lvl2pPr marL="457063" indent="-228525">
              <a:lnSpc>
                <a:spcPct val="100000"/>
              </a:lnSpc>
              <a:buFont typeface="Wingdings" panose="05000000000000000000" pitchFamily="2" charset="2"/>
              <a:buChar char="Ø"/>
              <a:defRPr sz="1100"/>
            </a:lvl2pPr>
            <a:lvl3pPr marL="685594" indent="-228525">
              <a:lnSpc>
                <a:spcPct val="100000"/>
              </a:lnSpc>
              <a:buFont typeface="Wingdings" panose="05000000000000000000" pitchFamily="2" charset="2"/>
              <a:buChar char="§"/>
              <a:defRPr sz="1000"/>
            </a:lvl3pPr>
            <a:lvl4pPr marL="914126" indent="-228525">
              <a:lnSpc>
                <a:spcPct val="100000"/>
              </a:lnSpc>
              <a:buFont typeface="Courier New" panose="02070309020205020404" pitchFamily="49" charset="0"/>
              <a:buChar char="o"/>
              <a:defRPr sz="900"/>
            </a:lvl4pPr>
            <a:lvl5pPr marL="1142657">
              <a:lnSpc>
                <a:spcPct val="100000"/>
              </a:lnSpc>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Freeform 8"/>
          <p:cNvSpPr/>
          <p:nvPr userDrawn="1"/>
        </p:nvSpPr>
        <p:spPr>
          <a:xfrm>
            <a:off x="4204525" y="1066800"/>
            <a:ext cx="3767328"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62" tIns="34281" rIns="68562" bIns="34281" numCol="1" spcCol="0" rtlCol="0" fromWordArt="0" anchor="ctr" anchorCtr="0" forceAA="0" compatLnSpc="1">
            <a:prstTxWarp prst="textNoShape">
              <a:avLst/>
            </a:prstTxWarp>
            <a:noAutofit/>
          </a:bodyPr>
          <a:lstStyle/>
          <a:p>
            <a:pPr lvl="0" algn="ctr"/>
            <a:endParaRPr lang="en-GB" sz="1013"/>
          </a:p>
        </p:txBody>
      </p:sp>
      <p:sp>
        <p:nvSpPr>
          <p:cNvPr id="10" name="Text Placeholder 6"/>
          <p:cNvSpPr>
            <a:spLocks noGrp="1"/>
          </p:cNvSpPr>
          <p:nvPr>
            <p:ph type="body" sz="quarter" idx="14"/>
          </p:nvPr>
        </p:nvSpPr>
        <p:spPr>
          <a:xfrm>
            <a:off x="4204525" y="1066800"/>
            <a:ext cx="3767328" cy="466344"/>
          </a:xfrm>
          <a:prstGeom prst="rect">
            <a:avLst/>
          </a:prstGeom>
        </p:spPr>
        <p:txBody>
          <a:bodyPr anchor="b"/>
          <a:lstStyle>
            <a:lvl1pPr marL="0" indent="0" algn="ctr">
              <a:buNone/>
              <a:defRPr sz="1300" b="1"/>
            </a:lvl1pPr>
          </a:lstStyle>
          <a:p>
            <a:pPr lvl="0"/>
            <a:r>
              <a:rPr lang="en-US" dirty="0"/>
              <a:t>Edit Master text styles</a:t>
            </a:r>
            <a:endParaRPr lang="en-IN" dirty="0"/>
          </a:p>
        </p:txBody>
      </p:sp>
      <p:sp>
        <p:nvSpPr>
          <p:cNvPr id="11" name="Content Placeholder 7"/>
          <p:cNvSpPr>
            <a:spLocks noGrp="1"/>
          </p:cNvSpPr>
          <p:nvPr>
            <p:ph sz="quarter" idx="15"/>
          </p:nvPr>
        </p:nvSpPr>
        <p:spPr>
          <a:xfrm>
            <a:off x="4204525" y="1562100"/>
            <a:ext cx="3767328" cy="1965960"/>
          </a:xfrm>
          <a:prstGeom prst="rect">
            <a:avLst/>
          </a:prstGeom>
        </p:spPr>
        <p:txBody>
          <a:bodyPr/>
          <a:lstStyle>
            <a:lvl1pPr marL="228525" indent="-228525">
              <a:lnSpc>
                <a:spcPct val="100000"/>
              </a:lnSpc>
              <a:buFont typeface="Wingdings" panose="05000000000000000000" pitchFamily="2" charset="2"/>
              <a:buChar char="q"/>
              <a:defRPr sz="1200"/>
            </a:lvl1pPr>
            <a:lvl2pPr marL="457063" indent="-228525">
              <a:lnSpc>
                <a:spcPct val="100000"/>
              </a:lnSpc>
              <a:buFont typeface="Wingdings" panose="05000000000000000000" pitchFamily="2" charset="2"/>
              <a:buChar char="Ø"/>
              <a:defRPr sz="1100"/>
            </a:lvl2pPr>
            <a:lvl3pPr marL="685594" indent="-228525">
              <a:lnSpc>
                <a:spcPct val="100000"/>
              </a:lnSpc>
              <a:buFont typeface="Wingdings" panose="05000000000000000000" pitchFamily="2" charset="2"/>
              <a:buChar char="§"/>
              <a:defRPr sz="1000"/>
            </a:lvl3pPr>
            <a:lvl4pPr marL="914126" indent="-228525">
              <a:lnSpc>
                <a:spcPct val="100000"/>
              </a:lnSpc>
              <a:buFont typeface="Courier New" panose="02070309020205020404" pitchFamily="49" charset="0"/>
              <a:buChar char="o"/>
              <a:defRPr sz="900"/>
            </a:lvl4pPr>
            <a:lvl5pPr marL="1142657">
              <a:lnSpc>
                <a:spcPct val="100000"/>
              </a:lnSpc>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2" name="Freeform 11"/>
          <p:cNvSpPr/>
          <p:nvPr userDrawn="1"/>
        </p:nvSpPr>
        <p:spPr>
          <a:xfrm>
            <a:off x="8223138" y="1066800"/>
            <a:ext cx="3767328"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62" tIns="34281" rIns="68562" bIns="34281" numCol="1" spcCol="0" rtlCol="0" fromWordArt="0" anchor="ctr" anchorCtr="0" forceAA="0" compatLnSpc="1">
            <a:prstTxWarp prst="textNoShape">
              <a:avLst/>
            </a:prstTxWarp>
            <a:noAutofit/>
          </a:bodyPr>
          <a:lstStyle/>
          <a:p>
            <a:pPr lvl="0" algn="ctr"/>
            <a:endParaRPr lang="en-GB" sz="1013"/>
          </a:p>
        </p:txBody>
      </p:sp>
      <p:sp>
        <p:nvSpPr>
          <p:cNvPr id="13" name="Text Placeholder 6"/>
          <p:cNvSpPr>
            <a:spLocks noGrp="1"/>
          </p:cNvSpPr>
          <p:nvPr>
            <p:ph type="body" sz="quarter" idx="16"/>
          </p:nvPr>
        </p:nvSpPr>
        <p:spPr>
          <a:xfrm>
            <a:off x="8237475" y="1066800"/>
            <a:ext cx="3748151" cy="466344"/>
          </a:xfrm>
          <a:prstGeom prst="rect">
            <a:avLst/>
          </a:prstGeom>
        </p:spPr>
        <p:txBody>
          <a:bodyPr anchor="b"/>
          <a:lstStyle>
            <a:lvl1pPr marL="0" indent="0" algn="ctr">
              <a:buNone/>
              <a:defRPr sz="1300" b="1"/>
            </a:lvl1pPr>
          </a:lstStyle>
          <a:p>
            <a:pPr lvl="0"/>
            <a:r>
              <a:rPr lang="en-US" dirty="0"/>
              <a:t>Edit Master text styles</a:t>
            </a:r>
            <a:endParaRPr lang="en-IN" dirty="0"/>
          </a:p>
        </p:txBody>
      </p:sp>
      <p:sp>
        <p:nvSpPr>
          <p:cNvPr id="14" name="Content Placeholder 7"/>
          <p:cNvSpPr>
            <a:spLocks noGrp="1"/>
          </p:cNvSpPr>
          <p:nvPr>
            <p:ph sz="quarter" idx="17"/>
          </p:nvPr>
        </p:nvSpPr>
        <p:spPr>
          <a:xfrm>
            <a:off x="8218298" y="1562100"/>
            <a:ext cx="3767328" cy="1965960"/>
          </a:xfrm>
          <a:prstGeom prst="rect">
            <a:avLst/>
          </a:prstGeom>
        </p:spPr>
        <p:txBody>
          <a:bodyPr/>
          <a:lstStyle>
            <a:lvl1pPr marL="228525" indent="-228525">
              <a:lnSpc>
                <a:spcPct val="100000"/>
              </a:lnSpc>
              <a:buFont typeface="Wingdings" panose="05000000000000000000" pitchFamily="2" charset="2"/>
              <a:buChar char="q"/>
              <a:defRPr sz="1200"/>
            </a:lvl1pPr>
            <a:lvl2pPr marL="457063" indent="-228525">
              <a:lnSpc>
                <a:spcPct val="100000"/>
              </a:lnSpc>
              <a:buFont typeface="Wingdings" panose="05000000000000000000" pitchFamily="2" charset="2"/>
              <a:buChar char="Ø"/>
              <a:defRPr sz="1100"/>
            </a:lvl2pPr>
            <a:lvl3pPr marL="685594" indent="-228525">
              <a:lnSpc>
                <a:spcPct val="100000"/>
              </a:lnSpc>
              <a:buFont typeface="Wingdings" panose="05000000000000000000" pitchFamily="2" charset="2"/>
              <a:buChar char="§"/>
              <a:defRPr sz="1000"/>
            </a:lvl3pPr>
            <a:lvl4pPr marL="914126" indent="-228525">
              <a:lnSpc>
                <a:spcPct val="100000"/>
              </a:lnSpc>
              <a:buFont typeface="Courier New" panose="02070309020205020404" pitchFamily="49" charset="0"/>
              <a:buChar char="o"/>
              <a:defRPr sz="900"/>
            </a:lvl4pPr>
            <a:lvl5pPr marL="1142657">
              <a:lnSpc>
                <a:spcPct val="100000"/>
              </a:lnSpc>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5" name="Freeform 14"/>
          <p:cNvSpPr/>
          <p:nvPr userDrawn="1"/>
        </p:nvSpPr>
        <p:spPr>
          <a:xfrm>
            <a:off x="157241" y="3763328"/>
            <a:ext cx="11833225"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62" tIns="34281" rIns="68562" bIns="34281" numCol="1" spcCol="0" rtlCol="0" fromWordArt="0" anchor="ctr" anchorCtr="0" forceAA="0" compatLnSpc="1">
            <a:prstTxWarp prst="textNoShape">
              <a:avLst/>
            </a:prstTxWarp>
            <a:noAutofit/>
          </a:bodyPr>
          <a:lstStyle/>
          <a:p>
            <a:pPr lvl="0" algn="ctr"/>
            <a:endParaRPr lang="en-GB" sz="1013"/>
          </a:p>
        </p:txBody>
      </p:sp>
      <p:sp>
        <p:nvSpPr>
          <p:cNvPr id="16" name="Text Placeholder 6"/>
          <p:cNvSpPr>
            <a:spLocks noGrp="1"/>
          </p:cNvSpPr>
          <p:nvPr>
            <p:ph type="body" sz="quarter" idx="18"/>
          </p:nvPr>
        </p:nvSpPr>
        <p:spPr>
          <a:xfrm>
            <a:off x="171576" y="3763328"/>
            <a:ext cx="11814049" cy="466344"/>
          </a:xfrm>
          <a:prstGeom prst="rect">
            <a:avLst/>
          </a:prstGeom>
        </p:spPr>
        <p:txBody>
          <a:bodyPr anchor="b"/>
          <a:lstStyle>
            <a:lvl1pPr marL="0" indent="0" algn="ctr">
              <a:buNone/>
              <a:defRPr sz="1300" b="1"/>
            </a:lvl1pPr>
          </a:lstStyle>
          <a:p>
            <a:pPr lvl="0"/>
            <a:r>
              <a:rPr lang="en-US" dirty="0"/>
              <a:t>Edit Master text styles</a:t>
            </a:r>
            <a:endParaRPr lang="en-IN" dirty="0"/>
          </a:p>
        </p:txBody>
      </p:sp>
      <p:sp>
        <p:nvSpPr>
          <p:cNvPr id="17" name="Content Placeholder 7"/>
          <p:cNvSpPr>
            <a:spLocks noGrp="1"/>
          </p:cNvSpPr>
          <p:nvPr>
            <p:ph sz="quarter" idx="19"/>
          </p:nvPr>
        </p:nvSpPr>
        <p:spPr>
          <a:xfrm>
            <a:off x="152400" y="4258628"/>
            <a:ext cx="11833225" cy="1965960"/>
          </a:xfrm>
          <a:prstGeom prst="rect">
            <a:avLst/>
          </a:prstGeom>
        </p:spPr>
        <p:txBody>
          <a:bodyPr/>
          <a:lstStyle>
            <a:lvl1pPr marL="228525" indent="-228525">
              <a:lnSpc>
                <a:spcPct val="100000"/>
              </a:lnSpc>
              <a:buFont typeface="Wingdings" panose="05000000000000000000" pitchFamily="2" charset="2"/>
              <a:buChar char="q"/>
              <a:defRPr sz="1200"/>
            </a:lvl1pPr>
            <a:lvl2pPr marL="457063" indent="-228525">
              <a:lnSpc>
                <a:spcPct val="100000"/>
              </a:lnSpc>
              <a:buFont typeface="Wingdings" panose="05000000000000000000" pitchFamily="2" charset="2"/>
              <a:buChar char="Ø"/>
              <a:defRPr sz="1100"/>
            </a:lvl2pPr>
            <a:lvl3pPr marL="685594" indent="-228525">
              <a:lnSpc>
                <a:spcPct val="100000"/>
              </a:lnSpc>
              <a:buFont typeface="Wingdings" panose="05000000000000000000" pitchFamily="2" charset="2"/>
              <a:buChar char="§"/>
              <a:defRPr sz="1000"/>
            </a:lvl3pPr>
            <a:lvl4pPr marL="914126" indent="-228525">
              <a:lnSpc>
                <a:spcPct val="100000"/>
              </a:lnSpc>
              <a:buFont typeface="Courier New" panose="02070309020205020404" pitchFamily="49" charset="0"/>
              <a:buChar char="o"/>
              <a:defRPr sz="900"/>
            </a:lvl4pPr>
            <a:lvl5pPr marL="1142657">
              <a:lnSpc>
                <a:spcPct val="100000"/>
              </a:lnSpc>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85416526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26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Footer Placeholder 2"/>
          <p:cNvSpPr>
            <a:spLocks noGrp="1"/>
          </p:cNvSpPr>
          <p:nvPr>
            <p:ph type="ftr" sz="quarter" idx="10"/>
          </p:nvPr>
        </p:nvSpPr>
        <p:spPr/>
        <p:txBody>
          <a:bodyPr/>
          <a:lstStyle/>
          <a:p>
            <a:r>
              <a:rPr lang="en-US" dirty="0"/>
              <a:t>©2026 Fact.MR, All Rights Reserved</a:t>
            </a:r>
          </a:p>
        </p:txBody>
      </p:sp>
      <p:sp>
        <p:nvSpPr>
          <p:cNvPr id="4" name="Slide Number Placeholder 3"/>
          <p:cNvSpPr>
            <a:spLocks noGrp="1"/>
          </p:cNvSpPr>
          <p:nvPr>
            <p:ph type="sldNum" sz="quarter" idx="11"/>
          </p:nvPr>
        </p:nvSpPr>
        <p:spPr/>
        <p:txBody>
          <a:bodyPr/>
          <a:lstStyle/>
          <a:p>
            <a:fld id="{4B17068C-EB94-40A3-A5F2-664CDD77FDAC}" type="slidenum">
              <a:rPr lang="en-US" smtClean="0"/>
              <a:pPr/>
              <a:t>‹#›</a:t>
            </a:fld>
            <a:endParaRPr lang="en-US" dirty="0"/>
          </a:p>
        </p:txBody>
      </p:sp>
      <p:sp>
        <p:nvSpPr>
          <p:cNvPr id="5" name="Freeform 4"/>
          <p:cNvSpPr/>
          <p:nvPr userDrawn="1"/>
        </p:nvSpPr>
        <p:spPr>
          <a:xfrm>
            <a:off x="157241" y="1066800"/>
            <a:ext cx="2880360"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62" tIns="34281" rIns="68562" bIns="34281" numCol="1" spcCol="0" rtlCol="0" fromWordArt="0" anchor="ctr" anchorCtr="0" forceAA="0" compatLnSpc="1">
            <a:prstTxWarp prst="textNoShape">
              <a:avLst/>
            </a:prstTxWarp>
            <a:noAutofit/>
          </a:bodyPr>
          <a:lstStyle/>
          <a:p>
            <a:pPr lvl="0" algn="ctr"/>
            <a:endParaRPr lang="en-GB" sz="1013"/>
          </a:p>
        </p:txBody>
      </p:sp>
      <p:sp>
        <p:nvSpPr>
          <p:cNvPr id="7" name="Text Placeholder 6"/>
          <p:cNvSpPr>
            <a:spLocks noGrp="1"/>
          </p:cNvSpPr>
          <p:nvPr>
            <p:ph type="body" sz="quarter" idx="12"/>
          </p:nvPr>
        </p:nvSpPr>
        <p:spPr>
          <a:xfrm>
            <a:off x="171577" y="1066800"/>
            <a:ext cx="2880360" cy="466344"/>
          </a:xfrm>
          <a:prstGeom prst="rect">
            <a:avLst/>
          </a:prstGeom>
        </p:spPr>
        <p:txBody>
          <a:bodyPr anchor="b"/>
          <a:lstStyle>
            <a:lvl1pPr marL="0" indent="0" algn="ctr">
              <a:buNone/>
              <a:defRPr sz="1300" b="1"/>
            </a:lvl1pPr>
          </a:lstStyle>
          <a:p>
            <a:pPr lvl="0"/>
            <a:r>
              <a:rPr lang="en-US" dirty="0"/>
              <a:t>Edit Master text styles</a:t>
            </a:r>
            <a:endParaRPr lang="en-IN" dirty="0"/>
          </a:p>
        </p:txBody>
      </p:sp>
      <p:sp>
        <p:nvSpPr>
          <p:cNvPr id="8" name="Content Placeholder 7"/>
          <p:cNvSpPr>
            <a:spLocks noGrp="1"/>
          </p:cNvSpPr>
          <p:nvPr>
            <p:ph sz="quarter" idx="13"/>
          </p:nvPr>
        </p:nvSpPr>
        <p:spPr>
          <a:xfrm>
            <a:off x="152400" y="1562100"/>
            <a:ext cx="2880360" cy="1965960"/>
          </a:xfrm>
          <a:prstGeom prst="rect">
            <a:avLst/>
          </a:prstGeom>
        </p:spPr>
        <p:txBody>
          <a:bodyPr/>
          <a:lstStyle>
            <a:lvl1pPr marL="228525" indent="-228525">
              <a:lnSpc>
                <a:spcPct val="100000"/>
              </a:lnSpc>
              <a:buFont typeface="Wingdings" panose="05000000000000000000" pitchFamily="2" charset="2"/>
              <a:buChar char="q"/>
              <a:defRPr sz="1200"/>
            </a:lvl1pPr>
            <a:lvl2pPr marL="457063" indent="-228525">
              <a:lnSpc>
                <a:spcPct val="100000"/>
              </a:lnSpc>
              <a:buFont typeface="Wingdings" panose="05000000000000000000" pitchFamily="2" charset="2"/>
              <a:buChar char="Ø"/>
              <a:defRPr sz="1100"/>
            </a:lvl2pPr>
            <a:lvl3pPr marL="685594" indent="-228525">
              <a:lnSpc>
                <a:spcPct val="100000"/>
              </a:lnSpc>
              <a:buFont typeface="Wingdings" panose="05000000000000000000" pitchFamily="2" charset="2"/>
              <a:buChar char="§"/>
              <a:defRPr sz="1000"/>
            </a:lvl3pPr>
            <a:lvl4pPr marL="914126" indent="-228525">
              <a:lnSpc>
                <a:spcPct val="100000"/>
              </a:lnSpc>
              <a:buFont typeface="Courier New" panose="02070309020205020404" pitchFamily="49" charset="0"/>
              <a:buChar char="o"/>
              <a:defRPr sz="900"/>
            </a:lvl4pPr>
            <a:lvl5pPr marL="1142657">
              <a:lnSpc>
                <a:spcPct val="100000"/>
              </a:lnSpc>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5" name="Freeform 14"/>
          <p:cNvSpPr/>
          <p:nvPr userDrawn="1"/>
        </p:nvSpPr>
        <p:spPr>
          <a:xfrm>
            <a:off x="157241" y="3763328"/>
            <a:ext cx="11833225"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62" tIns="34281" rIns="68562" bIns="34281" numCol="1" spcCol="0" rtlCol="0" fromWordArt="0" anchor="ctr" anchorCtr="0" forceAA="0" compatLnSpc="1">
            <a:prstTxWarp prst="textNoShape">
              <a:avLst/>
            </a:prstTxWarp>
            <a:noAutofit/>
          </a:bodyPr>
          <a:lstStyle/>
          <a:p>
            <a:pPr lvl="0" algn="ctr"/>
            <a:endParaRPr lang="en-GB" sz="1013"/>
          </a:p>
        </p:txBody>
      </p:sp>
      <p:sp>
        <p:nvSpPr>
          <p:cNvPr id="16" name="Text Placeholder 6"/>
          <p:cNvSpPr>
            <a:spLocks noGrp="1"/>
          </p:cNvSpPr>
          <p:nvPr>
            <p:ph type="body" sz="quarter" idx="18"/>
          </p:nvPr>
        </p:nvSpPr>
        <p:spPr>
          <a:xfrm>
            <a:off x="171576" y="3763328"/>
            <a:ext cx="11814049" cy="466344"/>
          </a:xfrm>
          <a:prstGeom prst="rect">
            <a:avLst/>
          </a:prstGeom>
        </p:spPr>
        <p:txBody>
          <a:bodyPr anchor="b"/>
          <a:lstStyle>
            <a:lvl1pPr marL="0" indent="0" algn="ctr">
              <a:buNone/>
              <a:defRPr sz="1300" b="1"/>
            </a:lvl1pPr>
          </a:lstStyle>
          <a:p>
            <a:pPr lvl="0"/>
            <a:r>
              <a:rPr lang="en-US" dirty="0"/>
              <a:t>Edit Master text styles</a:t>
            </a:r>
            <a:endParaRPr lang="en-IN" dirty="0"/>
          </a:p>
        </p:txBody>
      </p:sp>
      <p:sp>
        <p:nvSpPr>
          <p:cNvPr id="17" name="Content Placeholder 7"/>
          <p:cNvSpPr>
            <a:spLocks noGrp="1"/>
          </p:cNvSpPr>
          <p:nvPr>
            <p:ph sz="quarter" idx="19"/>
          </p:nvPr>
        </p:nvSpPr>
        <p:spPr>
          <a:xfrm>
            <a:off x="152400" y="4258628"/>
            <a:ext cx="11833225" cy="1965960"/>
          </a:xfrm>
          <a:prstGeom prst="rect">
            <a:avLst/>
          </a:prstGeom>
        </p:spPr>
        <p:txBody>
          <a:bodyPr/>
          <a:lstStyle>
            <a:lvl1pPr marL="228525" indent="-228525">
              <a:lnSpc>
                <a:spcPct val="100000"/>
              </a:lnSpc>
              <a:buFont typeface="Wingdings" panose="05000000000000000000" pitchFamily="2" charset="2"/>
              <a:buChar char="q"/>
              <a:defRPr sz="1200"/>
            </a:lvl1pPr>
            <a:lvl2pPr marL="457063" indent="-228525">
              <a:lnSpc>
                <a:spcPct val="100000"/>
              </a:lnSpc>
              <a:buFont typeface="Wingdings" panose="05000000000000000000" pitchFamily="2" charset="2"/>
              <a:buChar char="Ø"/>
              <a:defRPr sz="1100"/>
            </a:lvl2pPr>
            <a:lvl3pPr marL="685594" indent="-228525">
              <a:lnSpc>
                <a:spcPct val="100000"/>
              </a:lnSpc>
              <a:buFont typeface="Wingdings" panose="05000000000000000000" pitchFamily="2" charset="2"/>
              <a:buChar char="§"/>
              <a:defRPr sz="1000"/>
            </a:lvl3pPr>
            <a:lvl4pPr marL="914126" indent="-228525">
              <a:lnSpc>
                <a:spcPct val="100000"/>
              </a:lnSpc>
              <a:buFont typeface="Courier New" panose="02070309020205020404" pitchFamily="49" charset="0"/>
              <a:buChar char="o"/>
              <a:defRPr sz="900"/>
            </a:lvl4pPr>
            <a:lvl5pPr marL="1142657">
              <a:lnSpc>
                <a:spcPct val="100000"/>
              </a:lnSpc>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8" name="Freeform 17"/>
          <p:cNvSpPr/>
          <p:nvPr userDrawn="1"/>
        </p:nvSpPr>
        <p:spPr>
          <a:xfrm>
            <a:off x="3130296" y="1066800"/>
            <a:ext cx="2880360"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62" tIns="34281" rIns="68562" bIns="34281" numCol="1" spcCol="0" rtlCol="0" fromWordArt="0" anchor="ctr" anchorCtr="0" forceAA="0" compatLnSpc="1">
            <a:prstTxWarp prst="textNoShape">
              <a:avLst/>
            </a:prstTxWarp>
            <a:noAutofit/>
          </a:bodyPr>
          <a:lstStyle/>
          <a:p>
            <a:pPr lvl="0" algn="ctr"/>
            <a:endParaRPr lang="en-GB" sz="1013"/>
          </a:p>
        </p:txBody>
      </p:sp>
      <p:sp>
        <p:nvSpPr>
          <p:cNvPr id="19" name="Text Placeholder 6"/>
          <p:cNvSpPr>
            <a:spLocks noGrp="1"/>
          </p:cNvSpPr>
          <p:nvPr>
            <p:ph type="body" sz="quarter" idx="20"/>
          </p:nvPr>
        </p:nvSpPr>
        <p:spPr>
          <a:xfrm>
            <a:off x="3130296" y="1066800"/>
            <a:ext cx="2880360" cy="466344"/>
          </a:xfrm>
          <a:prstGeom prst="rect">
            <a:avLst/>
          </a:prstGeom>
        </p:spPr>
        <p:txBody>
          <a:bodyPr anchor="b"/>
          <a:lstStyle>
            <a:lvl1pPr marL="0" indent="0" algn="ctr">
              <a:buNone/>
              <a:defRPr sz="1300" b="1"/>
            </a:lvl1pPr>
          </a:lstStyle>
          <a:p>
            <a:pPr lvl="0"/>
            <a:r>
              <a:rPr lang="en-US" dirty="0"/>
              <a:t>Edit Master text styles</a:t>
            </a:r>
            <a:endParaRPr lang="en-IN" dirty="0"/>
          </a:p>
        </p:txBody>
      </p:sp>
      <p:sp>
        <p:nvSpPr>
          <p:cNvPr id="20" name="Content Placeholder 7"/>
          <p:cNvSpPr>
            <a:spLocks noGrp="1"/>
          </p:cNvSpPr>
          <p:nvPr>
            <p:ph sz="quarter" idx="21"/>
          </p:nvPr>
        </p:nvSpPr>
        <p:spPr>
          <a:xfrm>
            <a:off x="3130296" y="1562100"/>
            <a:ext cx="2880360" cy="1965960"/>
          </a:xfrm>
          <a:prstGeom prst="rect">
            <a:avLst/>
          </a:prstGeom>
        </p:spPr>
        <p:txBody>
          <a:bodyPr/>
          <a:lstStyle>
            <a:lvl1pPr marL="228525" indent="-228525">
              <a:lnSpc>
                <a:spcPct val="100000"/>
              </a:lnSpc>
              <a:buFont typeface="Wingdings" panose="05000000000000000000" pitchFamily="2" charset="2"/>
              <a:buChar char="q"/>
              <a:defRPr sz="1200"/>
            </a:lvl1pPr>
            <a:lvl2pPr marL="457063" indent="-228525">
              <a:lnSpc>
                <a:spcPct val="100000"/>
              </a:lnSpc>
              <a:buFont typeface="Wingdings" panose="05000000000000000000" pitchFamily="2" charset="2"/>
              <a:buChar char="Ø"/>
              <a:defRPr sz="1100"/>
            </a:lvl2pPr>
            <a:lvl3pPr marL="685594" indent="-228525">
              <a:lnSpc>
                <a:spcPct val="100000"/>
              </a:lnSpc>
              <a:buFont typeface="Wingdings" panose="05000000000000000000" pitchFamily="2" charset="2"/>
              <a:buChar char="§"/>
              <a:defRPr sz="1000"/>
            </a:lvl3pPr>
            <a:lvl4pPr marL="914126" indent="-228525">
              <a:lnSpc>
                <a:spcPct val="100000"/>
              </a:lnSpc>
              <a:buFont typeface="Courier New" panose="02070309020205020404" pitchFamily="49" charset="0"/>
              <a:buChar char="o"/>
              <a:defRPr sz="900"/>
            </a:lvl4pPr>
            <a:lvl5pPr marL="1142657">
              <a:lnSpc>
                <a:spcPct val="100000"/>
              </a:lnSpc>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1" name="Freeform 20"/>
          <p:cNvSpPr/>
          <p:nvPr userDrawn="1"/>
        </p:nvSpPr>
        <p:spPr>
          <a:xfrm>
            <a:off x="6108192" y="1066800"/>
            <a:ext cx="2880360"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62" tIns="34281" rIns="68562" bIns="34281" numCol="1" spcCol="0" rtlCol="0" fromWordArt="0" anchor="ctr" anchorCtr="0" forceAA="0" compatLnSpc="1">
            <a:prstTxWarp prst="textNoShape">
              <a:avLst/>
            </a:prstTxWarp>
            <a:noAutofit/>
          </a:bodyPr>
          <a:lstStyle/>
          <a:p>
            <a:pPr lvl="0" algn="ctr"/>
            <a:endParaRPr lang="en-GB" sz="1013"/>
          </a:p>
        </p:txBody>
      </p:sp>
      <p:sp>
        <p:nvSpPr>
          <p:cNvPr id="22" name="Text Placeholder 6"/>
          <p:cNvSpPr>
            <a:spLocks noGrp="1"/>
          </p:cNvSpPr>
          <p:nvPr>
            <p:ph type="body" sz="quarter" idx="22"/>
          </p:nvPr>
        </p:nvSpPr>
        <p:spPr>
          <a:xfrm>
            <a:off x="6108192" y="1066800"/>
            <a:ext cx="2880360" cy="466344"/>
          </a:xfrm>
          <a:prstGeom prst="rect">
            <a:avLst/>
          </a:prstGeom>
        </p:spPr>
        <p:txBody>
          <a:bodyPr anchor="b"/>
          <a:lstStyle>
            <a:lvl1pPr marL="0" indent="0" algn="ctr">
              <a:buNone/>
              <a:defRPr sz="1300" b="1"/>
            </a:lvl1pPr>
          </a:lstStyle>
          <a:p>
            <a:pPr lvl="0"/>
            <a:r>
              <a:rPr lang="en-US" dirty="0"/>
              <a:t>Edit Master text styles</a:t>
            </a:r>
            <a:endParaRPr lang="en-IN" dirty="0"/>
          </a:p>
        </p:txBody>
      </p:sp>
      <p:sp>
        <p:nvSpPr>
          <p:cNvPr id="23" name="Content Placeholder 7"/>
          <p:cNvSpPr>
            <a:spLocks noGrp="1"/>
          </p:cNvSpPr>
          <p:nvPr>
            <p:ph sz="quarter" idx="23"/>
          </p:nvPr>
        </p:nvSpPr>
        <p:spPr>
          <a:xfrm>
            <a:off x="6108192" y="1562100"/>
            <a:ext cx="2880360" cy="1965960"/>
          </a:xfrm>
          <a:prstGeom prst="rect">
            <a:avLst/>
          </a:prstGeom>
        </p:spPr>
        <p:txBody>
          <a:bodyPr/>
          <a:lstStyle>
            <a:lvl1pPr marL="228525" indent="-228525">
              <a:lnSpc>
                <a:spcPct val="100000"/>
              </a:lnSpc>
              <a:buFont typeface="Wingdings" panose="05000000000000000000" pitchFamily="2" charset="2"/>
              <a:buChar char="q"/>
              <a:defRPr sz="1200"/>
            </a:lvl1pPr>
            <a:lvl2pPr marL="457063" indent="-228525">
              <a:lnSpc>
                <a:spcPct val="100000"/>
              </a:lnSpc>
              <a:buFont typeface="Wingdings" panose="05000000000000000000" pitchFamily="2" charset="2"/>
              <a:buChar char="Ø"/>
              <a:defRPr sz="1100"/>
            </a:lvl2pPr>
            <a:lvl3pPr marL="685594" indent="-228525">
              <a:lnSpc>
                <a:spcPct val="100000"/>
              </a:lnSpc>
              <a:buFont typeface="Wingdings" panose="05000000000000000000" pitchFamily="2" charset="2"/>
              <a:buChar char="§"/>
              <a:defRPr sz="1000"/>
            </a:lvl3pPr>
            <a:lvl4pPr marL="914126" indent="-228525">
              <a:lnSpc>
                <a:spcPct val="100000"/>
              </a:lnSpc>
              <a:buFont typeface="Courier New" panose="02070309020205020404" pitchFamily="49" charset="0"/>
              <a:buChar char="o"/>
              <a:defRPr sz="900"/>
            </a:lvl4pPr>
            <a:lvl5pPr marL="1142657">
              <a:lnSpc>
                <a:spcPct val="100000"/>
              </a:lnSpc>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4" name="Freeform 23"/>
          <p:cNvSpPr/>
          <p:nvPr userDrawn="1"/>
        </p:nvSpPr>
        <p:spPr>
          <a:xfrm>
            <a:off x="9090929" y="1066800"/>
            <a:ext cx="2880360"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62" tIns="34281" rIns="68562" bIns="34281" numCol="1" spcCol="0" rtlCol="0" fromWordArt="0" anchor="ctr" anchorCtr="0" forceAA="0" compatLnSpc="1">
            <a:prstTxWarp prst="textNoShape">
              <a:avLst/>
            </a:prstTxWarp>
            <a:noAutofit/>
          </a:bodyPr>
          <a:lstStyle/>
          <a:p>
            <a:pPr lvl="0" algn="ctr"/>
            <a:endParaRPr lang="en-GB" sz="1013"/>
          </a:p>
        </p:txBody>
      </p:sp>
      <p:sp>
        <p:nvSpPr>
          <p:cNvPr id="25" name="Text Placeholder 6"/>
          <p:cNvSpPr>
            <a:spLocks noGrp="1"/>
          </p:cNvSpPr>
          <p:nvPr>
            <p:ph type="body" sz="quarter" idx="24"/>
          </p:nvPr>
        </p:nvSpPr>
        <p:spPr>
          <a:xfrm>
            <a:off x="9105265" y="1066800"/>
            <a:ext cx="2880360" cy="466344"/>
          </a:xfrm>
          <a:prstGeom prst="rect">
            <a:avLst/>
          </a:prstGeom>
        </p:spPr>
        <p:txBody>
          <a:bodyPr anchor="b"/>
          <a:lstStyle>
            <a:lvl1pPr marL="0" indent="0" algn="ctr">
              <a:buNone/>
              <a:defRPr sz="1300" b="1"/>
            </a:lvl1pPr>
          </a:lstStyle>
          <a:p>
            <a:pPr lvl="0"/>
            <a:r>
              <a:rPr lang="en-US" dirty="0"/>
              <a:t>Edit Master text styles</a:t>
            </a:r>
            <a:endParaRPr lang="en-IN" dirty="0"/>
          </a:p>
        </p:txBody>
      </p:sp>
      <p:sp>
        <p:nvSpPr>
          <p:cNvPr id="26" name="Content Placeholder 7"/>
          <p:cNvSpPr>
            <a:spLocks noGrp="1"/>
          </p:cNvSpPr>
          <p:nvPr>
            <p:ph sz="quarter" idx="25"/>
          </p:nvPr>
        </p:nvSpPr>
        <p:spPr>
          <a:xfrm>
            <a:off x="9086088" y="1562100"/>
            <a:ext cx="2880360" cy="1965960"/>
          </a:xfrm>
          <a:prstGeom prst="rect">
            <a:avLst/>
          </a:prstGeom>
        </p:spPr>
        <p:txBody>
          <a:bodyPr/>
          <a:lstStyle>
            <a:lvl1pPr marL="228525" indent="-228525">
              <a:lnSpc>
                <a:spcPct val="100000"/>
              </a:lnSpc>
              <a:buFont typeface="Wingdings" panose="05000000000000000000" pitchFamily="2" charset="2"/>
              <a:buChar char="q"/>
              <a:defRPr sz="1200"/>
            </a:lvl1pPr>
            <a:lvl2pPr marL="457063" indent="-228525">
              <a:lnSpc>
                <a:spcPct val="100000"/>
              </a:lnSpc>
              <a:buFont typeface="Wingdings" panose="05000000000000000000" pitchFamily="2" charset="2"/>
              <a:buChar char="Ø"/>
              <a:defRPr sz="1100"/>
            </a:lvl2pPr>
            <a:lvl3pPr marL="685594" indent="-228525">
              <a:lnSpc>
                <a:spcPct val="100000"/>
              </a:lnSpc>
              <a:buFont typeface="Wingdings" panose="05000000000000000000" pitchFamily="2" charset="2"/>
              <a:buChar char="§"/>
              <a:defRPr sz="1000"/>
            </a:lvl3pPr>
            <a:lvl4pPr marL="914126" indent="-228525">
              <a:lnSpc>
                <a:spcPct val="100000"/>
              </a:lnSpc>
              <a:buFont typeface="Courier New" panose="02070309020205020404" pitchFamily="49" charset="0"/>
              <a:buChar char="o"/>
              <a:defRPr sz="900"/>
            </a:lvl4pPr>
            <a:lvl5pPr marL="1142657">
              <a:lnSpc>
                <a:spcPct val="100000"/>
              </a:lnSpc>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150019554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27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Footer Placeholder 2"/>
          <p:cNvSpPr>
            <a:spLocks noGrp="1"/>
          </p:cNvSpPr>
          <p:nvPr>
            <p:ph type="ftr" sz="quarter" idx="10"/>
          </p:nvPr>
        </p:nvSpPr>
        <p:spPr/>
        <p:txBody>
          <a:bodyPr/>
          <a:lstStyle/>
          <a:p>
            <a:r>
              <a:rPr lang="en-US" dirty="0"/>
              <a:t>©2026 Fact.MR, All Rights Reserved</a:t>
            </a:r>
          </a:p>
        </p:txBody>
      </p:sp>
      <p:sp>
        <p:nvSpPr>
          <p:cNvPr id="4" name="Slide Number Placeholder 3"/>
          <p:cNvSpPr>
            <a:spLocks noGrp="1"/>
          </p:cNvSpPr>
          <p:nvPr>
            <p:ph type="sldNum" sz="quarter" idx="11"/>
          </p:nvPr>
        </p:nvSpPr>
        <p:spPr/>
        <p:txBody>
          <a:bodyPr/>
          <a:lstStyle/>
          <a:p>
            <a:fld id="{4B17068C-EB94-40A3-A5F2-664CDD77FDAC}" type="slidenum">
              <a:rPr lang="en-US" smtClean="0"/>
              <a:pPr/>
              <a:t>‹#›</a:t>
            </a:fld>
            <a:endParaRPr lang="en-US" dirty="0"/>
          </a:p>
        </p:txBody>
      </p:sp>
      <p:sp>
        <p:nvSpPr>
          <p:cNvPr id="5" name="Freeform 4"/>
          <p:cNvSpPr/>
          <p:nvPr userDrawn="1"/>
        </p:nvSpPr>
        <p:spPr>
          <a:xfrm>
            <a:off x="157241" y="1066800"/>
            <a:ext cx="3767328"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62" tIns="34281" rIns="68562" bIns="34281" numCol="1" spcCol="0" rtlCol="0" fromWordArt="0" anchor="ctr" anchorCtr="0" forceAA="0" compatLnSpc="1">
            <a:prstTxWarp prst="textNoShape">
              <a:avLst/>
            </a:prstTxWarp>
            <a:noAutofit/>
          </a:bodyPr>
          <a:lstStyle/>
          <a:p>
            <a:pPr lvl="0" algn="ctr"/>
            <a:endParaRPr lang="en-GB" sz="1013"/>
          </a:p>
        </p:txBody>
      </p:sp>
      <p:sp>
        <p:nvSpPr>
          <p:cNvPr id="7" name="Text Placeholder 6"/>
          <p:cNvSpPr>
            <a:spLocks noGrp="1"/>
          </p:cNvSpPr>
          <p:nvPr>
            <p:ph type="body" sz="quarter" idx="12"/>
          </p:nvPr>
        </p:nvSpPr>
        <p:spPr>
          <a:xfrm>
            <a:off x="171577" y="1066800"/>
            <a:ext cx="3767328" cy="466344"/>
          </a:xfrm>
          <a:prstGeom prst="rect">
            <a:avLst/>
          </a:prstGeom>
        </p:spPr>
        <p:txBody>
          <a:bodyPr anchor="b"/>
          <a:lstStyle>
            <a:lvl1pPr marL="0" indent="0" algn="ctr">
              <a:buNone/>
              <a:defRPr sz="1300" b="1"/>
            </a:lvl1pPr>
          </a:lstStyle>
          <a:p>
            <a:pPr lvl="0"/>
            <a:r>
              <a:rPr lang="en-US" dirty="0"/>
              <a:t>Edit Master text styles</a:t>
            </a:r>
            <a:endParaRPr lang="en-IN" dirty="0"/>
          </a:p>
        </p:txBody>
      </p:sp>
      <p:sp>
        <p:nvSpPr>
          <p:cNvPr id="8" name="Content Placeholder 7"/>
          <p:cNvSpPr>
            <a:spLocks noGrp="1"/>
          </p:cNvSpPr>
          <p:nvPr>
            <p:ph sz="quarter" idx="13"/>
          </p:nvPr>
        </p:nvSpPr>
        <p:spPr>
          <a:xfrm>
            <a:off x="152401" y="1562100"/>
            <a:ext cx="3767328" cy="1965960"/>
          </a:xfrm>
          <a:prstGeom prst="rect">
            <a:avLst/>
          </a:prstGeom>
        </p:spPr>
        <p:txBody>
          <a:bodyPr/>
          <a:lstStyle>
            <a:lvl1pPr marL="228525" indent="-228525">
              <a:lnSpc>
                <a:spcPct val="100000"/>
              </a:lnSpc>
              <a:buFont typeface="Wingdings" panose="05000000000000000000" pitchFamily="2" charset="2"/>
              <a:buChar char="q"/>
              <a:defRPr sz="1200"/>
            </a:lvl1pPr>
            <a:lvl2pPr marL="457063" indent="-228525">
              <a:lnSpc>
                <a:spcPct val="100000"/>
              </a:lnSpc>
              <a:buFont typeface="Wingdings" panose="05000000000000000000" pitchFamily="2" charset="2"/>
              <a:buChar char="Ø"/>
              <a:defRPr sz="1100"/>
            </a:lvl2pPr>
            <a:lvl3pPr marL="685594" indent="-228525">
              <a:lnSpc>
                <a:spcPct val="100000"/>
              </a:lnSpc>
              <a:buFont typeface="Wingdings" panose="05000000000000000000" pitchFamily="2" charset="2"/>
              <a:buChar char="§"/>
              <a:defRPr sz="1000"/>
            </a:lvl3pPr>
            <a:lvl4pPr marL="914126" indent="-228525">
              <a:lnSpc>
                <a:spcPct val="100000"/>
              </a:lnSpc>
              <a:buFont typeface="Courier New" panose="02070309020205020404" pitchFamily="49" charset="0"/>
              <a:buChar char="o"/>
              <a:defRPr sz="900"/>
            </a:lvl4pPr>
            <a:lvl5pPr marL="1142657">
              <a:lnSpc>
                <a:spcPct val="100000"/>
              </a:lnSpc>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Freeform 8"/>
          <p:cNvSpPr/>
          <p:nvPr userDrawn="1"/>
        </p:nvSpPr>
        <p:spPr>
          <a:xfrm>
            <a:off x="4204525" y="1066800"/>
            <a:ext cx="7781100"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62" tIns="34281" rIns="68562" bIns="34281" numCol="1" spcCol="0" rtlCol="0" fromWordArt="0" anchor="ctr" anchorCtr="0" forceAA="0" compatLnSpc="1">
            <a:prstTxWarp prst="textNoShape">
              <a:avLst/>
            </a:prstTxWarp>
            <a:noAutofit/>
          </a:bodyPr>
          <a:lstStyle/>
          <a:p>
            <a:pPr lvl="0" algn="ctr"/>
            <a:endParaRPr lang="en-GB" sz="1013"/>
          </a:p>
        </p:txBody>
      </p:sp>
      <p:sp>
        <p:nvSpPr>
          <p:cNvPr id="10" name="Text Placeholder 6"/>
          <p:cNvSpPr>
            <a:spLocks noGrp="1"/>
          </p:cNvSpPr>
          <p:nvPr>
            <p:ph type="body" sz="quarter" idx="14"/>
          </p:nvPr>
        </p:nvSpPr>
        <p:spPr>
          <a:xfrm>
            <a:off x="4204525" y="1066800"/>
            <a:ext cx="7781100" cy="466344"/>
          </a:xfrm>
          <a:prstGeom prst="rect">
            <a:avLst/>
          </a:prstGeom>
        </p:spPr>
        <p:txBody>
          <a:bodyPr anchor="b"/>
          <a:lstStyle>
            <a:lvl1pPr marL="0" indent="0" algn="ctr">
              <a:buNone/>
              <a:defRPr sz="1300" b="1"/>
            </a:lvl1pPr>
          </a:lstStyle>
          <a:p>
            <a:pPr lvl="0"/>
            <a:r>
              <a:rPr lang="en-US" dirty="0"/>
              <a:t>Edit Master text styles</a:t>
            </a:r>
            <a:endParaRPr lang="en-IN" dirty="0"/>
          </a:p>
        </p:txBody>
      </p:sp>
      <p:sp>
        <p:nvSpPr>
          <p:cNvPr id="11" name="Content Placeholder 7"/>
          <p:cNvSpPr>
            <a:spLocks noGrp="1"/>
          </p:cNvSpPr>
          <p:nvPr>
            <p:ph sz="quarter" idx="15"/>
          </p:nvPr>
        </p:nvSpPr>
        <p:spPr>
          <a:xfrm>
            <a:off x="4204525" y="1562100"/>
            <a:ext cx="7781100" cy="1965960"/>
          </a:xfrm>
          <a:prstGeom prst="rect">
            <a:avLst/>
          </a:prstGeom>
        </p:spPr>
        <p:txBody>
          <a:bodyPr/>
          <a:lstStyle>
            <a:lvl1pPr marL="228525" indent="-228525">
              <a:lnSpc>
                <a:spcPct val="100000"/>
              </a:lnSpc>
              <a:buFont typeface="Wingdings" panose="05000000000000000000" pitchFamily="2" charset="2"/>
              <a:buChar char="q"/>
              <a:defRPr sz="1200"/>
            </a:lvl1pPr>
            <a:lvl2pPr marL="457063" indent="-228525">
              <a:lnSpc>
                <a:spcPct val="100000"/>
              </a:lnSpc>
              <a:buFont typeface="Wingdings" panose="05000000000000000000" pitchFamily="2" charset="2"/>
              <a:buChar char="Ø"/>
              <a:defRPr sz="1100"/>
            </a:lvl2pPr>
            <a:lvl3pPr marL="685594" indent="-228525">
              <a:lnSpc>
                <a:spcPct val="100000"/>
              </a:lnSpc>
              <a:buFont typeface="Wingdings" panose="05000000000000000000" pitchFamily="2" charset="2"/>
              <a:buChar char="§"/>
              <a:defRPr sz="1000"/>
            </a:lvl3pPr>
            <a:lvl4pPr marL="914126" indent="-228525">
              <a:lnSpc>
                <a:spcPct val="100000"/>
              </a:lnSpc>
              <a:buFont typeface="Courier New" panose="02070309020205020404" pitchFamily="49" charset="0"/>
              <a:buChar char="o"/>
              <a:defRPr sz="900"/>
            </a:lvl4pPr>
            <a:lvl5pPr marL="1142657">
              <a:lnSpc>
                <a:spcPct val="100000"/>
              </a:lnSpc>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5" name="Freeform 14"/>
          <p:cNvSpPr/>
          <p:nvPr userDrawn="1"/>
        </p:nvSpPr>
        <p:spPr>
          <a:xfrm>
            <a:off x="157241" y="3763328"/>
            <a:ext cx="11833225"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62" tIns="34281" rIns="68562" bIns="34281" numCol="1" spcCol="0" rtlCol="0" fromWordArt="0" anchor="ctr" anchorCtr="0" forceAA="0" compatLnSpc="1">
            <a:prstTxWarp prst="textNoShape">
              <a:avLst/>
            </a:prstTxWarp>
            <a:noAutofit/>
          </a:bodyPr>
          <a:lstStyle/>
          <a:p>
            <a:pPr lvl="0" algn="ctr"/>
            <a:endParaRPr lang="en-GB" sz="1013"/>
          </a:p>
        </p:txBody>
      </p:sp>
      <p:sp>
        <p:nvSpPr>
          <p:cNvPr id="16" name="Text Placeholder 6"/>
          <p:cNvSpPr>
            <a:spLocks noGrp="1"/>
          </p:cNvSpPr>
          <p:nvPr>
            <p:ph type="body" sz="quarter" idx="18"/>
          </p:nvPr>
        </p:nvSpPr>
        <p:spPr>
          <a:xfrm>
            <a:off x="171576" y="3763328"/>
            <a:ext cx="11814049" cy="466344"/>
          </a:xfrm>
          <a:prstGeom prst="rect">
            <a:avLst/>
          </a:prstGeom>
        </p:spPr>
        <p:txBody>
          <a:bodyPr anchor="b"/>
          <a:lstStyle>
            <a:lvl1pPr marL="0" indent="0" algn="ctr">
              <a:buNone/>
              <a:defRPr sz="1300" b="1"/>
            </a:lvl1pPr>
          </a:lstStyle>
          <a:p>
            <a:pPr lvl="0"/>
            <a:r>
              <a:rPr lang="en-US" dirty="0"/>
              <a:t>Edit Master text styles</a:t>
            </a:r>
            <a:endParaRPr lang="en-IN" dirty="0"/>
          </a:p>
        </p:txBody>
      </p:sp>
      <p:sp>
        <p:nvSpPr>
          <p:cNvPr id="17" name="Content Placeholder 7"/>
          <p:cNvSpPr>
            <a:spLocks noGrp="1"/>
          </p:cNvSpPr>
          <p:nvPr>
            <p:ph sz="quarter" idx="19"/>
          </p:nvPr>
        </p:nvSpPr>
        <p:spPr>
          <a:xfrm>
            <a:off x="152400" y="4258628"/>
            <a:ext cx="11833225" cy="1965960"/>
          </a:xfrm>
          <a:prstGeom prst="rect">
            <a:avLst/>
          </a:prstGeom>
        </p:spPr>
        <p:txBody>
          <a:bodyPr/>
          <a:lstStyle>
            <a:lvl1pPr marL="228525" indent="-228525">
              <a:lnSpc>
                <a:spcPct val="100000"/>
              </a:lnSpc>
              <a:buFont typeface="Wingdings" panose="05000000000000000000" pitchFamily="2" charset="2"/>
              <a:buChar char="q"/>
              <a:defRPr sz="1200"/>
            </a:lvl1pPr>
            <a:lvl2pPr marL="457063" indent="-228525">
              <a:lnSpc>
                <a:spcPct val="100000"/>
              </a:lnSpc>
              <a:buFont typeface="Wingdings" panose="05000000000000000000" pitchFamily="2" charset="2"/>
              <a:buChar char="Ø"/>
              <a:defRPr sz="1100"/>
            </a:lvl2pPr>
            <a:lvl3pPr marL="685594" indent="-228525">
              <a:lnSpc>
                <a:spcPct val="100000"/>
              </a:lnSpc>
              <a:buFont typeface="Wingdings" panose="05000000000000000000" pitchFamily="2" charset="2"/>
              <a:buChar char="§"/>
              <a:defRPr sz="1000"/>
            </a:lvl3pPr>
            <a:lvl4pPr marL="914126" indent="-228525">
              <a:lnSpc>
                <a:spcPct val="100000"/>
              </a:lnSpc>
              <a:buFont typeface="Courier New" panose="02070309020205020404" pitchFamily="49" charset="0"/>
              <a:buChar char="o"/>
              <a:defRPr sz="900"/>
            </a:lvl4pPr>
            <a:lvl5pPr marL="1142657">
              <a:lnSpc>
                <a:spcPct val="100000"/>
              </a:lnSpc>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368485788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28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Footer Placeholder 2"/>
          <p:cNvSpPr>
            <a:spLocks noGrp="1"/>
          </p:cNvSpPr>
          <p:nvPr>
            <p:ph type="ftr" sz="quarter" idx="10"/>
          </p:nvPr>
        </p:nvSpPr>
        <p:spPr/>
        <p:txBody>
          <a:bodyPr/>
          <a:lstStyle/>
          <a:p>
            <a:r>
              <a:rPr lang="en-US" dirty="0"/>
              <a:t>©2026 Fact.MR, All Rights Reserved</a:t>
            </a:r>
          </a:p>
        </p:txBody>
      </p:sp>
      <p:sp>
        <p:nvSpPr>
          <p:cNvPr id="4" name="Slide Number Placeholder 3"/>
          <p:cNvSpPr>
            <a:spLocks noGrp="1"/>
          </p:cNvSpPr>
          <p:nvPr>
            <p:ph type="sldNum" sz="quarter" idx="11"/>
          </p:nvPr>
        </p:nvSpPr>
        <p:spPr/>
        <p:txBody>
          <a:bodyPr/>
          <a:lstStyle/>
          <a:p>
            <a:fld id="{4B17068C-EB94-40A3-A5F2-664CDD77FDAC}" type="slidenum">
              <a:rPr lang="en-US" smtClean="0"/>
              <a:pPr/>
              <a:t>‹#›</a:t>
            </a:fld>
            <a:endParaRPr lang="en-US" dirty="0"/>
          </a:p>
        </p:txBody>
      </p:sp>
      <p:sp>
        <p:nvSpPr>
          <p:cNvPr id="5" name="Freeform 4"/>
          <p:cNvSpPr/>
          <p:nvPr userDrawn="1"/>
        </p:nvSpPr>
        <p:spPr>
          <a:xfrm>
            <a:off x="157241" y="1066800"/>
            <a:ext cx="3767328"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62" tIns="34281" rIns="68562" bIns="34281" numCol="1" spcCol="0" rtlCol="0" fromWordArt="0" anchor="ctr" anchorCtr="0" forceAA="0" compatLnSpc="1">
            <a:prstTxWarp prst="textNoShape">
              <a:avLst/>
            </a:prstTxWarp>
            <a:noAutofit/>
          </a:bodyPr>
          <a:lstStyle/>
          <a:p>
            <a:pPr lvl="0" algn="ctr"/>
            <a:endParaRPr lang="en-GB" sz="1013"/>
          </a:p>
        </p:txBody>
      </p:sp>
      <p:sp>
        <p:nvSpPr>
          <p:cNvPr id="7" name="Text Placeholder 6"/>
          <p:cNvSpPr>
            <a:spLocks noGrp="1"/>
          </p:cNvSpPr>
          <p:nvPr>
            <p:ph type="body" sz="quarter" idx="12"/>
          </p:nvPr>
        </p:nvSpPr>
        <p:spPr>
          <a:xfrm>
            <a:off x="171577" y="1066800"/>
            <a:ext cx="3767328" cy="466344"/>
          </a:xfrm>
          <a:prstGeom prst="rect">
            <a:avLst/>
          </a:prstGeom>
        </p:spPr>
        <p:txBody>
          <a:bodyPr anchor="b"/>
          <a:lstStyle>
            <a:lvl1pPr marL="0" indent="0" algn="ctr">
              <a:buNone/>
              <a:defRPr sz="1300" b="1"/>
            </a:lvl1pPr>
          </a:lstStyle>
          <a:p>
            <a:pPr lvl="0"/>
            <a:r>
              <a:rPr lang="en-US" dirty="0"/>
              <a:t>Edit Master text styles</a:t>
            </a:r>
            <a:endParaRPr lang="en-IN" dirty="0"/>
          </a:p>
        </p:txBody>
      </p:sp>
      <p:sp>
        <p:nvSpPr>
          <p:cNvPr id="8" name="Content Placeholder 7"/>
          <p:cNvSpPr>
            <a:spLocks noGrp="1"/>
          </p:cNvSpPr>
          <p:nvPr>
            <p:ph sz="quarter" idx="13"/>
          </p:nvPr>
        </p:nvSpPr>
        <p:spPr>
          <a:xfrm>
            <a:off x="152401" y="1562100"/>
            <a:ext cx="3767328" cy="4662488"/>
          </a:xfrm>
          <a:prstGeom prst="rect">
            <a:avLst/>
          </a:prstGeom>
        </p:spPr>
        <p:txBody>
          <a:bodyPr/>
          <a:lstStyle>
            <a:lvl1pPr marL="228525" indent="-228525">
              <a:lnSpc>
                <a:spcPct val="100000"/>
              </a:lnSpc>
              <a:buFont typeface="Wingdings" panose="05000000000000000000" pitchFamily="2" charset="2"/>
              <a:buChar char="q"/>
              <a:defRPr sz="1200"/>
            </a:lvl1pPr>
            <a:lvl2pPr marL="457063" indent="-228525">
              <a:lnSpc>
                <a:spcPct val="100000"/>
              </a:lnSpc>
              <a:buFont typeface="Wingdings" panose="05000000000000000000" pitchFamily="2" charset="2"/>
              <a:buChar char="Ø"/>
              <a:defRPr sz="1100"/>
            </a:lvl2pPr>
            <a:lvl3pPr marL="685594" indent="-228525">
              <a:lnSpc>
                <a:spcPct val="100000"/>
              </a:lnSpc>
              <a:buFont typeface="Wingdings" panose="05000000000000000000" pitchFamily="2" charset="2"/>
              <a:buChar char="§"/>
              <a:defRPr sz="1000"/>
            </a:lvl3pPr>
            <a:lvl4pPr marL="914126" indent="-228525">
              <a:lnSpc>
                <a:spcPct val="100000"/>
              </a:lnSpc>
              <a:buFont typeface="Courier New" panose="02070309020205020404" pitchFamily="49" charset="0"/>
              <a:buChar char="o"/>
              <a:defRPr sz="900"/>
            </a:lvl4pPr>
            <a:lvl5pPr marL="1142657">
              <a:lnSpc>
                <a:spcPct val="100000"/>
              </a:lnSpc>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Freeform 8"/>
          <p:cNvSpPr/>
          <p:nvPr userDrawn="1"/>
        </p:nvSpPr>
        <p:spPr>
          <a:xfrm>
            <a:off x="4204525" y="1066800"/>
            <a:ext cx="7781100"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62" tIns="34281" rIns="68562" bIns="34281" numCol="1" spcCol="0" rtlCol="0" fromWordArt="0" anchor="ctr" anchorCtr="0" forceAA="0" compatLnSpc="1">
            <a:prstTxWarp prst="textNoShape">
              <a:avLst/>
            </a:prstTxWarp>
            <a:noAutofit/>
          </a:bodyPr>
          <a:lstStyle/>
          <a:p>
            <a:pPr lvl="0" algn="ctr"/>
            <a:endParaRPr lang="en-GB" sz="1013"/>
          </a:p>
        </p:txBody>
      </p:sp>
      <p:sp>
        <p:nvSpPr>
          <p:cNvPr id="10" name="Text Placeholder 6"/>
          <p:cNvSpPr>
            <a:spLocks noGrp="1"/>
          </p:cNvSpPr>
          <p:nvPr>
            <p:ph type="body" sz="quarter" idx="14"/>
          </p:nvPr>
        </p:nvSpPr>
        <p:spPr>
          <a:xfrm>
            <a:off x="4204525" y="1066800"/>
            <a:ext cx="7781100" cy="466344"/>
          </a:xfrm>
          <a:prstGeom prst="rect">
            <a:avLst/>
          </a:prstGeom>
        </p:spPr>
        <p:txBody>
          <a:bodyPr anchor="b"/>
          <a:lstStyle>
            <a:lvl1pPr marL="0" indent="0" algn="ctr">
              <a:buNone/>
              <a:defRPr sz="1300" b="1"/>
            </a:lvl1pPr>
          </a:lstStyle>
          <a:p>
            <a:pPr lvl="0"/>
            <a:r>
              <a:rPr lang="en-US" dirty="0"/>
              <a:t>Edit Master text styles</a:t>
            </a:r>
            <a:endParaRPr lang="en-IN" dirty="0"/>
          </a:p>
        </p:txBody>
      </p:sp>
      <p:sp>
        <p:nvSpPr>
          <p:cNvPr id="11" name="Content Placeholder 7"/>
          <p:cNvSpPr>
            <a:spLocks noGrp="1"/>
          </p:cNvSpPr>
          <p:nvPr>
            <p:ph sz="quarter" idx="15"/>
          </p:nvPr>
        </p:nvSpPr>
        <p:spPr>
          <a:xfrm>
            <a:off x="4204525" y="1562100"/>
            <a:ext cx="7781100" cy="1965960"/>
          </a:xfrm>
          <a:prstGeom prst="rect">
            <a:avLst/>
          </a:prstGeom>
        </p:spPr>
        <p:txBody>
          <a:bodyPr/>
          <a:lstStyle>
            <a:lvl1pPr marL="228525" indent="-228525">
              <a:lnSpc>
                <a:spcPct val="100000"/>
              </a:lnSpc>
              <a:buFont typeface="Wingdings" panose="05000000000000000000" pitchFamily="2" charset="2"/>
              <a:buChar char="q"/>
              <a:defRPr sz="1200"/>
            </a:lvl1pPr>
            <a:lvl2pPr marL="457063" indent="-228525">
              <a:lnSpc>
                <a:spcPct val="100000"/>
              </a:lnSpc>
              <a:buFont typeface="Wingdings" panose="05000000000000000000" pitchFamily="2" charset="2"/>
              <a:buChar char="Ø"/>
              <a:defRPr sz="1100"/>
            </a:lvl2pPr>
            <a:lvl3pPr marL="685594" indent="-228525">
              <a:lnSpc>
                <a:spcPct val="100000"/>
              </a:lnSpc>
              <a:buFont typeface="Wingdings" panose="05000000000000000000" pitchFamily="2" charset="2"/>
              <a:buChar char="§"/>
              <a:defRPr sz="1000"/>
            </a:lvl3pPr>
            <a:lvl4pPr marL="914126" indent="-228525">
              <a:lnSpc>
                <a:spcPct val="100000"/>
              </a:lnSpc>
              <a:buFont typeface="Courier New" panose="02070309020205020404" pitchFamily="49" charset="0"/>
              <a:buChar char="o"/>
              <a:defRPr sz="900"/>
            </a:lvl4pPr>
            <a:lvl5pPr marL="1142657">
              <a:lnSpc>
                <a:spcPct val="100000"/>
              </a:lnSpc>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4" name="Freeform 13"/>
          <p:cNvSpPr/>
          <p:nvPr userDrawn="1"/>
        </p:nvSpPr>
        <p:spPr>
          <a:xfrm>
            <a:off x="4204525" y="3763328"/>
            <a:ext cx="7781100"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62" tIns="34281" rIns="68562" bIns="34281" numCol="1" spcCol="0" rtlCol="0" fromWordArt="0" anchor="ctr" anchorCtr="0" forceAA="0" compatLnSpc="1">
            <a:prstTxWarp prst="textNoShape">
              <a:avLst/>
            </a:prstTxWarp>
            <a:noAutofit/>
          </a:bodyPr>
          <a:lstStyle/>
          <a:p>
            <a:pPr lvl="0" algn="ctr"/>
            <a:endParaRPr lang="en-GB" sz="1013"/>
          </a:p>
        </p:txBody>
      </p:sp>
      <p:sp>
        <p:nvSpPr>
          <p:cNvPr id="18" name="Text Placeholder 6"/>
          <p:cNvSpPr>
            <a:spLocks noGrp="1"/>
          </p:cNvSpPr>
          <p:nvPr>
            <p:ph type="body" sz="quarter" idx="16"/>
          </p:nvPr>
        </p:nvSpPr>
        <p:spPr>
          <a:xfrm>
            <a:off x="4204525" y="3763328"/>
            <a:ext cx="7781100" cy="466344"/>
          </a:xfrm>
          <a:prstGeom prst="rect">
            <a:avLst/>
          </a:prstGeom>
        </p:spPr>
        <p:txBody>
          <a:bodyPr anchor="b"/>
          <a:lstStyle>
            <a:lvl1pPr marL="0" indent="0" algn="ctr">
              <a:buNone/>
              <a:defRPr sz="1300" b="1"/>
            </a:lvl1pPr>
          </a:lstStyle>
          <a:p>
            <a:pPr lvl="0"/>
            <a:r>
              <a:rPr lang="en-US" dirty="0"/>
              <a:t>Edit Master text styles</a:t>
            </a:r>
            <a:endParaRPr lang="en-IN" dirty="0"/>
          </a:p>
        </p:txBody>
      </p:sp>
      <p:sp>
        <p:nvSpPr>
          <p:cNvPr id="19" name="Content Placeholder 7"/>
          <p:cNvSpPr>
            <a:spLocks noGrp="1"/>
          </p:cNvSpPr>
          <p:nvPr>
            <p:ph sz="quarter" idx="17"/>
          </p:nvPr>
        </p:nvSpPr>
        <p:spPr>
          <a:xfrm>
            <a:off x="4204525" y="4258628"/>
            <a:ext cx="7781100" cy="1965960"/>
          </a:xfrm>
          <a:prstGeom prst="rect">
            <a:avLst/>
          </a:prstGeom>
        </p:spPr>
        <p:txBody>
          <a:bodyPr/>
          <a:lstStyle>
            <a:lvl1pPr marL="228525" indent="-228525">
              <a:lnSpc>
                <a:spcPct val="100000"/>
              </a:lnSpc>
              <a:buFont typeface="Wingdings" panose="05000000000000000000" pitchFamily="2" charset="2"/>
              <a:buChar char="q"/>
              <a:defRPr sz="1200"/>
            </a:lvl1pPr>
            <a:lvl2pPr marL="457063" indent="-228525">
              <a:lnSpc>
                <a:spcPct val="100000"/>
              </a:lnSpc>
              <a:buFont typeface="Wingdings" panose="05000000000000000000" pitchFamily="2" charset="2"/>
              <a:buChar char="Ø"/>
              <a:defRPr sz="1100"/>
            </a:lvl2pPr>
            <a:lvl3pPr marL="685594" indent="-228525">
              <a:lnSpc>
                <a:spcPct val="100000"/>
              </a:lnSpc>
              <a:buFont typeface="Wingdings" panose="05000000000000000000" pitchFamily="2" charset="2"/>
              <a:buChar char="§"/>
              <a:defRPr sz="1000"/>
            </a:lvl3pPr>
            <a:lvl4pPr marL="914126" indent="-228525">
              <a:lnSpc>
                <a:spcPct val="100000"/>
              </a:lnSpc>
              <a:buFont typeface="Courier New" panose="02070309020205020404" pitchFamily="49" charset="0"/>
              <a:buChar char="o"/>
              <a:defRPr sz="900"/>
            </a:lvl4pPr>
            <a:lvl5pPr marL="1142657">
              <a:lnSpc>
                <a:spcPct val="100000"/>
              </a:lnSpc>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119140503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29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Footer Placeholder 2"/>
          <p:cNvSpPr>
            <a:spLocks noGrp="1"/>
          </p:cNvSpPr>
          <p:nvPr>
            <p:ph type="ftr" sz="quarter" idx="10"/>
          </p:nvPr>
        </p:nvSpPr>
        <p:spPr/>
        <p:txBody>
          <a:bodyPr/>
          <a:lstStyle/>
          <a:p>
            <a:r>
              <a:rPr lang="en-US" dirty="0"/>
              <a:t>©2026 Fact.MR, All Rights Reserved</a:t>
            </a:r>
          </a:p>
        </p:txBody>
      </p:sp>
      <p:sp>
        <p:nvSpPr>
          <p:cNvPr id="4" name="Slide Number Placeholder 3"/>
          <p:cNvSpPr>
            <a:spLocks noGrp="1"/>
          </p:cNvSpPr>
          <p:nvPr>
            <p:ph type="sldNum" sz="quarter" idx="11"/>
          </p:nvPr>
        </p:nvSpPr>
        <p:spPr/>
        <p:txBody>
          <a:bodyPr/>
          <a:lstStyle/>
          <a:p>
            <a:fld id="{4B17068C-EB94-40A3-A5F2-664CDD77FDAC}" type="slidenum">
              <a:rPr lang="en-US" smtClean="0"/>
              <a:pPr/>
              <a:t>‹#›</a:t>
            </a:fld>
            <a:endParaRPr lang="en-US" dirty="0"/>
          </a:p>
        </p:txBody>
      </p:sp>
      <p:sp>
        <p:nvSpPr>
          <p:cNvPr id="5" name="Freeform 4"/>
          <p:cNvSpPr/>
          <p:nvPr userDrawn="1"/>
        </p:nvSpPr>
        <p:spPr>
          <a:xfrm>
            <a:off x="157241" y="1066800"/>
            <a:ext cx="5787244"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62" tIns="34281" rIns="68562" bIns="34281" numCol="1" spcCol="0" rtlCol="0" fromWordArt="0" anchor="ctr" anchorCtr="0" forceAA="0" compatLnSpc="1">
            <a:prstTxWarp prst="textNoShape">
              <a:avLst/>
            </a:prstTxWarp>
            <a:noAutofit/>
          </a:bodyPr>
          <a:lstStyle/>
          <a:p>
            <a:pPr lvl="0" algn="ctr"/>
            <a:endParaRPr lang="en-GB" sz="1013"/>
          </a:p>
        </p:txBody>
      </p:sp>
      <p:sp>
        <p:nvSpPr>
          <p:cNvPr id="7" name="Text Placeholder 6"/>
          <p:cNvSpPr>
            <a:spLocks noGrp="1"/>
          </p:cNvSpPr>
          <p:nvPr>
            <p:ph type="body" sz="quarter" idx="12"/>
          </p:nvPr>
        </p:nvSpPr>
        <p:spPr>
          <a:xfrm>
            <a:off x="171577" y="1066800"/>
            <a:ext cx="5780230" cy="466344"/>
          </a:xfrm>
          <a:prstGeom prst="rect">
            <a:avLst/>
          </a:prstGeom>
        </p:spPr>
        <p:txBody>
          <a:bodyPr anchor="b"/>
          <a:lstStyle>
            <a:lvl1pPr marL="0" indent="0" algn="ctr">
              <a:buNone/>
              <a:defRPr sz="1300" b="1"/>
            </a:lvl1pPr>
          </a:lstStyle>
          <a:p>
            <a:pPr lvl="0"/>
            <a:r>
              <a:rPr lang="en-US" dirty="0"/>
              <a:t>Edit Master text styles</a:t>
            </a:r>
            <a:endParaRPr lang="en-IN" dirty="0"/>
          </a:p>
        </p:txBody>
      </p:sp>
      <p:sp>
        <p:nvSpPr>
          <p:cNvPr id="8" name="Content Placeholder 7"/>
          <p:cNvSpPr>
            <a:spLocks noGrp="1"/>
          </p:cNvSpPr>
          <p:nvPr>
            <p:ph sz="quarter" idx="13"/>
          </p:nvPr>
        </p:nvSpPr>
        <p:spPr>
          <a:xfrm>
            <a:off x="152401" y="1562100"/>
            <a:ext cx="5789613" cy="1965960"/>
          </a:xfrm>
          <a:prstGeom prst="rect">
            <a:avLst/>
          </a:prstGeom>
        </p:spPr>
        <p:txBody>
          <a:bodyPr/>
          <a:lstStyle>
            <a:lvl1pPr marL="228525" indent="-228525">
              <a:lnSpc>
                <a:spcPct val="100000"/>
              </a:lnSpc>
              <a:buFont typeface="Wingdings" panose="05000000000000000000" pitchFamily="2" charset="2"/>
              <a:buChar char="q"/>
              <a:defRPr sz="1200"/>
            </a:lvl1pPr>
            <a:lvl2pPr marL="457063" indent="-228525">
              <a:lnSpc>
                <a:spcPct val="100000"/>
              </a:lnSpc>
              <a:buFont typeface="Wingdings" panose="05000000000000000000" pitchFamily="2" charset="2"/>
              <a:buChar char="Ø"/>
              <a:defRPr sz="1100"/>
            </a:lvl2pPr>
            <a:lvl3pPr marL="685594" indent="-228525">
              <a:lnSpc>
                <a:spcPct val="100000"/>
              </a:lnSpc>
              <a:buFont typeface="Wingdings" panose="05000000000000000000" pitchFamily="2" charset="2"/>
              <a:buChar char="§"/>
              <a:defRPr sz="1000"/>
            </a:lvl3pPr>
            <a:lvl4pPr marL="914126" indent="-228525">
              <a:lnSpc>
                <a:spcPct val="100000"/>
              </a:lnSpc>
              <a:buFont typeface="Courier New" panose="02070309020205020404" pitchFamily="49" charset="0"/>
              <a:buChar char="o"/>
              <a:defRPr sz="900"/>
            </a:lvl4pPr>
            <a:lvl5pPr marL="1142657">
              <a:lnSpc>
                <a:spcPct val="100000"/>
              </a:lnSpc>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Freeform 8"/>
          <p:cNvSpPr/>
          <p:nvPr userDrawn="1"/>
        </p:nvSpPr>
        <p:spPr>
          <a:xfrm>
            <a:off x="6200853" y="1066800"/>
            <a:ext cx="5787244"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62" tIns="34281" rIns="68562" bIns="34281" numCol="1" spcCol="0" rtlCol="0" fromWordArt="0" anchor="ctr" anchorCtr="0" forceAA="0" compatLnSpc="1">
            <a:prstTxWarp prst="textNoShape">
              <a:avLst/>
            </a:prstTxWarp>
            <a:noAutofit/>
          </a:bodyPr>
          <a:lstStyle/>
          <a:p>
            <a:pPr lvl="0" algn="ctr"/>
            <a:endParaRPr lang="en-GB" sz="1013"/>
          </a:p>
        </p:txBody>
      </p:sp>
      <p:sp>
        <p:nvSpPr>
          <p:cNvPr id="10" name="Text Placeholder 6"/>
          <p:cNvSpPr>
            <a:spLocks noGrp="1"/>
          </p:cNvSpPr>
          <p:nvPr>
            <p:ph type="body" sz="quarter" idx="14"/>
          </p:nvPr>
        </p:nvSpPr>
        <p:spPr>
          <a:xfrm>
            <a:off x="6215189" y="1066800"/>
            <a:ext cx="5770436" cy="466344"/>
          </a:xfrm>
          <a:prstGeom prst="rect">
            <a:avLst/>
          </a:prstGeom>
        </p:spPr>
        <p:txBody>
          <a:bodyPr anchor="b"/>
          <a:lstStyle>
            <a:lvl1pPr marL="0" indent="0" algn="ctr">
              <a:buNone/>
              <a:defRPr sz="1300" b="1"/>
            </a:lvl1pPr>
          </a:lstStyle>
          <a:p>
            <a:pPr lvl="0"/>
            <a:r>
              <a:rPr lang="en-US" dirty="0"/>
              <a:t>Edit Master text styles</a:t>
            </a:r>
            <a:endParaRPr lang="en-IN" dirty="0"/>
          </a:p>
        </p:txBody>
      </p:sp>
      <p:sp>
        <p:nvSpPr>
          <p:cNvPr id="11" name="Content Placeholder 7"/>
          <p:cNvSpPr>
            <a:spLocks noGrp="1"/>
          </p:cNvSpPr>
          <p:nvPr>
            <p:ph sz="quarter" idx="15"/>
          </p:nvPr>
        </p:nvSpPr>
        <p:spPr>
          <a:xfrm>
            <a:off x="6196013" y="1562100"/>
            <a:ext cx="5789613" cy="1965960"/>
          </a:xfrm>
          <a:prstGeom prst="rect">
            <a:avLst/>
          </a:prstGeom>
        </p:spPr>
        <p:txBody>
          <a:bodyPr/>
          <a:lstStyle>
            <a:lvl1pPr marL="228525" indent="-228525">
              <a:lnSpc>
                <a:spcPct val="100000"/>
              </a:lnSpc>
              <a:buFont typeface="Wingdings" panose="05000000000000000000" pitchFamily="2" charset="2"/>
              <a:buChar char="q"/>
              <a:defRPr sz="1200"/>
            </a:lvl1pPr>
            <a:lvl2pPr marL="457063" indent="-228525">
              <a:lnSpc>
                <a:spcPct val="100000"/>
              </a:lnSpc>
              <a:buFont typeface="Wingdings" panose="05000000000000000000" pitchFamily="2" charset="2"/>
              <a:buChar char="Ø"/>
              <a:defRPr sz="1100"/>
            </a:lvl2pPr>
            <a:lvl3pPr marL="685594" indent="-228525">
              <a:lnSpc>
                <a:spcPct val="100000"/>
              </a:lnSpc>
              <a:buFont typeface="Wingdings" panose="05000000000000000000" pitchFamily="2" charset="2"/>
              <a:buChar char="§"/>
              <a:defRPr sz="1000"/>
            </a:lvl3pPr>
            <a:lvl4pPr marL="914126" indent="-228525">
              <a:lnSpc>
                <a:spcPct val="100000"/>
              </a:lnSpc>
              <a:buFont typeface="Courier New" panose="02070309020205020404" pitchFamily="49" charset="0"/>
              <a:buChar char="o"/>
              <a:defRPr sz="900"/>
            </a:lvl4pPr>
            <a:lvl5pPr marL="1142657">
              <a:lnSpc>
                <a:spcPct val="100000"/>
              </a:lnSpc>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2" name="Freeform 11"/>
          <p:cNvSpPr/>
          <p:nvPr userDrawn="1"/>
        </p:nvSpPr>
        <p:spPr>
          <a:xfrm>
            <a:off x="157241" y="3753803"/>
            <a:ext cx="11828383"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62" tIns="34281" rIns="68562" bIns="34281" numCol="1" spcCol="0" rtlCol="0" fromWordArt="0" anchor="ctr" anchorCtr="0" forceAA="0" compatLnSpc="1">
            <a:prstTxWarp prst="textNoShape">
              <a:avLst/>
            </a:prstTxWarp>
            <a:noAutofit/>
          </a:bodyPr>
          <a:lstStyle/>
          <a:p>
            <a:pPr lvl="0" algn="ctr"/>
            <a:endParaRPr lang="en-GB" sz="1013"/>
          </a:p>
        </p:txBody>
      </p:sp>
      <p:sp>
        <p:nvSpPr>
          <p:cNvPr id="13" name="Text Placeholder 6"/>
          <p:cNvSpPr>
            <a:spLocks noGrp="1"/>
          </p:cNvSpPr>
          <p:nvPr>
            <p:ph type="body" sz="quarter" idx="16"/>
          </p:nvPr>
        </p:nvSpPr>
        <p:spPr>
          <a:xfrm>
            <a:off x="171576" y="3753803"/>
            <a:ext cx="11814047" cy="466344"/>
          </a:xfrm>
          <a:prstGeom prst="rect">
            <a:avLst/>
          </a:prstGeom>
        </p:spPr>
        <p:txBody>
          <a:bodyPr anchor="b"/>
          <a:lstStyle>
            <a:lvl1pPr marL="0" indent="0" algn="ctr">
              <a:buNone/>
              <a:defRPr sz="1300" b="1"/>
            </a:lvl1pPr>
          </a:lstStyle>
          <a:p>
            <a:pPr lvl="0"/>
            <a:r>
              <a:rPr lang="en-US" dirty="0"/>
              <a:t>Edit Master text styles</a:t>
            </a:r>
            <a:endParaRPr lang="en-IN" dirty="0"/>
          </a:p>
        </p:txBody>
      </p:sp>
      <p:sp>
        <p:nvSpPr>
          <p:cNvPr id="14" name="Content Placeholder 7"/>
          <p:cNvSpPr>
            <a:spLocks noGrp="1"/>
          </p:cNvSpPr>
          <p:nvPr>
            <p:ph sz="quarter" idx="17"/>
          </p:nvPr>
        </p:nvSpPr>
        <p:spPr>
          <a:xfrm>
            <a:off x="152401" y="4249103"/>
            <a:ext cx="11833225" cy="1965960"/>
          </a:xfrm>
          <a:prstGeom prst="rect">
            <a:avLst/>
          </a:prstGeom>
        </p:spPr>
        <p:txBody>
          <a:bodyPr/>
          <a:lstStyle>
            <a:lvl1pPr marL="228525" indent="-228525">
              <a:lnSpc>
                <a:spcPct val="100000"/>
              </a:lnSpc>
              <a:buFont typeface="Wingdings" panose="05000000000000000000" pitchFamily="2" charset="2"/>
              <a:buChar char="q"/>
              <a:defRPr sz="1200"/>
            </a:lvl1pPr>
            <a:lvl2pPr marL="457063" indent="-228525">
              <a:lnSpc>
                <a:spcPct val="100000"/>
              </a:lnSpc>
              <a:buFont typeface="Wingdings" panose="05000000000000000000" pitchFamily="2" charset="2"/>
              <a:buChar char="Ø"/>
              <a:defRPr sz="1100"/>
            </a:lvl2pPr>
            <a:lvl3pPr marL="685594" indent="-228525">
              <a:lnSpc>
                <a:spcPct val="100000"/>
              </a:lnSpc>
              <a:buFont typeface="Wingdings" panose="05000000000000000000" pitchFamily="2" charset="2"/>
              <a:buChar char="§"/>
              <a:defRPr sz="1000"/>
            </a:lvl3pPr>
            <a:lvl4pPr marL="914126" indent="-228525">
              <a:lnSpc>
                <a:spcPct val="100000"/>
              </a:lnSpc>
              <a:buFont typeface="Courier New" panose="02070309020205020404" pitchFamily="49" charset="0"/>
              <a:buChar char="o"/>
              <a:defRPr sz="900"/>
            </a:lvl4pPr>
            <a:lvl5pPr marL="1142657">
              <a:lnSpc>
                <a:spcPct val="100000"/>
              </a:lnSpc>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570068049"/>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30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Footer Placeholder 2"/>
          <p:cNvSpPr>
            <a:spLocks noGrp="1"/>
          </p:cNvSpPr>
          <p:nvPr>
            <p:ph type="ftr" sz="quarter" idx="10"/>
          </p:nvPr>
        </p:nvSpPr>
        <p:spPr/>
        <p:txBody>
          <a:bodyPr/>
          <a:lstStyle/>
          <a:p>
            <a:r>
              <a:rPr lang="en-US" dirty="0"/>
              <a:t>©2026 Fact.MR, All Rights Reserved</a:t>
            </a:r>
          </a:p>
        </p:txBody>
      </p:sp>
      <p:sp>
        <p:nvSpPr>
          <p:cNvPr id="4" name="Slide Number Placeholder 3"/>
          <p:cNvSpPr>
            <a:spLocks noGrp="1"/>
          </p:cNvSpPr>
          <p:nvPr>
            <p:ph type="sldNum" sz="quarter" idx="11"/>
          </p:nvPr>
        </p:nvSpPr>
        <p:spPr/>
        <p:txBody>
          <a:bodyPr/>
          <a:lstStyle/>
          <a:p>
            <a:fld id="{4B17068C-EB94-40A3-A5F2-664CDD77FDAC}" type="slidenum">
              <a:rPr lang="en-US" smtClean="0"/>
              <a:pPr/>
              <a:t>‹#›</a:t>
            </a:fld>
            <a:endParaRPr lang="en-US" dirty="0"/>
          </a:p>
        </p:txBody>
      </p:sp>
      <p:sp>
        <p:nvSpPr>
          <p:cNvPr id="5" name="Freeform 4"/>
          <p:cNvSpPr/>
          <p:nvPr userDrawn="1"/>
        </p:nvSpPr>
        <p:spPr>
          <a:xfrm>
            <a:off x="157241" y="1066800"/>
            <a:ext cx="11828383"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62" tIns="34281" rIns="68562" bIns="34281" numCol="1" spcCol="0" rtlCol="0" fromWordArt="0" anchor="ctr" anchorCtr="0" forceAA="0" compatLnSpc="1">
            <a:prstTxWarp prst="textNoShape">
              <a:avLst/>
            </a:prstTxWarp>
            <a:noAutofit/>
          </a:bodyPr>
          <a:lstStyle/>
          <a:p>
            <a:pPr lvl="0" algn="ctr"/>
            <a:endParaRPr lang="en-GB" sz="1013"/>
          </a:p>
        </p:txBody>
      </p:sp>
      <p:sp>
        <p:nvSpPr>
          <p:cNvPr id="7" name="Text Placeholder 6"/>
          <p:cNvSpPr>
            <a:spLocks noGrp="1"/>
          </p:cNvSpPr>
          <p:nvPr>
            <p:ph type="body" sz="quarter" idx="12"/>
          </p:nvPr>
        </p:nvSpPr>
        <p:spPr>
          <a:xfrm>
            <a:off x="171576" y="1066800"/>
            <a:ext cx="11814047" cy="466344"/>
          </a:xfrm>
          <a:prstGeom prst="rect">
            <a:avLst/>
          </a:prstGeom>
        </p:spPr>
        <p:txBody>
          <a:bodyPr anchor="b"/>
          <a:lstStyle>
            <a:lvl1pPr marL="0" indent="0" algn="ctr">
              <a:buNone/>
              <a:defRPr sz="1300" b="1"/>
            </a:lvl1pPr>
          </a:lstStyle>
          <a:p>
            <a:pPr lvl="0"/>
            <a:r>
              <a:rPr lang="en-US" dirty="0"/>
              <a:t>Edit Master text styles</a:t>
            </a:r>
            <a:endParaRPr lang="en-IN" dirty="0"/>
          </a:p>
        </p:txBody>
      </p:sp>
      <p:sp>
        <p:nvSpPr>
          <p:cNvPr id="8" name="Content Placeholder 7"/>
          <p:cNvSpPr>
            <a:spLocks noGrp="1"/>
          </p:cNvSpPr>
          <p:nvPr>
            <p:ph sz="quarter" idx="13"/>
          </p:nvPr>
        </p:nvSpPr>
        <p:spPr>
          <a:xfrm>
            <a:off x="152401" y="1562100"/>
            <a:ext cx="11833225" cy="1965960"/>
          </a:xfrm>
          <a:prstGeom prst="rect">
            <a:avLst/>
          </a:prstGeom>
        </p:spPr>
        <p:txBody>
          <a:bodyPr/>
          <a:lstStyle>
            <a:lvl1pPr marL="228525" indent="-228525">
              <a:lnSpc>
                <a:spcPct val="100000"/>
              </a:lnSpc>
              <a:buFont typeface="Wingdings" panose="05000000000000000000" pitchFamily="2" charset="2"/>
              <a:buChar char="q"/>
              <a:defRPr sz="1200"/>
            </a:lvl1pPr>
            <a:lvl2pPr marL="457063" indent="-228525">
              <a:lnSpc>
                <a:spcPct val="100000"/>
              </a:lnSpc>
              <a:buFont typeface="Wingdings" panose="05000000000000000000" pitchFamily="2" charset="2"/>
              <a:buChar char="Ø"/>
              <a:defRPr sz="1100"/>
            </a:lvl2pPr>
            <a:lvl3pPr marL="685594" indent="-228525">
              <a:lnSpc>
                <a:spcPct val="100000"/>
              </a:lnSpc>
              <a:buFont typeface="Wingdings" panose="05000000000000000000" pitchFamily="2" charset="2"/>
              <a:buChar char="§"/>
              <a:defRPr sz="1000"/>
            </a:lvl3pPr>
            <a:lvl4pPr marL="914126" indent="-228525">
              <a:lnSpc>
                <a:spcPct val="100000"/>
              </a:lnSpc>
              <a:buFont typeface="Courier New" panose="02070309020205020404" pitchFamily="49" charset="0"/>
              <a:buChar char="o"/>
              <a:defRPr sz="900"/>
            </a:lvl4pPr>
            <a:lvl5pPr marL="1142657">
              <a:lnSpc>
                <a:spcPct val="100000"/>
              </a:lnSpc>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2" name="Freeform 11"/>
          <p:cNvSpPr/>
          <p:nvPr userDrawn="1"/>
        </p:nvSpPr>
        <p:spPr>
          <a:xfrm>
            <a:off x="157241" y="3753803"/>
            <a:ext cx="11828383"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62" tIns="34281" rIns="68562" bIns="34281" numCol="1" spcCol="0" rtlCol="0" fromWordArt="0" anchor="ctr" anchorCtr="0" forceAA="0" compatLnSpc="1">
            <a:prstTxWarp prst="textNoShape">
              <a:avLst/>
            </a:prstTxWarp>
            <a:noAutofit/>
          </a:bodyPr>
          <a:lstStyle/>
          <a:p>
            <a:pPr lvl="0" algn="ctr"/>
            <a:endParaRPr lang="en-GB" sz="1013"/>
          </a:p>
        </p:txBody>
      </p:sp>
      <p:sp>
        <p:nvSpPr>
          <p:cNvPr id="13" name="Text Placeholder 6"/>
          <p:cNvSpPr>
            <a:spLocks noGrp="1"/>
          </p:cNvSpPr>
          <p:nvPr>
            <p:ph type="body" sz="quarter" idx="16"/>
          </p:nvPr>
        </p:nvSpPr>
        <p:spPr>
          <a:xfrm>
            <a:off x="171576" y="3753803"/>
            <a:ext cx="11814047" cy="466344"/>
          </a:xfrm>
          <a:prstGeom prst="rect">
            <a:avLst/>
          </a:prstGeom>
        </p:spPr>
        <p:txBody>
          <a:bodyPr anchor="b"/>
          <a:lstStyle>
            <a:lvl1pPr marL="0" indent="0" algn="ctr">
              <a:buNone/>
              <a:defRPr sz="1300" b="1"/>
            </a:lvl1pPr>
          </a:lstStyle>
          <a:p>
            <a:pPr lvl="0"/>
            <a:r>
              <a:rPr lang="en-US" dirty="0"/>
              <a:t>Edit Master text styles</a:t>
            </a:r>
            <a:endParaRPr lang="en-IN" dirty="0"/>
          </a:p>
        </p:txBody>
      </p:sp>
      <p:sp>
        <p:nvSpPr>
          <p:cNvPr id="14" name="Content Placeholder 7"/>
          <p:cNvSpPr>
            <a:spLocks noGrp="1"/>
          </p:cNvSpPr>
          <p:nvPr>
            <p:ph sz="quarter" idx="17"/>
          </p:nvPr>
        </p:nvSpPr>
        <p:spPr>
          <a:xfrm>
            <a:off x="152401" y="4249103"/>
            <a:ext cx="11833225" cy="1965960"/>
          </a:xfrm>
          <a:prstGeom prst="rect">
            <a:avLst/>
          </a:prstGeom>
        </p:spPr>
        <p:txBody>
          <a:bodyPr/>
          <a:lstStyle>
            <a:lvl1pPr marL="228525" indent="-228525">
              <a:lnSpc>
                <a:spcPct val="100000"/>
              </a:lnSpc>
              <a:buFont typeface="Wingdings" panose="05000000000000000000" pitchFamily="2" charset="2"/>
              <a:buChar char="q"/>
              <a:defRPr sz="1200"/>
            </a:lvl1pPr>
            <a:lvl2pPr marL="457063" indent="-228525">
              <a:lnSpc>
                <a:spcPct val="100000"/>
              </a:lnSpc>
              <a:buFont typeface="Wingdings" panose="05000000000000000000" pitchFamily="2" charset="2"/>
              <a:buChar char="Ø"/>
              <a:defRPr sz="1100"/>
            </a:lvl2pPr>
            <a:lvl3pPr marL="685594" indent="-228525">
              <a:lnSpc>
                <a:spcPct val="100000"/>
              </a:lnSpc>
              <a:buFont typeface="Wingdings" panose="05000000000000000000" pitchFamily="2" charset="2"/>
              <a:buChar char="§"/>
              <a:defRPr sz="1000"/>
            </a:lvl3pPr>
            <a:lvl4pPr marL="914126" indent="-228525">
              <a:lnSpc>
                <a:spcPct val="100000"/>
              </a:lnSpc>
              <a:buFont typeface="Courier New" panose="02070309020205020404" pitchFamily="49" charset="0"/>
              <a:buChar char="o"/>
              <a:defRPr sz="900"/>
            </a:lvl4pPr>
            <a:lvl5pPr marL="1142657">
              <a:lnSpc>
                <a:spcPct val="100000"/>
              </a:lnSpc>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802320575"/>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31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Footer Placeholder 2"/>
          <p:cNvSpPr>
            <a:spLocks noGrp="1"/>
          </p:cNvSpPr>
          <p:nvPr>
            <p:ph type="ftr" sz="quarter" idx="10"/>
          </p:nvPr>
        </p:nvSpPr>
        <p:spPr/>
        <p:txBody>
          <a:bodyPr/>
          <a:lstStyle/>
          <a:p>
            <a:r>
              <a:rPr lang="en-US" dirty="0"/>
              <a:t>©2026 Fact.MR, All Rights Reserved</a:t>
            </a:r>
          </a:p>
        </p:txBody>
      </p:sp>
      <p:sp>
        <p:nvSpPr>
          <p:cNvPr id="4" name="Slide Number Placeholder 3"/>
          <p:cNvSpPr>
            <a:spLocks noGrp="1"/>
          </p:cNvSpPr>
          <p:nvPr>
            <p:ph type="sldNum" sz="quarter" idx="11"/>
          </p:nvPr>
        </p:nvSpPr>
        <p:spPr/>
        <p:txBody>
          <a:bodyPr/>
          <a:lstStyle/>
          <a:p>
            <a:fld id="{4B17068C-EB94-40A3-A5F2-664CDD77FDAC}" type="slidenum">
              <a:rPr lang="en-US" smtClean="0"/>
              <a:pPr/>
              <a:t>‹#›</a:t>
            </a:fld>
            <a:endParaRPr lang="en-US" dirty="0"/>
          </a:p>
        </p:txBody>
      </p:sp>
      <p:sp>
        <p:nvSpPr>
          <p:cNvPr id="5" name="Freeform 4"/>
          <p:cNvSpPr/>
          <p:nvPr userDrawn="1"/>
        </p:nvSpPr>
        <p:spPr>
          <a:xfrm>
            <a:off x="157241" y="1066800"/>
            <a:ext cx="5787244"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62" tIns="34281" rIns="68562" bIns="34281" numCol="1" spcCol="0" rtlCol="0" fromWordArt="0" anchor="ctr" anchorCtr="0" forceAA="0" compatLnSpc="1">
            <a:prstTxWarp prst="textNoShape">
              <a:avLst/>
            </a:prstTxWarp>
            <a:noAutofit/>
          </a:bodyPr>
          <a:lstStyle/>
          <a:p>
            <a:pPr lvl="0" algn="ctr"/>
            <a:endParaRPr lang="en-GB" sz="1013"/>
          </a:p>
        </p:txBody>
      </p:sp>
      <p:sp>
        <p:nvSpPr>
          <p:cNvPr id="7" name="Text Placeholder 6"/>
          <p:cNvSpPr>
            <a:spLocks noGrp="1"/>
          </p:cNvSpPr>
          <p:nvPr>
            <p:ph type="body" sz="quarter" idx="12"/>
          </p:nvPr>
        </p:nvSpPr>
        <p:spPr>
          <a:xfrm>
            <a:off x="171577" y="1066800"/>
            <a:ext cx="5780230" cy="466344"/>
          </a:xfrm>
          <a:prstGeom prst="rect">
            <a:avLst/>
          </a:prstGeom>
        </p:spPr>
        <p:txBody>
          <a:bodyPr anchor="b"/>
          <a:lstStyle>
            <a:lvl1pPr marL="0" indent="0" algn="ctr">
              <a:buNone/>
              <a:defRPr sz="1300" b="1"/>
            </a:lvl1pPr>
          </a:lstStyle>
          <a:p>
            <a:pPr lvl="0"/>
            <a:r>
              <a:rPr lang="en-US" dirty="0"/>
              <a:t>Edit Master text styles</a:t>
            </a:r>
            <a:endParaRPr lang="en-IN" dirty="0"/>
          </a:p>
        </p:txBody>
      </p:sp>
      <p:sp>
        <p:nvSpPr>
          <p:cNvPr id="8" name="Content Placeholder 7"/>
          <p:cNvSpPr>
            <a:spLocks noGrp="1"/>
          </p:cNvSpPr>
          <p:nvPr>
            <p:ph sz="quarter" idx="13"/>
          </p:nvPr>
        </p:nvSpPr>
        <p:spPr>
          <a:xfrm>
            <a:off x="152401" y="1562100"/>
            <a:ext cx="5789613" cy="1965960"/>
          </a:xfrm>
          <a:prstGeom prst="rect">
            <a:avLst/>
          </a:prstGeom>
        </p:spPr>
        <p:txBody>
          <a:bodyPr/>
          <a:lstStyle>
            <a:lvl1pPr marL="228525" indent="-228525">
              <a:lnSpc>
                <a:spcPct val="100000"/>
              </a:lnSpc>
              <a:buFont typeface="Wingdings" panose="05000000000000000000" pitchFamily="2" charset="2"/>
              <a:buChar char="q"/>
              <a:defRPr sz="1200"/>
            </a:lvl1pPr>
            <a:lvl2pPr marL="457063" indent="-228525">
              <a:lnSpc>
                <a:spcPct val="100000"/>
              </a:lnSpc>
              <a:buFont typeface="Wingdings" panose="05000000000000000000" pitchFamily="2" charset="2"/>
              <a:buChar char="Ø"/>
              <a:defRPr sz="1100"/>
            </a:lvl2pPr>
            <a:lvl3pPr marL="685594" indent="-228525">
              <a:lnSpc>
                <a:spcPct val="100000"/>
              </a:lnSpc>
              <a:buFont typeface="Wingdings" panose="05000000000000000000" pitchFamily="2" charset="2"/>
              <a:buChar char="§"/>
              <a:defRPr sz="1000"/>
            </a:lvl3pPr>
            <a:lvl4pPr marL="914126" indent="-228525">
              <a:lnSpc>
                <a:spcPct val="100000"/>
              </a:lnSpc>
              <a:buFont typeface="Courier New" panose="02070309020205020404" pitchFamily="49" charset="0"/>
              <a:buChar char="o"/>
              <a:defRPr sz="900"/>
            </a:lvl4pPr>
            <a:lvl5pPr marL="1142657">
              <a:lnSpc>
                <a:spcPct val="100000"/>
              </a:lnSpc>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Freeform 8"/>
          <p:cNvSpPr/>
          <p:nvPr userDrawn="1"/>
        </p:nvSpPr>
        <p:spPr>
          <a:xfrm>
            <a:off x="6200853" y="1066800"/>
            <a:ext cx="5787244"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62" tIns="34281" rIns="68562" bIns="34281" numCol="1" spcCol="0" rtlCol="0" fromWordArt="0" anchor="ctr" anchorCtr="0" forceAA="0" compatLnSpc="1">
            <a:prstTxWarp prst="textNoShape">
              <a:avLst/>
            </a:prstTxWarp>
            <a:noAutofit/>
          </a:bodyPr>
          <a:lstStyle/>
          <a:p>
            <a:pPr lvl="0" algn="ctr"/>
            <a:endParaRPr lang="en-GB" sz="1013"/>
          </a:p>
        </p:txBody>
      </p:sp>
      <p:sp>
        <p:nvSpPr>
          <p:cNvPr id="10" name="Text Placeholder 6"/>
          <p:cNvSpPr>
            <a:spLocks noGrp="1"/>
          </p:cNvSpPr>
          <p:nvPr>
            <p:ph type="body" sz="quarter" idx="14"/>
          </p:nvPr>
        </p:nvSpPr>
        <p:spPr>
          <a:xfrm>
            <a:off x="6215189" y="1066800"/>
            <a:ext cx="5770436" cy="466344"/>
          </a:xfrm>
          <a:prstGeom prst="rect">
            <a:avLst/>
          </a:prstGeom>
        </p:spPr>
        <p:txBody>
          <a:bodyPr anchor="b"/>
          <a:lstStyle>
            <a:lvl1pPr marL="0" indent="0" algn="ctr">
              <a:buNone/>
              <a:defRPr sz="1300" b="1"/>
            </a:lvl1pPr>
          </a:lstStyle>
          <a:p>
            <a:pPr lvl="0"/>
            <a:r>
              <a:rPr lang="en-US" dirty="0"/>
              <a:t>Edit Master text styles</a:t>
            </a:r>
            <a:endParaRPr lang="en-IN" dirty="0"/>
          </a:p>
        </p:txBody>
      </p:sp>
      <p:sp>
        <p:nvSpPr>
          <p:cNvPr id="11" name="Content Placeholder 7"/>
          <p:cNvSpPr>
            <a:spLocks noGrp="1"/>
          </p:cNvSpPr>
          <p:nvPr>
            <p:ph sz="quarter" idx="15"/>
          </p:nvPr>
        </p:nvSpPr>
        <p:spPr>
          <a:xfrm>
            <a:off x="6196013" y="1562100"/>
            <a:ext cx="5789613" cy="4662488"/>
          </a:xfrm>
          <a:prstGeom prst="rect">
            <a:avLst/>
          </a:prstGeom>
        </p:spPr>
        <p:txBody>
          <a:bodyPr/>
          <a:lstStyle>
            <a:lvl1pPr marL="228525" indent="-228525">
              <a:lnSpc>
                <a:spcPct val="100000"/>
              </a:lnSpc>
              <a:buFont typeface="Wingdings" panose="05000000000000000000" pitchFamily="2" charset="2"/>
              <a:buChar char="q"/>
              <a:defRPr sz="1200"/>
            </a:lvl1pPr>
            <a:lvl2pPr marL="457063" indent="-228525">
              <a:lnSpc>
                <a:spcPct val="100000"/>
              </a:lnSpc>
              <a:buFont typeface="Wingdings" panose="05000000000000000000" pitchFamily="2" charset="2"/>
              <a:buChar char="Ø"/>
              <a:defRPr sz="1100"/>
            </a:lvl2pPr>
            <a:lvl3pPr marL="685594" indent="-228525">
              <a:lnSpc>
                <a:spcPct val="100000"/>
              </a:lnSpc>
              <a:buFont typeface="Wingdings" panose="05000000000000000000" pitchFamily="2" charset="2"/>
              <a:buChar char="§"/>
              <a:defRPr sz="1000"/>
            </a:lvl3pPr>
            <a:lvl4pPr marL="914126" indent="-228525">
              <a:lnSpc>
                <a:spcPct val="100000"/>
              </a:lnSpc>
              <a:buFont typeface="Courier New" panose="02070309020205020404" pitchFamily="49" charset="0"/>
              <a:buChar char="o"/>
              <a:defRPr sz="900"/>
            </a:lvl4pPr>
            <a:lvl5pPr marL="1142657">
              <a:lnSpc>
                <a:spcPct val="100000"/>
              </a:lnSpc>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5" name="Freeform 14"/>
          <p:cNvSpPr/>
          <p:nvPr userDrawn="1"/>
        </p:nvSpPr>
        <p:spPr>
          <a:xfrm>
            <a:off x="157241" y="3753803"/>
            <a:ext cx="5787244"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62" tIns="34281" rIns="68562" bIns="34281" numCol="1" spcCol="0" rtlCol="0" fromWordArt="0" anchor="ctr" anchorCtr="0" forceAA="0" compatLnSpc="1">
            <a:prstTxWarp prst="textNoShape">
              <a:avLst/>
            </a:prstTxWarp>
            <a:noAutofit/>
          </a:bodyPr>
          <a:lstStyle/>
          <a:p>
            <a:pPr lvl="0" algn="ctr"/>
            <a:endParaRPr lang="en-GB" sz="1013"/>
          </a:p>
        </p:txBody>
      </p:sp>
      <p:sp>
        <p:nvSpPr>
          <p:cNvPr id="16" name="Text Placeholder 6"/>
          <p:cNvSpPr>
            <a:spLocks noGrp="1"/>
          </p:cNvSpPr>
          <p:nvPr>
            <p:ph type="body" sz="quarter" idx="16"/>
          </p:nvPr>
        </p:nvSpPr>
        <p:spPr>
          <a:xfrm>
            <a:off x="171577" y="3753803"/>
            <a:ext cx="5780230" cy="466344"/>
          </a:xfrm>
          <a:prstGeom prst="rect">
            <a:avLst/>
          </a:prstGeom>
        </p:spPr>
        <p:txBody>
          <a:bodyPr anchor="b"/>
          <a:lstStyle>
            <a:lvl1pPr marL="0" indent="0" algn="ctr">
              <a:buNone/>
              <a:defRPr sz="1300" b="1"/>
            </a:lvl1pPr>
          </a:lstStyle>
          <a:p>
            <a:pPr lvl="0"/>
            <a:r>
              <a:rPr lang="en-US" dirty="0"/>
              <a:t>Edit Master text styles</a:t>
            </a:r>
            <a:endParaRPr lang="en-IN" dirty="0"/>
          </a:p>
        </p:txBody>
      </p:sp>
      <p:sp>
        <p:nvSpPr>
          <p:cNvPr id="17" name="Content Placeholder 7"/>
          <p:cNvSpPr>
            <a:spLocks noGrp="1"/>
          </p:cNvSpPr>
          <p:nvPr>
            <p:ph sz="quarter" idx="17"/>
          </p:nvPr>
        </p:nvSpPr>
        <p:spPr>
          <a:xfrm>
            <a:off x="152401" y="4249103"/>
            <a:ext cx="5789613" cy="1965960"/>
          </a:xfrm>
          <a:prstGeom prst="rect">
            <a:avLst/>
          </a:prstGeom>
        </p:spPr>
        <p:txBody>
          <a:bodyPr/>
          <a:lstStyle>
            <a:lvl1pPr marL="228525" indent="-228525">
              <a:lnSpc>
                <a:spcPct val="100000"/>
              </a:lnSpc>
              <a:buFont typeface="Wingdings" panose="05000000000000000000" pitchFamily="2" charset="2"/>
              <a:buChar char="q"/>
              <a:defRPr sz="1200"/>
            </a:lvl1pPr>
            <a:lvl2pPr marL="457063" indent="-228525">
              <a:lnSpc>
                <a:spcPct val="100000"/>
              </a:lnSpc>
              <a:buFont typeface="Wingdings" panose="05000000000000000000" pitchFamily="2" charset="2"/>
              <a:buChar char="Ø"/>
              <a:defRPr sz="1100"/>
            </a:lvl2pPr>
            <a:lvl3pPr marL="685594" indent="-228525">
              <a:lnSpc>
                <a:spcPct val="100000"/>
              </a:lnSpc>
              <a:buFont typeface="Wingdings" panose="05000000000000000000" pitchFamily="2" charset="2"/>
              <a:buChar char="§"/>
              <a:defRPr sz="1000"/>
            </a:lvl3pPr>
            <a:lvl4pPr marL="914126" indent="-228525">
              <a:lnSpc>
                <a:spcPct val="100000"/>
              </a:lnSpc>
              <a:buFont typeface="Courier New" panose="02070309020205020404" pitchFamily="49" charset="0"/>
              <a:buChar char="o"/>
              <a:defRPr sz="900"/>
            </a:lvl4pPr>
            <a:lvl5pPr marL="1142657">
              <a:lnSpc>
                <a:spcPct val="100000"/>
              </a:lnSpc>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109644380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32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Footer Placeholder 2"/>
          <p:cNvSpPr>
            <a:spLocks noGrp="1"/>
          </p:cNvSpPr>
          <p:nvPr>
            <p:ph type="ftr" sz="quarter" idx="10"/>
          </p:nvPr>
        </p:nvSpPr>
        <p:spPr/>
        <p:txBody>
          <a:bodyPr/>
          <a:lstStyle/>
          <a:p>
            <a:r>
              <a:rPr lang="en-US" dirty="0"/>
              <a:t>©2026 Fact.MR, All Rights Reserved</a:t>
            </a:r>
          </a:p>
        </p:txBody>
      </p:sp>
      <p:sp>
        <p:nvSpPr>
          <p:cNvPr id="4" name="Slide Number Placeholder 3"/>
          <p:cNvSpPr>
            <a:spLocks noGrp="1"/>
          </p:cNvSpPr>
          <p:nvPr>
            <p:ph type="sldNum" sz="quarter" idx="11"/>
          </p:nvPr>
        </p:nvSpPr>
        <p:spPr/>
        <p:txBody>
          <a:bodyPr/>
          <a:lstStyle/>
          <a:p>
            <a:fld id="{4B17068C-EB94-40A3-A5F2-664CDD77FDAC}" type="slidenum">
              <a:rPr lang="en-US" smtClean="0"/>
              <a:pPr/>
              <a:t>‹#›</a:t>
            </a:fld>
            <a:endParaRPr lang="en-US" dirty="0"/>
          </a:p>
        </p:txBody>
      </p:sp>
      <p:sp>
        <p:nvSpPr>
          <p:cNvPr id="5" name="Freeform 4"/>
          <p:cNvSpPr/>
          <p:nvPr userDrawn="1"/>
        </p:nvSpPr>
        <p:spPr>
          <a:xfrm>
            <a:off x="157241" y="1066800"/>
            <a:ext cx="5787244"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62" tIns="34281" rIns="68562" bIns="34281" numCol="1" spcCol="0" rtlCol="0" fromWordArt="0" anchor="ctr" anchorCtr="0" forceAA="0" compatLnSpc="1">
            <a:prstTxWarp prst="textNoShape">
              <a:avLst/>
            </a:prstTxWarp>
            <a:noAutofit/>
          </a:bodyPr>
          <a:lstStyle/>
          <a:p>
            <a:pPr lvl="0" algn="ctr"/>
            <a:endParaRPr lang="en-GB" sz="1013"/>
          </a:p>
        </p:txBody>
      </p:sp>
      <p:sp>
        <p:nvSpPr>
          <p:cNvPr id="7" name="Text Placeholder 6"/>
          <p:cNvSpPr>
            <a:spLocks noGrp="1"/>
          </p:cNvSpPr>
          <p:nvPr>
            <p:ph type="body" sz="quarter" idx="12"/>
          </p:nvPr>
        </p:nvSpPr>
        <p:spPr>
          <a:xfrm>
            <a:off x="171577" y="1066800"/>
            <a:ext cx="5780230" cy="466344"/>
          </a:xfrm>
          <a:prstGeom prst="rect">
            <a:avLst/>
          </a:prstGeom>
        </p:spPr>
        <p:txBody>
          <a:bodyPr anchor="b"/>
          <a:lstStyle>
            <a:lvl1pPr marL="0" indent="0" algn="ctr">
              <a:buNone/>
              <a:defRPr sz="1300" b="1"/>
            </a:lvl1pPr>
          </a:lstStyle>
          <a:p>
            <a:pPr lvl="0"/>
            <a:r>
              <a:rPr lang="en-US" dirty="0"/>
              <a:t>Edit Master text styles</a:t>
            </a:r>
            <a:endParaRPr lang="en-IN" dirty="0"/>
          </a:p>
        </p:txBody>
      </p:sp>
      <p:sp>
        <p:nvSpPr>
          <p:cNvPr id="8" name="Content Placeholder 7"/>
          <p:cNvSpPr>
            <a:spLocks noGrp="1"/>
          </p:cNvSpPr>
          <p:nvPr>
            <p:ph sz="quarter" idx="13"/>
          </p:nvPr>
        </p:nvSpPr>
        <p:spPr>
          <a:xfrm>
            <a:off x="152401" y="1562100"/>
            <a:ext cx="5789613" cy="1965960"/>
          </a:xfrm>
          <a:prstGeom prst="rect">
            <a:avLst/>
          </a:prstGeom>
        </p:spPr>
        <p:txBody>
          <a:bodyPr/>
          <a:lstStyle>
            <a:lvl1pPr marL="228525" indent="-228525">
              <a:lnSpc>
                <a:spcPct val="100000"/>
              </a:lnSpc>
              <a:buFont typeface="Wingdings" panose="05000000000000000000" pitchFamily="2" charset="2"/>
              <a:buChar char="q"/>
              <a:defRPr sz="1200"/>
            </a:lvl1pPr>
            <a:lvl2pPr marL="457063" indent="-228525">
              <a:lnSpc>
                <a:spcPct val="100000"/>
              </a:lnSpc>
              <a:buFont typeface="Wingdings" panose="05000000000000000000" pitchFamily="2" charset="2"/>
              <a:buChar char="Ø"/>
              <a:defRPr sz="1100"/>
            </a:lvl2pPr>
            <a:lvl3pPr marL="685594" indent="-228525">
              <a:lnSpc>
                <a:spcPct val="100000"/>
              </a:lnSpc>
              <a:buFont typeface="Wingdings" panose="05000000000000000000" pitchFamily="2" charset="2"/>
              <a:buChar char="§"/>
              <a:defRPr sz="1000"/>
            </a:lvl3pPr>
            <a:lvl4pPr marL="914126" indent="-228525">
              <a:lnSpc>
                <a:spcPct val="100000"/>
              </a:lnSpc>
              <a:buFont typeface="Courier New" panose="02070309020205020404" pitchFamily="49" charset="0"/>
              <a:buChar char="o"/>
              <a:defRPr sz="900"/>
            </a:lvl4pPr>
            <a:lvl5pPr marL="1142657">
              <a:lnSpc>
                <a:spcPct val="100000"/>
              </a:lnSpc>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5" name="Freeform 14"/>
          <p:cNvSpPr/>
          <p:nvPr userDrawn="1"/>
        </p:nvSpPr>
        <p:spPr>
          <a:xfrm>
            <a:off x="157241" y="3753803"/>
            <a:ext cx="5787244"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62" tIns="34281" rIns="68562" bIns="34281" numCol="1" spcCol="0" rtlCol="0" fromWordArt="0" anchor="ctr" anchorCtr="0" forceAA="0" compatLnSpc="1">
            <a:prstTxWarp prst="textNoShape">
              <a:avLst/>
            </a:prstTxWarp>
            <a:noAutofit/>
          </a:bodyPr>
          <a:lstStyle/>
          <a:p>
            <a:pPr lvl="0" algn="ctr"/>
            <a:endParaRPr lang="en-GB" sz="1013"/>
          </a:p>
        </p:txBody>
      </p:sp>
      <p:sp>
        <p:nvSpPr>
          <p:cNvPr id="16" name="Text Placeholder 6"/>
          <p:cNvSpPr>
            <a:spLocks noGrp="1"/>
          </p:cNvSpPr>
          <p:nvPr>
            <p:ph type="body" sz="quarter" idx="16"/>
          </p:nvPr>
        </p:nvSpPr>
        <p:spPr>
          <a:xfrm>
            <a:off x="171577" y="3753803"/>
            <a:ext cx="5780230" cy="466344"/>
          </a:xfrm>
          <a:prstGeom prst="rect">
            <a:avLst/>
          </a:prstGeom>
        </p:spPr>
        <p:txBody>
          <a:bodyPr anchor="b"/>
          <a:lstStyle>
            <a:lvl1pPr marL="0" indent="0" algn="ctr">
              <a:buNone/>
              <a:defRPr sz="1300" b="1"/>
            </a:lvl1pPr>
          </a:lstStyle>
          <a:p>
            <a:pPr lvl="0"/>
            <a:r>
              <a:rPr lang="en-US" dirty="0"/>
              <a:t>Edit Master text styles</a:t>
            </a:r>
            <a:endParaRPr lang="en-IN" dirty="0"/>
          </a:p>
        </p:txBody>
      </p:sp>
      <p:sp>
        <p:nvSpPr>
          <p:cNvPr id="17" name="Content Placeholder 7"/>
          <p:cNvSpPr>
            <a:spLocks noGrp="1"/>
          </p:cNvSpPr>
          <p:nvPr>
            <p:ph sz="quarter" idx="17"/>
          </p:nvPr>
        </p:nvSpPr>
        <p:spPr>
          <a:xfrm>
            <a:off x="152401" y="4249103"/>
            <a:ext cx="5789613" cy="1965960"/>
          </a:xfrm>
          <a:prstGeom prst="rect">
            <a:avLst/>
          </a:prstGeom>
        </p:spPr>
        <p:txBody>
          <a:bodyPr/>
          <a:lstStyle>
            <a:lvl1pPr marL="228525" indent="-228525">
              <a:lnSpc>
                <a:spcPct val="100000"/>
              </a:lnSpc>
              <a:buFont typeface="Wingdings" panose="05000000000000000000" pitchFamily="2" charset="2"/>
              <a:buChar char="q"/>
              <a:defRPr sz="1200"/>
            </a:lvl1pPr>
            <a:lvl2pPr marL="457063" indent="-228525">
              <a:lnSpc>
                <a:spcPct val="100000"/>
              </a:lnSpc>
              <a:buFont typeface="Wingdings" panose="05000000000000000000" pitchFamily="2" charset="2"/>
              <a:buChar char="Ø"/>
              <a:defRPr sz="1100"/>
            </a:lvl2pPr>
            <a:lvl3pPr marL="685594" indent="-228525">
              <a:lnSpc>
                <a:spcPct val="100000"/>
              </a:lnSpc>
              <a:buFont typeface="Wingdings" panose="05000000000000000000" pitchFamily="2" charset="2"/>
              <a:buChar char="§"/>
              <a:defRPr sz="1000"/>
            </a:lvl3pPr>
            <a:lvl4pPr marL="914126" indent="-228525">
              <a:lnSpc>
                <a:spcPct val="100000"/>
              </a:lnSpc>
              <a:buFont typeface="Courier New" panose="02070309020205020404" pitchFamily="49" charset="0"/>
              <a:buChar char="o"/>
              <a:defRPr sz="900"/>
            </a:lvl4pPr>
            <a:lvl5pPr marL="1142657">
              <a:lnSpc>
                <a:spcPct val="100000"/>
              </a:lnSpc>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339375656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33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Footer Placeholder 2"/>
          <p:cNvSpPr>
            <a:spLocks noGrp="1"/>
          </p:cNvSpPr>
          <p:nvPr>
            <p:ph type="ftr" sz="quarter" idx="10"/>
          </p:nvPr>
        </p:nvSpPr>
        <p:spPr/>
        <p:txBody>
          <a:bodyPr/>
          <a:lstStyle/>
          <a:p>
            <a:r>
              <a:rPr lang="en-US" dirty="0"/>
              <a:t>©2026 Fact.MR, All Rights Reserved</a:t>
            </a:r>
          </a:p>
        </p:txBody>
      </p:sp>
      <p:sp>
        <p:nvSpPr>
          <p:cNvPr id="4" name="Slide Number Placeholder 3"/>
          <p:cNvSpPr>
            <a:spLocks noGrp="1"/>
          </p:cNvSpPr>
          <p:nvPr>
            <p:ph type="sldNum" sz="quarter" idx="11"/>
          </p:nvPr>
        </p:nvSpPr>
        <p:spPr/>
        <p:txBody>
          <a:bodyPr/>
          <a:lstStyle/>
          <a:p>
            <a:fld id="{4B17068C-EB94-40A3-A5F2-664CDD77FDAC}" type="slidenum">
              <a:rPr lang="en-US" smtClean="0"/>
              <a:pPr/>
              <a:t>‹#›</a:t>
            </a:fld>
            <a:endParaRPr lang="en-US" dirty="0"/>
          </a:p>
        </p:txBody>
      </p:sp>
      <p:sp>
        <p:nvSpPr>
          <p:cNvPr id="5" name="Freeform 4"/>
          <p:cNvSpPr/>
          <p:nvPr userDrawn="1"/>
        </p:nvSpPr>
        <p:spPr>
          <a:xfrm>
            <a:off x="157241" y="1066800"/>
            <a:ext cx="5787244"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62" tIns="34281" rIns="68562" bIns="34281" numCol="1" spcCol="0" rtlCol="0" fromWordArt="0" anchor="ctr" anchorCtr="0" forceAA="0" compatLnSpc="1">
            <a:prstTxWarp prst="textNoShape">
              <a:avLst/>
            </a:prstTxWarp>
            <a:noAutofit/>
          </a:bodyPr>
          <a:lstStyle/>
          <a:p>
            <a:pPr lvl="0" algn="ctr"/>
            <a:endParaRPr lang="en-GB" sz="1013"/>
          </a:p>
        </p:txBody>
      </p:sp>
      <p:sp>
        <p:nvSpPr>
          <p:cNvPr id="7" name="Text Placeholder 6"/>
          <p:cNvSpPr>
            <a:spLocks noGrp="1"/>
          </p:cNvSpPr>
          <p:nvPr>
            <p:ph type="body" sz="quarter" idx="12"/>
          </p:nvPr>
        </p:nvSpPr>
        <p:spPr>
          <a:xfrm>
            <a:off x="171577" y="1066800"/>
            <a:ext cx="5780230" cy="466344"/>
          </a:xfrm>
          <a:prstGeom prst="rect">
            <a:avLst/>
          </a:prstGeom>
        </p:spPr>
        <p:txBody>
          <a:bodyPr anchor="b"/>
          <a:lstStyle>
            <a:lvl1pPr marL="0" indent="0" algn="ctr">
              <a:buNone/>
              <a:defRPr sz="1300" b="1"/>
            </a:lvl1pPr>
          </a:lstStyle>
          <a:p>
            <a:pPr lvl="0"/>
            <a:r>
              <a:rPr lang="en-US" dirty="0"/>
              <a:t>Edit Master text styles</a:t>
            </a:r>
            <a:endParaRPr lang="en-IN" dirty="0"/>
          </a:p>
        </p:txBody>
      </p:sp>
      <p:sp>
        <p:nvSpPr>
          <p:cNvPr id="8" name="Content Placeholder 7"/>
          <p:cNvSpPr>
            <a:spLocks noGrp="1"/>
          </p:cNvSpPr>
          <p:nvPr>
            <p:ph sz="quarter" idx="13"/>
          </p:nvPr>
        </p:nvSpPr>
        <p:spPr>
          <a:xfrm>
            <a:off x="152401" y="1562100"/>
            <a:ext cx="5789613" cy="4662488"/>
          </a:xfrm>
          <a:prstGeom prst="rect">
            <a:avLst/>
          </a:prstGeom>
        </p:spPr>
        <p:txBody>
          <a:bodyPr/>
          <a:lstStyle>
            <a:lvl1pPr marL="228525" indent="-228525">
              <a:lnSpc>
                <a:spcPct val="100000"/>
              </a:lnSpc>
              <a:buFont typeface="Wingdings" panose="05000000000000000000" pitchFamily="2" charset="2"/>
              <a:buChar char="q"/>
              <a:defRPr sz="1200"/>
            </a:lvl1pPr>
            <a:lvl2pPr marL="457063" indent="-228525">
              <a:lnSpc>
                <a:spcPct val="100000"/>
              </a:lnSpc>
              <a:buFont typeface="Wingdings" panose="05000000000000000000" pitchFamily="2" charset="2"/>
              <a:buChar char="Ø"/>
              <a:defRPr sz="1100"/>
            </a:lvl2pPr>
            <a:lvl3pPr marL="685594" indent="-228525">
              <a:lnSpc>
                <a:spcPct val="100000"/>
              </a:lnSpc>
              <a:buFont typeface="Wingdings" panose="05000000000000000000" pitchFamily="2" charset="2"/>
              <a:buChar char="§"/>
              <a:defRPr sz="1000"/>
            </a:lvl3pPr>
            <a:lvl4pPr marL="914126" indent="-228525">
              <a:lnSpc>
                <a:spcPct val="100000"/>
              </a:lnSpc>
              <a:buFont typeface="Courier New" panose="02070309020205020404" pitchFamily="49" charset="0"/>
              <a:buChar char="o"/>
              <a:defRPr sz="900"/>
            </a:lvl4pPr>
            <a:lvl5pPr marL="1142657">
              <a:lnSpc>
                <a:spcPct val="100000"/>
              </a:lnSpc>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Freeform 8"/>
          <p:cNvSpPr/>
          <p:nvPr userDrawn="1"/>
        </p:nvSpPr>
        <p:spPr>
          <a:xfrm>
            <a:off x="6200853" y="1066800"/>
            <a:ext cx="5787244"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62" tIns="34281" rIns="68562" bIns="34281" numCol="1" spcCol="0" rtlCol="0" fromWordArt="0" anchor="ctr" anchorCtr="0" forceAA="0" compatLnSpc="1">
            <a:prstTxWarp prst="textNoShape">
              <a:avLst/>
            </a:prstTxWarp>
            <a:noAutofit/>
          </a:bodyPr>
          <a:lstStyle/>
          <a:p>
            <a:pPr lvl="0" algn="ctr"/>
            <a:endParaRPr lang="en-GB" sz="1013"/>
          </a:p>
        </p:txBody>
      </p:sp>
      <p:sp>
        <p:nvSpPr>
          <p:cNvPr id="10" name="Text Placeholder 6"/>
          <p:cNvSpPr>
            <a:spLocks noGrp="1"/>
          </p:cNvSpPr>
          <p:nvPr>
            <p:ph type="body" sz="quarter" idx="14"/>
          </p:nvPr>
        </p:nvSpPr>
        <p:spPr>
          <a:xfrm>
            <a:off x="6215189" y="1066800"/>
            <a:ext cx="5770436" cy="466344"/>
          </a:xfrm>
          <a:prstGeom prst="rect">
            <a:avLst/>
          </a:prstGeom>
        </p:spPr>
        <p:txBody>
          <a:bodyPr anchor="b"/>
          <a:lstStyle>
            <a:lvl1pPr marL="0" indent="0" algn="ctr">
              <a:buNone/>
              <a:defRPr sz="1300" b="1"/>
            </a:lvl1pPr>
          </a:lstStyle>
          <a:p>
            <a:pPr lvl="0"/>
            <a:r>
              <a:rPr lang="en-US" dirty="0"/>
              <a:t>Edit Master text styles</a:t>
            </a:r>
            <a:endParaRPr lang="en-IN" dirty="0"/>
          </a:p>
        </p:txBody>
      </p:sp>
      <p:sp>
        <p:nvSpPr>
          <p:cNvPr id="11" name="Content Placeholder 7"/>
          <p:cNvSpPr>
            <a:spLocks noGrp="1"/>
          </p:cNvSpPr>
          <p:nvPr>
            <p:ph sz="quarter" idx="15"/>
          </p:nvPr>
        </p:nvSpPr>
        <p:spPr>
          <a:xfrm>
            <a:off x="6196013" y="1562100"/>
            <a:ext cx="5789613" cy="1965960"/>
          </a:xfrm>
          <a:prstGeom prst="rect">
            <a:avLst/>
          </a:prstGeom>
        </p:spPr>
        <p:txBody>
          <a:bodyPr/>
          <a:lstStyle>
            <a:lvl1pPr marL="228525" indent="-228525">
              <a:lnSpc>
                <a:spcPct val="100000"/>
              </a:lnSpc>
              <a:buFont typeface="Wingdings" panose="05000000000000000000" pitchFamily="2" charset="2"/>
              <a:buChar char="q"/>
              <a:defRPr sz="1200"/>
            </a:lvl1pPr>
            <a:lvl2pPr marL="457063" indent="-228525">
              <a:lnSpc>
                <a:spcPct val="100000"/>
              </a:lnSpc>
              <a:buFont typeface="Wingdings" panose="05000000000000000000" pitchFamily="2" charset="2"/>
              <a:buChar char="Ø"/>
              <a:defRPr sz="1100"/>
            </a:lvl2pPr>
            <a:lvl3pPr marL="685594" indent="-228525">
              <a:lnSpc>
                <a:spcPct val="100000"/>
              </a:lnSpc>
              <a:buFont typeface="Wingdings" panose="05000000000000000000" pitchFamily="2" charset="2"/>
              <a:buChar char="§"/>
              <a:defRPr sz="1000"/>
            </a:lvl3pPr>
            <a:lvl4pPr marL="914126" indent="-228525">
              <a:lnSpc>
                <a:spcPct val="100000"/>
              </a:lnSpc>
              <a:buFont typeface="Courier New" panose="02070309020205020404" pitchFamily="49" charset="0"/>
              <a:buChar char="o"/>
              <a:defRPr sz="900"/>
            </a:lvl4pPr>
            <a:lvl5pPr marL="1142657">
              <a:lnSpc>
                <a:spcPct val="100000"/>
              </a:lnSpc>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2" name="Freeform 11"/>
          <p:cNvSpPr/>
          <p:nvPr userDrawn="1"/>
        </p:nvSpPr>
        <p:spPr>
          <a:xfrm>
            <a:off x="6198380" y="3753803"/>
            <a:ext cx="5787243"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62" tIns="34281" rIns="68562" bIns="34281" numCol="1" spcCol="0" rtlCol="0" fromWordArt="0" anchor="ctr" anchorCtr="0" forceAA="0" compatLnSpc="1">
            <a:prstTxWarp prst="textNoShape">
              <a:avLst/>
            </a:prstTxWarp>
            <a:noAutofit/>
          </a:bodyPr>
          <a:lstStyle/>
          <a:p>
            <a:pPr lvl="0" algn="ctr"/>
            <a:endParaRPr lang="en-GB" sz="1013"/>
          </a:p>
        </p:txBody>
      </p:sp>
      <p:sp>
        <p:nvSpPr>
          <p:cNvPr id="13" name="Text Placeholder 6"/>
          <p:cNvSpPr>
            <a:spLocks noGrp="1"/>
          </p:cNvSpPr>
          <p:nvPr>
            <p:ph type="body" sz="quarter" idx="16"/>
          </p:nvPr>
        </p:nvSpPr>
        <p:spPr>
          <a:xfrm>
            <a:off x="6205395" y="3753803"/>
            <a:ext cx="5780229" cy="466344"/>
          </a:xfrm>
          <a:prstGeom prst="rect">
            <a:avLst/>
          </a:prstGeom>
        </p:spPr>
        <p:txBody>
          <a:bodyPr anchor="b"/>
          <a:lstStyle>
            <a:lvl1pPr marL="0" indent="0" algn="ctr">
              <a:buNone/>
              <a:defRPr sz="1300" b="1"/>
            </a:lvl1pPr>
          </a:lstStyle>
          <a:p>
            <a:pPr lvl="0"/>
            <a:r>
              <a:rPr lang="en-US" dirty="0"/>
              <a:t>Edit Master text styles</a:t>
            </a:r>
            <a:endParaRPr lang="en-IN" dirty="0"/>
          </a:p>
        </p:txBody>
      </p:sp>
      <p:sp>
        <p:nvSpPr>
          <p:cNvPr id="14" name="Content Placeholder 7"/>
          <p:cNvSpPr>
            <a:spLocks noGrp="1"/>
          </p:cNvSpPr>
          <p:nvPr>
            <p:ph sz="quarter" idx="17"/>
          </p:nvPr>
        </p:nvSpPr>
        <p:spPr>
          <a:xfrm>
            <a:off x="6196013" y="4249103"/>
            <a:ext cx="5789612" cy="1965960"/>
          </a:xfrm>
          <a:prstGeom prst="rect">
            <a:avLst/>
          </a:prstGeom>
        </p:spPr>
        <p:txBody>
          <a:bodyPr/>
          <a:lstStyle>
            <a:lvl1pPr marL="228525" indent="-228525">
              <a:lnSpc>
                <a:spcPct val="100000"/>
              </a:lnSpc>
              <a:buFont typeface="Wingdings" panose="05000000000000000000" pitchFamily="2" charset="2"/>
              <a:buChar char="q"/>
              <a:defRPr sz="1200"/>
            </a:lvl1pPr>
            <a:lvl2pPr marL="457063" indent="-228525">
              <a:lnSpc>
                <a:spcPct val="100000"/>
              </a:lnSpc>
              <a:buFont typeface="Wingdings" panose="05000000000000000000" pitchFamily="2" charset="2"/>
              <a:buChar char="Ø"/>
              <a:defRPr sz="1100"/>
            </a:lvl2pPr>
            <a:lvl3pPr marL="685594" indent="-228525">
              <a:lnSpc>
                <a:spcPct val="100000"/>
              </a:lnSpc>
              <a:buFont typeface="Wingdings" panose="05000000000000000000" pitchFamily="2" charset="2"/>
              <a:buChar char="§"/>
              <a:defRPr sz="1000"/>
            </a:lvl3pPr>
            <a:lvl4pPr marL="914126" indent="-228525">
              <a:lnSpc>
                <a:spcPct val="100000"/>
              </a:lnSpc>
              <a:buFont typeface="Courier New" panose="02070309020205020404" pitchFamily="49" charset="0"/>
              <a:buChar char="o"/>
              <a:defRPr sz="900"/>
            </a:lvl4pPr>
            <a:lvl5pPr marL="1142657">
              <a:lnSpc>
                <a:spcPct val="100000"/>
              </a:lnSpc>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2687177553"/>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34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Footer Placeholder 2"/>
          <p:cNvSpPr>
            <a:spLocks noGrp="1"/>
          </p:cNvSpPr>
          <p:nvPr>
            <p:ph type="ftr" sz="quarter" idx="10"/>
          </p:nvPr>
        </p:nvSpPr>
        <p:spPr/>
        <p:txBody>
          <a:bodyPr/>
          <a:lstStyle/>
          <a:p>
            <a:r>
              <a:rPr lang="en-US" dirty="0"/>
              <a:t>©2026 Fact.MR, All Rights Reserved</a:t>
            </a:r>
          </a:p>
        </p:txBody>
      </p:sp>
      <p:sp>
        <p:nvSpPr>
          <p:cNvPr id="4" name="Slide Number Placeholder 3"/>
          <p:cNvSpPr>
            <a:spLocks noGrp="1"/>
          </p:cNvSpPr>
          <p:nvPr>
            <p:ph type="sldNum" sz="quarter" idx="11"/>
          </p:nvPr>
        </p:nvSpPr>
        <p:spPr/>
        <p:txBody>
          <a:bodyPr/>
          <a:lstStyle/>
          <a:p>
            <a:fld id="{4B17068C-EB94-40A3-A5F2-664CDD77FDAC}" type="slidenum">
              <a:rPr lang="en-US" smtClean="0"/>
              <a:pPr/>
              <a:t>‹#›</a:t>
            </a:fld>
            <a:endParaRPr lang="en-US" dirty="0"/>
          </a:p>
        </p:txBody>
      </p:sp>
      <p:sp>
        <p:nvSpPr>
          <p:cNvPr id="9" name="Freeform 8"/>
          <p:cNvSpPr/>
          <p:nvPr userDrawn="1"/>
        </p:nvSpPr>
        <p:spPr>
          <a:xfrm>
            <a:off x="6200853" y="1066800"/>
            <a:ext cx="5787244"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62" tIns="34281" rIns="68562" bIns="34281" numCol="1" spcCol="0" rtlCol="0" fromWordArt="0" anchor="ctr" anchorCtr="0" forceAA="0" compatLnSpc="1">
            <a:prstTxWarp prst="textNoShape">
              <a:avLst/>
            </a:prstTxWarp>
            <a:noAutofit/>
          </a:bodyPr>
          <a:lstStyle/>
          <a:p>
            <a:pPr lvl="0" algn="ctr"/>
            <a:endParaRPr lang="en-GB" sz="1013"/>
          </a:p>
        </p:txBody>
      </p:sp>
      <p:sp>
        <p:nvSpPr>
          <p:cNvPr id="10" name="Text Placeholder 6"/>
          <p:cNvSpPr>
            <a:spLocks noGrp="1"/>
          </p:cNvSpPr>
          <p:nvPr>
            <p:ph type="body" sz="quarter" idx="14"/>
          </p:nvPr>
        </p:nvSpPr>
        <p:spPr>
          <a:xfrm>
            <a:off x="6215189" y="1066800"/>
            <a:ext cx="5770436" cy="466344"/>
          </a:xfrm>
          <a:prstGeom prst="rect">
            <a:avLst/>
          </a:prstGeom>
        </p:spPr>
        <p:txBody>
          <a:bodyPr anchor="b"/>
          <a:lstStyle>
            <a:lvl1pPr marL="0" indent="0" algn="ctr">
              <a:buNone/>
              <a:defRPr sz="1300" b="1"/>
            </a:lvl1pPr>
          </a:lstStyle>
          <a:p>
            <a:pPr lvl="0"/>
            <a:r>
              <a:rPr lang="en-US" dirty="0"/>
              <a:t>Edit Master text styles</a:t>
            </a:r>
            <a:endParaRPr lang="en-IN" dirty="0"/>
          </a:p>
        </p:txBody>
      </p:sp>
      <p:sp>
        <p:nvSpPr>
          <p:cNvPr id="11" name="Content Placeholder 7"/>
          <p:cNvSpPr>
            <a:spLocks noGrp="1"/>
          </p:cNvSpPr>
          <p:nvPr>
            <p:ph sz="quarter" idx="15"/>
          </p:nvPr>
        </p:nvSpPr>
        <p:spPr>
          <a:xfrm>
            <a:off x="6196013" y="1562100"/>
            <a:ext cx="5789613" cy="1965960"/>
          </a:xfrm>
          <a:prstGeom prst="rect">
            <a:avLst/>
          </a:prstGeom>
        </p:spPr>
        <p:txBody>
          <a:bodyPr/>
          <a:lstStyle>
            <a:lvl1pPr marL="228525" indent="-228525">
              <a:lnSpc>
                <a:spcPct val="100000"/>
              </a:lnSpc>
              <a:buFont typeface="Wingdings" panose="05000000000000000000" pitchFamily="2" charset="2"/>
              <a:buChar char="q"/>
              <a:defRPr sz="1200"/>
            </a:lvl1pPr>
            <a:lvl2pPr marL="457063" indent="-228525">
              <a:lnSpc>
                <a:spcPct val="100000"/>
              </a:lnSpc>
              <a:buFont typeface="Wingdings" panose="05000000000000000000" pitchFamily="2" charset="2"/>
              <a:buChar char="Ø"/>
              <a:defRPr sz="1100"/>
            </a:lvl2pPr>
            <a:lvl3pPr marL="685594" indent="-228525">
              <a:lnSpc>
                <a:spcPct val="100000"/>
              </a:lnSpc>
              <a:buFont typeface="Wingdings" panose="05000000000000000000" pitchFamily="2" charset="2"/>
              <a:buChar char="§"/>
              <a:defRPr sz="1000"/>
            </a:lvl3pPr>
            <a:lvl4pPr marL="914126" indent="-228525">
              <a:lnSpc>
                <a:spcPct val="100000"/>
              </a:lnSpc>
              <a:buFont typeface="Courier New" panose="02070309020205020404" pitchFamily="49" charset="0"/>
              <a:buChar char="o"/>
              <a:defRPr sz="900"/>
            </a:lvl4pPr>
            <a:lvl5pPr marL="1142657">
              <a:lnSpc>
                <a:spcPct val="100000"/>
              </a:lnSpc>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2" name="Freeform 11"/>
          <p:cNvSpPr/>
          <p:nvPr userDrawn="1"/>
        </p:nvSpPr>
        <p:spPr>
          <a:xfrm>
            <a:off x="6198380" y="3753803"/>
            <a:ext cx="5787243"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62" tIns="34281" rIns="68562" bIns="34281" numCol="1" spcCol="0" rtlCol="0" fromWordArt="0" anchor="ctr" anchorCtr="0" forceAA="0" compatLnSpc="1">
            <a:prstTxWarp prst="textNoShape">
              <a:avLst/>
            </a:prstTxWarp>
            <a:noAutofit/>
          </a:bodyPr>
          <a:lstStyle/>
          <a:p>
            <a:pPr lvl="0" algn="ctr"/>
            <a:endParaRPr lang="en-GB" sz="1013"/>
          </a:p>
        </p:txBody>
      </p:sp>
      <p:sp>
        <p:nvSpPr>
          <p:cNvPr id="13" name="Text Placeholder 6"/>
          <p:cNvSpPr>
            <a:spLocks noGrp="1"/>
          </p:cNvSpPr>
          <p:nvPr>
            <p:ph type="body" sz="quarter" idx="16"/>
          </p:nvPr>
        </p:nvSpPr>
        <p:spPr>
          <a:xfrm>
            <a:off x="6205395" y="3753803"/>
            <a:ext cx="5780229" cy="466344"/>
          </a:xfrm>
          <a:prstGeom prst="rect">
            <a:avLst/>
          </a:prstGeom>
        </p:spPr>
        <p:txBody>
          <a:bodyPr anchor="b"/>
          <a:lstStyle>
            <a:lvl1pPr marL="0" indent="0" algn="ctr">
              <a:buNone/>
              <a:defRPr sz="1300" b="1"/>
            </a:lvl1pPr>
          </a:lstStyle>
          <a:p>
            <a:pPr lvl="0"/>
            <a:r>
              <a:rPr lang="en-US" dirty="0"/>
              <a:t>Edit Master text styles</a:t>
            </a:r>
            <a:endParaRPr lang="en-IN" dirty="0"/>
          </a:p>
        </p:txBody>
      </p:sp>
      <p:sp>
        <p:nvSpPr>
          <p:cNvPr id="14" name="Content Placeholder 7"/>
          <p:cNvSpPr>
            <a:spLocks noGrp="1"/>
          </p:cNvSpPr>
          <p:nvPr>
            <p:ph sz="quarter" idx="17"/>
          </p:nvPr>
        </p:nvSpPr>
        <p:spPr>
          <a:xfrm>
            <a:off x="6196013" y="4249103"/>
            <a:ext cx="5789612" cy="1965960"/>
          </a:xfrm>
          <a:prstGeom prst="rect">
            <a:avLst/>
          </a:prstGeom>
        </p:spPr>
        <p:txBody>
          <a:bodyPr/>
          <a:lstStyle>
            <a:lvl1pPr marL="228525" indent="-228525">
              <a:lnSpc>
                <a:spcPct val="100000"/>
              </a:lnSpc>
              <a:buFont typeface="Wingdings" panose="05000000000000000000" pitchFamily="2" charset="2"/>
              <a:buChar char="q"/>
              <a:defRPr sz="1200"/>
            </a:lvl1pPr>
            <a:lvl2pPr marL="457063" indent="-228525">
              <a:lnSpc>
                <a:spcPct val="100000"/>
              </a:lnSpc>
              <a:buFont typeface="Wingdings" panose="05000000000000000000" pitchFamily="2" charset="2"/>
              <a:buChar char="Ø"/>
              <a:defRPr sz="1100"/>
            </a:lvl2pPr>
            <a:lvl3pPr marL="685594" indent="-228525">
              <a:lnSpc>
                <a:spcPct val="100000"/>
              </a:lnSpc>
              <a:buFont typeface="Wingdings" panose="05000000000000000000" pitchFamily="2" charset="2"/>
              <a:buChar char="§"/>
              <a:defRPr sz="1000"/>
            </a:lvl3pPr>
            <a:lvl4pPr marL="914126" indent="-228525">
              <a:lnSpc>
                <a:spcPct val="100000"/>
              </a:lnSpc>
              <a:buFont typeface="Courier New" panose="02070309020205020404" pitchFamily="49" charset="0"/>
              <a:buChar char="o"/>
              <a:defRPr sz="900"/>
            </a:lvl4pPr>
            <a:lvl5pPr marL="1142657">
              <a:lnSpc>
                <a:spcPct val="100000"/>
              </a:lnSpc>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102670129"/>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35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Footer Placeholder 2"/>
          <p:cNvSpPr>
            <a:spLocks noGrp="1"/>
          </p:cNvSpPr>
          <p:nvPr>
            <p:ph type="ftr" sz="quarter" idx="10"/>
          </p:nvPr>
        </p:nvSpPr>
        <p:spPr/>
        <p:txBody>
          <a:bodyPr/>
          <a:lstStyle/>
          <a:p>
            <a:r>
              <a:rPr lang="en-US" dirty="0"/>
              <a:t>©2026 Fact.MR, All Rights Reserved</a:t>
            </a:r>
          </a:p>
        </p:txBody>
      </p:sp>
      <p:sp>
        <p:nvSpPr>
          <p:cNvPr id="4" name="Slide Number Placeholder 3"/>
          <p:cNvSpPr>
            <a:spLocks noGrp="1"/>
          </p:cNvSpPr>
          <p:nvPr>
            <p:ph type="sldNum" sz="quarter" idx="11"/>
          </p:nvPr>
        </p:nvSpPr>
        <p:spPr/>
        <p:txBody>
          <a:bodyPr/>
          <a:lstStyle/>
          <a:p>
            <a:fld id="{4B17068C-EB94-40A3-A5F2-664CDD77FDAC}" type="slidenum">
              <a:rPr lang="en-US" smtClean="0"/>
              <a:pPr/>
              <a:t>‹#›</a:t>
            </a:fld>
            <a:endParaRPr lang="en-US" dirty="0"/>
          </a:p>
        </p:txBody>
      </p:sp>
      <p:sp>
        <p:nvSpPr>
          <p:cNvPr id="5" name="Freeform 4"/>
          <p:cNvSpPr/>
          <p:nvPr userDrawn="1"/>
        </p:nvSpPr>
        <p:spPr>
          <a:xfrm>
            <a:off x="157241" y="1066800"/>
            <a:ext cx="5787244"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62" tIns="34281" rIns="68562" bIns="34281" numCol="1" spcCol="0" rtlCol="0" fromWordArt="0" anchor="ctr" anchorCtr="0" forceAA="0" compatLnSpc="1">
            <a:prstTxWarp prst="textNoShape">
              <a:avLst/>
            </a:prstTxWarp>
            <a:noAutofit/>
          </a:bodyPr>
          <a:lstStyle/>
          <a:p>
            <a:pPr lvl="0" algn="ctr"/>
            <a:endParaRPr lang="en-GB" sz="1013"/>
          </a:p>
        </p:txBody>
      </p:sp>
      <p:sp>
        <p:nvSpPr>
          <p:cNvPr id="7" name="Text Placeholder 6"/>
          <p:cNvSpPr>
            <a:spLocks noGrp="1"/>
          </p:cNvSpPr>
          <p:nvPr>
            <p:ph type="body" sz="quarter" idx="12"/>
          </p:nvPr>
        </p:nvSpPr>
        <p:spPr>
          <a:xfrm>
            <a:off x="171577" y="1066800"/>
            <a:ext cx="5780230" cy="466344"/>
          </a:xfrm>
          <a:prstGeom prst="rect">
            <a:avLst/>
          </a:prstGeom>
        </p:spPr>
        <p:txBody>
          <a:bodyPr anchor="b"/>
          <a:lstStyle>
            <a:lvl1pPr marL="0" indent="0" algn="ctr">
              <a:buNone/>
              <a:defRPr sz="1300" b="1"/>
            </a:lvl1pPr>
          </a:lstStyle>
          <a:p>
            <a:pPr lvl="0"/>
            <a:r>
              <a:rPr lang="en-US" dirty="0"/>
              <a:t>Edit Master text styles</a:t>
            </a:r>
            <a:endParaRPr lang="en-IN" dirty="0"/>
          </a:p>
        </p:txBody>
      </p:sp>
      <p:sp>
        <p:nvSpPr>
          <p:cNvPr id="8" name="Content Placeholder 7"/>
          <p:cNvSpPr>
            <a:spLocks noGrp="1"/>
          </p:cNvSpPr>
          <p:nvPr>
            <p:ph sz="quarter" idx="13"/>
          </p:nvPr>
        </p:nvSpPr>
        <p:spPr>
          <a:xfrm>
            <a:off x="152401" y="1562100"/>
            <a:ext cx="5789613" cy="1965960"/>
          </a:xfrm>
          <a:prstGeom prst="rect">
            <a:avLst/>
          </a:prstGeom>
        </p:spPr>
        <p:txBody>
          <a:bodyPr/>
          <a:lstStyle>
            <a:lvl1pPr marL="228525" indent="-228525">
              <a:lnSpc>
                <a:spcPct val="100000"/>
              </a:lnSpc>
              <a:buFont typeface="Wingdings" panose="05000000000000000000" pitchFamily="2" charset="2"/>
              <a:buChar char="q"/>
              <a:defRPr sz="1200"/>
            </a:lvl1pPr>
            <a:lvl2pPr marL="457063" indent="-228525">
              <a:lnSpc>
                <a:spcPct val="100000"/>
              </a:lnSpc>
              <a:buFont typeface="Wingdings" panose="05000000000000000000" pitchFamily="2" charset="2"/>
              <a:buChar char="Ø"/>
              <a:defRPr sz="1100"/>
            </a:lvl2pPr>
            <a:lvl3pPr marL="685594" indent="-228525">
              <a:lnSpc>
                <a:spcPct val="100000"/>
              </a:lnSpc>
              <a:buFont typeface="Wingdings" panose="05000000000000000000" pitchFamily="2" charset="2"/>
              <a:buChar char="§"/>
              <a:defRPr sz="1000"/>
            </a:lvl3pPr>
            <a:lvl4pPr marL="914126" indent="-228525">
              <a:lnSpc>
                <a:spcPct val="100000"/>
              </a:lnSpc>
              <a:buFont typeface="Courier New" panose="02070309020205020404" pitchFamily="49" charset="0"/>
              <a:buChar char="o"/>
              <a:defRPr sz="900"/>
            </a:lvl4pPr>
            <a:lvl5pPr marL="1142657">
              <a:lnSpc>
                <a:spcPct val="100000"/>
              </a:lnSpc>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Freeform 8"/>
          <p:cNvSpPr/>
          <p:nvPr userDrawn="1"/>
        </p:nvSpPr>
        <p:spPr>
          <a:xfrm>
            <a:off x="6200853" y="1066800"/>
            <a:ext cx="5787244"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62" tIns="34281" rIns="68562" bIns="34281" numCol="1" spcCol="0" rtlCol="0" fromWordArt="0" anchor="ctr" anchorCtr="0" forceAA="0" compatLnSpc="1">
            <a:prstTxWarp prst="textNoShape">
              <a:avLst/>
            </a:prstTxWarp>
            <a:noAutofit/>
          </a:bodyPr>
          <a:lstStyle/>
          <a:p>
            <a:pPr lvl="0" algn="ctr"/>
            <a:endParaRPr lang="en-GB" sz="1013"/>
          </a:p>
        </p:txBody>
      </p:sp>
      <p:sp>
        <p:nvSpPr>
          <p:cNvPr id="10" name="Text Placeholder 6"/>
          <p:cNvSpPr>
            <a:spLocks noGrp="1"/>
          </p:cNvSpPr>
          <p:nvPr>
            <p:ph type="body" sz="quarter" idx="14"/>
          </p:nvPr>
        </p:nvSpPr>
        <p:spPr>
          <a:xfrm>
            <a:off x="6215189" y="1066800"/>
            <a:ext cx="5770436" cy="466344"/>
          </a:xfrm>
          <a:prstGeom prst="rect">
            <a:avLst/>
          </a:prstGeom>
        </p:spPr>
        <p:txBody>
          <a:bodyPr anchor="b"/>
          <a:lstStyle>
            <a:lvl1pPr marL="0" indent="0" algn="ctr">
              <a:buNone/>
              <a:defRPr sz="1300" b="1"/>
            </a:lvl1pPr>
          </a:lstStyle>
          <a:p>
            <a:pPr lvl="0"/>
            <a:r>
              <a:rPr lang="en-US" dirty="0"/>
              <a:t>Edit Master text styles</a:t>
            </a:r>
            <a:endParaRPr lang="en-IN" dirty="0"/>
          </a:p>
        </p:txBody>
      </p:sp>
      <p:sp>
        <p:nvSpPr>
          <p:cNvPr id="11" name="Content Placeholder 7"/>
          <p:cNvSpPr>
            <a:spLocks noGrp="1"/>
          </p:cNvSpPr>
          <p:nvPr>
            <p:ph sz="quarter" idx="15"/>
          </p:nvPr>
        </p:nvSpPr>
        <p:spPr>
          <a:xfrm>
            <a:off x="6196013" y="1562100"/>
            <a:ext cx="5789613" cy="1965960"/>
          </a:xfrm>
          <a:prstGeom prst="rect">
            <a:avLst/>
          </a:prstGeom>
        </p:spPr>
        <p:txBody>
          <a:bodyPr/>
          <a:lstStyle>
            <a:lvl1pPr marL="228525" indent="-228525">
              <a:lnSpc>
                <a:spcPct val="100000"/>
              </a:lnSpc>
              <a:buFont typeface="Wingdings" panose="05000000000000000000" pitchFamily="2" charset="2"/>
              <a:buChar char="q"/>
              <a:defRPr sz="1200"/>
            </a:lvl1pPr>
            <a:lvl2pPr marL="457063" indent="-228525">
              <a:lnSpc>
                <a:spcPct val="100000"/>
              </a:lnSpc>
              <a:buFont typeface="Wingdings" panose="05000000000000000000" pitchFamily="2" charset="2"/>
              <a:buChar char="Ø"/>
              <a:defRPr sz="1100"/>
            </a:lvl2pPr>
            <a:lvl3pPr marL="685594" indent="-228525">
              <a:lnSpc>
                <a:spcPct val="100000"/>
              </a:lnSpc>
              <a:buFont typeface="Wingdings" panose="05000000000000000000" pitchFamily="2" charset="2"/>
              <a:buChar char="§"/>
              <a:defRPr sz="1000"/>
            </a:lvl3pPr>
            <a:lvl4pPr marL="914126" indent="-228525">
              <a:lnSpc>
                <a:spcPct val="100000"/>
              </a:lnSpc>
              <a:buFont typeface="Courier New" panose="02070309020205020404" pitchFamily="49" charset="0"/>
              <a:buChar char="o"/>
              <a:defRPr sz="900"/>
            </a:lvl4pPr>
            <a:lvl5pPr marL="1142657">
              <a:lnSpc>
                <a:spcPct val="100000"/>
              </a:lnSpc>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5" name="Freeform 14"/>
          <p:cNvSpPr/>
          <p:nvPr userDrawn="1"/>
        </p:nvSpPr>
        <p:spPr>
          <a:xfrm>
            <a:off x="157241" y="3753803"/>
            <a:ext cx="5787244"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62" tIns="34281" rIns="68562" bIns="34281" numCol="1" spcCol="0" rtlCol="0" fromWordArt="0" anchor="ctr" anchorCtr="0" forceAA="0" compatLnSpc="1">
            <a:prstTxWarp prst="textNoShape">
              <a:avLst/>
            </a:prstTxWarp>
            <a:noAutofit/>
          </a:bodyPr>
          <a:lstStyle/>
          <a:p>
            <a:pPr lvl="0" algn="ctr"/>
            <a:endParaRPr lang="en-GB" sz="1013"/>
          </a:p>
        </p:txBody>
      </p:sp>
      <p:sp>
        <p:nvSpPr>
          <p:cNvPr id="16" name="Text Placeholder 6"/>
          <p:cNvSpPr>
            <a:spLocks noGrp="1"/>
          </p:cNvSpPr>
          <p:nvPr>
            <p:ph type="body" sz="quarter" idx="16"/>
          </p:nvPr>
        </p:nvSpPr>
        <p:spPr>
          <a:xfrm>
            <a:off x="171577" y="3753803"/>
            <a:ext cx="5780230" cy="466344"/>
          </a:xfrm>
          <a:prstGeom prst="rect">
            <a:avLst/>
          </a:prstGeom>
        </p:spPr>
        <p:txBody>
          <a:bodyPr anchor="b"/>
          <a:lstStyle>
            <a:lvl1pPr marL="0" indent="0" algn="ctr">
              <a:buNone/>
              <a:defRPr sz="1300" b="1"/>
            </a:lvl1pPr>
          </a:lstStyle>
          <a:p>
            <a:pPr lvl="0"/>
            <a:r>
              <a:rPr lang="en-US" dirty="0"/>
              <a:t>Edit Master text styles</a:t>
            </a:r>
            <a:endParaRPr lang="en-IN" dirty="0"/>
          </a:p>
        </p:txBody>
      </p:sp>
      <p:sp>
        <p:nvSpPr>
          <p:cNvPr id="17" name="Content Placeholder 7"/>
          <p:cNvSpPr>
            <a:spLocks noGrp="1"/>
          </p:cNvSpPr>
          <p:nvPr>
            <p:ph sz="quarter" idx="17"/>
          </p:nvPr>
        </p:nvSpPr>
        <p:spPr>
          <a:xfrm>
            <a:off x="152401" y="4249103"/>
            <a:ext cx="5789613" cy="1965960"/>
          </a:xfrm>
          <a:prstGeom prst="rect">
            <a:avLst/>
          </a:prstGeom>
        </p:spPr>
        <p:txBody>
          <a:bodyPr/>
          <a:lstStyle>
            <a:lvl1pPr marL="228525" indent="-228525">
              <a:lnSpc>
                <a:spcPct val="100000"/>
              </a:lnSpc>
              <a:buFont typeface="Wingdings" panose="05000000000000000000" pitchFamily="2" charset="2"/>
              <a:buChar char="q"/>
              <a:defRPr sz="1200"/>
            </a:lvl1pPr>
            <a:lvl2pPr marL="457063" indent="-228525">
              <a:lnSpc>
                <a:spcPct val="100000"/>
              </a:lnSpc>
              <a:buFont typeface="Wingdings" panose="05000000000000000000" pitchFamily="2" charset="2"/>
              <a:buChar char="Ø"/>
              <a:defRPr sz="1100"/>
            </a:lvl2pPr>
            <a:lvl3pPr marL="685594" indent="-228525">
              <a:lnSpc>
                <a:spcPct val="100000"/>
              </a:lnSpc>
              <a:buFont typeface="Wingdings" panose="05000000000000000000" pitchFamily="2" charset="2"/>
              <a:buChar char="§"/>
              <a:defRPr sz="1000"/>
            </a:lvl3pPr>
            <a:lvl4pPr marL="914126" indent="-228525">
              <a:lnSpc>
                <a:spcPct val="100000"/>
              </a:lnSpc>
              <a:buFont typeface="Courier New" panose="02070309020205020404" pitchFamily="49" charset="0"/>
              <a:buChar char="o"/>
              <a:defRPr sz="900"/>
            </a:lvl4pPr>
            <a:lvl5pPr marL="1142657">
              <a:lnSpc>
                <a:spcPct val="100000"/>
              </a:lnSpc>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3353334984"/>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36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Footer Placeholder 2"/>
          <p:cNvSpPr>
            <a:spLocks noGrp="1"/>
          </p:cNvSpPr>
          <p:nvPr>
            <p:ph type="ftr" sz="quarter" idx="10"/>
          </p:nvPr>
        </p:nvSpPr>
        <p:spPr/>
        <p:txBody>
          <a:bodyPr/>
          <a:lstStyle/>
          <a:p>
            <a:r>
              <a:rPr lang="en-US" dirty="0"/>
              <a:t>©2026 Fact.MR, All Rights Reserved</a:t>
            </a:r>
          </a:p>
        </p:txBody>
      </p:sp>
      <p:sp>
        <p:nvSpPr>
          <p:cNvPr id="4" name="Slide Number Placeholder 3"/>
          <p:cNvSpPr>
            <a:spLocks noGrp="1"/>
          </p:cNvSpPr>
          <p:nvPr>
            <p:ph type="sldNum" sz="quarter" idx="11"/>
          </p:nvPr>
        </p:nvSpPr>
        <p:spPr/>
        <p:txBody>
          <a:bodyPr/>
          <a:lstStyle/>
          <a:p>
            <a:fld id="{4B17068C-EB94-40A3-A5F2-664CDD77FDAC}" type="slidenum">
              <a:rPr lang="en-US" smtClean="0"/>
              <a:pPr/>
              <a:t>‹#›</a:t>
            </a:fld>
            <a:endParaRPr lang="en-US" dirty="0"/>
          </a:p>
        </p:txBody>
      </p:sp>
      <p:sp>
        <p:nvSpPr>
          <p:cNvPr id="5" name="Freeform 4"/>
          <p:cNvSpPr/>
          <p:nvPr userDrawn="1"/>
        </p:nvSpPr>
        <p:spPr>
          <a:xfrm>
            <a:off x="157241" y="1066800"/>
            <a:ext cx="5787244"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62" tIns="34281" rIns="68562" bIns="34281" numCol="1" spcCol="0" rtlCol="0" fromWordArt="0" anchor="ctr" anchorCtr="0" forceAA="0" compatLnSpc="1">
            <a:prstTxWarp prst="textNoShape">
              <a:avLst/>
            </a:prstTxWarp>
            <a:noAutofit/>
          </a:bodyPr>
          <a:lstStyle/>
          <a:p>
            <a:pPr lvl="0" algn="ctr"/>
            <a:endParaRPr lang="en-GB" sz="1013"/>
          </a:p>
        </p:txBody>
      </p:sp>
      <p:sp>
        <p:nvSpPr>
          <p:cNvPr id="7" name="Text Placeholder 6"/>
          <p:cNvSpPr>
            <a:spLocks noGrp="1"/>
          </p:cNvSpPr>
          <p:nvPr>
            <p:ph type="body" sz="quarter" idx="12"/>
          </p:nvPr>
        </p:nvSpPr>
        <p:spPr>
          <a:xfrm>
            <a:off x="171577" y="1066800"/>
            <a:ext cx="5780230" cy="466344"/>
          </a:xfrm>
          <a:prstGeom prst="rect">
            <a:avLst/>
          </a:prstGeom>
        </p:spPr>
        <p:txBody>
          <a:bodyPr anchor="b"/>
          <a:lstStyle>
            <a:lvl1pPr marL="0" indent="0" algn="ctr">
              <a:buNone/>
              <a:defRPr sz="1300" b="1"/>
            </a:lvl1pPr>
          </a:lstStyle>
          <a:p>
            <a:pPr lvl="0"/>
            <a:r>
              <a:rPr lang="en-US" dirty="0"/>
              <a:t>Edit Master text styles</a:t>
            </a:r>
            <a:endParaRPr lang="en-IN" dirty="0"/>
          </a:p>
        </p:txBody>
      </p:sp>
      <p:sp>
        <p:nvSpPr>
          <p:cNvPr id="8" name="Content Placeholder 7"/>
          <p:cNvSpPr>
            <a:spLocks noGrp="1"/>
          </p:cNvSpPr>
          <p:nvPr>
            <p:ph sz="quarter" idx="13"/>
          </p:nvPr>
        </p:nvSpPr>
        <p:spPr>
          <a:xfrm>
            <a:off x="152401" y="1562100"/>
            <a:ext cx="5789613" cy="1965960"/>
          </a:xfrm>
          <a:prstGeom prst="rect">
            <a:avLst/>
          </a:prstGeom>
        </p:spPr>
        <p:txBody>
          <a:bodyPr/>
          <a:lstStyle>
            <a:lvl1pPr marL="228525" indent="-228525">
              <a:lnSpc>
                <a:spcPct val="100000"/>
              </a:lnSpc>
              <a:buFont typeface="Wingdings" panose="05000000000000000000" pitchFamily="2" charset="2"/>
              <a:buChar char="q"/>
              <a:defRPr sz="1200"/>
            </a:lvl1pPr>
            <a:lvl2pPr marL="457063" indent="-228525">
              <a:lnSpc>
                <a:spcPct val="100000"/>
              </a:lnSpc>
              <a:buFont typeface="Wingdings" panose="05000000000000000000" pitchFamily="2" charset="2"/>
              <a:buChar char="Ø"/>
              <a:defRPr sz="1100"/>
            </a:lvl2pPr>
            <a:lvl3pPr marL="685594" indent="-228525">
              <a:lnSpc>
                <a:spcPct val="100000"/>
              </a:lnSpc>
              <a:buFont typeface="Wingdings" panose="05000000000000000000" pitchFamily="2" charset="2"/>
              <a:buChar char="§"/>
              <a:defRPr sz="1000"/>
            </a:lvl3pPr>
            <a:lvl4pPr marL="914126" indent="-228525">
              <a:lnSpc>
                <a:spcPct val="100000"/>
              </a:lnSpc>
              <a:buFont typeface="Courier New" panose="02070309020205020404" pitchFamily="49" charset="0"/>
              <a:buChar char="o"/>
              <a:defRPr sz="900"/>
            </a:lvl4pPr>
            <a:lvl5pPr marL="1142657">
              <a:lnSpc>
                <a:spcPct val="100000"/>
              </a:lnSpc>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Freeform 8"/>
          <p:cNvSpPr/>
          <p:nvPr userDrawn="1"/>
        </p:nvSpPr>
        <p:spPr>
          <a:xfrm>
            <a:off x="6200853" y="1066800"/>
            <a:ext cx="5787244"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62" tIns="34281" rIns="68562" bIns="34281" numCol="1" spcCol="0" rtlCol="0" fromWordArt="0" anchor="ctr" anchorCtr="0" forceAA="0" compatLnSpc="1">
            <a:prstTxWarp prst="textNoShape">
              <a:avLst/>
            </a:prstTxWarp>
            <a:noAutofit/>
          </a:bodyPr>
          <a:lstStyle/>
          <a:p>
            <a:pPr lvl="0" algn="ctr"/>
            <a:endParaRPr lang="en-GB" sz="1013"/>
          </a:p>
        </p:txBody>
      </p:sp>
      <p:sp>
        <p:nvSpPr>
          <p:cNvPr id="10" name="Text Placeholder 6"/>
          <p:cNvSpPr>
            <a:spLocks noGrp="1"/>
          </p:cNvSpPr>
          <p:nvPr>
            <p:ph type="body" sz="quarter" idx="14"/>
          </p:nvPr>
        </p:nvSpPr>
        <p:spPr>
          <a:xfrm>
            <a:off x="6215189" y="1066800"/>
            <a:ext cx="5770436" cy="466344"/>
          </a:xfrm>
          <a:prstGeom prst="rect">
            <a:avLst/>
          </a:prstGeom>
        </p:spPr>
        <p:txBody>
          <a:bodyPr anchor="b"/>
          <a:lstStyle>
            <a:lvl1pPr marL="0" indent="0" algn="ctr">
              <a:buNone/>
              <a:defRPr sz="1300" b="1"/>
            </a:lvl1pPr>
          </a:lstStyle>
          <a:p>
            <a:pPr lvl="0"/>
            <a:r>
              <a:rPr lang="en-US" dirty="0"/>
              <a:t>Edit Master text styles</a:t>
            </a:r>
            <a:endParaRPr lang="en-IN" dirty="0"/>
          </a:p>
        </p:txBody>
      </p:sp>
      <p:sp>
        <p:nvSpPr>
          <p:cNvPr id="11" name="Content Placeholder 7"/>
          <p:cNvSpPr>
            <a:spLocks noGrp="1"/>
          </p:cNvSpPr>
          <p:nvPr>
            <p:ph sz="quarter" idx="15"/>
          </p:nvPr>
        </p:nvSpPr>
        <p:spPr>
          <a:xfrm>
            <a:off x="6196013" y="1562100"/>
            <a:ext cx="5789613" cy="1965960"/>
          </a:xfrm>
          <a:prstGeom prst="rect">
            <a:avLst/>
          </a:prstGeom>
        </p:spPr>
        <p:txBody>
          <a:bodyPr/>
          <a:lstStyle>
            <a:lvl1pPr marL="228525" indent="-228525">
              <a:lnSpc>
                <a:spcPct val="100000"/>
              </a:lnSpc>
              <a:buFont typeface="Wingdings" panose="05000000000000000000" pitchFamily="2" charset="2"/>
              <a:buChar char="q"/>
              <a:defRPr sz="1200"/>
            </a:lvl1pPr>
            <a:lvl2pPr marL="457063" indent="-228525">
              <a:lnSpc>
                <a:spcPct val="100000"/>
              </a:lnSpc>
              <a:buFont typeface="Wingdings" panose="05000000000000000000" pitchFamily="2" charset="2"/>
              <a:buChar char="Ø"/>
              <a:defRPr sz="1100"/>
            </a:lvl2pPr>
            <a:lvl3pPr marL="685594" indent="-228525">
              <a:lnSpc>
                <a:spcPct val="100000"/>
              </a:lnSpc>
              <a:buFont typeface="Wingdings" panose="05000000000000000000" pitchFamily="2" charset="2"/>
              <a:buChar char="§"/>
              <a:defRPr sz="1000"/>
            </a:lvl3pPr>
            <a:lvl4pPr marL="914126" indent="-228525">
              <a:lnSpc>
                <a:spcPct val="100000"/>
              </a:lnSpc>
              <a:buFont typeface="Courier New" panose="02070309020205020404" pitchFamily="49" charset="0"/>
              <a:buChar char="o"/>
              <a:defRPr sz="900"/>
            </a:lvl4pPr>
            <a:lvl5pPr marL="1142657">
              <a:lnSpc>
                <a:spcPct val="100000"/>
              </a:lnSpc>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5" name="Freeform 14"/>
          <p:cNvSpPr/>
          <p:nvPr userDrawn="1"/>
        </p:nvSpPr>
        <p:spPr>
          <a:xfrm>
            <a:off x="157241" y="3753803"/>
            <a:ext cx="5787244"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62" tIns="34281" rIns="68562" bIns="34281" numCol="1" spcCol="0" rtlCol="0" fromWordArt="0" anchor="ctr" anchorCtr="0" forceAA="0" compatLnSpc="1">
            <a:prstTxWarp prst="textNoShape">
              <a:avLst/>
            </a:prstTxWarp>
            <a:noAutofit/>
          </a:bodyPr>
          <a:lstStyle/>
          <a:p>
            <a:pPr lvl="0" algn="ctr"/>
            <a:endParaRPr lang="en-GB" sz="1013"/>
          </a:p>
        </p:txBody>
      </p:sp>
      <p:sp>
        <p:nvSpPr>
          <p:cNvPr id="16" name="Text Placeholder 6"/>
          <p:cNvSpPr>
            <a:spLocks noGrp="1"/>
          </p:cNvSpPr>
          <p:nvPr>
            <p:ph type="body" sz="quarter" idx="16"/>
          </p:nvPr>
        </p:nvSpPr>
        <p:spPr>
          <a:xfrm>
            <a:off x="171577" y="3753803"/>
            <a:ext cx="5780230" cy="466344"/>
          </a:xfrm>
          <a:prstGeom prst="rect">
            <a:avLst/>
          </a:prstGeom>
        </p:spPr>
        <p:txBody>
          <a:bodyPr anchor="b"/>
          <a:lstStyle>
            <a:lvl1pPr marL="0" indent="0" algn="ctr">
              <a:buNone/>
              <a:defRPr sz="1300" b="1"/>
            </a:lvl1pPr>
          </a:lstStyle>
          <a:p>
            <a:pPr lvl="0"/>
            <a:r>
              <a:rPr lang="en-US" dirty="0"/>
              <a:t>Edit Master text styles</a:t>
            </a:r>
            <a:endParaRPr lang="en-IN" dirty="0"/>
          </a:p>
        </p:txBody>
      </p:sp>
      <p:sp>
        <p:nvSpPr>
          <p:cNvPr id="17" name="Content Placeholder 7"/>
          <p:cNvSpPr>
            <a:spLocks noGrp="1"/>
          </p:cNvSpPr>
          <p:nvPr>
            <p:ph sz="quarter" idx="17"/>
          </p:nvPr>
        </p:nvSpPr>
        <p:spPr>
          <a:xfrm>
            <a:off x="152401" y="4249103"/>
            <a:ext cx="5789613" cy="1965960"/>
          </a:xfrm>
          <a:prstGeom prst="rect">
            <a:avLst/>
          </a:prstGeom>
        </p:spPr>
        <p:txBody>
          <a:bodyPr/>
          <a:lstStyle>
            <a:lvl1pPr marL="228525" indent="-228525">
              <a:lnSpc>
                <a:spcPct val="100000"/>
              </a:lnSpc>
              <a:buFont typeface="Wingdings" panose="05000000000000000000" pitchFamily="2" charset="2"/>
              <a:buChar char="q"/>
              <a:defRPr sz="1200"/>
            </a:lvl1pPr>
            <a:lvl2pPr marL="457063" indent="-228525">
              <a:lnSpc>
                <a:spcPct val="100000"/>
              </a:lnSpc>
              <a:buFont typeface="Wingdings" panose="05000000000000000000" pitchFamily="2" charset="2"/>
              <a:buChar char="Ø"/>
              <a:defRPr sz="1100"/>
            </a:lvl2pPr>
            <a:lvl3pPr marL="685594" indent="-228525">
              <a:lnSpc>
                <a:spcPct val="100000"/>
              </a:lnSpc>
              <a:buFont typeface="Wingdings" panose="05000000000000000000" pitchFamily="2" charset="2"/>
              <a:buChar char="§"/>
              <a:defRPr sz="1000"/>
            </a:lvl3pPr>
            <a:lvl4pPr marL="914126" indent="-228525">
              <a:lnSpc>
                <a:spcPct val="100000"/>
              </a:lnSpc>
              <a:buFont typeface="Courier New" panose="02070309020205020404" pitchFamily="49" charset="0"/>
              <a:buChar char="o"/>
              <a:defRPr sz="900"/>
            </a:lvl4pPr>
            <a:lvl5pPr marL="1142657">
              <a:lnSpc>
                <a:spcPct val="100000"/>
              </a:lnSpc>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4" name="Freeform 13"/>
          <p:cNvSpPr/>
          <p:nvPr userDrawn="1"/>
        </p:nvSpPr>
        <p:spPr>
          <a:xfrm>
            <a:off x="6200853" y="3763328"/>
            <a:ext cx="5787244"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62" tIns="34281" rIns="68562" bIns="34281" numCol="1" spcCol="0" rtlCol="0" fromWordArt="0" anchor="ctr" anchorCtr="0" forceAA="0" compatLnSpc="1">
            <a:prstTxWarp prst="textNoShape">
              <a:avLst/>
            </a:prstTxWarp>
            <a:noAutofit/>
          </a:bodyPr>
          <a:lstStyle/>
          <a:p>
            <a:pPr lvl="0" algn="ctr"/>
            <a:endParaRPr lang="en-GB" sz="1013"/>
          </a:p>
        </p:txBody>
      </p:sp>
      <p:sp>
        <p:nvSpPr>
          <p:cNvPr id="18" name="Text Placeholder 6"/>
          <p:cNvSpPr>
            <a:spLocks noGrp="1"/>
          </p:cNvSpPr>
          <p:nvPr>
            <p:ph type="body" sz="quarter" idx="18"/>
          </p:nvPr>
        </p:nvSpPr>
        <p:spPr>
          <a:xfrm>
            <a:off x="6215189" y="3763328"/>
            <a:ext cx="5770436" cy="466344"/>
          </a:xfrm>
          <a:prstGeom prst="rect">
            <a:avLst/>
          </a:prstGeom>
        </p:spPr>
        <p:txBody>
          <a:bodyPr anchor="b"/>
          <a:lstStyle>
            <a:lvl1pPr marL="0" indent="0" algn="ctr">
              <a:buNone/>
              <a:defRPr sz="1300" b="1"/>
            </a:lvl1pPr>
          </a:lstStyle>
          <a:p>
            <a:pPr lvl="0"/>
            <a:r>
              <a:rPr lang="en-US" dirty="0"/>
              <a:t>Edit Master text styles</a:t>
            </a:r>
            <a:endParaRPr lang="en-IN" dirty="0"/>
          </a:p>
        </p:txBody>
      </p:sp>
      <p:sp>
        <p:nvSpPr>
          <p:cNvPr id="19" name="Content Placeholder 7"/>
          <p:cNvSpPr>
            <a:spLocks noGrp="1"/>
          </p:cNvSpPr>
          <p:nvPr>
            <p:ph sz="quarter" idx="19"/>
          </p:nvPr>
        </p:nvSpPr>
        <p:spPr>
          <a:xfrm>
            <a:off x="6196013" y="4258628"/>
            <a:ext cx="5789613" cy="1965960"/>
          </a:xfrm>
          <a:prstGeom prst="rect">
            <a:avLst/>
          </a:prstGeom>
        </p:spPr>
        <p:txBody>
          <a:bodyPr/>
          <a:lstStyle>
            <a:lvl1pPr marL="228525" indent="-228525">
              <a:lnSpc>
                <a:spcPct val="100000"/>
              </a:lnSpc>
              <a:buFont typeface="Wingdings" panose="05000000000000000000" pitchFamily="2" charset="2"/>
              <a:buChar char="q"/>
              <a:defRPr sz="1200"/>
            </a:lvl1pPr>
            <a:lvl2pPr marL="457063" indent="-228525">
              <a:lnSpc>
                <a:spcPct val="100000"/>
              </a:lnSpc>
              <a:buFont typeface="Wingdings" panose="05000000000000000000" pitchFamily="2" charset="2"/>
              <a:buChar char="Ø"/>
              <a:defRPr sz="1100"/>
            </a:lvl2pPr>
            <a:lvl3pPr marL="685594" indent="-228525">
              <a:lnSpc>
                <a:spcPct val="100000"/>
              </a:lnSpc>
              <a:buFont typeface="Wingdings" panose="05000000000000000000" pitchFamily="2" charset="2"/>
              <a:buChar char="§"/>
              <a:defRPr sz="1000"/>
            </a:lvl3pPr>
            <a:lvl4pPr marL="914126" indent="-228525">
              <a:lnSpc>
                <a:spcPct val="100000"/>
              </a:lnSpc>
              <a:buFont typeface="Courier New" panose="02070309020205020404" pitchFamily="49" charset="0"/>
              <a:buChar char="o"/>
              <a:defRPr sz="900"/>
            </a:lvl4pPr>
            <a:lvl5pPr marL="1142657">
              <a:lnSpc>
                <a:spcPct val="100000"/>
              </a:lnSpc>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304792799"/>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37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Footer Placeholder 2"/>
          <p:cNvSpPr>
            <a:spLocks noGrp="1"/>
          </p:cNvSpPr>
          <p:nvPr>
            <p:ph type="ftr" sz="quarter" idx="10"/>
          </p:nvPr>
        </p:nvSpPr>
        <p:spPr/>
        <p:txBody>
          <a:bodyPr/>
          <a:lstStyle/>
          <a:p>
            <a:r>
              <a:rPr lang="en-US" dirty="0"/>
              <a:t>©2026 Fact.MR, All Rights Reserved</a:t>
            </a:r>
          </a:p>
        </p:txBody>
      </p:sp>
      <p:sp>
        <p:nvSpPr>
          <p:cNvPr id="4" name="Slide Number Placeholder 3"/>
          <p:cNvSpPr>
            <a:spLocks noGrp="1"/>
          </p:cNvSpPr>
          <p:nvPr>
            <p:ph type="sldNum" sz="quarter" idx="11"/>
          </p:nvPr>
        </p:nvSpPr>
        <p:spPr/>
        <p:txBody>
          <a:bodyPr/>
          <a:lstStyle/>
          <a:p>
            <a:fld id="{4B17068C-EB94-40A3-A5F2-664CDD77FDAC}" type="slidenum">
              <a:rPr lang="en-US" smtClean="0"/>
              <a:pPr/>
              <a:t>‹#›</a:t>
            </a:fld>
            <a:endParaRPr lang="en-US" dirty="0"/>
          </a:p>
        </p:txBody>
      </p:sp>
      <p:sp>
        <p:nvSpPr>
          <p:cNvPr id="5" name="Freeform 4"/>
          <p:cNvSpPr/>
          <p:nvPr userDrawn="1"/>
        </p:nvSpPr>
        <p:spPr>
          <a:xfrm>
            <a:off x="157241" y="1066800"/>
            <a:ext cx="3767328"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62" tIns="34281" rIns="68562" bIns="34281" numCol="1" spcCol="0" rtlCol="0" fromWordArt="0" anchor="ctr" anchorCtr="0" forceAA="0" compatLnSpc="1">
            <a:prstTxWarp prst="textNoShape">
              <a:avLst/>
            </a:prstTxWarp>
            <a:noAutofit/>
          </a:bodyPr>
          <a:lstStyle/>
          <a:p>
            <a:pPr lvl="0" algn="ctr"/>
            <a:endParaRPr lang="en-GB" sz="1013"/>
          </a:p>
        </p:txBody>
      </p:sp>
      <p:sp>
        <p:nvSpPr>
          <p:cNvPr id="7" name="Text Placeholder 6"/>
          <p:cNvSpPr>
            <a:spLocks noGrp="1"/>
          </p:cNvSpPr>
          <p:nvPr>
            <p:ph type="body" sz="quarter" idx="12"/>
          </p:nvPr>
        </p:nvSpPr>
        <p:spPr>
          <a:xfrm>
            <a:off x="157241" y="1066800"/>
            <a:ext cx="3767328" cy="466344"/>
          </a:xfrm>
          <a:prstGeom prst="rect">
            <a:avLst/>
          </a:prstGeom>
        </p:spPr>
        <p:txBody>
          <a:bodyPr anchor="b"/>
          <a:lstStyle>
            <a:lvl1pPr marL="0" indent="0" algn="ctr">
              <a:buNone/>
              <a:defRPr sz="1300" b="1"/>
            </a:lvl1pPr>
          </a:lstStyle>
          <a:p>
            <a:pPr lvl="0"/>
            <a:r>
              <a:rPr lang="en-US" dirty="0"/>
              <a:t>Edit Master text styles</a:t>
            </a:r>
            <a:endParaRPr lang="en-IN" dirty="0"/>
          </a:p>
        </p:txBody>
      </p:sp>
      <p:sp>
        <p:nvSpPr>
          <p:cNvPr id="8" name="Content Placeholder 7"/>
          <p:cNvSpPr>
            <a:spLocks noGrp="1"/>
          </p:cNvSpPr>
          <p:nvPr>
            <p:ph sz="quarter" idx="13"/>
          </p:nvPr>
        </p:nvSpPr>
        <p:spPr>
          <a:xfrm>
            <a:off x="157241" y="1562100"/>
            <a:ext cx="3767328" cy="1965960"/>
          </a:xfrm>
          <a:prstGeom prst="rect">
            <a:avLst/>
          </a:prstGeom>
        </p:spPr>
        <p:txBody>
          <a:bodyPr/>
          <a:lstStyle>
            <a:lvl1pPr marL="228525" indent="-228525">
              <a:lnSpc>
                <a:spcPct val="100000"/>
              </a:lnSpc>
              <a:buFont typeface="Wingdings" panose="05000000000000000000" pitchFamily="2" charset="2"/>
              <a:buChar char="q"/>
              <a:defRPr sz="1200"/>
            </a:lvl1pPr>
            <a:lvl2pPr marL="457063" indent="-228525">
              <a:lnSpc>
                <a:spcPct val="100000"/>
              </a:lnSpc>
              <a:buFont typeface="Wingdings" panose="05000000000000000000" pitchFamily="2" charset="2"/>
              <a:buChar char="Ø"/>
              <a:defRPr sz="1100"/>
            </a:lvl2pPr>
            <a:lvl3pPr marL="685594" indent="-228525">
              <a:lnSpc>
                <a:spcPct val="100000"/>
              </a:lnSpc>
              <a:buFont typeface="Wingdings" panose="05000000000000000000" pitchFamily="2" charset="2"/>
              <a:buChar char="§"/>
              <a:defRPr sz="1000"/>
            </a:lvl3pPr>
            <a:lvl4pPr marL="914126" indent="-228525">
              <a:lnSpc>
                <a:spcPct val="100000"/>
              </a:lnSpc>
              <a:buFont typeface="Courier New" panose="02070309020205020404" pitchFamily="49" charset="0"/>
              <a:buChar char="o"/>
              <a:defRPr sz="900"/>
            </a:lvl4pPr>
            <a:lvl5pPr marL="1142657">
              <a:lnSpc>
                <a:spcPct val="100000"/>
              </a:lnSpc>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Freeform 8"/>
          <p:cNvSpPr/>
          <p:nvPr userDrawn="1"/>
        </p:nvSpPr>
        <p:spPr>
          <a:xfrm>
            <a:off x="4204525" y="1066800"/>
            <a:ext cx="3767328"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62" tIns="34281" rIns="68562" bIns="34281" numCol="1" spcCol="0" rtlCol="0" fromWordArt="0" anchor="ctr" anchorCtr="0" forceAA="0" compatLnSpc="1">
            <a:prstTxWarp prst="textNoShape">
              <a:avLst/>
            </a:prstTxWarp>
            <a:noAutofit/>
          </a:bodyPr>
          <a:lstStyle/>
          <a:p>
            <a:pPr lvl="0" algn="ctr"/>
            <a:endParaRPr lang="en-GB" sz="1013"/>
          </a:p>
        </p:txBody>
      </p:sp>
      <p:sp>
        <p:nvSpPr>
          <p:cNvPr id="10" name="Text Placeholder 6"/>
          <p:cNvSpPr>
            <a:spLocks noGrp="1"/>
          </p:cNvSpPr>
          <p:nvPr>
            <p:ph type="body" sz="quarter" idx="14"/>
          </p:nvPr>
        </p:nvSpPr>
        <p:spPr>
          <a:xfrm>
            <a:off x="4204525" y="1066800"/>
            <a:ext cx="3767328" cy="466344"/>
          </a:xfrm>
          <a:prstGeom prst="rect">
            <a:avLst/>
          </a:prstGeom>
        </p:spPr>
        <p:txBody>
          <a:bodyPr anchor="b"/>
          <a:lstStyle>
            <a:lvl1pPr marL="0" indent="0" algn="ctr">
              <a:buNone/>
              <a:defRPr sz="1300" b="1"/>
            </a:lvl1pPr>
          </a:lstStyle>
          <a:p>
            <a:pPr lvl="0"/>
            <a:r>
              <a:rPr lang="en-US" dirty="0"/>
              <a:t>Edit Master text styles</a:t>
            </a:r>
            <a:endParaRPr lang="en-IN" dirty="0"/>
          </a:p>
        </p:txBody>
      </p:sp>
      <p:sp>
        <p:nvSpPr>
          <p:cNvPr id="11" name="Content Placeholder 7"/>
          <p:cNvSpPr>
            <a:spLocks noGrp="1"/>
          </p:cNvSpPr>
          <p:nvPr>
            <p:ph sz="quarter" idx="15"/>
          </p:nvPr>
        </p:nvSpPr>
        <p:spPr>
          <a:xfrm>
            <a:off x="4204525" y="1562100"/>
            <a:ext cx="3767328" cy="1965960"/>
          </a:xfrm>
          <a:prstGeom prst="rect">
            <a:avLst/>
          </a:prstGeom>
        </p:spPr>
        <p:txBody>
          <a:bodyPr/>
          <a:lstStyle>
            <a:lvl1pPr marL="228525" indent="-228525">
              <a:lnSpc>
                <a:spcPct val="100000"/>
              </a:lnSpc>
              <a:buFont typeface="Wingdings" panose="05000000000000000000" pitchFamily="2" charset="2"/>
              <a:buChar char="q"/>
              <a:defRPr sz="1200"/>
            </a:lvl1pPr>
            <a:lvl2pPr marL="457063" indent="-228525">
              <a:lnSpc>
                <a:spcPct val="100000"/>
              </a:lnSpc>
              <a:buFont typeface="Wingdings" panose="05000000000000000000" pitchFamily="2" charset="2"/>
              <a:buChar char="Ø"/>
              <a:defRPr sz="1100"/>
            </a:lvl2pPr>
            <a:lvl3pPr marL="685594" indent="-228525">
              <a:lnSpc>
                <a:spcPct val="100000"/>
              </a:lnSpc>
              <a:buFont typeface="Wingdings" panose="05000000000000000000" pitchFamily="2" charset="2"/>
              <a:buChar char="§"/>
              <a:defRPr sz="1000"/>
            </a:lvl3pPr>
            <a:lvl4pPr marL="914126" indent="-228525">
              <a:lnSpc>
                <a:spcPct val="100000"/>
              </a:lnSpc>
              <a:buFont typeface="Courier New" panose="02070309020205020404" pitchFamily="49" charset="0"/>
              <a:buChar char="o"/>
              <a:defRPr sz="900"/>
            </a:lvl4pPr>
            <a:lvl5pPr marL="1142657">
              <a:lnSpc>
                <a:spcPct val="100000"/>
              </a:lnSpc>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2" name="Freeform 11"/>
          <p:cNvSpPr/>
          <p:nvPr userDrawn="1"/>
        </p:nvSpPr>
        <p:spPr>
          <a:xfrm>
            <a:off x="8223138" y="1066800"/>
            <a:ext cx="3767328"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62" tIns="34281" rIns="68562" bIns="34281" numCol="1" spcCol="0" rtlCol="0" fromWordArt="0" anchor="ctr" anchorCtr="0" forceAA="0" compatLnSpc="1">
            <a:prstTxWarp prst="textNoShape">
              <a:avLst/>
            </a:prstTxWarp>
            <a:noAutofit/>
          </a:bodyPr>
          <a:lstStyle/>
          <a:p>
            <a:pPr lvl="0" algn="ctr"/>
            <a:endParaRPr lang="en-GB" sz="1013"/>
          </a:p>
        </p:txBody>
      </p:sp>
      <p:sp>
        <p:nvSpPr>
          <p:cNvPr id="13" name="Text Placeholder 6"/>
          <p:cNvSpPr>
            <a:spLocks noGrp="1"/>
          </p:cNvSpPr>
          <p:nvPr>
            <p:ph type="body" sz="quarter" idx="16"/>
          </p:nvPr>
        </p:nvSpPr>
        <p:spPr>
          <a:xfrm>
            <a:off x="8237475" y="1066800"/>
            <a:ext cx="3748151" cy="466344"/>
          </a:xfrm>
          <a:prstGeom prst="rect">
            <a:avLst/>
          </a:prstGeom>
        </p:spPr>
        <p:txBody>
          <a:bodyPr anchor="b"/>
          <a:lstStyle>
            <a:lvl1pPr marL="0" indent="0" algn="ctr">
              <a:buNone/>
              <a:defRPr sz="1300" b="1"/>
            </a:lvl1pPr>
          </a:lstStyle>
          <a:p>
            <a:pPr lvl="0"/>
            <a:r>
              <a:rPr lang="en-US" dirty="0"/>
              <a:t>Edit Master text styles</a:t>
            </a:r>
            <a:endParaRPr lang="en-IN" dirty="0"/>
          </a:p>
        </p:txBody>
      </p:sp>
      <p:sp>
        <p:nvSpPr>
          <p:cNvPr id="14" name="Content Placeholder 7"/>
          <p:cNvSpPr>
            <a:spLocks noGrp="1"/>
          </p:cNvSpPr>
          <p:nvPr>
            <p:ph sz="quarter" idx="17"/>
          </p:nvPr>
        </p:nvSpPr>
        <p:spPr>
          <a:xfrm>
            <a:off x="8218298" y="1562100"/>
            <a:ext cx="3767328" cy="4662488"/>
          </a:xfrm>
          <a:prstGeom prst="rect">
            <a:avLst/>
          </a:prstGeom>
        </p:spPr>
        <p:txBody>
          <a:bodyPr/>
          <a:lstStyle>
            <a:lvl1pPr marL="228525" indent="-228525">
              <a:lnSpc>
                <a:spcPct val="100000"/>
              </a:lnSpc>
              <a:buFont typeface="Wingdings" panose="05000000000000000000" pitchFamily="2" charset="2"/>
              <a:buChar char="q"/>
              <a:defRPr sz="1200"/>
            </a:lvl1pPr>
            <a:lvl2pPr marL="457063" indent="-228525">
              <a:lnSpc>
                <a:spcPct val="100000"/>
              </a:lnSpc>
              <a:buFont typeface="Wingdings" panose="05000000000000000000" pitchFamily="2" charset="2"/>
              <a:buChar char="Ø"/>
              <a:defRPr sz="1100"/>
            </a:lvl2pPr>
            <a:lvl3pPr marL="685594" indent="-228525">
              <a:lnSpc>
                <a:spcPct val="100000"/>
              </a:lnSpc>
              <a:buFont typeface="Wingdings" panose="05000000000000000000" pitchFamily="2" charset="2"/>
              <a:buChar char="§"/>
              <a:defRPr sz="1000"/>
            </a:lvl3pPr>
            <a:lvl4pPr marL="914126" indent="-228525">
              <a:lnSpc>
                <a:spcPct val="100000"/>
              </a:lnSpc>
              <a:buFont typeface="Courier New" panose="02070309020205020404" pitchFamily="49" charset="0"/>
              <a:buChar char="o"/>
              <a:defRPr sz="900"/>
            </a:lvl4pPr>
            <a:lvl5pPr marL="1142657">
              <a:lnSpc>
                <a:spcPct val="100000"/>
              </a:lnSpc>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8" name="Freeform 17"/>
          <p:cNvSpPr/>
          <p:nvPr userDrawn="1"/>
        </p:nvSpPr>
        <p:spPr>
          <a:xfrm>
            <a:off x="157241" y="3772853"/>
            <a:ext cx="3767328"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62" tIns="34281" rIns="68562" bIns="34281" numCol="1" spcCol="0" rtlCol="0" fromWordArt="0" anchor="ctr" anchorCtr="0" forceAA="0" compatLnSpc="1">
            <a:prstTxWarp prst="textNoShape">
              <a:avLst/>
            </a:prstTxWarp>
            <a:noAutofit/>
          </a:bodyPr>
          <a:lstStyle/>
          <a:p>
            <a:pPr lvl="0" algn="ctr"/>
            <a:endParaRPr lang="en-GB" sz="1013"/>
          </a:p>
        </p:txBody>
      </p:sp>
      <p:sp>
        <p:nvSpPr>
          <p:cNvPr id="19" name="Text Placeholder 6"/>
          <p:cNvSpPr>
            <a:spLocks noGrp="1"/>
          </p:cNvSpPr>
          <p:nvPr>
            <p:ph type="body" sz="quarter" idx="18"/>
          </p:nvPr>
        </p:nvSpPr>
        <p:spPr>
          <a:xfrm>
            <a:off x="157241" y="3772853"/>
            <a:ext cx="3767328" cy="466344"/>
          </a:xfrm>
          <a:prstGeom prst="rect">
            <a:avLst/>
          </a:prstGeom>
        </p:spPr>
        <p:txBody>
          <a:bodyPr anchor="b"/>
          <a:lstStyle>
            <a:lvl1pPr marL="0" indent="0" algn="ctr">
              <a:buNone/>
              <a:defRPr sz="1300" b="1"/>
            </a:lvl1pPr>
          </a:lstStyle>
          <a:p>
            <a:pPr lvl="0"/>
            <a:r>
              <a:rPr lang="en-US" dirty="0"/>
              <a:t>Edit Master text styles</a:t>
            </a:r>
            <a:endParaRPr lang="en-IN" dirty="0"/>
          </a:p>
        </p:txBody>
      </p:sp>
      <p:sp>
        <p:nvSpPr>
          <p:cNvPr id="20" name="Content Placeholder 7"/>
          <p:cNvSpPr>
            <a:spLocks noGrp="1"/>
          </p:cNvSpPr>
          <p:nvPr>
            <p:ph sz="quarter" idx="19"/>
          </p:nvPr>
        </p:nvSpPr>
        <p:spPr>
          <a:xfrm>
            <a:off x="157241" y="4268153"/>
            <a:ext cx="3767328" cy="1965960"/>
          </a:xfrm>
          <a:prstGeom prst="rect">
            <a:avLst/>
          </a:prstGeom>
        </p:spPr>
        <p:txBody>
          <a:bodyPr/>
          <a:lstStyle>
            <a:lvl1pPr marL="228525" indent="-228525">
              <a:lnSpc>
                <a:spcPct val="100000"/>
              </a:lnSpc>
              <a:buFont typeface="Wingdings" panose="05000000000000000000" pitchFamily="2" charset="2"/>
              <a:buChar char="q"/>
              <a:defRPr sz="1200"/>
            </a:lvl1pPr>
            <a:lvl2pPr marL="457063" indent="-228525">
              <a:lnSpc>
                <a:spcPct val="100000"/>
              </a:lnSpc>
              <a:buFont typeface="Wingdings" panose="05000000000000000000" pitchFamily="2" charset="2"/>
              <a:buChar char="Ø"/>
              <a:defRPr sz="1100"/>
            </a:lvl2pPr>
            <a:lvl3pPr marL="685594" indent="-228525">
              <a:lnSpc>
                <a:spcPct val="100000"/>
              </a:lnSpc>
              <a:buFont typeface="Wingdings" panose="05000000000000000000" pitchFamily="2" charset="2"/>
              <a:buChar char="§"/>
              <a:defRPr sz="1000"/>
            </a:lvl3pPr>
            <a:lvl4pPr marL="914126" indent="-228525">
              <a:lnSpc>
                <a:spcPct val="100000"/>
              </a:lnSpc>
              <a:buFont typeface="Courier New" panose="02070309020205020404" pitchFamily="49" charset="0"/>
              <a:buChar char="o"/>
              <a:defRPr sz="900"/>
            </a:lvl4pPr>
            <a:lvl5pPr marL="1142657">
              <a:lnSpc>
                <a:spcPct val="100000"/>
              </a:lnSpc>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1" name="Freeform 20"/>
          <p:cNvSpPr/>
          <p:nvPr userDrawn="1"/>
        </p:nvSpPr>
        <p:spPr>
          <a:xfrm>
            <a:off x="4204525" y="3772853"/>
            <a:ext cx="3767328"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62" tIns="34281" rIns="68562" bIns="34281" numCol="1" spcCol="0" rtlCol="0" fromWordArt="0" anchor="ctr" anchorCtr="0" forceAA="0" compatLnSpc="1">
            <a:prstTxWarp prst="textNoShape">
              <a:avLst/>
            </a:prstTxWarp>
            <a:noAutofit/>
          </a:bodyPr>
          <a:lstStyle/>
          <a:p>
            <a:pPr lvl="0" algn="ctr"/>
            <a:endParaRPr lang="en-GB" sz="1013"/>
          </a:p>
        </p:txBody>
      </p:sp>
      <p:sp>
        <p:nvSpPr>
          <p:cNvPr id="22" name="Text Placeholder 6"/>
          <p:cNvSpPr>
            <a:spLocks noGrp="1"/>
          </p:cNvSpPr>
          <p:nvPr>
            <p:ph type="body" sz="quarter" idx="20"/>
          </p:nvPr>
        </p:nvSpPr>
        <p:spPr>
          <a:xfrm>
            <a:off x="4204525" y="3772853"/>
            <a:ext cx="3767328" cy="466344"/>
          </a:xfrm>
          <a:prstGeom prst="rect">
            <a:avLst/>
          </a:prstGeom>
        </p:spPr>
        <p:txBody>
          <a:bodyPr anchor="b"/>
          <a:lstStyle>
            <a:lvl1pPr marL="0" indent="0" algn="ctr">
              <a:buNone/>
              <a:defRPr sz="1300" b="1"/>
            </a:lvl1pPr>
          </a:lstStyle>
          <a:p>
            <a:pPr lvl="0"/>
            <a:r>
              <a:rPr lang="en-US" dirty="0"/>
              <a:t>Edit Master text styles</a:t>
            </a:r>
            <a:endParaRPr lang="en-IN" dirty="0"/>
          </a:p>
        </p:txBody>
      </p:sp>
      <p:sp>
        <p:nvSpPr>
          <p:cNvPr id="23" name="Content Placeholder 7"/>
          <p:cNvSpPr>
            <a:spLocks noGrp="1"/>
          </p:cNvSpPr>
          <p:nvPr>
            <p:ph sz="quarter" idx="21"/>
          </p:nvPr>
        </p:nvSpPr>
        <p:spPr>
          <a:xfrm>
            <a:off x="4204525" y="4268153"/>
            <a:ext cx="3767328" cy="1965960"/>
          </a:xfrm>
          <a:prstGeom prst="rect">
            <a:avLst/>
          </a:prstGeom>
        </p:spPr>
        <p:txBody>
          <a:bodyPr/>
          <a:lstStyle>
            <a:lvl1pPr marL="228525" indent="-228525">
              <a:lnSpc>
                <a:spcPct val="100000"/>
              </a:lnSpc>
              <a:buFont typeface="Wingdings" panose="05000000000000000000" pitchFamily="2" charset="2"/>
              <a:buChar char="q"/>
              <a:defRPr sz="1200"/>
            </a:lvl1pPr>
            <a:lvl2pPr marL="457063" indent="-228525">
              <a:lnSpc>
                <a:spcPct val="100000"/>
              </a:lnSpc>
              <a:buFont typeface="Wingdings" panose="05000000000000000000" pitchFamily="2" charset="2"/>
              <a:buChar char="Ø"/>
              <a:defRPr sz="1100"/>
            </a:lvl2pPr>
            <a:lvl3pPr marL="685594" indent="-228525">
              <a:lnSpc>
                <a:spcPct val="100000"/>
              </a:lnSpc>
              <a:buFont typeface="Wingdings" panose="05000000000000000000" pitchFamily="2" charset="2"/>
              <a:buChar char="§"/>
              <a:defRPr sz="1000"/>
            </a:lvl3pPr>
            <a:lvl4pPr marL="914126" indent="-228525">
              <a:lnSpc>
                <a:spcPct val="100000"/>
              </a:lnSpc>
              <a:buFont typeface="Courier New" panose="02070309020205020404" pitchFamily="49" charset="0"/>
              <a:buChar char="o"/>
              <a:defRPr sz="900"/>
            </a:lvl4pPr>
            <a:lvl5pPr marL="1142657">
              <a:lnSpc>
                <a:spcPct val="100000"/>
              </a:lnSpc>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2240891545"/>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38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Footer Placeholder 2"/>
          <p:cNvSpPr>
            <a:spLocks noGrp="1"/>
          </p:cNvSpPr>
          <p:nvPr>
            <p:ph type="ftr" sz="quarter" idx="10"/>
          </p:nvPr>
        </p:nvSpPr>
        <p:spPr/>
        <p:txBody>
          <a:bodyPr/>
          <a:lstStyle/>
          <a:p>
            <a:r>
              <a:rPr lang="en-US" dirty="0"/>
              <a:t>©2026 Fact.MR, All Rights Reserved</a:t>
            </a:r>
          </a:p>
        </p:txBody>
      </p:sp>
      <p:sp>
        <p:nvSpPr>
          <p:cNvPr id="4" name="Slide Number Placeholder 3"/>
          <p:cNvSpPr>
            <a:spLocks noGrp="1"/>
          </p:cNvSpPr>
          <p:nvPr>
            <p:ph type="sldNum" sz="quarter" idx="11"/>
          </p:nvPr>
        </p:nvSpPr>
        <p:spPr/>
        <p:txBody>
          <a:bodyPr/>
          <a:lstStyle/>
          <a:p>
            <a:fld id="{4B17068C-EB94-40A3-A5F2-664CDD77FDAC}" type="slidenum">
              <a:rPr lang="en-US" smtClean="0"/>
              <a:pPr/>
              <a:t>‹#›</a:t>
            </a:fld>
            <a:endParaRPr lang="en-US" dirty="0"/>
          </a:p>
        </p:txBody>
      </p:sp>
      <p:sp>
        <p:nvSpPr>
          <p:cNvPr id="9" name="Freeform 8"/>
          <p:cNvSpPr/>
          <p:nvPr userDrawn="1"/>
        </p:nvSpPr>
        <p:spPr>
          <a:xfrm>
            <a:off x="8684212" y="1066800"/>
            <a:ext cx="3291840"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62" tIns="34281" rIns="68562" bIns="34281" numCol="1" spcCol="0" rtlCol="0" fromWordArt="0" anchor="ctr" anchorCtr="0" forceAA="0" compatLnSpc="1">
            <a:prstTxWarp prst="textNoShape">
              <a:avLst/>
            </a:prstTxWarp>
            <a:noAutofit/>
          </a:bodyPr>
          <a:lstStyle/>
          <a:p>
            <a:pPr lvl="0" algn="ctr"/>
            <a:endParaRPr lang="en-GB" sz="1013"/>
          </a:p>
        </p:txBody>
      </p:sp>
      <p:sp>
        <p:nvSpPr>
          <p:cNvPr id="10" name="Text Placeholder 6"/>
          <p:cNvSpPr>
            <a:spLocks noGrp="1"/>
          </p:cNvSpPr>
          <p:nvPr>
            <p:ph type="body" sz="quarter" idx="14"/>
          </p:nvPr>
        </p:nvSpPr>
        <p:spPr>
          <a:xfrm>
            <a:off x="8698548" y="1066800"/>
            <a:ext cx="3291840" cy="466344"/>
          </a:xfrm>
          <a:prstGeom prst="rect">
            <a:avLst/>
          </a:prstGeom>
        </p:spPr>
        <p:txBody>
          <a:bodyPr anchor="b"/>
          <a:lstStyle>
            <a:lvl1pPr marL="0" indent="0" algn="ctr">
              <a:buNone/>
              <a:defRPr sz="1300" b="1"/>
            </a:lvl1pPr>
          </a:lstStyle>
          <a:p>
            <a:pPr lvl="0"/>
            <a:r>
              <a:rPr lang="en-US" dirty="0"/>
              <a:t>Edit Master text styles</a:t>
            </a:r>
            <a:endParaRPr lang="en-IN" dirty="0"/>
          </a:p>
        </p:txBody>
      </p:sp>
      <p:sp>
        <p:nvSpPr>
          <p:cNvPr id="11" name="Content Placeholder 7"/>
          <p:cNvSpPr>
            <a:spLocks noGrp="1"/>
          </p:cNvSpPr>
          <p:nvPr>
            <p:ph sz="quarter" idx="15"/>
          </p:nvPr>
        </p:nvSpPr>
        <p:spPr>
          <a:xfrm>
            <a:off x="8679371" y="1562100"/>
            <a:ext cx="3291840" cy="1965960"/>
          </a:xfrm>
          <a:prstGeom prst="rect">
            <a:avLst/>
          </a:prstGeom>
        </p:spPr>
        <p:txBody>
          <a:bodyPr/>
          <a:lstStyle>
            <a:lvl1pPr marL="228525" indent="-228525">
              <a:lnSpc>
                <a:spcPct val="100000"/>
              </a:lnSpc>
              <a:buFont typeface="Wingdings" panose="05000000000000000000" pitchFamily="2" charset="2"/>
              <a:buChar char="q"/>
              <a:defRPr sz="1200"/>
            </a:lvl1pPr>
            <a:lvl2pPr marL="457063" indent="-228525">
              <a:lnSpc>
                <a:spcPct val="100000"/>
              </a:lnSpc>
              <a:buFont typeface="Wingdings" panose="05000000000000000000" pitchFamily="2" charset="2"/>
              <a:buChar char="Ø"/>
              <a:defRPr sz="1100"/>
            </a:lvl2pPr>
            <a:lvl3pPr marL="685594" indent="-228525">
              <a:lnSpc>
                <a:spcPct val="100000"/>
              </a:lnSpc>
              <a:buFont typeface="Wingdings" panose="05000000000000000000" pitchFamily="2" charset="2"/>
              <a:buChar char="§"/>
              <a:defRPr sz="1000"/>
            </a:lvl3pPr>
            <a:lvl4pPr marL="914126" indent="-228525">
              <a:lnSpc>
                <a:spcPct val="100000"/>
              </a:lnSpc>
              <a:buFont typeface="Courier New" panose="02070309020205020404" pitchFamily="49" charset="0"/>
              <a:buChar char="o"/>
              <a:defRPr sz="900"/>
            </a:lvl4pPr>
            <a:lvl5pPr marL="1142657">
              <a:lnSpc>
                <a:spcPct val="100000"/>
              </a:lnSpc>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2" name="Freeform 11"/>
          <p:cNvSpPr/>
          <p:nvPr userDrawn="1"/>
        </p:nvSpPr>
        <p:spPr>
          <a:xfrm>
            <a:off x="8681740" y="3753803"/>
            <a:ext cx="3291840"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62" tIns="34281" rIns="68562" bIns="34281" numCol="1" spcCol="0" rtlCol="0" fromWordArt="0" anchor="ctr" anchorCtr="0" forceAA="0" compatLnSpc="1">
            <a:prstTxWarp prst="textNoShape">
              <a:avLst/>
            </a:prstTxWarp>
            <a:noAutofit/>
          </a:bodyPr>
          <a:lstStyle/>
          <a:p>
            <a:pPr lvl="0" algn="ctr"/>
            <a:endParaRPr lang="en-GB" sz="1013"/>
          </a:p>
        </p:txBody>
      </p:sp>
      <p:sp>
        <p:nvSpPr>
          <p:cNvPr id="13" name="Text Placeholder 6"/>
          <p:cNvSpPr>
            <a:spLocks noGrp="1"/>
          </p:cNvSpPr>
          <p:nvPr>
            <p:ph type="body" sz="quarter" idx="16"/>
          </p:nvPr>
        </p:nvSpPr>
        <p:spPr>
          <a:xfrm>
            <a:off x="8688754" y="3753803"/>
            <a:ext cx="3291840" cy="466344"/>
          </a:xfrm>
          <a:prstGeom prst="rect">
            <a:avLst/>
          </a:prstGeom>
        </p:spPr>
        <p:txBody>
          <a:bodyPr anchor="b"/>
          <a:lstStyle>
            <a:lvl1pPr marL="0" indent="0" algn="ctr">
              <a:buNone/>
              <a:defRPr sz="1300" b="1"/>
            </a:lvl1pPr>
          </a:lstStyle>
          <a:p>
            <a:pPr lvl="0"/>
            <a:r>
              <a:rPr lang="en-US" dirty="0"/>
              <a:t>Edit Master text styles</a:t>
            </a:r>
            <a:endParaRPr lang="en-IN" dirty="0"/>
          </a:p>
        </p:txBody>
      </p:sp>
      <p:sp>
        <p:nvSpPr>
          <p:cNvPr id="14" name="Content Placeholder 7"/>
          <p:cNvSpPr>
            <a:spLocks noGrp="1"/>
          </p:cNvSpPr>
          <p:nvPr>
            <p:ph sz="quarter" idx="17"/>
          </p:nvPr>
        </p:nvSpPr>
        <p:spPr>
          <a:xfrm>
            <a:off x="8679372" y="4249103"/>
            <a:ext cx="3291840" cy="1965960"/>
          </a:xfrm>
          <a:prstGeom prst="rect">
            <a:avLst/>
          </a:prstGeom>
        </p:spPr>
        <p:txBody>
          <a:bodyPr/>
          <a:lstStyle>
            <a:lvl1pPr marL="228525" indent="-228525">
              <a:lnSpc>
                <a:spcPct val="100000"/>
              </a:lnSpc>
              <a:buFont typeface="Wingdings" panose="05000000000000000000" pitchFamily="2" charset="2"/>
              <a:buChar char="q"/>
              <a:defRPr sz="1200"/>
            </a:lvl1pPr>
            <a:lvl2pPr marL="457063" indent="-228525">
              <a:lnSpc>
                <a:spcPct val="100000"/>
              </a:lnSpc>
              <a:buFont typeface="Wingdings" panose="05000000000000000000" pitchFamily="2" charset="2"/>
              <a:buChar char="Ø"/>
              <a:defRPr sz="1100"/>
            </a:lvl2pPr>
            <a:lvl3pPr marL="685594" indent="-228525">
              <a:lnSpc>
                <a:spcPct val="100000"/>
              </a:lnSpc>
              <a:buFont typeface="Wingdings" panose="05000000000000000000" pitchFamily="2" charset="2"/>
              <a:buChar char="§"/>
              <a:defRPr sz="1000"/>
            </a:lvl3pPr>
            <a:lvl4pPr marL="914126" indent="-228525">
              <a:lnSpc>
                <a:spcPct val="100000"/>
              </a:lnSpc>
              <a:buFont typeface="Courier New" panose="02070309020205020404" pitchFamily="49" charset="0"/>
              <a:buChar char="o"/>
              <a:defRPr sz="900"/>
            </a:lvl4pPr>
            <a:lvl5pPr marL="1142657">
              <a:lnSpc>
                <a:spcPct val="100000"/>
              </a:lnSpc>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5" name="Freeform 14"/>
          <p:cNvSpPr/>
          <p:nvPr userDrawn="1"/>
        </p:nvSpPr>
        <p:spPr>
          <a:xfrm>
            <a:off x="3059892" y="1066800"/>
            <a:ext cx="5303520"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62" tIns="34281" rIns="68562" bIns="34281" numCol="1" spcCol="0" rtlCol="0" fromWordArt="0" anchor="ctr" anchorCtr="0" forceAA="0" compatLnSpc="1">
            <a:prstTxWarp prst="textNoShape">
              <a:avLst/>
            </a:prstTxWarp>
            <a:noAutofit/>
          </a:bodyPr>
          <a:lstStyle/>
          <a:p>
            <a:pPr lvl="0" algn="ctr"/>
            <a:endParaRPr lang="en-GB" sz="1013"/>
          </a:p>
        </p:txBody>
      </p:sp>
      <p:sp>
        <p:nvSpPr>
          <p:cNvPr id="16" name="Text Placeholder 6"/>
          <p:cNvSpPr>
            <a:spLocks noGrp="1"/>
          </p:cNvSpPr>
          <p:nvPr>
            <p:ph type="body" sz="quarter" idx="18"/>
          </p:nvPr>
        </p:nvSpPr>
        <p:spPr>
          <a:xfrm>
            <a:off x="3059892" y="1066800"/>
            <a:ext cx="5303520" cy="466344"/>
          </a:xfrm>
          <a:prstGeom prst="rect">
            <a:avLst/>
          </a:prstGeom>
        </p:spPr>
        <p:txBody>
          <a:bodyPr anchor="b"/>
          <a:lstStyle>
            <a:lvl1pPr marL="0" indent="0" algn="ctr">
              <a:buNone/>
              <a:defRPr sz="1300" b="1"/>
            </a:lvl1pPr>
          </a:lstStyle>
          <a:p>
            <a:pPr lvl="0"/>
            <a:r>
              <a:rPr lang="en-US" dirty="0"/>
              <a:t>Edit Master text styles</a:t>
            </a:r>
            <a:endParaRPr lang="en-IN" dirty="0"/>
          </a:p>
        </p:txBody>
      </p:sp>
      <p:sp>
        <p:nvSpPr>
          <p:cNvPr id="17" name="Content Placeholder 7"/>
          <p:cNvSpPr>
            <a:spLocks noGrp="1"/>
          </p:cNvSpPr>
          <p:nvPr>
            <p:ph sz="quarter" idx="19"/>
          </p:nvPr>
        </p:nvSpPr>
        <p:spPr>
          <a:xfrm>
            <a:off x="3059892" y="1562100"/>
            <a:ext cx="5303520" cy="1965960"/>
          </a:xfrm>
          <a:prstGeom prst="rect">
            <a:avLst/>
          </a:prstGeom>
        </p:spPr>
        <p:txBody>
          <a:bodyPr/>
          <a:lstStyle>
            <a:lvl1pPr marL="228525" indent="-228525">
              <a:lnSpc>
                <a:spcPct val="100000"/>
              </a:lnSpc>
              <a:buFont typeface="Wingdings" panose="05000000000000000000" pitchFamily="2" charset="2"/>
              <a:buChar char="q"/>
              <a:defRPr sz="1200"/>
            </a:lvl1pPr>
            <a:lvl2pPr marL="457063" indent="-228525">
              <a:lnSpc>
                <a:spcPct val="100000"/>
              </a:lnSpc>
              <a:buFont typeface="Wingdings" panose="05000000000000000000" pitchFamily="2" charset="2"/>
              <a:buChar char="Ø"/>
              <a:defRPr sz="1100"/>
            </a:lvl2pPr>
            <a:lvl3pPr marL="685594" indent="-228525">
              <a:lnSpc>
                <a:spcPct val="100000"/>
              </a:lnSpc>
              <a:buFont typeface="Wingdings" panose="05000000000000000000" pitchFamily="2" charset="2"/>
              <a:buChar char="§"/>
              <a:defRPr sz="1000"/>
            </a:lvl3pPr>
            <a:lvl4pPr marL="914126" indent="-228525">
              <a:lnSpc>
                <a:spcPct val="100000"/>
              </a:lnSpc>
              <a:buFont typeface="Courier New" panose="02070309020205020404" pitchFamily="49" charset="0"/>
              <a:buChar char="o"/>
              <a:defRPr sz="900"/>
            </a:lvl4pPr>
            <a:lvl5pPr marL="1142657">
              <a:lnSpc>
                <a:spcPct val="100000"/>
              </a:lnSpc>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8" name="Freeform 17"/>
          <p:cNvSpPr/>
          <p:nvPr userDrawn="1"/>
        </p:nvSpPr>
        <p:spPr>
          <a:xfrm>
            <a:off x="3059892" y="3753803"/>
            <a:ext cx="5303520"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62" tIns="34281" rIns="68562" bIns="34281" numCol="1" spcCol="0" rtlCol="0" fromWordArt="0" anchor="ctr" anchorCtr="0" forceAA="0" compatLnSpc="1">
            <a:prstTxWarp prst="textNoShape">
              <a:avLst/>
            </a:prstTxWarp>
            <a:noAutofit/>
          </a:bodyPr>
          <a:lstStyle/>
          <a:p>
            <a:pPr lvl="0" algn="ctr"/>
            <a:endParaRPr lang="en-GB" sz="1013"/>
          </a:p>
        </p:txBody>
      </p:sp>
      <p:sp>
        <p:nvSpPr>
          <p:cNvPr id="19" name="Text Placeholder 6"/>
          <p:cNvSpPr>
            <a:spLocks noGrp="1"/>
          </p:cNvSpPr>
          <p:nvPr>
            <p:ph type="body" sz="quarter" idx="20"/>
          </p:nvPr>
        </p:nvSpPr>
        <p:spPr>
          <a:xfrm>
            <a:off x="3059892" y="3753803"/>
            <a:ext cx="5303520" cy="466344"/>
          </a:xfrm>
          <a:prstGeom prst="rect">
            <a:avLst/>
          </a:prstGeom>
        </p:spPr>
        <p:txBody>
          <a:bodyPr anchor="b"/>
          <a:lstStyle>
            <a:lvl1pPr marL="0" indent="0" algn="ctr">
              <a:buNone/>
              <a:defRPr sz="1300" b="1"/>
            </a:lvl1pPr>
          </a:lstStyle>
          <a:p>
            <a:pPr lvl="0"/>
            <a:r>
              <a:rPr lang="en-US" dirty="0"/>
              <a:t>Edit Master text styles</a:t>
            </a:r>
            <a:endParaRPr lang="en-IN" dirty="0"/>
          </a:p>
        </p:txBody>
      </p:sp>
      <p:sp>
        <p:nvSpPr>
          <p:cNvPr id="20" name="Content Placeholder 7"/>
          <p:cNvSpPr>
            <a:spLocks noGrp="1"/>
          </p:cNvSpPr>
          <p:nvPr>
            <p:ph sz="quarter" idx="21"/>
          </p:nvPr>
        </p:nvSpPr>
        <p:spPr>
          <a:xfrm>
            <a:off x="3059892" y="4249103"/>
            <a:ext cx="5303520" cy="1965960"/>
          </a:xfrm>
          <a:prstGeom prst="rect">
            <a:avLst/>
          </a:prstGeom>
        </p:spPr>
        <p:txBody>
          <a:bodyPr/>
          <a:lstStyle>
            <a:lvl1pPr marL="228525" indent="-228525">
              <a:lnSpc>
                <a:spcPct val="100000"/>
              </a:lnSpc>
              <a:buFont typeface="Wingdings" panose="05000000000000000000" pitchFamily="2" charset="2"/>
              <a:buChar char="q"/>
              <a:defRPr sz="1200"/>
            </a:lvl1pPr>
            <a:lvl2pPr marL="457063" indent="-228525">
              <a:lnSpc>
                <a:spcPct val="100000"/>
              </a:lnSpc>
              <a:buFont typeface="Wingdings" panose="05000000000000000000" pitchFamily="2" charset="2"/>
              <a:buChar char="Ø"/>
              <a:defRPr sz="1100"/>
            </a:lvl2pPr>
            <a:lvl3pPr marL="685594" indent="-228525">
              <a:lnSpc>
                <a:spcPct val="100000"/>
              </a:lnSpc>
              <a:buFont typeface="Wingdings" panose="05000000000000000000" pitchFamily="2" charset="2"/>
              <a:buChar char="§"/>
              <a:defRPr sz="1000"/>
            </a:lvl3pPr>
            <a:lvl4pPr marL="914126" indent="-228525">
              <a:lnSpc>
                <a:spcPct val="100000"/>
              </a:lnSpc>
              <a:buFont typeface="Courier New" panose="02070309020205020404" pitchFamily="49" charset="0"/>
              <a:buChar char="o"/>
              <a:defRPr sz="900"/>
            </a:lvl4pPr>
            <a:lvl5pPr marL="1142657">
              <a:lnSpc>
                <a:spcPct val="100000"/>
              </a:lnSpc>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5" name="Rectangle 4"/>
          <p:cNvSpPr/>
          <p:nvPr userDrawn="1"/>
        </p:nvSpPr>
        <p:spPr>
          <a:xfrm>
            <a:off x="161924" y="2087880"/>
            <a:ext cx="2286000" cy="914400"/>
          </a:xfrm>
          <a:prstGeom prst="rect">
            <a:avLst/>
          </a:prstGeom>
          <a:solidFill>
            <a:srgbClr val="00818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799"/>
          </a:p>
        </p:txBody>
      </p:sp>
      <p:sp>
        <p:nvSpPr>
          <p:cNvPr id="6" name="Isosceles Triangle 5"/>
          <p:cNvSpPr/>
          <p:nvPr userDrawn="1"/>
        </p:nvSpPr>
        <p:spPr>
          <a:xfrm rot="5400000">
            <a:off x="2209800" y="2402205"/>
            <a:ext cx="914400" cy="285750"/>
          </a:xfrm>
          <a:prstGeom prst="triangle">
            <a:avLst/>
          </a:prstGeom>
          <a:solidFill>
            <a:srgbClr val="9E7E0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799"/>
          </a:p>
        </p:txBody>
      </p:sp>
      <p:sp>
        <p:nvSpPr>
          <p:cNvPr id="8" name="Text Placeholder 7"/>
          <p:cNvSpPr>
            <a:spLocks noGrp="1"/>
          </p:cNvSpPr>
          <p:nvPr>
            <p:ph type="body" sz="quarter" idx="22"/>
          </p:nvPr>
        </p:nvSpPr>
        <p:spPr>
          <a:xfrm>
            <a:off x="228601" y="2162177"/>
            <a:ext cx="2105025" cy="771525"/>
          </a:xfrm>
          <a:prstGeom prst="rect">
            <a:avLst/>
          </a:prstGeom>
          <a:ln>
            <a:noFill/>
          </a:ln>
        </p:spPr>
        <p:txBody>
          <a:bodyPr anchor="ctr"/>
          <a:lstStyle>
            <a:lvl1pPr marL="0" indent="0" algn="ctr">
              <a:buNone/>
              <a:defRPr sz="1300" b="1">
                <a:solidFill>
                  <a:schemeClr val="bg1"/>
                </a:solidFill>
              </a:defRPr>
            </a:lvl1pPr>
          </a:lstStyle>
          <a:p>
            <a:pPr lvl="0"/>
            <a:r>
              <a:rPr lang="en-US" dirty="0"/>
              <a:t>Edit Master text styles</a:t>
            </a:r>
            <a:endParaRPr lang="en-IN" dirty="0"/>
          </a:p>
        </p:txBody>
      </p:sp>
      <p:sp>
        <p:nvSpPr>
          <p:cNvPr id="21" name="Rectangle 20"/>
          <p:cNvSpPr/>
          <p:nvPr userDrawn="1"/>
        </p:nvSpPr>
        <p:spPr>
          <a:xfrm>
            <a:off x="161924" y="4774883"/>
            <a:ext cx="2286000" cy="914400"/>
          </a:xfrm>
          <a:prstGeom prst="rect">
            <a:avLst/>
          </a:prstGeom>
          <a:solidFill>
            <a:srgbClr val="00818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799"/>
          </a:p>
        </p:txBody>
      </p:sp>
      <p:sp>
        <p:nvSpPr>
          <p:cNvPr id="22" name="Isosceles Triangle 21"/>
          <p:cNvSpPr/>
          <p:nvPr userDrawn="1"/>
        </p:nvSpPr>
        <p:spPr>
          <a:xfrm rot="5400000">
            <a:off x="2209800" y="5089208"/>
            <a:ext cx="914400" cy="285750"/>
          </a:xfrm>
          <a:prstGeom prst="triangle">
            <a:avLst/>
          </a:prstGeom>
          <a:solidFill>
            <a:srgbClr val="9E7E0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799"/>
          </a:p>
        </p:txBody>
      </p:sp>
      <p:sp>
        <p:nvSpPr>
          <p:cNvPr id="23" name="Text Placeholder 7"/>
          <p:cNvSpPr>
            <a:spLocks noGrp="1"/>
          </p:cNvSpPr>
          <p:nvPr>
            <p:ph type="body" sz="quarter" idx="23"/>
          </p:nvPr>
        </p:nvSpPr>
        <p:spPr>
          <a:xfrm>
            <a:off x="228601" y="4846323"/>
            <a:ext cx="2105025" cy="771525"/>
          </a:xfrm>
          <a:prstGeom prst="rect">
            <a:avLst/>
          </a:prstGeom>
          <a:ln>
            <a:noFill/>
          </a:ln>
        </p:spPr>
        <p:txBody>
          <a:bodyPr anchor="ctr"/>
          <a:lstStyle>
            <a:lvl1pPr marL="0" indent="0" algn="ctr">
              <a:buNone/>
              <a:defRPr sz="1300" b="1">
                <a:solidFill>
                  <a:schemeClr val="bg1"/>
                </a:solidFill>
              </a:defRPr>
            </a:lvl1pPr>
          </a:lstStyle>
          <a:p>
            <a:pPr lvl="0"/>
            <a:r>
              <a:rPr lang="en-US" dirty="0"/>
              <a:t>Edit Master text styles</a:t>
            </a:r>
            <a:endParaRPr lang="en-IN" dirty="0"/>
          </a:p>
        </p:txBody>
      </p:sp>
    </p:spTree>
    <p:extLst>
      <p:ext uri="{BB962C8B-B14F-4D97-AF65-F5344CB8AC3E}">
        <p14:creationId xmlns:p14="http://schemas.microsoft.com/office/powerpoint/2010/main" val="2179249053"/>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39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Footer Placeholder 2"/>
          <p:cNvSpPr>
            <a:spLocks noGrp="1"/>
          </p:cNvSpPr>
          <p:nvPr>
            <p:ph type="ftr" sz="quarter" idx="10"/>
          </p:nvPr>
        </p:nvSpPr>
        <p:spPr/>
        <p:txBody>
          <a:bodyPr/>
          <a:lstStyle/>
          <a:p>
            <a:r>
              <a:rPr lang="en-US" dirty="0"/>
              <a:t>©2026 Fact.MR, All Rights Reserved</a:t>
            </a:r>
          </a:p>
        </p:txBody>
      </p:sp>
      <p:sp>
        <p:nvSpPr>
          <p:cNvPr id="4" name="Slide Number Placeholder 3"/>
          <p:cNvSpPr>
            <a:spLocks noGrp="1"/>
          </p:cNvSpPr>
          <p:nvPr>
            <p:ph type="sldNum" sz="quarter" idx="11"/>
          </p:nvPr>
        </p:nvSpPr>
        <p:spPr/>
        <p:txBody>
          <a:bodyPr/>
          <a:lstStyle/>
          <a:p>
            <a:fld id="{4B17068C-EB94-40A3-A5F2-664CDD77FDAC}" type="slidenum">
              <a:rPr lang="en-US" smtClean="0"/>
              <a:pPr/>
              <a:t>‹#›</a:t>
            </a:fld>
            <a:endParaRPr lang="en-US" dirty="0"/>
          </a:p>
        </p:txBody>
      </p:sp>
      <p:sp>
        <p:nvSpPr>
          <p:cNvPr id="9" name="Freeform 8"/>
          <p:cNvSpPr/>
          <p:nvPr userDrawn="1"/>
        </p:nvSpPr>
        <p:spPr>
          <a:xfrm>
            <a:off x="8684212" y="1066800"/>
            <a:ext cx="3291840"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62" tIns="34281" rIns="68562" bIns="34281" numCol="1" spcCol="0" rtlCol="0" fromWordArt="0" anchor="ctr" anchorCtr="0" forceAA="0" compatLnSpc="1">
            <a:prstTxWarp prst="textNoShape">
              <a:avLst/>
            </a:prstTxWarp>
            <a:noAutofit/>
          </a:bodyPr>
          <a:lstStyle/>
          <a:p>
            <a:pPr lvl="0" algn="ctr"/>
            <a:endParaRPr lang="en-GB" sz="1013"/>
          </a:p>
        </p:txBody>
      </p:sp>
      <p:sp>
        <p:nvSpPr>
          <p:cNvPr id="10" name="Text Placeholder 6"/>
          <p:cNvSpPr>
            <a:spLocks noGrp="1"/>
          </p:cNvSpPr>
          <p:nvPr>
            <p:ph type="body" sz="quarter" idx="14"/>
          </p:nvPr>
        </p:nvSpPr>
        <p:spPr>
          <a:xfrm>
            <a:off x="8698548" y="1066800"/>
            <a:ext cx="3291840" cy="466344"/>
          </a:xfrm>
          <a:prstGeom prst="rect">
            <a:avLst/>
          </a:prstGeom>
        </p:spPr>
        <p:txBody>
          <a:bodyPr anchor="b"/>
          <a:lstStyle>
            <a:lvl1pPr marL="0" indent="0" algn="ctr">
              <a:buNone/>
              <a:defRPr sz="1300" b="1"/>
            </a:lvl1pPr>
          </a:lstStyle>
          <a:p>
            <a:pPr lvl="0"/>
            <a:r>
              <a:rPr lang="en-US" dirty="0"/>
              <a:t>Edit Master text styles</a:t>
            </a:r>
            <a:endParaRPr lang="en-IN" dirty="0"/>
          </a:p>
        </p:txBody>
      </p:sp>
      <p:sp>
        <p:nvSpPr>
          <p:cNvPr id="11" name="Content Placeholder 7"/>
          <p:cNvSpPr>
            <a:spLocks noGrp="1"/>
          </p:cNvSpPr>
          <p:nvPr>
            <p:ph sz="quarter" idx="15"/>
          </p:nvPr>
        </p:nvSpPr>
        <p:spPr>
          <a:xfrm>
            <a:off x="8679371" y="1562100"/>
            <a:ext cx="3291840" cy="1965960"/>
          </a:xfrm>
          <a:prstGeom prst="rect">
            <a:avLst/>
          </a:prstGeom>
        </p:spPr>
        <p:txBody>
          <a:bodyPr/>
          <a:lstStyle>
            <a:lvl1pPr marL="228525" indent="-228525">
              <a:lnSpc>
                <a:spcPct val="100000"/>
              </a:lnSpc>
              <a:buFont typeface="Wingdings" panose="05000000000000000000" pitchFamily="2" charset="2"/>
              <a:buChar char="q"/>
              <a:defRPr sz="1200"/>
            </a:lvl1pPr>
            <a:lvl2pPr marL="457063" indent="-228525">
              <a:lnSpc>
                <a:spcPct val="100000"/>
              </a:lnSpc>
              <a:buFont typeface="Wingdings" panose="05000000000000000000" pitchFamily="2" charset="2"/>
              <a:buChar char="Ø"/>
              <a:defRPr sz="1100"/>
            </a:lvl2pPr>
            <a:lvl3pPr marL="685594" indent="-228525">
              <a:lnSpc>
                <a:spcPct val="100000"/>
              </a:lnSpc>
              <a:buFont typeface="Wingdings" panose="05000000000000000000" pitchFamily="2" charset="2"/>
              <a:buChar char="§"/>
              <a:defRPr sz="1000"/>
            </a:lvl3pPr>
            <a:lvl4pPr marL="914126" indent="-228525">
              <a:lnSpc>
                <a:spcPct val="100000"/>
              </a:lnSpc>
              <a:buFont typeface="Courier New" panose="02070309020205020404" pitchFamily="49" charset="0"/>
              <a:buChar char="o"/>
              <a:defRPr sz="900"/>
            </a:lvl4pPr>
            <a:lvl5pPr marL="1142657">
              <a:lnSpc>
                <a:spcPct val="100000"/>
              </a:lnSpc>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5" name="Freeform 14"/>
          <p:cNvSpPr/>
          <p:nvPr userDrawn="1"/>
        </p:nvSpPr>
        <p:spPr>
          <a:xfrm>
            <a:off x="3062366" y="1066800"/>
            <a:ext cx="5303520"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62" tIns="34281" rIns="68562" bIns="34281" numCol="1" spcCol="0" rtlCol="0" fromWordArt="0" anchor="ctr" anchorCtr="0" forceAA="0" compatLnSpc="1">
            <a:prstTxWarp prst="textNoShape">
              <a:avLst/>
            </a:prstTxWarp>
            <a:noAutofit/>
          </a:bodyPr>
          <a:lstStyle/>
          <a:p>
            <a:pPr lvl="0" algn="ctr"/>
            <a:endParaRPr lang="en-GB" sz="1013"/>
          </a:p>
        </p:txBody>
      </p:sp>
      <p:sp>
        <p:nvSpPr>
          <p:cNvPr id="16" name="Text Placeholder 6"/>
          <p:cNvSpPr>
            <a:spLocks noGrp="1"/>
          </p:cNvSpPr>
          <p:nvPr>
            <p:ph type="body" sz="quarter" idx="18"/>
          </p:nvPr>
        </p:nvSpPr>
        <p:spPr>
          <a:xfrm>
            <a:off x="3062366" y="1066800"/>
            <a:ext cx="5303520" cy="466344"/>
          </a:xfrm>
          <a:prstGeom prst="rect">
            <a:avLst/>
          </a:prstGeom>
        </p:spPr>
        <p:txBody>
          <a:bodyPr anchor="b"/>
          <a:lstStyle>
            <a:lvl1pPr marL="0" indent="0" algn="ctr">
              <a:buNone/>
              <a:defRPr sz="1300" b="1"/>
            </a:lvl1pPr>
          </a:lstStyle>
          <a:p>
            <a:pPr lvl="0"/>
            <a:r>
              <a:rPr lang="en-US" dirty="0"/>
              <a:t>Edit Master text styles</a:t>
            </a:r>
            <a:endParaRPr lang="en-IN" dirty="0"/>
          </a:p>
        </p:txBody>
      </p:sp>
      <p:sp>
        <p:nvSpPr>
          <p:cNvPr id="17" name="Content Placeholder 7"/>
          <p:cNvSpPr>
            <a:spLocks noGrp="1"/>
          </p:cNvSpPr>
          <p:nvPr>
            <p:ph sz="quarter" idx="19"/>
          </p:nvPr>
        </p:nvSpPr>
        <p:spPr>
          <a:xfrm>
            <a:off x="3062366" y="1562100"/>
            <a:ext cx="5303520" cy="1965960"/>
          </a:xfrm>
          <a:prstGeom prst="rect">
            <a:avLst/>
          </a:prstGeom>
        </p:spPr>
        <p:txBody>
          <a:bodyPr/>
          <a:lstStyle>
            <a:lvl1pPr marL="228525" indent="-228525">
              <a:lnSpc>
                <a:spcPct val="100000"/>
              </a:lnSpc>
              <a:buFont typeface="Wingdings" panose="05000000000000000000" pitchFamily="2" charset="2"/>
              <a:buChar char="q"/>
              <a:defRPr sz="1200"/>
            </a:lvl1pPr>
            <a:lvl2pPr marL="457063" indent="-228525">
              <a:lnSpc>
                <a:spcPct val="100000"/>
              </a:lnSpc>
              <a:buFont typeface="Wingdings" panose="05000000000000000000" pitchFamily="2" charset="2"/>
              <a:buChar char="Ø"/>
              <a:defRPr sz="1100"/>
            </a:lvl2pPr>
            <a:lvl3pPr marL="685594" indent="-228525">
              <a:lnSpc>
                <a:spcPct val="100000"/>
              </a:lnSpc>
              <a:buFont typeface="Wingdings" panose="05000000000000000000" pitchFamily="2" charset="2"/>
              <a:buChar char="§"/>
              <a:defRPr sz="1000"/>
            </a:lvl3pPr>
            <a:lvl4pPr marL="914126" indent="-228525">
              <a:lnSpc>
                <a:spcPct val="100000"/>
              </a:lnSpc>
              <a:buFont typeface="Courier New" panose="02070309020205020404" pitchFamily="49" charset="0"/>
              <a:buChar char="o"/>
              <a:defRPr sz="900"/>
            </a:lvl4pPr>
            <a:lvl5pPr marL="1142657">
              <a:lnSpc>
                <a:spcPct val="100000"/>
              </a:lnSpc>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5" name="Rectangle 4"/>
          <p:cNvSpPr/>
          <p:nvPr userDrawn="1"/>
        </p:nvSpPr>
        <p:spPr>
          <a:xfrm>
            <a:off x="161924" y="2087880"/>
            <a:ext cx="2286000" cy="914400"/>
          </a:xfrm>
          <a:prstGeom prst="rect">
            <a:avLst/>
          </a:prstGeom>
          <a:solidFill>
            <a:srgbClr val="00818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799"/>
          </a:p>
        </p:txBody>
      </p:sp>
      <p:sp>
        <p:nvSpPr>
          <p:cNvPr id="6" name="Isosceles Triangle 5"/>
          <p:cNvSpPr/>
          <p:nvPr userDrawn="1"/>
        </p:nvSpPr>
        <p:spPr>
          <a:xfrm rot="5400000">
            <a:off x="2209800" y="2402205"/>
            <a:ext cx="914400" cy="285750"/>
          </a:xfrm>
          <a:prstGeom prst="triangle">
            <a:avLst/>
          </a:prstGeom>
          <a:solidFill>
            <a:srgbClr val="9E7E0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799"/>
          </a:p>
        </p:txBody>
      </p:sp>
      <p:sp>
        <p:nvSpPr>
          <p:cNvPr id="8" name="Text Placeholder 7"/>
          <p:cNvSpPr>
            <a:spLocks noGrp="1"/>
          </p:cNvSpPr>
          <p:nvPr>
            <p:ph type="body" sz="quarter" idx="22"/>
          </p:nvPr>
        </p:nvSpPr>
        <p:spPr>
          <a:xfrm>
            <a:off x="228601" y="2162177"/>
            <a:ext cx="2105025" cy="771525"/>
          </a:xfrm>
          <a:prstGeom prst="rect">
            <a:avLst/>
          </a:prstGeom>
          <a:ln>
            <a:noFill/>
          </a:ln>
        </p:spPr>
        <p:txBody>
          <a:bodyPr anchor="ctr"/>
          <a:lstStyle>
            <a:lvl1pPr marL="0" indent="0" algn="ctr">
              <a:buNone/>
              <a:defRPr sz="1300" b="1">
                <a:solidFill>
                  <a:schemeClr val="bg1"/>
                </a:solidFill>
              </a:defRPr>
            </a:lvl1pPr>
          </a:lstStyle>
          <a:p>
            <a:pPr lvl="0"/>
            <a:r>
              <a:rPr lang="en-US" dirty="0"/>
              <a:t>Edit Master text styles</a:t>
            </a:r>
            <a:endParaRPr lang="en-IN" dirty="0"/>
          </a:p>
        </p:txBody>
      </p:sp>
    </p:spTree>
    <p:extLst>
      <p:ext uri="{BB962C8B-B14F-4D97-AF65-F5344CB8AC3E}">
        <p14:creationId xmlns:p14="http://schemas.microsoft.com/office/powerpoint/2010/main" val="142616213"/>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2" name="Title 1"/>
          <p:cNvSpPr>
            <a:spLocks noGrp="1"/>
          </p:cNvSpPr>
          <p:nvPr userDrawn="1">
            <p:ph type="title"/>
          </p:nvPr>
        </p:nvSpPr>
        <p:spPr bwMode="gray">
          <a:xfrm>
            <a:off x="152359" y="152401"/>
            <a:ext cx="10512862" cy="731520"/>
          </a:xfrm>
        </p:spPr>
        <p:txBody>
          <a:bodyPr>
            <a:noAutofit/>
          </a:bodyPr>
          <a:lstStyle>
            <a:lvl1pPr>
              <a:defRPr sz="1998"/>
            </a:lvl1pPr>
          </a:lstStyle>
          <a:p>
            <a:r>
              <a:rPr lang="en-US" noProof="0" dirty="0"/>
              <a:t>Click to edit Master title style</a:t>
            </a:r>
            <a:endParaRPr lang="en-GB" noProof="0" dirty="0"/>
          </a:p>
        </p:txBody>
      </p:sp>
      <p:sp>
        <p:nvSpPr>
          <p:cNvPr id="6" name="Text Placeholder 2"/>
          <p:cNvSpPr>
            <a:spLocks noGrp="1"/>
          </p:cNvSpPr>
          <p:nvPr>
            <p:ph type="body" idx="12"/>
          </p:nvPr>
        </p:nvSpPr>
        <p:spPr bwMode="gray">
          <a:xfrm>
            <a:off x="161070" y="1082037"/>
            <a:ext cx="11824561" cy="470578"/>
          </a:xfrm>
        </p:spPr>
        <p:txBody>
          <a:bodyPr anchor="b">
            <a:noAutofit/>
          </a:bodyPr>
          <a:lstStyle>
            <a:lvl1pPr marL="0" indent="0" algn="ctr">
              <a:buNone/>
              <a:defRPr sz="1300" b="1"/>
            </a:lvl1pPr>
            <a:lvl2pPr marL="456922" indent="0">
              <a:buNone/>
              <a:defRPr sz="1998" b="1"/>
            </a:lvl2pPr>
            <a:lvl3pPr marL="913843" indent="0">
              <a:buNone/>
              <a:defRPr sz="1798" b="1"/>
            </a:lvl3pPr>
            <a:lvl4pPr marL="1370765" indent="0">
              <a:buNone/>
              <a:defRPr sz="1600" b="1"/>
            </a:lvl4pPr>
            <a:lvl5pPr marL="1827686" indent="0">
              <a:buNone/>
              <a:defRPr sz="1600" b="1"/>
            </a:lvl5pPr>
            <a:lvl6pPr marL="2284606" indent="0">
              <a:buNone/>
              <a:defRPr sz="1600" b="1"/>
            </a:lvl6pPr>
            <a:lvl7pPr marL="2741528" indent="0">
              <a:buNone/>
              <a:defRPr sz="1600" b="1"/>
            </a:lvl7pPr>
            <a:lvl8pPr marL="3198450" indent="0">
              <a:buNone/>
              <a:defRPr sz="1600" b="1"/>
            </a:lvl8pPr>
            <a:lvl9pPr marL="3655371" indent="0">
              <a:buNone/>
              <a:defRPr sz="1600" b="1"/>
            </a:lvl9pPr>
          </a:lstStyle>
          <a:p>
            <a:pPr lvl="0"/>
            <a:r>
              <a:rPr lang="en-US" noProof="0" dirty="0"/>
              <a:t>Click to edit Master text styles</a:t>
            </a:r>
          </a:p>
        </p:txBody>
      </p:sp>
      <p:sp>
        <p:nvSpPr>
          <p:cNvPr id="8" name="Freeform 7"/>
          <p:cNvSpPr/>
          <p:nvPr userDrawn="1"/>
        </p:nvSpPr>
        <p:spPr>
          <a:xfrm>
            <a:off x="165909" y="1082037"/>
            <a:ext cx="11819716"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44" tIns="34272" rIns="68544" bIns="34272" numCol="1" spcCol="0" rtlCol="0" fromWordArt="0" anchor="ctr" anchorCtr="0" forceAA="0" compatLnSpc="1">
            <a:prstTxWarp prst="textNoShape">
              <a:avLst/>
            </a:prstTxWarp>
            <a:noAutofit/>
          </a:bodyPr>
          <a:lstStyle/>
          <a:p>
            <a:pPr marL="0" marR="0" lvl="0" indent="0" algn="ctr" defTabSz="914126" rtl="0" eaLnBrk="1" fontAlgn="auto" latinLnBrk="0" hangingPunct="1">
              <a:lnSpc>
                <a:spcPct val="100000"/>
              </a:lnSpc>
              <a:spcBef>
                <a:spcPts val="0"/>
              </a:spcBef>
              <a:spcAft>
                <a:spcPts val="0"/>
              </a:spcAft>
              <a:buClrTx/>
              <a:buSzTx/>
              <a:buFontTx/>
              <a:buNone/>
              <a:tabLst/>
              <a:defRPr/>
            </a:pPr>
            <a:endParaRPr kumimoji="0" lang="en-GB" sz="1013"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Footer Placeholder 2"/>
          <p:cNvSpPr>
            <a:spLocks noGrp="1"/>
          </p:cNvSpPr>
          <p:nvPr>
            <p:ph type="ftr" sz="quarter" idx="10"/>
          </p:nvPr>
        </p:nvSpPr>
        <p:spPr>
          <a:xfrm>
            <a:off x="152401" y="6513512"/>
            <a:ext cx="3466790" cy="269876"/>
          </a:xfrm>
        </p:spPr>
        <p:txBody>
          <a:bodyPr/>
          <a:lstStyle/>
          <a:p>
            <a:r>
              <a:rPr lang="en-US" dirty="0"/>
              <a:t>©2026 Fact.MR, All Rights Reserved</a:t>
            </a:r>
          </a:p>
        </p:txBody>
      </p:sp>
      <p:sp>
        <p:nvSpPr>
          <p:cNvPr id="10" name="Slide Number Placeholder 3"/>
          <p:cNvSpPr>
            <a:spLocks noGrp="1"/>
          </p:cNvSpPr>
          <p:nvPr>
            <p:ph type="sldNum" sz="quarter" idx="11"/>
          </p:nvPr>
        </p:nvSpPr>
        <p:spPr>
          <a:xfrm>
            <a:off x="11525250" y="6529578"/>
            <a:ext cx="457200" cy="237744"/>
          </a:xfrm>
        </p:spPr>
        <p:txBody>
          <a:bodyPr/>
          <a:lstStyle/>
          <a:p>
            <a:fld id="{4B17068C-EB94-40A3-A5F2-664CDD77FDAC}" type="slidenum">
              <a:rPr lang="en-US" smtClean="0"/>
              <a:pPr/>
              <a:t>‹#›</a:t>
            </a:fld>
            <a:endParaRPr lang="en-US" dirty="0"/>
          </a:p>
        </p:txBody>
      </p:sp>
    </p:spTree>
    <p:extLst>
      <p:ext uri="{BB962C8B-B14F-4D97-AF65-F5344CB8AC3E}">
        <p14:creationId xmlns:p14="http://schemas.microsoft.com/office/powerpoint/2010/main" val="3160379557"/>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3175" y="0"/>
            <a:ext cx="12192000" cy="6858000"/>
          </a:xfrm>
          <a:prstGeom prst="rect">
            <a:avLst/>
          </a:prstGeom>
        </p:spPr>
      </p:pic>
      <p:sp>
        <p:nvSpPr>
          <p:cNvPr id="6" name="Footer Placeholder 4"/>
          <p:cNvSpPr>
            <a:spLocks noGrp="1"/>
          </p:cNvSpPr>
          <p:nvPr>
            <p:ph type="ftr" sz="quarter" idx="3"/>
          </p:nvPr>
        </p:nvSpPr>
        <p:spPr bwMode="gray">
          <a:xfrm>
            <a:off x="4361017" y="6513512"/>
            <a:ext cx="3466790" cy="269876"/>
          </a:xfrm>
          <a:prstGeom prst="rect">
            <a:avLst/>
          </a:prstGeom>
        </p:spPr>
        <p:txBody>
          <a:bodyPr lIns="0" rIns="0" anchor="ctr">
            <a:noAutofit/>
          </a:bodyPr>
          <a:lstStyle>
            <a:lvl1pPr algn="l">
              <a:defRPr sz="1100">
                <a:solidFill>
                  <a:schemeClr val="tx1"/>
                </a:solidFill>
                <a:latin typeface="+mn-lt"/>
              </a:defRPr>
            </a:lvl1pPr>
          </a:lstStyle>
          <a:p>
            <a:pPr algn="ctr"/>
            <a:r>
              <a:rPr lang="en-US" dirty="0"/>
              <a:t>©2026 Fact.MR, All Rights Reserved</a:t>
            </a:r>
          </a:p>
        </p:txBody>
      </p:sp>
      <p:sp>
        <p:nvSpPr>
          <p:cNvPr id="3" name="Text Placeholder 2"/>
          <p:cNvSpPr>
            <a:spLocks noGrp="1"/>
          </p:cNvSpPr>
          <p:nvPr>
            <p:ph type="body" sz="quarter" idx="10"/>
          </p:nvPr>
        </p:nvSpPr>
        <p:spPr>
          <a:xfrm>
            <a:off x="160945" y="1219200"/>
            <a:ext cx="6400800" cy="1762125"/>
          </a:xfrm>
          <a:prstGeom prst="rect">
            <a:avLst/>
          </a:prstGeom>
        </p:spPr>
        <p:txBody>
          <a:bodyPr lIns="0" anchor="b"/>
          <a:lstStyle>
            <a:lvl1pPr marL="0" indent="0">
              <a:buNone/>
              <a:defRPr sz="3600" b="1">
                <a:solidFill>
                  <a:srgbClr val="002060"/>
                </a:solidFill>
              </a:defRPr>
            </a:lvl1pPr>
          </a:lstStyle>
          <a:p>
            <a:pPr lvl="0"/>
            <a:r>
              <a:rPr lang="en-US" dirty="0"/>
              <a:t>Edit Master text styles</a:t>
            </a:r>
            <a:endParaRPr lang="en-IN" dirty="0"/>
          </a:p>
        </p:txBody>
      </p:sp>
      <p:sp>
        <p:nvSpPr>
          <p:cNvPr id="7" name="Text Placeholder 2"/>
          <p:cNvSpPr>
            <a:spLocks noGrp="1"/>
          </p:cNvSpPr>
          <p:nvPr>
            <p:ph type="body" sz="quarter" idx="11"/>
          </p:nvPr>
        </p:nvSpPr>
        <p:spPr>
          <a:xfrm>
            <a:off x="160945" y="2990851"/>
            <a:ext cx="6400800" cy="1181100"/>
          </a:xfrm>
          <a:prstGeom prst="rect">
            <a:avLst/>
          </a:prstGeom>
        </p:spPr>
        <p:txBody>
          <a:bodyPr lIns="0" anchor="t"/>
          <a:lstStyle>
            <a:lvl1pPr marL="0" indent="0">
              <a:buNone/>
              <a:defRPr sz="2000" b="0">
                <a:solidFill>
                  <a:schemeClr val="tx1"/>
                </a:solidFill>
              </a:defRPr>
            </a:lvl1pPr>
          </a:lstStyle>
          <a:p>
            <a:pPr lvl="0"/>
            <a:r>
              <a:rPr lang="en-US" dirty="0"/>
              <a:t>Edit Master text styles</a:t>
            </a:r>
            <a:endParaRPr lang="en-IN" dirty="0"/>
          </a:p>
        </p:txBody>
      </p:sp>
      <p:pic>
        <p:nvPicPr>
          <p:cNvPr id="4" name="Picture 3">
            <a:extLst>
              <a:ext uri="{FF2B5EF4-FFF2-40B4-BE49-F238E27FC236}">
                <a16:creationId xmlns:a16="http://schemas.microsoft.com/office/drawing/2014/main" id="{960CAA14-6A07-E731-86BF-157E04148A7B}"/>
              </a:ext>
            </a:extLst>
          </p:cNvPr>
          <p:cNvPicPr/>
          <p:nvPr userDrawn="1"/>
        </p:nvPicPr>
        <p:blipFill>
          <a:blip r:embed="rId3" cstate="email">
            <a:extLst>
              <a:ext uri="{28A0092B-C50C-407E-A947-70E740481C1C}">
                <a14:useLocalDpi xmlns:a14="http://schemas.microsoft.com/office/drawing/2010/main"/>
              </a:ext>
            </a:extLst>
          </a:blip>
          <a:stretch>
            <a:fillRect/>
          </a:stretch>
        </p:blipFill>
        <p:spPr>
          <a:xfrm>
            <a:off x="160338" y="412713"/>
            <a:ext cx="1991485" cy="498500"/>
          </a:xfrm>
          <a:prstGeom prst="rect">
            <a:avLst/>
          </a:prstGeom>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862146486"/>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7_Comparison">
    <p:spTree>
      <p:nvGrpSpPr>
        <p:cNvPr id="1" name=""/>
        <p:cNvGrpSpPr/>
        <p:nvPr/>
      </p:nvGrpSpPr>
      <p:grpSpPr>
        <a:xfrm>
          <a:off x="0" y="0"/>
          <a:ext cx="0" cy="0"/>
          <a:chOff x="0" y="0"/>
          <a:chExt cx="0" cy="0"/>
        </a:xfrm>
      </p:grpSpPr>
      <p:sp>
        <p:nvSpPr>
          <p:cNvPr id="8" name="Footer Placeholder 4"/>
          <p:cNvSpPr>
            <a:spLocks noGrp="1"/>
          </p:cNvSpPr>
          <p:nvPr>
            <p:ph type="ftr" sz="quarter" idx="3"/>
          </p:nvPr>
        </p:nvSpPr>
        <p:spPr bwMode="gray">
          <a:xfrm>
            <a:off x="152400" y="6513512"/>
            <a:ext cx="3466790" cy="269876"/>
          </a:xfrm>
          <a:prstGeom prst="rect">
            <a:avLst/>
          </a:prstGeom>
        </p:spPr>
        <p:txBody>
          <a:bodyPr lIns="0" anchor="ctr">
            <a:noAutofit/>
          </a:bodyPr>
          <a:lstStyle>
            <a:lvl1pPr algn="l">
              <a:defRPr sz="1100">
                <a:solidFill>
                  <a:schemeClr val="bg1"/>
                </a:solidFill>
                <a:latin typeface="+mn-lt"/>
              </a:defRPr>
            </a:lvl1pPr>
          </a:lstStyle>
          <a:p>
            <a:r>
              <a:rPr lang="en-US" dirty="0"/>
              <a:t>©2026 Fact.MR, All Rights Reserved</a:t>
            </a:r>
          </a:p>
        </p:txBody>
      </p:sp>
      <p:sp>
        <p:nvSpPr>
          <p:cNvPr id="9" name="Slide Number Placeholder 5"/>
          <p:cNvSpPr>
            <a:spLocks noGrp="1"/>
          </p:cNvSpPr>
          <p:nvPr>
            <p:ph type="sldNum" sz="quarter" idx="4"/>
          </p:nvPr>
        </p:nvSpPr>
        <p:spPr bwMode="gray">
          <a:xfrm>
            <a:off x="11525250" y="6529578"/>
            <a:ext cx="457200" cy="237744"/>
          </a:xfrm>
          <a:prstGeom prst="rect">
            <a:avLst/>
          </a:prstGeom>
        </p:spPr>
        <p:txBody>
          <a:bodyPr>
            <a:noAutofit/>
          </a:bodyPr>
          <a:lstStyle>
            <a:lvl1pPr algn="ctr">
              <a:defRPr sz="1100">
                <a:solidFill>
                  <a:schemeClr val="bg1"/>
                </a:solidFill>
                <a:latin typeface="+mn-lt"/>
              </a:defRPr>
            </a:lvl1pPr>
          </a:lstStyle>
          <a:p>
            <a:fld id="{4B17068C-EB94-40A3-A5F2-664CDD77FDAC}" type="slidenum">
              <a:rPr lang="en-US" smtClean="0"/>
              <a:pPr/>
              <a:t>‹#›</a:t>
            </a:fld>
            <a:endParaRPr lang="en-US" dirty="0"/>
          </a:p>
        </p:txBody>
      </p:sp>
      <p:sp>
        <p:nvSpPr>
          <p:cNvPr id="2" name="Rectangle 1"/>
          <p:cNvSpPr/>
          <p:nvPr userDrawn="1"/>
        </p:nvSpPr>
        <p:spPr>
          <a:xfrm>
            <a:off x="-1" y="0"/>
            <a:ext cx="12188825" cy="62245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3" name="Picture 2">
            <a:extLst>
              <a:ext uri="{FF2B5EF4-FFF2-40B4-BE49-F238E27FC236}">
                <a16:creationId xmlns:a16="http://schemas.microsoft.com/office/drawing/2014/main" id="{224F0464-5A92-EE1E-3C62-1E6DB82C4314}"/>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0509684" y="290991"/>
            <a:ext cx="1603477" cy="408887"/>
          </a:xfrm>
          <a:prstGeom prst="rect">
            <a:avLst/>
          </a:prstGeom>
        </p:spPr>
      </p:pic>
    </p:spTree>
    <p:extLst>
      <p:ext uri="{BB962C8B-B14F-4D97-AF65-F5344CB8AC3E}">
        <p14:creationId xmlns:p14="http://schemas.microsoft.com/office/powerpoint/2010/main" val="2402977860"/>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41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Footer Placeholder 2"/>
          <p:cNvSpPr>
            <a:spLocks noGrp="1"/>
          </p:cNvSpPr>
          <p:nvPr>
            <p:ph type="ftr" sz="quarter" idx="10"/>
          </p:nvPr>
        </p:nvSpPr>
        <p:spPr/>
        <p:txBody>
          <a:bodyPr/>
          <a:lstStyle/>
          <a:p>
            <a:r>
              <a:rPr lang="en-US" dirty="0"/>
              <a:t>©2026 Fact.MR, All Rights Reserved</a:t>
            </a:r>
          </a:p>
        </p:txBody>
      </p:sp>
      <p:sp>
        <p:nvSpPr>
          <p:cNvPr id="4" name="Slide Number Placeholder 3"/>
          <p:cNvSpPr>
            <a:spLocks noGrp="1"/>
          </p:cNvSpPr>
          <p:nvPr>
            <p:ph type="sldNum" sz="quarter" idx="11"/>
          </p:nvPr>
        </p:nvSpPr>
        <p:spPr/>
        <p:txBody>
          <a:bodyPr/>
          <a:lstStyle/>
          <a:p>
            <a:fld id="{4B17068C-EB94-40A3-A5F2-664CDD77FDAC}" type="slidenum">
              <a:rPr lang="en-US" smtClean="0"/>
              <a:pPr/>
              <a:t>‹#›</a:t>
            </a:fld>
            <a:endParaRPr lang="en-US" dirty="0"/>
          </a:p>
        </p:txBody>
      </p:sp>
      <p:sp>
        <p:nvSpPr>
          <p:cNvPr id="5" name="Freeform 4"/>
          <p:cNvSpPr/>
          <p:nvPr userDrawn="1"/>
        </p:nvSpPr>
        <p:spPr>
          <a:xfrm>
            <a:off x="157241" y="1066800"/>
            <a:ext cx="3767328"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lvl="0" algn="ctr"/>
            <a:endParaRPr lang="en-GB" sz="1013"/>
          </a:p>
        </p:txBody>
      </p:sp>
      <p:sp>
        <p:nvSpPr>
          <p:cNvPr id="7" name="Text Placeholder 6"/>
          <p:cNvSpPr>
            <a:spLocks noGrp="1"/>
          </p:cNvSpPr>
          <p:nvPr>
            <p:ph type="body" sz="quarter" idx="12"/>
          </p:nvPr>
        </p:nvSpPr>
        <p:spPr>
          <a:xfrm>
            <a:off x="171576" y="1066800"/>
            <a:ext cx="3767328" cy="466344"/>
          </a:xfrm>
          <a:prstGeom prst="rect">
            <a:avLst/>
          </a:prstGeom>
        </p:spPr>
        <p:txBody>
          <a:bodyPr anchor="b"/>
          <a:lstStyle>
            <a:lvl1pPr marL="0" indent="0" algn="ctr">
              <a:buNone/>
              <a:defRPr sz="1300" b="1"/>
            </a:lvl1pPr>
          </a:lstStyle>
          <a:p>
            <a:pPr lvl="0"/>
            <a:r>
              <a:rPr lang="en-US" dirty="0"/>
              <a:t>Edit Master text styles</a:t>
            </a:r>
            <a:endParaRPr lang="en-IN" dirty="0"/>
          </a:p>
        </p:txBody>
      </p:sp>
      <p:sp>
        <p:nvSpPr>
          <p:cNvPr id="8" name="Content Placeholder 7"/>
          <p:cNvSpPr>
            <a:spLocks noGrp="1"/>
          </p:cNvSpPr>
          <p:nvPr>
            <p:ph sz="quarter" idx="13"/>
          </p:nvPr>
        </p:nvSpPr>
        <p:spPr>
          <a:xfrm>
            <a:off x="152400" y="1562100"/>
            <a:ext cx="3767328" cy="1965960"/>
          </a:xfrm>
          <a:prstGeom prst="rect">
            <a:avLst/>
          </a:prstGeom>
        </p:spPr>
        <p:txBody>
          <a:bodyPr/>
          <a:lstStyle>
            <a:lvl1pPr marL="228594" indent="-228594">
              <a:lnSpc>
                <a:spcPct val="100000"/>
              </a:lnSpc>
              <a:buFont typeface="Wingdings" panose="05000000000000000000" pitchFamily="2" charset="2"/>
              <a:buChar char="q"/>
              <a:defRPr sz="1200"/>
            </a:lvl1pPr>
            <a:lvl2pPr marL="457200" indent="-228594">
              <a:lnSpc>
                <a:spcPct val="100000"/>
              </a:lnSpc>
              <a:buFont typeface="Wingdings" panose="05000000000000000000" pitchFamily="2" charset="2"/>
              <a:buChar char="Ø"/>
              <a:defRPr sz="1100"/>
            </a:lvl2pPr>
            <a:lvl3pPr marL="685800" indent="-228594">
              <a:lnSpc>
                <a:spcPct val="100000"/>
              </a:lnSpc>
              <a:buFont typeface="Wingdings" panose="05000000000000000000" pitchFamily="2" charset="2"/>
              <a:buChar char="§"/>
              <a:defRPr sz="1000"/>
            </a:lvl3pPr>
            <a:lvl4pPr marL="914400" indent="-228594">
              <a:lnSpc>
                <a:spcPct val="100000"/>
              </a:lnSpc>
              <a:buFont typeface="Courier New" panose="02070309020205020404" pitchFamily="49" charset="0"/>
              <a:buChar char="o"/>
              <a:defRPr sz="900"/>
            </a:lvl4pPr>
            <a:lvl5pPr marL="1143000">
              <a:lnSpc>
                <a:spcPct val="100000"/>
              </a:lnSpc>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Freeform 8"/>
          <p:cNvSpPr/>
          <p:nvPr userDrawn="1"/>
        </p:nvSpPr>
        <p:spPr>
          <a:xfrm>
            <a:off x="4204525" y="1066800"/>
            <a:ext cx="7781100"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lvl="0" algn="ctr"/>
            <a:endParaRPr lang="en-GB" sz="1013"/>
          </a:p>
        </p:txBody>
      </p:sp>
      <p:sp>
        <p:nvSpPr>
          <p:cNvPr id="10" name="Text Placeholder 6"/>
          <p:cNvSpPr>
            <a:spLocks noGrp="1"/>
          </p:cNvSpPr>
          <p:nvPr>
            <p:ph type="body" sz="quarter" idx="14"/>
          </p:nvPr>
        </p:nvSpPr>
        <p:spPr>
          <a:xfrm>
            <a:off x="4204525" y="1066800"/>
            <a:ext cx="7781100" cy="466344"/>
          </a:xfrm>
          <a:prstGeom prst="rect">
            <a:avLst/>
          </a:prstGeom>
        </p:spPr>
        <p:txBody>
          <a:bodyPr anchor="b"/>
          <a:lstStyle>
            <a:lvl1pPr marL="0" indent="0" algn="ctr">
              <a:buNone/>
              <a:defRPr sz="1300" b="1"/>
            </a:lvl1pPr>
          </a:lstStyle>
          <a:p>
            <a:pPr lvl="0"/>
            <a:r>
              <a:rPr lang="en-US" dirty="0"/>
              <a:t>Edit Master text styles</a:t>
            </a:r>
            <a:endParaRPr lang="en-IN" dirty="0"/>
          </a:p>
        </p:txBody>
      </p:sp>
      <p:sp>
        <p:nvSpPr>
          <p:cNvPr id="11" name="Content Placeholder 7"/>
          <p:cNvSpPr>
            <a:spLocks noGrp="1"/>
          </p:cNvSpPr>
          <p:nvPr>
            <p:ph sz="quarter" idx="15"/>
          </p:nvPr>
        </p:nvSpPr>
        <p:spPr>
          <a:xfrm>
            <a:off x="4204525" y="1562100"/>
            <a:ext cx="7781100" cy="1965960"/>
          </a:xfrm>
          <a:prstGeom prst="rect">
            <a:avLst/>
          </a:prstGeom>
        </p:spPr>
        <p:txBody>
          <a:bodyPr/>
          <a:lstStyle>
            <a:lvl1pPr marL="228594" indent="-228594">
              <a:lnSpc>
                <a:spcPct val="100000"/>
              </a:lnSpc>
              <a:buFont typeface="Wingdings" panose="05000000000000000000" pitchFamily="2" charset="2"/>
              <a:buChar char="q"/>
              <a:defRPr sz="1200"/>
            </a:lvl1pPr>
            <a:lvl2pPr marL="457200" indent="-228594">
              <a:lnSpc>
                <a:spcPct val="100000"/>
              </a:lnSpc>
              <a:buFont typeface="Wingdings" panose="05000000000000000000" pitchFamily="2" charset="2"/>
              <a:buChar char="Ø"/>
              <a:defRPr sz="1100"/>
            </a:lvl2pPr>
            <a:lvl3pPr marL="685800" indent="-228594">
              <a:lnSpc>
                <a:spcPct val="100000"/>
              </a:lnSpc>
              <a:buFont typeface="Wingdings" panose="05000000000000000000" pitchFamily="2" charset="2"/>
              <a:buChar char="§"/>
              <a:defRPr sz="1000"/>
            </a:lvl3pPr>
            <a:lvl4pPr marL="914400" indent="-228594">
              <a:lnSpc>
                <a:spcPct val="100000"/>
              </a:lnSpc>
              <a:buFont typeface="Courier New" panose="02070309020205020404" pitchFamily="49" charset="0"/>
              <a:buChar char="o"/>
              <a:defRPr sz="900"/>
            </a:lvl4pPr>
            <a:lvl5pPr marL="1143000">
              <a:lnSpc>
                <a:spcPct val="100000"/>
              </a:lnSpc>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5" name="Freeform 14"/>
          <p:cNvSpPr/>
          <p:nvPr userDrawn="1"/>
        </p:nvSpPr>
        <p:spPr>
          <a:xfrm>
            <a:off x="157240" y="3763328"/>
            <a:ext cx="11833225"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lvl="0" algn="ctr"/>
            <a:endParaRPr lang="en-GB" sz="1013"/>
          </a:p>
        </p:txBody>
      </p:sp>
      <p:sp>
        <p:nvSpPr>
          <p:cNvPr id="16" name="Text Placeholder 6"/>
          <p:cNvSpPr>
            <a:spLocks noGrp="1"/>
          </p:cNvSpPr>
          <p:nvPr>
            <p:ph type="body" sz="quarter" idx="18"/>
          </p:nvPr>
        </p:nvSpPr>
        <p:spPr>
          <a:xfrm>
            <a:off x="171576" y="3763328"/>
            <a:ext cx="11814049" cy="466344"/>
          </a:xfrm>
          <a:prstGeom prst="rect">
            <a:avLst/>
          </a:prstGeom>
        </p:spPr>
        <p:txBody>
          <a:bodyPr anchor="b"/>
          <a:lstStyle>
            <a:lvl1pPr marL="0" indent="0" algn="ctr">
              <a:buNone/>
              <a:defRPr sz="1300" b="1"/>
            </a:lvl1pPr>
          </a:lstStyle>
          <a:p>
            <a:pPr lvl="0"/>
            <a:r>
              <a:rPr lang="en-US" dirty="0"/>
              <a:t>Edit Master text styles</a:t>
            </a:r>
            <a:endParaRPr lang="en-IN" dirty="0"/>
          </a:p>
        </p:txBody>
      </p:sp>
      <p:sp>
        <p:nvSpPr>
          <p:cNvPr id="17" name="Content Placeholder 7"/>
          <p:cNvSpPr>
            <a:spLocks noGrp="1"/>
          </p:cNvSpPr>
          <p:nvPr>
            <p:ph sz="quarter" idx="19"/>
          </p:nvPr>
        </p:nvSpPr>
        <p:spPr>
          <a:xfrm>
            <a:off x="152399" y="4258628"/>
            <a:ext cx="11833225" cy="1965960"/>
          </a:xfrm>
          <a:prstGeom prst="rect">
            <a:avLst/>
          </a:prstGeom>
        </p:spPr>
        <p:txBody>
          <a:bodyPr/>
          <a:lstStyle>
            <a:lvl1pPr marL="228594" indent="-228594">
              <a:lnSpc>
                <a:spcPct val="100000"/>
              </a:lnSpc>
              <a:buFont typeface="Wingdings" panose="05000000000000000000" pitchFamily="2" charset="2"/>
              <a:buChar char="q"/>
              <a:defRPr sz="1200"/>
            </a:lvl1pPr>
            <a:lvl2pPr marL="457200" indent="-228594">
              <a:lnSpc>
                <a:spcPct val="100000"/>
              </a:lnSpc>
              <a:buFont typeface="Wingdings" panose="05000000000000000000" pitchFamily="2" charset="2"/>
              <a:buChar char="Ø"/>
              <a:defRPr sz="1100"/>
            </a:lvl2pPr>
            <a:lvl3pPr marL="685800" indent="-228594">
              <a:lnSpc>
                <a:spcPct val="100000"/>
              </a:lnSpc>
              <a:buFont typeface="Wingdings" panose="05000000000000000000" pitchFamily="2" charset="2"/>
              <a:buChar char="§"/>
              <a:defRPr sz="1000"/>
            </a:lvl3pPr>
            <a:lvl4pPr marL="914400" indent="-228594">
              <a:lnSpc>
                <a:spcPct val="100000"/>
              </a:lnSpc>
              <a:buFont typeface="Courier New" panose="02070309020205020404" pitchFamily="49" charset="0"/>
              <a:buChar char="o"/>
              <a:defRPr sz="900"/>
            </a:lvl4pPr>
            <a:lvl5pPr marL="1143000">
              <a:lnSpc>
                <a:spcPct val="100000"/>
              </a:lnSpc>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3741071051"/>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userDrawn="1">
  <p:cSld name="16_Title and Content">
    <p:spTree>
      <p:nvGrpSpPr>
        <p:cNvPr id="1" name=""/>
        <p:cNvGrpSpPr/>
        <p:nvPr/>
      </p:nvGrpSpPr>
      <p:grpSpPr>
        <a:xfrm>
          <a:off x="0" y="0"/>
          <a:ext cx="0" cy="0"/>
          <a:chOff x="0" y="0"/>
          <a:chExt cx="0" cy="0"/>
        </a:xfrm>
      </p:grpSpPr>
      <p:sp>
        <p:nvSpPr>
          <p:cNvPr id="6" name="Rectangle 5"/>
          <p:cNvSpPr/>
          <p:nvPr userDrawn="1"/>
        </p:nvSpPr>
        <p:spPr>
          <a:xfrm>
            <a:off x="152361" y="1613578"/>
            <a:ext cx="2268916" cy="914400"/>
          </a:xfrm>
          <a:prstGeom prst="rect">
            <a:avLst/>
          </a:prstGeom>
          <a:solidFill>
            <a:srgbClr val="00818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901"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p:cNvSpPr>
            <a:spLocks noGrp="1"/>
          </p:cNvSpPr>
          <p:nvPr userDrawn="1">
            <p:ph idx="1"/>
          </p:nvPr>
        </p:nvSpPr>
        <p:spPr bwMode="gray">
          <a:xfrm>
            <a:off x="3142403" y="1613579"/>
            <a:ext cx="5264897" cy="1920240"/>
          </a:xfrm>
          <a:ln>
            <a:noFill/>
          </a:ln>
        </p:spPr>
        <p:txBody>
          <a:bodyPr lIns="91440"/>
          <a:lstStyle>
            <a:lvl1pPr marL="228531" indent="-228531" algn="just">
              <a:lnSpc>
                <a:spcPct val="100000"/>
              </a:lnSpc>
              <a:spcBef>
                <a:spcPts val="800"/>
              </a:spcBef>
              <a:spcAft>
                <a:spcPts val="800"/>
              </a:spcAft>
              <a:buFont typeface="Wingdings" panose="05000000000000000000" pitchFamily="2" charset="2"/>
              <a:buChar char="q"/>
              <a:defRPr sz="1200"/>
            </a:lvl1pPr>
            <a:lvl2pPr marL="457063" indent="-228531" algn="just">
              <a:lnSpc>
                <a:spcPct val="100000"/>
              </a:lnSpc>
              <a:spcBef>
                <a:spcPts val="700"/>
              </a:spcBef>
              <a:spcAft>
                <a:spcPts val="700"/>
              </a:spcAft>
              <a:buFont typeface="Wingdings" panose="05000000000000000000" pitchFamily="2" charset="2"/>
              <a:buChar char="Ø"/>
              <a:defRPr sz="1100"/>
            </a:lvl2pPr>
            <a:lvl3pPr marL="685594" indent="-228531" algn="just">
              <a:lnSpc>
                <a:spcPct val="100000"/>
              </a:lnSpc>
              <a:spcBef>
                <a:spcPts val="600"/>
              </a:spcBef>
              <a:spcAft>
                <a:spcPts val="600"/>
              </a:spcAft>
              <a:buFont typeface="Wingdings" panose="05000000000000000000" pitchFamily="2" charset="2"/>
              <a:buChar char="§"/>
              <a:defRPr sz="1000"/>
            </a:lvl3pPr>
            <a:lvl4pPr marL="914126" indent="-228531" algn="just">
              <a:lnSpc>
                <a:spcPct val="100000"/>
              </a:lnSpc>
              <a:spcBef>
                <a:spcPts val="500"/>
              </a:spcBef>
              <a:spcAft>
                <a:spcPts val="500"/>
              </a:spcAft>
              <a:buFont typeface="Courier New" panose="02070309020205020404" pitchFamily="49" charset="0"/>
              <a:buChar char="o"/>
              <a:defRPr sz="900"/>
            </a:lvl4pPr>
            <a:lvl5pPr marL="1142657" indent="-228531" algn="just">
              <a:lnSpc>
                <a:spcPct val="100000"/>
              </a:lnSpc>
              <a:spcBef>
                <a:spcPts val="400"/>
              </a:spcBef>
              <a:spcAft>
                <a:spcPts val="400"/>
              </a:spcAft>
              <a:defRPr sz="800"/>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GB" noProof="0" dirty="0"/>
          </a:p>
        </p:txBody>
      </p:sp>
      <p:sp>
        <p:nvSpPr>
          <p:cNvPr id="2" name="Title 1"/>
          <p:cNvSpPr>
            <a:spLocks noGrp="1"/>
          </p:cNvSpPr>
          <p:nvPr userDrawn="1">
            <p:ph type="title"/>
          </p:nvPr>
        </p:nvSpPr>
        <p:spPr bwMode="gray">
          <a:xfrm>
            <a:off x="152359" y="152400"/>
            <a:ext cx="10512862" cy="731520"/>
          </a:xfrm>
        </p:spPr>
        <p:txBody>
          <a:bodyPr>
            <a:noAutofit/>
          </a:bodyPr>
          <a:lstStyle>
            <a:lvl1pPr>
              <a:defRPr sz="1999"/>
            </a:lvl1pPr>
          </a:lstStyle>
          <a:p>
            <a:r>
              <a:rPr lang="en-US" noProof="0" dirty="0"/>
              <a:t>Click to edit Master title style</a:t>
            </a:r>
            <a:endParaRPr lang="en-GB" noProof="0" dirty="0"/>
          </a:p>
        </p:txBody>
      </p:sp>
      <p:sp>
        <p:nvSpPr>
          <p:cNvPr id="25" name="Text Placeholder 2"/>
          <p:cNvSpPr>
            <a:spLocks noGrp="1"/>
          </p:cNvSpPr>
          <p:nvPr>
            <p:ph type="body" idx="12"/>
          </p:nvPr>
        </p:nvSpPr>
        <p:spPr bwMode="gray">
          <a:xfrm>
            <a:off x="3142403" y="1143000"/>
            <a:ext cx="5264897" cy="470578"/>
          </a:xfrm>
        </p:spPr>
        <p:txBody>
          <a:bodyPr anchor="b">
            <a:noAutofit/>
          </a:bodyPr>
          <a:lstStyle>
            <a:lvl1pPr marL="0" indent="0" algn="ctr">
              <a:buNone/>
              <a:defRPr sz="1200" b="1"/>
            </a:lvl1pPr>
            <a:lvl2pPr marL="457059" indent="0">
              <a:buNone/>
              <a:defRPr sz="1999" b="1"/>
            </a:lvl2pPr>
            <a:lvl3pPr marL="914117" indent="0">
              <a:buNone/>
              <a:defRPr sz="1799" b="1"/>
            </a:lvl3pPr>
            <a:lvl4pPr marL="1371176" indent="0">
              <a:buNone/>
              <a:defRPr sz="1600" b="1"/>
            </a:lvl4pPr>
            <a:lvl5pPr marL="1828234" indent="0">
              <a:buNone/>
              <a:defRPr sz="1600" b="1"/>
            </a:lvl5pPr>
            <a:lvl6pPr marL="2285292" indent="0">
              <a:buNone/>
              <a:defRPr sz="1600" b="1"/>
            </a:lvl6pPr>
            <a:lvl7pPr marL="2742351" indent="0">
              <a:buNone/>
              <a:defRPr sz="1600" b="1"/>
            </a:lvl7pPr>
            <a:lvl8pPr marL="3199410" indent="0">
              <a:buNone/>
              <a:defRPr sz="1600" b="1"/>
            </a:lvl8pPr>
            <a:lvl9pPr marL="3656468" indent="0">
              <a:buNone/>
              <a:defRPr sz="1600" b="1"/>
            </a:lvl9pPr>
          </a:lstStyle>
          <a:p>
            <a:pPr lvl="0"/>
            <a:r>
              <a:rPr lang="en-US" noProof="0" dirty="0"/>
              <a:t>Click to edit Master text styles</a:t>
            </a:r>
          </a:p>
        </p:txBody>
      </p:sp>
      <p:sp>
        <p:nvSpPr>
          <p:cNvPr id="13" name="Freeform 12"/>
          <p:cNvSpPr/>
          <p:nvPr userDrawn="1"/>
        </p:nvSpPr>
        <p:spPr>
          <a:xfrm>
            <a:off x="3147244" y="1143000"/>
            <a:ext cx="5264897"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62" tIns="34281" rIns="68562" bIns="34281"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13"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Content Placeholder 2"/>
          <p:cNvSpPr>
            <a:spLocks noGrp="1"/>
          </p:cNvSpPr>
          <p:nvPr>
            <p:ph idx="15"/>
          </p:nvPr>
        </p:nvSpPr>
        <p:spPr bwMode="gray">
          <a:xfrm>
            <a:off x="3142403" y="4286475"/>
            <a:ext cx="5264897" cy="1920240"/>
          </a:xfrm>
          <a:ln>
            <a:noFill/>
          </a:ln>
        </p:spPr>
        <p:txBody>
          <a:bodyPr lIns="91440"/>
          <a:lstStyle>
            <a:lvl1pPr marL="228531" indent="-228531" algn="just">
              <a:lnSpc>
                <a:spcPct val="100000"/>
              </a:lnSpc>
              <a:spcBef>
                <a:spcPts val="800"/>
              </a:spcBef>
              <a:spcAft>
                <a:spcPts val="800"/>
              </a:spcAft>
              <a:buFont typeface="Wingdings" panose="05000000000000000000" pitchFamily="2" charset="2"/>
              <a:buChar char="q"/>
              <a:defRPr sz="1200"/>
            </a:lvl1pPr>
            <a:lvl2pPr marL="457063" indent="-228531" algn="just">
              <a:lnSpc>
                <a:spcPct val="100000"/>
              </a:lnSpc>
              <a:spcBef>
                <a:spcPts val="700"/>
              </a:spcBef>
              <a:spcAft>
                <a:spcPts val="700"/>
              </a:spcAft>
              <a:buFont typeface="Wingdings" panose="05000000000000000000" pitchFamily="2" charset="2"/>
              <a:buChar char="Ø"/>
              <a:defRPr sz="1100"/>
            </a:lvl2pPr>
            <a:lvl3pPr marL="685594" indent="-228531" algn="just">
              <a:lnSpc>
                <a:spcPct val="100000"/>
              </a:lnSpc>
              <a:spcBef>
                <a:spcPts val="600"/>
              </a:spcBef>
              <a:spcAft>
                <a:spcPts val="600"/>
              </a:spcAft>
              <a:buFont typeface="Wingdings" panose="05000000000000000000" pitchFamily="2" charset="2"/>
              <a:buChar char="§"/>
              <a:defRPr sz="1000"/>
            </a:lvl3pPr>
            <a:lvl4pPr marL="914126" indent="-228531" algn="just">
              <a:lnSpc>
                <a:spcPct val="100000"/>
              </a:lnSpc>
              <a:spcBef>
                <a:spcPts val="500"/>
              </a:spcBef>
              <a:spcAft>
                <a:spcPts val="500"/>
              </a:spcAft>
              <a:buFont typeface="Courier New" panose="02070309020205020404" pitchFamily="49" charset="0"/>
              <a:buChar char="o"/>
              <a:defRPr sz="900"/>
            </a:lvl4pPr>
            <a:lvl5pPr marL="1142657" indent="-228531" algn="just">
              <a:lnSpc>
                <a:spcPct val="100000"/>
              </a:lnSpc>
              <a:spcBef>
                <a:spcPts val="400"/>
              </a:spcBef>
              <a:spcAft>
                <a:spcPts val="400"/>
              </a:spcAft>
              <a:defRPr sz="800"/>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GB" noProof="0" dirty="0"/>
          </a:p>
        </p:txBody>
      </p:sp>
      <p:sp>
        <p:nvSpPr>
          <p:cNvPr id="15" name="Text Placeholder 2"/>
          <p:cNvSpPr>
            <a:spLocks noGrp="1"/>
          </p:cNvSpPr>
          <p:nvPr>
            <p:ph type="body" idx="16"/>
          </p:nvPr>
        </p:nvSpPr>
        <p:spPr bwMode="gray">
          <a:xfrm>
            <a:off x="3142403" y="3815896"/>
            <a:ext cx="5264897" cy="470578"/>
          </a:xfrm>
        </p:spPr>
        <p:txBody>
          <a:bodyPr anchor="b">
            <a:noAutofit/>
          </a:bodyPr>
          <a:lstStyle>
            <a:lvl1pPr marL="0" indent="0" algn="ctr">
              <a:buNone/>
              <a:defRPr sz="1200" b="1"/>
            </a:lvl1pPr>
            <a:lvl2pPr marL="457059" indent="0">
              <a:buNone/>
              <a:defRPr sz="1999" b="1"/>
            </a:lvl2pPr>
            <a:lvl3pPr marL="914117" indent="0">
              <a:buNone/>
              <a:defRPr sz="1799" b="1"/>
            </a:lvl3pPr>
            <a:lvl4pPr marL="1371176" indent="0">
              <a:buNone/>
              <a:defRPr sz="1600" b="1"/>
            </a:lvl4pPr>
            <a:lvl5pPr marL="1828234" indent="0">
              <a:buNone/>
              <a:defRPr sz="1600" b="1"/>
            </a:lvl5pPr>
            <a:lvl6pPr marL="2285292" indent="0">
              <a:buNone/>
              <a:defRPr sz="1600" b="1"/>
            </a:lvl6pPr>
            <a:lvl7pPr marL="2742351" indent="0">
              <a:buNone/>
              <a:defRPr sz="1600" b="1"/>
            </a:lvl7pPr>
            <a:lvl8pPr marL="3199410" indent="0">
              <a:buNone/>
              <a:defRPr sz="1600" b="1"/>
            </a:lvl8pPr>
            <a:lvl9pPr marL="3656468" indent="0">
              <a:buNone/>
              <a:defRPr sz="1600" b="1"/>
            </a:lvl9pPr>
          </a:lstStyle>
          <a:p>
            <a:pPr lvl="0"/>
            <a:r>
              <a:rPr lang="en-US" noProof="0"/>
              <a:t>Click to edit Master text styles</a:t>
            </a:r>
          </a:p>
        </p:txBody>
      </p:sp>
      <p:sp>
        <p:nvSpPr>
          <p:cNvPr id="16" name="Freeform 15"/>
          <p:cNvSpPr/>
          <p:nvPr userDrawn="1"/>
        </p:nvSpPr>
        <p:spPr>
          <a:xfrm>
            <a:off x="3147244" y="3815896"/>
            <a:ext cx="5264897"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62" tIns="34281" rIns="68562" bIns="34281"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13"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Content Placeholder 2"/>
          <p:cNvSpPr>
            <a:spLocks noGrp="1"/>
          </p:cNvSpPr>
          <p:nvPr>
            <p:ph idx="17"/>
          </p:nvPr>
        </p:nvSpPr>
        <p:spPr bwMode="gray">
          <a:xfrm>
            <a:off x="8723893" y="1613579"/>
            <a:ext cx="3312572" cy="1920240"/>
          </a:xfrm>
          <a:ln>
            <a:noFill/>
          </a:ln>
        </p:spPr>
        <p:txBody>
          <a:bodyPr lIns="91440"/>
          <a:lstStyle>
            <a:lvl1pPr marL="228531" indent="-228531" algn="just">
              <a:lnSpc>
                <a:spcPct val="100000"/>
              </a:lnSpc>
              <a:spcBef>
                <a:spcPts val="800"/>
              </a:spcBef>
              <a:spcAft>
                <a:spcPts val="800"/>
              </a:spcAft>
              <a:buFont typeface="Wingdings" panose="05000000000000000000" pitchFamily="2" charset="2"/>
              <a:buChar char="q"/>
              <a:defRPr sz="1200"/>
            </a:lvl1pPr>
            <a:lvl2pPr marL="457063" indent="-228531" algn="just">
              <a:lnSpc>
                <a:spcPct val="100000"/>
              </a:lnSpc>
              <a:spcBef>
                <a:spcPts val="700"/>
              </a:spcBef>
              <a:spcAft>
                <a:spcPts val="700"/>
              </a:spcAft>
              <a:buFont typeface="Wingdings" panose="05000000000000000000" pitchFamily="2" charset="2"/>
              <a:buChar char="Ø"/>
              <a:defRPr sz="1100"/>
            </a:lvl2pPr>
            <a:lvl3pPr marL="685594" indent="-228531" algn="just">
              <a:lnSpc>
                <a:spcPct val="100000"/>
              </a:lnSpc>
              <a:spcBef>
                <a:spcPts val="600"/>
              </a:spcBef>
              <a:spcAft>
                <a:spcPts val="600"/>
              </a:spcAft>
              <a:buFont typeface="Wingdings" panose="05000000000000000000" pitchFamily="2" charset="2"/>
              <a:buChar char="§"/>
              <a:defRPr sz="1000"/>
            </a:lvl3pPr>
            <a:lvl4pPr marL="914126" indent="-228531" algn="just">
              <a:lnSpc>
                <a:spcPct val="100000"/>
              </a:lnSpc>
              <a:spcBef>
                <a:spcPts val="500"/>
              </a:spcBef>
              <a:spcAft>
                <a:spcPts val="500"/>
              </a:spcAft>
              <a:buFont typeface="Courier New" panose="02070309020205020404" pitchFamily="49" charset="0"/>
              <a:buChar char="o"/>
              <a:defRPr sz="900"/>
            </a:lvl4pPr>
            <a:lvl5pPr marL="1142657" indent="-228531" algn="just">
              <a:lnSpc>
                <a:spcPct val="100000"/>
              </a:lnSpc>
              <a:spcBef>
                <a:spcPts val="400"/>
              </a:spcBef>
              <a:spcAft>
                <a:spcPts val="400"/>
              </a:spcAft>
              <a:defRPr sz="800"/>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GB" noProof="0" dirty="0"/>
          </a:p>
        </p:txBody>
      </p:sp>
      <p:sp>
        <p:nvSpPr>
          <p:cNvPr id="11" name="Text Placeholder 2"/>
          <p:cNvSpPr>
            <a:spLocks noGrp="1"/>
          </p:cNvSpPr>
          <p:nvPr>
            <p:ph type="body" idx="18"/>
          </p:nvPr>
        </p:nvSpPr>
        <p:spPr bwMode="gray">
          <a:xfrm>
            <a:off x="8723893" y="1143000"/>
            <a:ext cx="3312572" cy="470578"/>
          </a:xfrm>
        </p:spPr>
        <p:txBody>
          <a:bodyPr anchor="b">
            <a:noAutofit/>
          </a:bodyPr>
          <a:lstStyle>
            <a:lvl1pPr marL="0" indent="0" algn="ctr">
              <a:buNone/>
              <a:defRPr sz="1200" b="1"/>
            </a:lvl1pPr>
            <a:lvl2pPr marL="457059" indent="0">
              <a:buNone/>
              <a:defRPr sz="1999" b="1"/>
            </a:lvl2pPr>
            <a:lvl3pPr marL="914117" indent="0">
              <a:buNone/>
              <a:defRPr sz="1799" b="1"/>
            </a:lvl3pPr>
            <a:lvl4pPr marL="1371176" indent="0">
              <a:buNone/>
              <a:defRPr sz="1600" b="1"/>
            </a:lvl4pPr>
            <a:lvl5pPr marL="1828234" indent="0">
              <a:buNone/>
              <a:defRPr sz="1600" b="1"/>
            </a:lvl5pPr>
            <a:lvl6pPr marL="2285292" indent="0">
              <a:buNone/>
              <a:defRPr sz="1600" b="1"/>
            </a:lvl6pPr>
            <a:lvl7pPr marL="2742351" indent="0">
              <a:buNone/>
              <a:defRPr sz="1600" b="1"/>
            </a:lvl7pPr>
            <a:lvl8pPr marL="3199410" indent="0">
              <a:buNone/>
              <a:defRPr sz="1600" b="1"/>
            </a:lvl8pPr>
            <a:lvl9pPr marL="3656468" indent="0">
              <a:buNone/>
              <a:defRPr sz="1600" b="1"/>
            </a:lvl9pPr>
          </a:lstStyle>
          <a:p>
            <a:pPr lvl="0"/>
            <a:r>
              <a:rPr lang="en-US" noProof="0"/>
              <a:t>Click to edit Master text styles</a:t>
            </a:r>
          </a:p>
        </p:txBody>
      </p:sp>
      <p:sp>
        <p:nvSpPr>
          <p:cNvPr id="12" name="Freeform 11"/>
          <p:cNvSpPr/>
          <p:nvPr userDrawn="1"/>
        </p:nvSpPr>
        <p:spPr>
          <a:xfrm>
            <a:off x="8723893" y="1143000"/>
            <a:ext cx="3312572"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62" tIns="34281" rIns="68562" bIns="34281"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13"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 name="Content Placeholder 2"/>
          <p:cNvSpPr>
            <a:spLocks noGrp="1"/>
          </p:cNvSpPr>
          <p:nvPr>
            <p:ph idx="19"/>
          </p:nvPr>
        </p:nvSpPr>
        <p:spPr bwMode="gray">
          <a:xfrm>
            <a:off x="8723893" y="4286475"/>
            <a:ext cx="3312572" cy="1920240"/>
          </a:xfrm>
          <a:ln>
            <a:noFill/>
          </a:ln>
        </p:spPr>
        <p:txBody>
          <a:bodyPr lIns="91440"/>
          <a:lstStyle>
            <a:lvl1pPr marL="228531" indent="-228531" algn="just">
              <a:lnSpc>
                <a:spcPct val="100000"/>
              </a:lnSpc>
              <a:spcBef>
                <a:spcPts val="800"/>
              </a:spcBef>
              <a:spcAft>
                <a:spcPts val="800"/>
              </a:spcAft>
              <a:buFont typeface="Wingdings" panose="05000000000000000000" pitchFamily="2" charset="2"/>
              <a:buChar char="q"/>
              <a:defRPr sz="1200"/>
            </a:lvl1pPr>
            <a:lvl2pPr marL="457063" indent="-228531" algn="just">
              <a:lnSpc>
                <a:spcPct val="100000"/>
              </a:lnSpc>
              <a:spcBef>
                <a:spcPts val="700"/>
              </a:spcBef>
              <a:spcAft>
                <a:spcPts val="700"/>
              </a:spcAft>
              <a:buFont typeface="Wingdings" panose="05000000000000000000" pitchFamily="2" charset="2"/>
              <a:buChar char="Ø"/>
              <a:defRPr sz="1100"/>
            </a:lvl2pPr>
            <a:lvl3pPr marL="685594" indent="-228531" algn="just">
              <a:lnSpc>
                <a:spcPct val="100000"/>
              </a:lnSpc>
              <a:spcBef>
                <a:spcPts val="600"/>
              </a:spcBef>
              <a:spcAft>
                <a:spcPts val="600"/>
              </a:spcAft>
              <a:buFont typeface="Wingdings" panose="05000000000000000000" pitchFamily="2" charset="2"/>
              <a:buChar char="§"/>
              <a:defRPr sz="1000"/>
            </a:lvl3pPr>
            <a:lvl4pPr marL="914126" indent="-228531" algn="just">
              <a:lnSpc>
                <a:spcPct val="100000"/>
              </a:lnSpc>
              <a:spcBef>
                <a:spcPts val="500"/>
              </a:spcBef>
              <a:spcAft>
                <a:spcPts val="500"/>
              </a:spcAft>
              <a:buFont typeface="Courier New" panose="02070309020205020404" pitchFamily="49" charset="0"/>
              <a:buChar char="o"/>
              <a:defRPr sz="900"/>
            </a:lvl4pPr>
            <a:lvl5pPr marL="1142657" indent="-228531" algn="just">
              <a:lnSpc>
                <a:spcPct val="100000"/>
              </a:lnSpc>
              <a:spcBef>
                <a:spcPts val="400"/>
              </a:spcBef>
              <a:spcAft>
                <a:spcPts val="400"/>
              </a:spcAft>
              <a:defRPr sz="800"/>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GB" noProof="0" dirty="0"/>
          </a:p>
        </p:txBody>
      </p:sp>
      <p:sp>
        <p:nvSpPr>
          <p:cNvPr id="18" name="Text Placeholder 2"/>
          <p:cNvSpPr>
            <a:spLocks noGrp="1"/>
          </p:cNvSpPr>
          <p:nvPr>
            <p:ph type="body" idx="20"/>
          </p:nvPr>
        </p:nvSpPr>
        <p:spPr bwMode="gray">
          <a:xfrm>
            <a:off x="8723893" y="3815896"/>
            <a:ext cx="3312572" cy="470578"/>
          </a:xfrm>
        </p:spPr>
        <p:txBody>
          <a:bodyPr anchor="b">
            <a:noAutofit/>
          </a:bodyPr>
          <a:lstStyle>
            <a:lvl1pPr marL="0" indent="0" algn="ctr">
              <a:buNone/>
              <a:defRPr sz="1200" b="1"/>
            </a:lvl1pPr>
            <a:lvl2pPr marL="457059" indent="0">
              <a:buNone/>
              <a:defRPr sz="1999" b="1"/>
            </a:lvl2pPr>
            <a:lvl3pPr marL="914117" indent="0">
              <a:buNone/>
              <a:defRPr sz="1799" b="1"/>
            </a:lvl3pPr>
            <a:lvl4pPr marL="1371176" indent="0">
              <a:buNone/>
              <a:defRPr sz="1600" b="1"/>
            </a:lvl4pPr>
            <a:lvl5pPr marL="1828234" indent="0">
              <a:buNone/>
              <a:defRPr sz="1600" b="1"/>
            </a:lvl5pPr>
            <a:lvl6pPr marL="2285292" indent="0">
              <a:buNone/>
              <a:defRPr sz="1600" b="1"/>
            </a:lvl6pPr>
            <a:lvl7pPr marL="2742351" indent="0">
              <a:buNone/>
              <a:defRPr sz="1600" b="1"/>
            </a:lvl7pPr>
            <a:lvl8pPr marL="3199410" indent="0">
              <a:buNone/>
              <a:defRPr sz="1600" b="1"/>
            </a:lvl8pPr>
            <a:lvl9pPr marL="3656468" indent="0">
              <a:buNone/>
              <a:defRPr sz="1600" b="1"/>
            </a:lvl9pPr>
          </a:lstStyle>
          <a:p>
            <a:pPr lvl="0"/>
            <a:r>
              <a:rPr lang="en-US" noProof="0" dirty="0"/>
              <a:t>Click to edit Master text styles</a:t>
            </a:r>
          </a:p>
        </p:txBody>
      </p:sp>
      <p:sp>
        <p:nvSpPr>
          <p:cNvPr id="19" name="Freeform 18"/>
          <p:cNvSpPr/>
          <p:nvPr userDrawn="1"/>
        </p:nvSpPr>
        <p:spPr>
          <a:xfrm>
            <a:off x="8723893" y="3815896"/>
            <a:ext cx="3312572"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62" tIns="34281" rIns="68562" bIns="34281"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13"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 name="Text Placeholder 4"/>
          <p:cNvSpPr>
            <a:spLocks noGrp="1"/>
          </p:cNvSpPr>
          <p:nvPr>
            <p:ph type="body" sz="quarter" idx="21"/>
          </p:nvPr>
        </p:nvSpPr>
        <p:spPr>
          <a:xfrm>
            <a:off x="219938" y="1659298"/>
            <a:ext cx="2133759" cy="822960"/>
          </a:xfrm>
        </p:spPr>
        <p:txBody>
          <a:bodyPr anchor="ctr"/>
          <a:lstStyle>
            <a:lvl1pPr marL="0" indent="0" algn="ctr">
              <a:buNone/>
              <a:defRPr sz="1200" b="1">
                <a:solidFill>
                  <a:schemeClr val="bg1"/>
                </a:solidFill>
              </a:defRPr>
            </a:lvl1pPr>
            <a:lvl2pPr marL="457058" indent="0">
              <a:buNone/>
              <a:defRPr/>
            </a:lvl2pPr>
            <a:lvl3pPr marL="914117" indent="0">
              <a:buNone/>
              <a:defRPr/>
            </a:lvl3pPr>
            <a:lvl4pPr marL="1371176" indent="0">
              <a:buNone/>
              <a:defRPr/>
            </a:lvl4pPr>
            <a:lvl5pPr marL="1828233" indent="0">
              <a:buNone/>
              <a:defRPr/>
            </a:lvl5pPr>
          </a:lstStyle>
          <a:p>
            <a:pPr lvl="0"/>
            <a:r>
              <a:rPr lang="en-US"/>
              <a:t>Click to edit Master text styles</a:t>
            </a:r>
          </a:p>
        </p:txBody>
      </p:sp>
      <p:sp>
        <p:nvSpPr>
          <p:cNvPr id="7" name="Isosceles Triangle 6"/>
          <p:cNvSpPr/>
          <p:nvPr userDrawn="1"/>
        </p:nvSpPr>
        <p:spPr>
          <a:xfrm rot="5400000">
            <a:off x="2208249" y="1899871"/>
            <a:ext cx="914400" cy="341818"/>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901"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4" name="Rectangle 23"/>
          <p:cNvSpPr/>
          <p:nvPr userDrawn="1"/>
        </p:nvSpPr>
        <p:spPr>
          <a:xfrm>
            <a:off x="152361" y="4286475"/>
            <a:ext cx="2268916" cy="914400"/>
          </a:xfrm>
          <a:prstGeom prst="rect">
            <a:avLst/>
          </a:prstGeom>
          <a:solidFill>
            <a:srgbClr val="00818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901"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7" name="Text Placeholder 4"/>
          <p:cNvSpPr>
            <a:spLocks noGrp="1"/>
          </p:cNvSpPr>
          <p:nvPr>
            <p:ph type="body" sz="quarter" idx="22"/>
          </p:nvPr>
        </p:nvSpPr>
        <p:spPr>
          <a:xfrm>
            <a:off x="219938" y="4332195"/>
            <a:ext cx="2133759" cy="822960"/>
          </a:xfrm>
        </p:spPr>
        <p:txBody>
          <a:bodyPr anchor="ctr"/>
          <a:lstStyle>
            <a:lvl1pPr marL="0" indent="0" algn="ctr">
              <a:buNone/>
              <a:defRPr sz="1200" b="1">
                <a:solidFill>
                  <a:schemeClr val="bg1"/>
                </a:solidFill>
              </a:defRPr>
            </a:lvl1pPr>
            <a:lvl2pPr marL="457058" indent="0">
              <a:buNone/>
              <a:defRPr/>
            </a:lvl2pPr>
            <a:lvl3pPr marL="914117" indent="0">
              <a:buNone/>
              <a:defRPr/>
            </a:lvl3pPr>
            <a:lvl4pPr marL="1371176" indent="0">
              <a:buNone/>
              <a:defRPr/>
            </a:lvl4pPr>
            <a:lvl5pPr marL="1828233" indent="0">
              <a:buNone/>
              <a:defRPr/>
            </a:lvl5pPr>
          </a:lstStyle>
          <a:p>
            <a:pPr lvl="0"/>
            <a:r>
              <a:rPr lang="en-US"/>
              <a:t>Click to edit Master text styles</a:t>
            </a:r>
          </a:p>
        </p:txBody>
      </p:sp>
      <p:sp>
        <p:nvSpPr>
          <p:cNvPr id="28" name="Isosceles Triangle 27"/>
          <p:cNvSpPr/>
          <p:nvPr userDrawn="1"/>
        </p:nvSpPr>
        <p:spPr>
          <a:xfrm rot="5400000">
            <a:off x="2208249" y="4572768"/>
            <a:ext cx="914400" cy="341818"/>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901"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 name="Slide Number Placeholder 5"/>
          <p:cNvSpPr>
            <a:spLocks noGrp="1"/>
          </p:cNvSpPr>
          <p:nvPr>
            <p:ph type="sldNum" sz="quarter" idx="4"/>
          </p:nvPr>
        </p:nvSpPr>
        <p:spPr bwMode="gray">
          <a:xfrm>
            <a:off x="11610294" y="6423705"/>
            <a:ext cx="426171" cy="319995"/>
          </a:xfrm>
          <a:prstGeom prst="rect">
            <a:avLst/>
          </a:prstGeom>
        </p:spPr>
        <p:txBody>
          <a:bodyPr lIns="0" tIns="0" rIns="0" bIns="0" anchor="ctr" anchorCtr="0"/>
          <a:lstStyle>
            <a:lvl1pPr algn="ctr">
              <a:defRPr sz="1000">
                <a:solidFill>
                  <a:schemeClr val="tx1"/>
                </a:solidFill>
                <a:latin typeface="+mn-lt"/>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4B17068C-EB94-40A3-A5F2-664CDD77FDAC}" type="slidenum">
              <a:rPr kumimoji="0" lang="en-GB" sz="1000" b="0" i="0" u="none" strike="noStrike" kern="1200" cap="none" spc="0" normalizeH="0" baseline="0" noProof="0" smtClean="0">
                <a:ln>
                  <a:noFill/>
                </a:ln>
                <a:solidFill>
                  <a:prstClr val="black"/>
                </a:solidFill>
                <a:effectLst/>
                <a:uLnTx/>
                <a:uFillTx/>
                <a:latin typeface="Calibri" panose="020F0502020204030204"/>
                <a:ea typeface="+mn-ea"/>
                <a:cs typeface="+mn-cs"/>
              </a:rPr>
              <a:t>‹#›</a:t>
            </a:fld>
            <a:endParaRPr kumimoji="0" lang="en-GB"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67147705"/>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userDrawn="1">
  <p:cSld name="17_Title and Content">
    <p:spTree>
      <p:nvGrpSpPr>
        <p:cNvPr id="1" name=""/>
        <p:cNvGrpSpPr/>
        <p:nvPr/>
      </p:nvGrpSpPr>
      <p:grpSpPr>
        <a:xfrm>
          <a:off x="0" y="0"/>
          <a:ext cx="0" cy="0"/>
          <a:chOff x="0" y="0"/>
          <a:chExt cx="0" cy="0"/>
        </a:xfrm>
      </p:grpSpPr>
      <p:sp>
        <p:nvSpPr>
          <p:cNvPr id="6" name="Rectangle 5"/>
          <p:cNvSpPr/>
          <p:nvPr userDrawn="1"/>
        </p:nvSpPr>
        <p:spPr>
          <a:xfrm>
            <a:off x="152361" y="1613578"/>
            <a:ext cx="2268916" cy="914400"/>
          </a:xfrm>
          <a:prstGeom prst="rect">
            <a:avLst/>
          </a:prstGeom>
          <a:solidFill>
            <a:srgbClr val="00818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901"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p:cNvSpPr>
            <a:spLocks noGrp="1"/>
          </p:cNvSpPr>
          <p:nvPr userDrawn="1">
            <p:ph idx="1"/>
          </p:nvPr>
        </p:nvSpPr>
        <p:spPr bwMode="gray">
          <a:xfrm>
            <a:off x="3142403" y="1613579"/>
            <a:ext cx="5264897" cy="1920240"/>
          </a:xfrm>
          <a:ln>
            <a:noFill/>
          </a:ln>
        </p:spPr>
        <p:txBody>
          <a:bodyPr lIns="91440"/>
          <a:lstStyle>
            <a:lvl1pPr marL="228531" indent="-228531" algn="just">
              <a:lnSpc>
                <a:spcPct val="100000"/>
              </a:lnSpc>
              <a:spcBef>
                <a:spcPts val="800"/>
              </a:spcBef>
              <a:spcAft>
                <a:spcPts val="800"/>
              </a:spcAft>
              <a:buFont typeface="Wingdings" panose="05000000000000000000" pitchFamily="2" charset="2"/>
              <a:buChar char="q"/>
              <a:defRPr sz="1200"/>
            </a:lvl1pPr>
            <a:lvl2pPr marL="457063" indent="-228531" algn="just">
              <a:lnSpc>
                <a:spcPct val="100000"/>
              </a:lnSpc>
              <a:spcBef>
                <a:spcPts val="700"/>
              </a:spcBef>
              <a:spcAft>
                <a:spcPts val="700"/>
              </a:spcAft>
              <a:buFont typeface="Wingdings" panose="05000000000000000000" pitchFamily="2" charset="2"/>
              <a:buChar char="Ø"/>
              <a:defRPr sz="1100"/>
            </a:lvl2pPr>
            <a:lvl3pPr marL="685594" indent="-228531" algn="just">
              <a:lnSpc>
                <a:spcPct val="100000"/>
              </a:lnSpc>
              <a:spcBef>
                <a:spcPts val="600"/>
              </a:spcBef>
              <a:spcAft>
                <a:spcPts val="600"/>
              </a:spcAft>
              <a:buFont typeface="Wingdings" panose="05000000000000000000" pitchFamily="2" charset="2"/>
              <a:buChar char="§"/>
              <a:defRPr sz="1000"/>
            </a:lvl3pPr>
            <a:lvl4pPr marL="914126" indent="-228531" algn="just">
              <a:lnSpc>
                <a:spcPct val="100000"/>
              </a:lnSpc>
              <a:spcBef>
                <a:spcPts val="500"/>
              </a:spcBef>
              <a:spcAft>
                <a:spcPts val="500"/>
              </a:spcAft>
              <a:buFont typeface="Courier New" panose="02070309020205020404" pitchFamily="49" charset="0"/>
              <a:buChar char="o"/>
              <a:defRPr sz="900"/>
            </a:lvl4pPr>
            <a:lvl5pPr marL="1142657" indent="-228531" algn="just">
              <a:lnSpc>
                <a:spcPct val="100000"/>
              </a:lnSpc>
              <a:spcBef>
                <a:spcPts val="400"/>
              </a:spcBef>
              <a:spcAft>
                <a:spcPts val="400"/>
              </a:spcAft>
              <a:defRPr sz="800"/>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GB" noProof="0" dirty="0"/>
          </a:p>
        </p:txBody>
      </p:sp>
      <p:sp>
        <p:nvSpPr>
          <p:cNvPr id="2" name="Title 1"/>
          <p:cNvSpPr>
            <a:spLocks noGrp="1"/>
          </p:cNvSpPr>
          <p:nvPr userDrawn="1">
            <p:ph type="title"/>
          </p:nvPr>
        </p:nvSpPr>
        <p:spPr bwMode="gray">
          <a:xfrm>
            <a:off x="152359" y="152400"/>
            <a:ext cx="10512862" cy="731520"/>
          </a:xfrm>
        </p:spPr>
        <p:txBody>
          <a:bodyPr>
            <a:noAutofit/>
          </a:bodyPr>
          <a:lstStyle>
            <a:lvl1pPr>
              <a:defRPr sz="1999"/>
            </a:lvl1pPr>
          </a:lstStyle>
          <a:p>
            <a:r>
              <a:rPr lang="en-US" noProof="0" dirty="0"/>
              <a:t>Click to edit Master title style</a:t>
            </a:r>
            <a:endParaRPr lang="en-GB" noProof="0" dirty="0"/>
          </a:p>
        </p:txBody>
      </p:sp>
      <p:sp>
        <p:nvSpPr>
          <p:cNvPr id="25" name="Text Placeholder 2"/>
          <p:cNvSpPr>
            <a:spLocks noGrp="1"/>
          </p:cNvSpPr>
          <p:nvPr>
            <p:ph type="body" idx="12"/>
          </p:nvPr>
        </p:nvSpPr>
        <p:spPr bwMode="gray">
          <a:xfrm>
            <a:off x="3142403" y="1143000"/>
            <a:ext cx="5264897" cy="470578"/>
          </a:xfrm>
        </p:spPr>
        <p:txBody>
          <a:bodyPr anchor="b">
            <a:noAutofit/>
          </a:bodyPr>
          <a:lstStyle>
            <a:lvl1pPr marL="0" indent="0" algn="ctr">
              <a:buNone/>
              <a:defRPr sz="1200" b="1"/>
            </a:lvl1pPr>
            <a:lvl2pPr marL="457059" indent="0">
              <a:buNone/>
              <a:defRPr sz="1999" b="1"/>
            </a:lvl2pPr>
            <a:lvl3pPr marL="914117" indent="0">
              <a:buNone/>
              <a:defRPr sz="1799" b="1"/>
            </a:lvl3pPr>
            <a:lvl4pPr marL="1371176" indent="0">
              <a:buNone/>
              <a:defRPr sz="1600" b="1"/>
            </a:lvl4pPr>
            <a:lvl5pPr marL="1828234" indent="0">
              <a:buNone/>
              <a:defRPr sz="1600" b="1"/>
            </a:lvl5pPr>
            <a:lvl6pPr marL="2285292" indent="0">
              <a:buNone/>
              <a:defRPr sz="1600" b="1"/>
            </a:lvl6pPr>
            <a:lvl7pPr marL="2742351" indent="0">
              <a:buNone/>
              <a:defRPr sz="1600" b="1"/>
            </a:lvl7pPr>
            <a:lvl8pPr marL="3199410" indent="0">
              <a:buNone/>
              <a:defRPr sz="1600" b="1"/>
            </a:lvl8pPr>
            <a:lvl9pPr marL="3656468" indent="0">
              <a:buNone/>
              <a:defRPr sz="1600" b="1"/>
            </a:lvl9pPr>
          </a:lstStyle>
          <a:p>
            <a:pPr lvl="0"/>
            <a:r>
              <a:rPr lang="en-US" noProof="0" dirty="0"/>
              <a:t>Click to edit Master text styles</a:t>
            </a:r>
          </a:p>
        </p:txBody>
      </p:sp>
      <p:sp>
        <p:nvSpPr>
          <p:cNvPr id="26" name="Slide Number Placeholder 5"/>
          <p:cNvSpPr>
            <a:spLocks noGrp="1"/>
          </p:cNvSpPr>
          <p:nvPr>
            <p:ph type="sldNum" sz="quarter" idx="4"/>
          </p:nvPr>
        </p:nvSpPr>
        <p:spPr bwMode="gray">
          <a:xfrm>
            <a:off x="11610294" y="6423705"/>
            <a:ext cx="426171" cy="319995"/>
          </a:xfrm>
          <a:prstGeom prst="rect">
            <a:avLst/>
          </a:prstGeom>
        </p:spPr>
        <p:txBody>
          <a:bodyPr lIns="0" tIns="0" rIns="0" bIns="0" anchor="ctr" anchorCtr="0"/>
          <a:lstStyle>
            <a:lvl1pPr algn="ctr">
              <a:defRPr sz="1000">
                <a:solidFill>
                  <a:schemeClr val="tx1"/>
                </a:solidFill>
                <a:latin typeface="+mn-lt"/>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4B17068C-EB94-40A3-A5F2-664CDD77FDAC}" type="slidenum">
              <a:rPr kumimoji="0" lang="en-GB" sz="1000" b="0" i="0" u="none" strike="noStrike" kern="1200" cap="none" spc="0" normalizeH="0" baseline="0" noProof="0" smtClean="0">
                <a:ln>
                  <a:noFill/>
                </a:ln>
                <a:solidFill>
                  <a:prstClr val="black"/>
                </a:solidFill>
                <a:effectLst/>
                <a:uLnTx/>
                <a:uFillTx/>
                <a:latin typeface="Calibri" panose="020F0502020204030204"/>
                <a:ea typeface="+mn-ea"/>
                <a:cs typeface="+mn-cs"/>
              </a:rPr>
              <a:t>‹#›</a:t>
            </a:fld>
            <a:endParaRPr kumimoji="0" lang="en-GB"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Freeform 12"/>
          <p:cNvSpPr/>
          <p:nvPr userDrawn="1"/>
        </p:nvSpPr>
        <p:spPr>
          <a:xfrm>
            <a:off x="3147244" y="1143000"/>
            <a:ext cx="5264897"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62" tIns="34281" rIns="68562" bIns="34281"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13"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Content Placeholder 2"/>
          <p:cNvSpPr>
            <a:spLocks noGrp="1"/>
          </p:cNvSpPr>
          <p:nvPr>
            <p:ph idx="17"/>
          </p:nvPr>
        </p:nvSpPr>
        <p:spPr bwMode="gray">
          <a:xfrm>
            <a:off x="8723893" y="1613579"/>
            <a:ext cx="3312572" cy="1920240"/>
          </a:xfrm>
          <a:ln>
            <a:noFill/>
          </a:ln>
        </p:spPr>
        <p:txBody>
          <a:bodyPr lIns="91440"/>
          <a:lstStyle>
            <a:lvl1pPr marL="228531" indent="-228531" algn="just">
              <a:lnSpc>
                <a:spcPct val="100000"/>
              </a:lnSpc>
              <a:spcBef>
                <a:spcPts val="800"/>
              </a:spcBef>
              <a:spcAft>
                <a:spcPts val="800"/>
              </a:spcAft>
              <a:buFont typeface="Wingdings" panose="05000000000000000000" pitchFamily="2" charset="2"/>
              <a:buChar char="q"/>
              <a:defRPr sz="1200"/>
            </a:lvl1pPr>
            <a:lvl2pPr marL="457063" indent="-228531" algn="just">
              <a:lnSpc>
                <a:spcPct val="100000"/>
              </a:lnSpc>
              <a:spcBef>
                <a:spcPts val="700"/>
              </a:spcBef>
              <a:spcAft>
                <a:spcPts val="700"/>
              </a:spcAft>
              <a:buFont typeface="Wingdings" panose="05000000000000000000" pitchFamily="2" charset="2"/>
              <a:buChar char="Ø"/>
              <a:defRPr sz="1100"/>
            </a:lvl2pPr>
            <a:lvl3pPr marL="685594" indent="-228531" algn="just">
              <a:lnSpc>
                <a:spcPct val="100000"/>
              </a:lnSpc>
              <a:spcBef>
                <a:spcPts val="600"/>
              </a:spcBef>
              <a:spcAft>
                <a:spcPts val="600"/>
              </a:spcAft>
              <a:buFont typeface="Wingdings" panose="05000000000000000000" pitchFamily="2" charset="2"/>
              <a:buChar char="§"/>
              <a:defRPr sz="1000"/>
            </a:lvl3pPr>
            <a:lvl4pPr marL="914126" indent="-228531" algn="just">
              <a:lnSpc>
                <a:spcPct val="100000"/>
              </a:lnSpc>
              <a:spcBef>
                <a:spcPts val="500"/>
              </a:spcBef>
              <a:spcAft>
                <a:spcPts val="500"/>
              </a:spcAft>
              <a:buFont typeface="Courier New" panose="02070309020205020404" pitchFamily="49" charset="0"/>
              <a:buChar char="o"/>
              <a:defRPr sz="900"/>
            </a:lvl4pPr>
            <a:lvl5pPr marL="1142657" indent="-228531" algn="just">
              <a:lnSpc>
                <a:spcPct val="100000"/>
              </a:lnSpc>
              <a:spcBef>
                <a:spcPts val="400"/>
              </a:spcBef>
              <a:spcAft>
                <a:spcPts val="400"/>
              </a:spcAft>
              <a:defRPr sz="800"/>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GB" noProof="0" dirty="0"/>
          </a:p>
        </p:txBody>
      </p:sp>
      <p:sp>
        <p:nvSpPr>
          <p:cNvPr id="11" name="Text Placeholder 2"/>
          <p:cNvSpPr>
            <a:spLocks noGrp="1"/>
          </p:cNvSpPr>
          <p:nvPr>
            <p:ph type="body" idx="18"/>
          </p:nvPr>
        </p:nvSpPr>
        <p:spPr bwMode="gray">
          <a:xfrm>
            <a:off x="8723893" y="1143000"/>
            <a:ext cx="3312572" cy="470578"/>
          </a:xfrm>
        </p:spPr>
        <p:txBody>
          <a:bodyPr anchor="b">
            <a:noAutofit/>
          </a:bodyPr>
          <a:lstStyle>
            <a:lvl1pPr marL="0" indent="0" algn="ctr">
              <a:buNone/>
              <a:defRPr sz="1200" b="1"/>
            </a:lvl1pPr>
            <a:lvl2pPr marL="457059" indent="0">
              <a:buNone/>
              <a:defRPr sz="1999" b="1"/>
            </a:lvl2pPr>
            <a:lvl3pPr marL="914117" indent="0">
              <a:buNone/>
              <a:defRPr sz="1799" b="1"/>
            </a:lvl3pPr>
            <a:lvl4pPr marL="1371176" indent="0">
              <a:buNone/>
              <a:defRPr sz="1600" b="1"/>
            </a:lvl4pPr>
            <a:lvl5pPr marL="1828234" indent="0">
              <a:buNone/>
              <a:defRPr sz="1600" b="1"/>
            </a:lvl5pPr>
            <a:lvl6pPr marL="2285292" indent="0">
              <a:buNone/>
              <a:defRPr sz="1600" b="1"/>
            </a:lvl6pPr>
            <a:lvl7pPr marL="2742351" indent="0">
              <a:buNone/>
              <a:defRPr sz="1600" b="1"/>
            </a:lvl7pPr>
            <a:lvl8pPr marL="3199410" indent="0">
              <a:buNone/>
              <a:defRPr sz="1600" b="1"/>
            </a:lvl8pPr>
            <a:lvl9pPr marL="3656468" indent="0">
              <a:buNone/>
              <a:defRPr sz="1600" b="1"/>
            </a:lvl9pPr>
          </a:lstStyle>
          <a:p>
            <a:pPr lvl="0"/>
            <a:r>
              <a:rPr lang="en-US" noProof="0"/>
              <a:t>Click to edit Master text styles</a:t>
            </a:r>
          </a:p>
        </p:txBody>
      </p:sp>
      <p:sp>
        <p:nvSpPr>
          <p:cNvPr id="12" name="Freeform 11"/>
          <p:cNvSpPr/>
          <p:nvPr userDrawn="1"/>
        </p:nvSpPr>
        <p:spPr>
          <a:xfrm>
            <a:off x="8723893" y="1143000"/>
            <a:ext cx="3312572"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62" tIns="34281" rIns="68562" bIns="34281"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13"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 name="Text Placeholder 4"/>
          <p:cNvSpPr>
            <a:spLocks noGrp="1"/>
          </p:cNvSpPr>
          <p:nvPr>
            <p:ph type="body" sz="quarter" idx="21"/>
          </p:nvPr>
        </p:nvSpPr>
        <p:spPr>
          <a:xfrm>
            <a:off x="219938" y="1659298"/>
            <a:ext cx="2133759" cy="822960"/>
          </a:xfrm>
        </p:spPr>
        <p:txBody>
          <a:bodyPr anchor="ctr"/>
          <a:lstStyle>
            <a:lvl1pPr marL="0" indent="0" algn="ctr">
              <a:buNone/>
              <a:defRPr sz="1200" b="1">
                <a:solidFill>
                  <a:schemeClr val="bg1"/>
                </a:solidFill>
              </a:defRPr>
            </a:lvl1pPr>
            <a:lvl2pPr marL="457058" indent="0">
              <a:buNone/>
              <a:defRPr/>
            </a:lvl2pPr>
            <a:lvl3pPr marL="914117" indent="0">
              <a:buNone/>
              <a:defRPr/>
            </a:lvl3pPr>
            <a:lvl4pPr marL="1371176" indent="0">
              <a:buNone/>
              <a:defRPr/>
            </a:lvl4pPr>
            <a:lvl5pPr marL="1828233" indent="0">
              <a:buNone/>
              <a:defRPr/>
            </a:lvl5pPr>
          </a:lstStyle>
          <a:p>
            <a:pPr lvl="0"/>
            <a:r>
              <a:rPr lang="en-US" dirty="0"/>
              <a:t>Click to edit Master text styles</a:t>
            </a:r>
          </a:p>
        </p:txBody>
      </p:sp>
      <p:sp>
        <p:nvSpPr>
          <p:cNvPr id="7" name="Isosceles Triangle 6"/>
          <p:cNvSpPr/>
          <p:nvPr userDrawn="1"/>
        </p:nvSpPr>
        <p:spPr>
          <a:xfrm rot="5400000">
            <a:off x="2208249" y="1899871"/>
            <a:ext cx="914400" cy="341818"/>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901"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42292961"/>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Title Slide">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55F53C7E-56C6-0F7B-0EF0-5B8F37D19E78}"/>
              </a:ext>
            </a:extLst>
          </p:cNvPr>
          <p:cNvSpPr/>
          <p:nvPr userDrawn="1"/>
        </p:nvSpPr>
        <p:spPr>
          <a:xfrm>
            <a:off x="-441466" y="-305555"/>
            <a:ext cx="13274958" cy="746910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Footer Placeholder 4"/>
          <p:cNvSpPr>
            <a:spLocks noGrp="1"/>
          </p:cNvSpPr>
          <p:nvPr>
            <p:ph type="ftr" sz="quarter" idx="3"/>
          </p:nvPr>
        </p:nvSpPr>
        <p:spPr bwMode="gray">
          <a:xfrm>
            <a:off x="4361017" y="6513512"/>
            <a:ext cx="3466790" cy="269876"/>
          </a:xfrm>
          <a:prstGeom prst="rect">
            <a:avLst/>
          </a:prstGeom>
        </p:spPr>
        <p:txBody>
          <a:bodyPr lIns="0" rIns="0" anchor="ctr">
            <a:noAutofit/>
          </a:bodyPr>
          <a:lstStyle>
            <a:lvl1pPr algn="l">
              <a:defRPr sz="1100">
                <a:solidFill>
                  <a:schemeClr val="tx1"/>
                </a:solidFill>
                <a:latin typeface="+mn-lt"/>
              </a:defRPr>
            </a:lvl1pPr>
          </a:lstStyle>
          <a:p>
            <a:pPr algn="ctr"/>
            <a:r>
              <a:rPr lang="en-US" dirty="0"/>
              <a:t>©2025 Fact.MR, All Rights Reserved</a:t>
            </a:r>
          </a:p>
        </p:txBody>
      </p:sp>
      <p:sp>
        <p:nvSpPr>
          <p:cNvPr id="3" name="Text Placeholder 2"/>
          <p:cNvSpPr>
            <a:spLocks noGrp="1"/>
          </p:cNvSpPr>
          <p:nvPr>
            <p:ph type="body" sz="quarter" idx="10"/>
          </p:nvPr>
        </p:nvSpPr>
        <p:spPr>
          <a:xfrm>
            <a:off x="5576969" y="1066799"/>
            <a:ext cx="6400800" cy="1762125"/>
          </a:xfrm>
          <a:prstGeom prst="rect">
            <a:avLst/>
          </a:prstGeom>
        </p:spPr>
        <p:txBody>
          <a:bodyPr lIns="0" anchor="b"/>
          <a:lstStyle>
            <a:lvl1pPr marL="0" indent="0">
              <a:buNone/>
              <a:defRPr sz="3600" b="1">
                <a:solidFill>
                  <a:srgbClr val="002060"/>
                </a:solidFill>
              </a:defRPr>
            </a:lvl1pPr>
          </a:lstStyle>
          <a:p>
            <a:pPr lvl="0"/>
            <a:r>
              <a:rPr lang="en-US" dirty="0"/>
              <a:t>Edit Master text styles</a:t>
            </a:r>
            <a:endParaRPr lang="en-IN" dirty="0"/>
          </a:p>
        </p:txBody>
      </p:sp>
      <p:sp>
        <p:nvSpPr>
          <p:cNvPr id="7" name="Text Placeholder 2"/>
          <p:cNvSpPr>
            <a:spLocks noGrp="1"/>
          </p:cNvSpPr>
          <p:nvPr>
            <p:ph type="body" sz="quarter" idx="11"/>
          </p:nvPr>
        </p:nvSpPr>
        <p:spPr>
          <a:xfrm>
            <a:off x="5576969" y="2838450"/>
            <a:ext cx="6400800" cy="1181100"/>
          </a:xfrm>
          <a:prstGeom prst="rect">
            <a:avLst/>
          </a:prstGeom>
        </p:spPr>
        <p:txBody>
          <a:bodyPr lIns="0" anchor="t"/>
          <a:lstStyle>
            <a:lvl1pPr marL="0" indent="0">
              <a:buNone/>
              <a:defRPr sz="2000" b="0">
                <a:solidFill>
                  <a:schemeClr val="tx1"/>
                </a:solidFill>
              </a:defRPr>
            </a:lvl1pPr>
          </a:lstStyle>
          <a:p>
            <a:pPr lvl="0"/>
            <a:r>
              <a:rPr lang="en-US" dirty="0"/>
              <a:t>Edit Master text styles</a:t>
            </a:r>
            <a:endParaRPr lang="en-IN" dirty="0"/>
          </a:p>
        </p:txBody>
      </p:sp>
      <p:pic>
        <p:nvPicPr>
          <p:cNvPr id="5" name="Picture 4">
            <a:extLst>
              <a:ext uri="{FF2B5EF4-FFF2-40B4-BE49-F238E27FC236}">
                <a16:creationId xmlns:a16="http://schemas.microsoft.com/office/drawing/2014/main" id="{940A6342-3830-1E2E-1724-6D3D7768626F}"/>
              </a:ext>
            </a:extLst>
          </p:cNvPr>
          <p:cNvPicPr/>
          <p:nvPr userDrawn="1"/>
        </p:nvPicPr>
        <p:blipFill>
          <a:blip r:embed="rId3" cstate="email">
            <a:extLst>
              <a:ext uri="{28A0092B-C50C-407E-A947-70E740481C1C}">
                <a14:useLocalDpi xmlns:a14="http://schemas.microsoft.com/office/drawing/2010/main"/>
              </a:ext>
            </a:extLst>
          </a:blip>
          <a:stretch>
            <a:fillRect/>
          </a:stretch>
        </p:blipFill>
        <p:spPr>
          <a:xfrm>
            <a:off x="9887447" y="276521"/>
            <a:ext cx="1991485" cy="498500"/>
          </a:xfrm>
          <a:prstGeom prst="rect">
            <a:avLst/>
          </a:prstGeom>
          <a:effectLst>
            <a:outerShdw blurRad="63500" sx="102000" sy="102000" algn="ctr" rotWithShape="0">
              <a:prstClr val="black">
                <a:alpha val="40000"/>
              </a:prstClr>
            </a:outerShdw>
          </a:effectLst>
        </p:spPr>
      </p:pic>
      <p:grpSp>
        <p:nvGrpSpPr>
          <p:cNvPr id="30" name="Group 29">
            <a:extLst>
              <a:ext uri="{FF2B5EF4-FFF2-40B4-BE49-F238E27FC236}">
                <a16:creationId xmlns:a16="http://schemas.microsoft.com/office/drawing/2014/main" id="{D5C8EA58-0CBB-BB7A-EFA8-69EB33BEFCE1}"/>
              </a:ext>
            </a:extLst>
          </p:cNvPr>
          <p:cNvGrpSpPr/>
          <p:nvPr userDrawn="1"/>
        </p:nvGrpSpPr>
        <p:grpSpPr>
          <a:xfrm>
            <a:off x="-2267497" y="-431245"/>
            <a:ext cx="7003897" cy="7821407"/>
            <a:chOff x="-2144946" y="-431245"/>
            <a:chExt cx="7003897" cy="7821407"/>
          </a:xfrm>
          <a:blipFill dpi="0" rotWithShape="1">
            <a:blip r:embed="rId4"/>
            <a:srcRect/>
            <a:stretch>
              <a:fillRect l="-75000" r="-33000"/>
            </a:stretch>
          </a:blipFill>
        </p:grpSpPr>
        <p:sp>
          <p:nvSpPr>
            <p:cNvPr id="26" name="Free-form: Shape 25">
              <a:extLst>
                <a:ext uri="{FF2B5EF4-FFF2-40B4-BE49-F238E27FC236}">
                  <a16:creationId xmlns:a16="http://schemas.microsoft.com/office/drawing/2014/main" id="{D25E30EA-85F9-3626-40A9-4C5EB97C8212}"/>
                </a:ext>
              </a:extLst>
            </p:cNvPr>
            <p:cNvSpPr/>
            <p:nvPr userDrawn="1"/>
          </p:nvSpPr>
          <p:spPr>
            <a:xfrm rot="19729671">
              <a:off x="1145403" y="-431242"/>
              <a:ext cx="3713548" cy="7729997"/>
            </a:xfrm>
            <a:custGeom>
              <a:avLst/>
              <a:gdLst>
                <a:gd name="connsiteX0" fmla="*/ 2692070 w 3713548"/>
                <a:gd name="connsiteY0" fmla="*/ 0 h 7729997"/>
                <a:gd name="connsiteX1" fmla="*/ 3713548 w 3713548"/>
                <a:gd name="connsiteY1" fmla="*/ 617951 h 7729997"/>
                <a:gd name="connsiteX2" fmla="*/ 3713548 w 3713548"/>
                <a:gd name="connsiteY2" fmla="*/ 6829513 h 7729997"/>
                <a:gd name="connsiteX3" fmla="*/ 3706238 w 3713548"/>
                <a:gd name="connsiteY3" fmla="*/ 6829513 h 7729997"/>
                <a:gd name="connsiteX4" fmla="*/ 3708841 w 3713548"/>
                <a:gd name="connsiteY4" fmla="*/ 6837294 h 7729997"/>
                <a:gd name="connsiteX5" fmla="*/ 1039864 w 3713548"/>
                <a:gd name="connsiteY5" fmla="*/ 7729997 h 7729997"/>
                <a:gd name="connsiteX6" fmla="*/ 0 w 3713548"/>
                <a:gd name="connsiteY6" fmla="*/ 7100924 h 7729997"/>
                <a:gd name="connsiteX7" fmla="*/ 2692070 w 3713548"/>
                <a:gd name="connsiteY7" fmla="*/ 6200497 h 77299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13548" h="7729997">
                  <a:moveTo>
                    <a:pt x="2692070" y="0"/>
                  </a:moveTo>
                  <a:lnTo>
                    <a:pt x="3713548" y="617951"/>
                  </a:lnTo>
                  <a:lnTo>
                    <a:pt x="3713548" y="6829513"/>
                  </a:lnTo>
                  <a:lnTo>
                    <a:pt x="3706238" y="6829513"/>
                  </a:lnTo>
                  <a:lnTo>
                    <a:pt x="3708841" y="6837294"/>
                  </a:lnTo>
                  <a:lnTo>
                    <a:pt x="1039864" y="7729997"/>
                  </a:lnTo>
                  <a:lnTo>
                    <a:pt x="0" y="7100924"/>
                  </a:lnTo>
                  <a:lnTo>
                    <a:pt x="2692070" y="6200497"/>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sp>
          <p:nvSpPr>
            <p:cNvPr id="28" name="Free-form: Shape 27">
              <a:extLst>
                <a:ext uri="{FF2B5EF4-FFF2-40B4-BE49-F238E27FC236}">
                  <a16:creationId xmlns:a16="http://schemas.microsoft.com/office/drawing/2014/main" id="{411A5C5C-B5BE-309D-6D6D-46909D3518D5}"/>
                </a:ext>
              </a:extLst>
            </p:cNvPr>
            <p:cNvSpPr/>
            <p:nvPr userDrawn="1"/>
          </p:nvSpPr>
          <p:spPr>
            <a:xfrm rot="19729671">
              <a:off x="-334175" y="-431245"/>
              <a:ext cx="3713547" cy="7730002"/>
            </a:xfrm>
            <a:custGeom>
              <a:avLst/>
              <a:gdLst>
                <a:gd name="connsiteX0" fmla="*/ 2692069 w 3713547"/>
                <a:gd name="connsiteY0" fmla="*/ 0 h 7730002"/>
                <a:gd name="connsiteX1" fmla="*/ 3713547 w 3713547"/>
                <a:gd name="connsiteY1" fmla="*/ 617951 h 7730002"/>
                <a:gd name="connsiteX2" fmla="*/ 3713547 w 3713547"/>
                <a:gd name="connsiteY2" fmla="*/ 6829519 h 7730002"/>
                <a:gd name="connsiteX3" fmla="*/ 3706237 w 3713547"/>
                <a:gd name="connsiteY3" fmla="*/ 6829519 h 7730002"/>
                <a:gd name="connsiteX4" fmla="*/ 3708840 w 3713547"/>
                <a:gd name="connsiteY4" fmla="*/ 6837300 h 7730002"/>
                <a:gd name="connsiteX5" fmla="*/ 1039864 w 3713547"/>
                <a:gd name="connsiteY5" fmla="*/ 7730002 h 7730002"/>
                <a:gd name="connsiteX6" fmla="*/ 0 w 3713547"/>
                <a:gd name="connsiteY6" fmla="*/ 7100929 h 7730002"/>
                <a:gd name="connsiteX7" fmla="*/ 2692069 w 3713547"/>
                <a:gd name="connsiteY7" fmla="*/ 6200503 h 7730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13547" h="7730002">
                  <a:moveTo>
                    <a:pt x="2692069" y="0"/>
                  </a:moveTo>
                  <a:lnTo>
                    <a:pt x="3713547" y="617951"/>
                  </a:lnTo>
                  <a:lnTo>
                    <a:pt x="3713547" y="6829519"/>
                  </a:lnTo>
                  <a:lnTo>
                    <a:pt x="3706237" y="6829519"/>
                  </a:lnTo>
                  <a:lnTo>
                    <a:pt x="3708840" y="6837300"/>
                  </a:lnTo>
                  <a:lnTo>
                    <a:pt x="1039864" y="7730002"/>
                  </a:lnTo>
                  <a:lnTo>
                    <a:pt x="0" y="7100929"/>
                  </a:lnTo>
                  <a:lnTo>
                    <a:pt x="2692069" y="6200503"/>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sp>
          <p:nvSpPr>
            <p:cNvPr id="29" name="Free-form: Shape 28">
              <a:extLst>
                <a:ext uri="{FF2B5EF4-FFF2-40B4-BE49-F238E27FC236}">
                  <a16:creationId xmlns:a16="http://schemas.microsoft.com/office/drawing/2014/main" id="{83B63AAB-2135-DDBB-A5A0-2D3342DB8BE0}"/>
                </a:ext>
              </a:extLst>
            </p:cNvPr>
            <p:cNvSpPr/>
            <p:nvPr userDrawn="1"/>
          </p:nvSpPr>
          <p:spPr>
            <a:xfrm rot="3539777">
              <a:off x="-3712637" y="1682414"/>
              <a:ext cx="7275439" cy="4140057"/>
            </a:xfrm>
            <a:custGeom>
              <a:avLst/>
              <a:gdLst>
                <a:gd name="connsiteX0" fmla="*/ 0 w 7275439"/>
                <a:gd name="connsiteY0" fmla="*/ 311590 h 4140057"/>
                <a:gd name="connsiteX1" fmla="*/ 187250 w 7275439"/>
                <a:gd name="connsiteY1" fmla="*/ 0 h 4140057"/>
                <a:gd name="connsiteX2" fmla="*/ 6370703 w 7275439"/>
                <a:gd name="connsiteY2" fmla="*/ 0 h 4140057"/>
                <a:gd name="connsiteX3" fmla="*/ 6370703 w 7275439"/>
                <a:gd name="connsiteY3" fmla="*/ 10427 h 4140057"/>
                <a:gd name="connsiteX4" fmla="*/ 6381792 w 7275439"/>
                <a:gd name="connsiteY4" fmla="*/ 6663 h 4140057"/>
                <a:gd name="connsiteX5" fmla="*/ 7275439 w 7275439"/>
                <a:gd name="connsiteY5" fmla="*/ 2639049 h 4140057"/>
                <a:gd name="connsiteX6" fmla="*/ 6679803 w 7275439"/>
                <a:gd name="connsiteY6" fmla="*/ 3630209 h 4140057"/>
                <a:gd name="connsiteX7" fmla="*/ 6370703 w 7275439"/>
                <a:gd name="connsiteY7" fmla="*/ 3735143 h 4140057"/>
                <a:gd name="connsiteX8" fmla="*/ 6370703 w 7275439"/>
                <a:gd name="connsiteY8" fmla="*/ 4140057 h 4140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275439" h="4140057">
                  <a:moveTo>
                    <a:pt x="0" y="311590"/>
                  </a:moveTo>
                  <a:lnTo>
                    <a:pt x="187250" y="0"/>
                  </a:lnTo>
                  <a:lnTo>
                    <a:pt x="6370703" y="0"/>
                  </a:lnTo>
                  <a:lnTo>
                    <a:pt x="6370703" y="10427"/>
                  </a:lnTo>
                  <a:lnTo>
                    <a:pt x="6381792" y="6663"/>
                  </a:lnTo>
                  <a:lnTo>
                    <a:pt x="7275439" y="2639049"/>
                  </a:lnTo>
                  <a:lnTo>
                    <a:pt x="6679803" y="3630209"/>
                  </a:lnTo>
                  <a:lnTo>
                    <a:pt x="6370703" y="3735143"/>
                  </a:lnTo>
                  <a:lnTo>
                    <a:pt x="6370703" y="4140057"/>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grpSp>
    </p:spTree>
    <p:extLst>
      <p:ext uri="{BB962C8B-B14F-4D97-AF65-F5344CB8AC3E}">
        <p14:creationId xmlns:p14="http://schemas.microsoft.com/office/powerpoint/2010/main" val="353966337"/>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3_Comparison">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95929" cy="6858000"/>
          </a:xfrm>
          <a:prstGeom prst="rect">
            <a:avLst/>
          </a:prstGeom>
        </p:spPr>
      </p:pic>
      <p:sp>
        <p:nvSpPr>
          <p:cNvPr id="8" name="Footer Placeholder 4"/>
          <p:cNvSpPr>
            <a:spLocks noGrp="1"/>
          </p:cNvSpPr>
          <p:nvPr>
            <p:ph type="ftr" sz="quarter" idx="3"/>
          </p:nvPr>
        </p:nvSpPr>
        <p:spPr bwMode="gray">
          <a:xfrm>
            <a:off x="152400" y="6513512"/>
            <a:ext cx="3466790" cy="269876"/>
          </a:xfrm>
          <a:prstGeom prst="rect">
            <a:avLst/>
          </a:prstGeom>
        </p:spPr>
        <p:txBody>
          <a:bodyPr lIns="0" anchor="ctr">
            <a:noAutofit/>
          </a:bodyPr>
          <a:lstStyle>
            <a:lvl1pPr algn="l">
              <a:defRPr sz="1100">
                <a:solidFill>
                  <a:schemeClr val="tx1"/>
                </a:solidFill>
                <a:latin typeface="+mn-lt"/>
              </a:defRPr>
            </a:lvl1pPr>
          </a:lstStyle>
          <a:p>
            <a:r>
              <a:rPr lang="en-US" dirty="0"/>
              <a:t>©2025 Fact.MR, All Rights Reserved</a:t>
            </a:r>
          </a:p>
        </p:txBody>
      </p:sp>
      <p:sp>
        <p:nvSpPr>
          <p:cNvPr id="9" name="Slide Number Placeholder 5"/>
          <p:cNvSpPr>
            <a:spLocks noGrp="1"/>
          </p:cNvSpPr>
          <p:nvPr>
            <p:ph type="sldNum" sz="quarter" idx="4"/>
          </p:nvPr>
        </p:nvSpPr>
        <p:spPr bwMode="gray">
          <a:xfrm>
            <a:off x="11525250" y="6529578"/>
            <a:ext cx="457200" cy="237744"/>
          </a:xfrm>
          <a:prstGeom prst="rect">
            <a:avLst/>
          </a:prstGeom>
        </p:spPr>
        <p:txBody>
          <a:bodyPr>
            <a:noAutofit/>
          </a:bodyPr>
          <a:lstStyle>
            <a:lvl1pPr algn="ctr">
              <a:defRPr sz="1100">
                <a:solidFill>
                  <a:schemeClr val="tx1"/>
                </a:solidFill>
                <a:latin typeface="+mn-lt"/>
              </a:defRPr>
            </a:lvl1pPr>
          </a:lstStyle>
          <a:p>
            <a:fld id="{4B17068C-EB94-40A3-A5F2-664CDD77FDAC}" type="slidenum">
              <a:rPr lang="en-US" smtClean="0"/>
              <a:pPr/>
              <a:t>‹#›</a:t>
            </a:fld>
            <a:endParaRPr lang="en-US" dirty="0"/>
          </a:p>
        </p:txBody>
      </p:sp>
      <p:sp>
        <p:nvSpPr>
          <p:cNvPr id="4" name="Text Placeholder 3"/>
          <p:cNvSpPr>
            <a:spLocks noGrp="1"/>
          </p:cNvSpPr>
          <p:nvPr>
            <p:ph type="body" sz="quarter" idx="10"/>
          </p:nvPr>
        </p:nvSpPr>
        <p:spPr>
          <a:xfrm>
            <a:off x="160338" y="2944813"/>
            <a:ext cx="11822112" cy="1001545"/>
          </a:xfrm>
          <a:prstGeom prst="rect">
            <a:avLst/>
          </a:prstGeom>
        </p:spPr>
        <p:txBody>
          <a:bodyPr lIns="0"/>
          <a:lstStyle>
            <a:lvl1pPr marL="0" indent="0">
              <a:buNone/>
              <a:defRPr sz="2500" b="1"/>
            </a:lvl1pPr>
          </a:lstStyle>
          <a:p>
            <a:pPr lvl="0"/>
            <a:endParaRPr lang="en-IN" dirty="0"/>
          </a:p>
        </p:txBody>
      </p:sp>
      <p:sp>
        <p:nvSpPr>
          <p:cNvPr id="5" name="Text Placeholder 4"/>
          <p:cNvSpPr>
            <a:spLocks noGrp="1"/>
          </p:cNvSpPr>
          <p:nvPr>
            <p:ph type="body" sz="quarter" idx="12"/>
          </p:nvPr>
        </p:nvSpPr>
        <p:spPr>
          <a:xfrm>
            <a:off x="160338" y="2333897"/>
            <a:ext cx="11822112" cy="610915"/>
          </a:xfrm>
          <a:prstGeom prst="rect">
            <a:avLst/>
          </a:prstGeom>
        </p:spPr>
        <p:txBody>
          <a:bodyPr lIns="0" anchor="b"/>
          <a:lstStyle>
            <a:lvl1pPr marL="0" indent="0">
              <a:buNone/>
              <a:defRPr sz="2000"/>
            </a:lvl1pPr>
          </a:lstStyle>
          <a:p>
            <a:pPr lvl="0"/>
            <a:r>
              <a:rPr lang="en-US" dirty="0"/>
              <a:t>Edit Master text styles</a:t>
            </a:r>
          </a:p>
        </p:txBody>
      </p:sp>
      <p:pic>
        <p:nvPicPr>
          <p:cNvPr id="2" name="Picture 1">
            <a:extLst>
              <a:ext uri="{FF2B5EF4-FFF2-40B4-BE49-F238E27FC236}">
                <a16:creationId xmlns:a16="http://schemas.microsoft.com/office/drawing/2014/main" id="{09D7C9AF-43CD-C368-998D-48D4FB09C473}"/>
              </a:ext>
            </a:extLst>
          </p:cNvPr>
          <p:cNvPicPr/>
          <p:nvPr userDrawn="1"/>
        </p:nvPicPr>
        <p:blipFill>
          <a:blip r:embed="rId3" cstate="email">
            <a:extLst>
              <a:ext uri="{28A0092B-C50C-407E-A947-70E740481C1C}">
                <a14:useLocalDpi xmlns:a14="http://schemas.microsoft.com/office/drawing/2010/main"/>
              </a:ext>
            </a:extLst>
          </a:blip>
          <a:stretch>
            <a:fillRect/>
          </a:stretch>
        </p:blipFill>
        <p:spPr>
          <a:xfrm>
            <a:off x="160338" y="412713"/>
            <a:ext cx="1991485" cy="498500"/>
          </a:xfrm>
          <a:prstGeom prst="rect">
            <a:avLst/>
          </a:prstGeom>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490719549"/>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Table of Contents">
    <p:spTree>
      <p:nvGrpSpPr>
        <p:cNvPr id="1" name=""/>
        <p:cNvGrpSpPr/>
        <p:nvPr/>
      </p:nvGrpSpPr>
      <p:grpSpPr>
        <a:xfrm>
          <a:off x="0" y="0"/>
          <a:ext cx="0" cy="0"/>
          <a:chOff x="0" y="0"/>
          <a:chExt cx="0" cy="0"/>
        </a:xfrm>
      </p:grpSpPr>
      <p:sp>
        <p:nvSpPr>
          <p:cNvPr id="7" name="Title Placeholder 1"/>
          <p:cNvSpPr>
            <a:spLocks noGrp="1"/>
          </p:cNvSpPr>
          <p:nvPr>
            <p:ph type="title" hasCustomPrompt="1"/>
          </p:nvPr>
        </p:nvSpPr>
        <p:spPr bwMode="gray">
          <a:xfrm>
            <a:off x="152359" y="143854"/>
            <a:ext cx="10376059" cy="723900"/>
          </a:xfrm>
          <a:prstGeom prst="rect">
            <a:avLst/>
          </a:prstGeom>
        </p:spPr>
        <p:txBody>
          <a:bodyPr vert="horz" lIns="0" tIns="91440" rIns="91440" bIns="91440" rtlCol="0" anchor="b" anchorCtr="0">
            <a:noAutofit/>
          </a:bodyPr>
          <a:lstStyle>
            <a:lvl1pPr>
              <a:defRPr/>
            </a:lvl1pPr>
          </a:lstStyle>
          <a:p>
            <a:r>
              <a:rPr lang="en-US" noProof="0" dirty="0"/>
              <a:t>Table of Contents</a:t>
            </a:r>
          </a:p>
        </p:txBody>
      </p:sp>
      <p:sp>
        <p:nvSpPr>
          <p:cNvPr id="8" name="Footer Placeholder 4"/>
          <p:cNvSpPr>
            <a:spLocks noGrp="1"/>
          </p:cNvSpPr>
          <p:nvPr>
            <p:ph type="ftr" sz="quarter" idx="3"/>
          </p:nvPr>
        </p:nvSpPr>
        <p:spPr bwMode="gray">
          <a:xfrm>
            <a:off x="152400" y="6513512"/>
            <a:ext cx="3466790" cy="269876"/>
          </a:xfrm>
          <a:prstGeom prst="rect">
            <a:avLst/>
          </a:prstGeom>
        </p:spPr>
        <p:txBody>
          <a:bodyPr lIns="0" anchor="ctr">
            <a:noAutofit/>
          </a:bodyPr>
          <a:lstStyle>
            <a:lvl1pPr algn="l">
              <a:defRPr sz="1100">
                <a:solidFill>
                  <a:schemeClr val="bg1"/>
                </a:solidFill>
                <a:latin typeface="+mn-lt"/>
              </a:defRPr>
            </a:lvl1pPr>
          </a:lstStyle>
          <a:p>
            <a:r>
              <a:rPr lang="en-US" dirty="0"/>
              <a:t>©2025 Fact.MR, All Rights Reserved</a:t>
            </a:r>
          </a:p>
        </p:txBody>
      </p:sp>
      <p:sp>
        <p:nvSpPr>
          <p:cNvPr id="9" name="Slide Number Placeholder 5"/>
          <p:cNvSpPr>
            <a:spLocks noGrp="1"/>
          </p:cNvSpPr>
          <p:nvPr>
            <p:ph type="sldNum" sz="quarter" idx="4"/>
          </p:nvPr>
        </p:nvSpPr>
        <p:spPr bwMode="gray">
          <a:xfrm>
            <a:off x="11525250" y="6529578"/>
            <a:ext cx="457200" cy="237744"/>
          </a:xfrm>
          <a:prstGeom prst="rect">
            <a:avLst/>
          </a:prstGeom>
        </p:spPr>
        <p:txBody>
          <a:bodyPr>
            <a:noAutofit/>
          </a:bodyPr>
          <a:lstStyle>
            <a:lvl1pPr algn="ctr">
              <a:defRPr sz="1100">
                <a:solidFill>
                  <a:schemeClr val="bg1"/>
                </a:solidFill>
                <a:latin typeface="+mn-lt"/>
              </a:defRPr>
            </a:lvl1pPr>
          </a:lstStyle>
          <a:p>
            <a:fld id="{4B17068C-EB94-40A3-A5F2-664CDD77FDAC}" type="slidenum">
              <a:rPr lang="en-US" smtClean="0"/>
              <a:pPr/>
              <a:t>‹#›</a:t>
            </a:fld>
            <a:endParaRPr lang="en-US" dirty="0"/>
          </a:p>
        </p:txBody>
      </p:sp>
      <p:sp>
        <p:nvSpPr>
          <p:cNvPr id="2" name="Content Placeholder 7">
            <a:extLst>
              <a:ext uri="{FF2B5EF4-FFF2-40B4-BE49-F238E27FC236}">
                <a16:creationId xmlns:a16="http://schemas.microsoft.com/office/drawing/2014/main" id="{CE0ADEAB-6FC1-D231-7CF5-8C2DFCFA22DD}"/>
              </a:ext>
            </a:extLst>
          </p:cNvPr>
          <p:cNvSpPr>
            <a:spLocks noGrp="1"/>
          </p:cNvSpPr>
          <p:nvPr>
            <p:ph sz="quarter" idx="13"/>
          </p:nvPr>
        </p:nvSpPr>
        <p:spPr>
          <a:xfrm>
            <a:off x="152400" y="1016000"/>
            <a:ext cx="5789613" cy="5208588"/>
          </a:xfrm>
          <a:prstGeom prst="rect">
            <a:avLst/>
          </a:prstGeom>
        </p:spPr>
        <p:txBody>
          <a:bodyPr/>
          <a:lstStyle>
            <a:lvl1pPr marL="228594" indent="-228594">
              <a:lnSpc>
                <a:spcPct val="100000"/>
              </a:lnSpc>
              <a:buFont typeface="Wingdings" panose="05000000000000000000" pitchFamily="2" charset="2"/>
              <a:buChar char="q"/>
              <a:defRPr sz="1200"/>
            </a:lvl1pPr>
            <a:lvl2pPr marL="457200" indent="-228594">
              <a:lnSpc>
                <a:spcPct val="100000"/>
              </a:lnSpc>
              <a:buFont typeface="Wingdings" panose="05000000000000000000" pitchFamily="2" charset="2"/>
              <a:buChar char="Ø"/>
              <a:defRPr sz="1100"/>
            </a:lvl2pPr>
            <a:lvl3pPr marL="685800" indent="-228594">
              <a:lnSpc>
                <a:spcPct val="100000"/>
              </a:lnSpc>
              <a:buFont typeface="Wingdings" panose="05000000000000000000" pitchFamily="2" charset="2"/>
              <a:buChar char="§"/>
              <a:defRPr sz="1000"/>
            </a:lvl3pPr>
            <a:lvl4pPr marL="914400" indent="-228594">
              <a:lnSpc>
                <a:spcPct val="100000"/>
              </a:lnSpc>
              <a:buFont typeface="Courier New" panose="02070309020205020404" pitchFamily="49" charset="0"/>
              <a:buChar char="o"/>
              <a:defRPr sz="900"/>
            </a:lvl4pPr>
            <a:lvl5pPr marL="1143000">
              <a:lnSpc>
                <a:spcPct val="100000"/>
              </a:lnSpc>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3" name="Content Placeholder 7">
            <a:extLst>
              <a:ext uri="{FF2B5EF4-FFF2-40B4-BE49-F238E27FC236}">
                <a16:creationId xmlns:a16="http://schemas.microsoft.com/office/drawing/2014/main" id="{CE734B9C-5612-04C5-18FA-6AE183C1EAEC}"/>
              </a:ext>
            </a:extLst>
          </p:cNvPr>
          <p:cNvSpPr>
            <a:spLocks noGrp="1"/>
          </p:cNvSpPr>
          <p:nvPr>
            <p:ph sz="quarter" idx="15"/>
          </p:nvPr>
        </p:nvSpPr>
        <p:spPr>
          <a:xfrm>
            <a:off x="6196012" y="1016000"/>
            <a:ext cx="5789613" cy="5208588"/>
          </a:xfrm>
          <a:prstGeom prst="rect">
            <a:avLst/>
          </a:prstGeom>
        </p:spPr>
        <p:txBody>
          <a:bodyPr/>
          <a:lstStyle>
            <a:lvl1pPr marL="228594" indent="-228594">
              <a:lnSpc>
                <a:spcPct val="100000"/>
              </a:lnSpc>
              <a:buFont typeface="Wingdings" panose="05000000000000000000" pitchFamily="2" charset="2"/>
              <a:buChar char="q"/>
              <a:defRPr sz="1200"/>
            </a:lvl1pPr>
            <a:lvl2pPr marL="457200" indent="-228594">
              <a:lnSpc>
                <a:spcPct val="100000"/>
              </a:lnSpc>
              <a:buFont typeface="Wingdings" panose="05000000000000000000" pitchFamily="2" charset="2"/>
              <a:buChar char="Ø"/>
              <a:defRPr sz="1100"/>
            </a:lvl2pPr>
            <a:lvl3pPr marL="685800" indent="-228594">
              <a:lnSpc>
                <a:spcPct val="100000"/>
              </a:lnSpc>
              <a:buFont typeface="Wingdings" panose="05000000000000000000" pitchFamily="2" charset="2"/>
              <a:buChar char="§"/>
              <a:defRPr sz="1000"/>
            </a:lvl3pPr>
            <a:lvl4pPr marL="914400" indent="-228594">
              <a:lnSpc>
                <a:spcPct val="100000"/>
              </a:lnSpc>
              <a:buFont typeface="Courier New" panose="02070309020205020404" pitchFamily="49" charset="0"/>
              <a:buChar char="o"/>
              <a:defRPr sz="900"/>
            </a:lvl4pPr>
            <a:lvl5pPr marL="1143000">
              <a:lnSpc>
                <a:spcPct val="100000"/>
              </a:lnSpc>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771022568"/>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7" name="Title Placeholder 1"/>
          <p:cNvSpPr>
            <a:spLocks noGrp="1"/>
          </p:cNvSpPr>
          <p:nvPr>
            <p:ph type="title"/>
          </p:nvPr>
        </p:nvSpPr>
        <p:spPr bwMode="gray">
          <a:xfrm>
            <a:off x="152359" y="143854"/>
            <a:ext cx="10376059" cy="723900"/>
          </a:xfrm>
          <a:prstGeom prst="rect">
            <a:avLst/>
          </a:prstGeom>
        </p:spPr>
        <p:txBody>
          <a:bodyPr vert="horz" lIns="0" tIns="91440" rIns="91440" bIns="91440" rtlCol="0" anchor="b" anchorCtr="0">
            <a:noAutofit/>
          </a:bodyPr>
          <a:lstStyle/>
          <a:p>
            <a:r>
              <a:rPr lang="en-US" noProof="0" dirty="0"/>
              <a:t>Click to edit Master title style</a:t>
            </a:r>
          </a:p>
        </p:txBody>
      </p:sp>
      <p:sp>
        <p:nvSpPr>
          <p:cNvPr id="8" name="Footer Placeholder 4"/>
          <p:cNvSpPr>
            <a:spLocks noGrp="1"/>
          </p:cNvSpPr>
          <p:nvPr>
            <p:ph type="ftr" sz="quarter" idx="3"/>
          </p:nvPr>
        </p:nvSpPr>
        <p:spPr bwMode="gray">
          <a:xfrm>
            <a:off x="152400" y="6513512"/>
            <a:ext cx="3466790" cy="269876"/>
          </a:xfrm>
          <a:prstGeom prst="rect">
            <a:avLst/>
          </a:prstGeom>
        </p:spPr>
        <p:txBody>
          <a:bodyPr lIns="0" anchor="ctr">
            <a:noAutofit/>
          </a:bodyPr>
          <a:lstStyle>
            <a:lvl1pPr algn="l">
              <a:defRPr sz="1100">
                <a:solidFill>
                  <a:schemeClr val="bg1"/>
                </a:solidFill>
                <a:latin typeface="+mn-lt"/>
              </a:defRPr>
            </a:lvl1pPr>
          </a:lstStyle>
          <a:p>
            <a:r>
              <a:rPr lang="en-US" dirty="0"/>
              <a:t>©2025 Fact.MR, All Rights Reserved</a:t>
            </a:r>
          </a:p>
        </p:txBody>
      </p:sp>
      <p:sp>
        <p:nvSpPr>
          <p:cNvPr id="9" name="Slide Number Placeholder 5"/>
          <p:cNvSpPr>
            <a:spLocks noGrp="1"/>
          </p:cNvSpPr>
          <p:nvPr>
            <p:ph type="sldNum" sz="quarter" idx="4"/>
          </p:nvPr>
        </p:nvSpPr>
        <p:spPr bwMode="gray">
          <a:xfrm>
            <a:off x="11525250" y="6529578"/>
            <a:ext cx="457200" cy="237744"/>
          </a:xfrm>
          <a:prstGeom prst="rect">
            <a:avLst/>
          </a:prstGeom>
        </p:spPr>
        <p:txBody>
          <a:bodyPr>
            <a:noAutofit/>
          </a:bodyPr>
          <a:lstStyle>
            <a:lvl1pPr algn="ctr">
              <a:defRPr sz="1100">
                <a:solidFill>
                  <a:schemeClr val="bg1"/>
                </a:solidFill>
                <a:latin typeface="+mn-lt"/>
              </a:defRPr>
            </a:lvl1pPr>
          </a:lstStyle>
          <a:p>
            <a:fld id="{4B17068C-EB94-40A3-A5F2-664CDD77FDAC}" type="slidenum">
              <a:rPr lang="en-US" smtClean="0"/>
              <a:pPr/>
              <a:t>‹#›</a:t>
            </a:fld>
            <a:endParaRPr lang="en-US" dirty="0"/>
          </a:p>
        </p:txBody>
      </p:sp>
    </p:spTree>
    <p:extLst>
      <p:ext uri="{BB962C8B-B14F-4D97-AF65-F5344CB8AC3E}">
        <p14:creationId xmlns:p14="http://schemas.microsoft.com/office/powerpoint/2010/main" val="3227209750"/>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2_Comparison">
    <p:spTree>
      <p:nvGrpSpPr>
        <p:cNvPr id="1" name=""/>
        <p:cNvGrpSpPr/>
        <p:nvPr/>
      </p:nvGrpSpPr>
      <p:grpSpPr>
        <a:xfrm>
          <a:off x="0" y="0"/>
          <a:ext cx="0" cy="0"/>
          <a:chOff x="0" y="0"/>
          <a:chExt cx="0" cy="0"/>
        </a:xfrm>
      </p:grpSpPr>
      <p:sp>
        <p:nvSpPr>
          <p:cNvPr id="8" name="Footer Placeholder 4"/>
          <p:cNvSpPr>
            <a:spLocks noGrp="1"/>
          </p:cNvSpPr>
          <p:nvPr>
            <p:ph type="ftr" sz="quarter" idx="3"/>
          </p:nvPr>
        </p:nvSpPr>
        <p:spPr bwMode="gray">
          <a:xfrm>
            <a:off x="152400" y="6513512"/>
            <a:ext cx="3466790" cy="269876"/>
          </a:xfrm>
          <a:prstGeom prst="rect">
            <a:avLst/>
          </a:prstGeom>
        </p:spPr>
        <p:txBody>
          <a:bodyPr lIns="0" anchor="ctr">
            <a:noAutofit/>
          </a:bodyPr>
          <a:lstStyle>
            <a:lvl1pPr algn="l">
              <a:defRPr sz="1100">
                <a:solidFill>
                  <a:schemeClr val="bg1"/>
                </a:solidFill>
                <a:latin typeface="+mn-lt"/>
              </a:defRPr>
            </a:lvl1pPr>
          </a:lstStyle>
          <a:p>
            <a:r>
              <a:rPr lang="en-US" dirty="0"/>
              <a:t>©2025 Fact.MR, All Rights Reserved</a:t>
            </a:r>
          </a:p>
        </p:txBody>
      </p:sp>
      <p:sp>
        <p:nvSpPr>
          <p:cNvPr id="9" name="Slide Number Placeholder 5"/>
          <p:cNvSpPr>
            <a:spLocks noGrp="1"/>
          </p:cNvSpPr>
          <p:nvPr>
            <p:ph type="sldNum" sz="quarter" idx="4"/>
          </p:nvPr>
        </p:nvSpPr>
        <p:spPr bwMode="gray">
          <a:xfrm>
            <a:off x="11525250" y="6529578"/>
            <a:ext cx="457200" cy="237744"/>
          </a:xfrm>
          <a:prstGeom prst="rect">
            <a:avLst/>
          </a:prstGeom>
        </p:spPr>
        <p:txBody>
          <a:bodyPr>
            <a:noAutofit/>
          </a:bodyPr>
          <a:lstStyle>
            <a:lvl1pPr algn="ctr">
              <a:defRPr sz="1100">
                <a:solidFill>
                  <a:schemeClr val="bg1"/>
                </a:solidFill>
                <a:latin typeface="+mn-lt"/>
              </a:defRPr>
            </a:lvl1pPr>
          </a:lstStyle>
          <a:p>
            <a:fld id="{4B17068C-EB94-40A3-A5F2-664CDD77FDAC}" type="slidenum">
              <a:rPr lang="en-US" smtClean="0"/>
              <a:pPr/>
              <a:t>‹#›</a:t>
            </a:fld>
            <a:endParaRPr lang="en-US" dirty="0"/>
          </a:p>
        </p:txBody>
      </p:sp>
      <p:sp>
        <p:nvSpPr>
          <p:cNvPr id="2" name="Rectangle 1"/>
          <p:cNvSpPr/>
          <p:nvPr userDrawn="1"/>
        </p:nvSpPr>
        <p:spPr>
          <a:xfrm>
            <a:off x="-1" y="0"/>
            <a:ext cx="12188825" cy="62245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3" name="Picture 2">
            <a:extLst>
              <a:ext uri="{FF2B5EF4-FFF2-40B4-BE49-F238E27FC236}">
                <a16:creationId xmlns:a16="http://schemas.microsoft.com/office/drawing/2014/main" id="{83769B9C-E5EC-A283-0CD8-2E9AA3699196}"/>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0509684" y="290991"/>
            <a:ext cx="1603477" cy="408887"/>
          </a:xfrm>
          <a:prstGeom prst="rect">
            <a:avLst/>
          </a:prstGeom>
        </p:spPr>
      </p:pic>
    </p:spTree>
    <p:extLst>
      <p:ext uri="{BB962C8B-B14F-4D97-AF65-F5344CB8AC3E}">
        <p14:creationId xmlns:p14="http://schemas.microsoft.com/office/powerpoint/2010/main" val="88587782"/>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Footer Placeholder 2"/>
          <p:cNvSpPr>
            <a:spLocks noGrp="1"/>
          </p:cNvSpPr>
          <p:nvPr>
            <p:ph type="ftr" sz="quarter" idx="10"/>
          </p:nvPr>
        </p:nvSpPr>
        <p:spPr/>
        <p:txBody>
          <a:bodyPr/>
          <a:lstStyle/>
          <a:p>
            <a:r>
              <a:rPr lang="en-US" dirty="0"/>
              <a:t>©2025 Fact.MR, All Rights Reserved</a:t>
            </a:r>
          </a:p>
        </p:txBody>
      </p:sp>
      <p:sp>
        <p:nvSpPr>
          <p:cNvPr id="4" name="Slide Number Placeholder 3"/>
          <p:cNvSpPr>
            <a:spLocks noGrp="1"/>
          </p:cNvSpPr>
          <p:nvPr>
            <p:ph type="sldNum" sz="quarter" idx="11"/>
          </p:nvPr>
        </p:nvSpPr>
        <p:spPr/>
        <p:txBody>
          <a:bodyPr/>
          <a:lstStyle/>
          <a:p>
            <a:fld id="{4B17068C-EB94-40A3-A5F2-664CDD77FDAC}" type="slidenum">
              <a:rPr lang="en-US" smtClean="0"/>
              <a:pPr/>
              <a:t>‹#›</a:t>
            </a:fld>
            <a:endParaRPr lang="en-US" dirty="0"/>
          </a:p>
        </p:txBody>
      </p:sp>
      <p:sp>
        <p:nvSpPr>
          <p:cNvPr id="5" name="Freeform 4"/>
          <p:cNvSpPr/>
          <p:nvPr userDrawn="1"/>
        </p:nvSpPr>
        <p:spPr>
          <a:xfrm>
            <a:off x="157241" y="1066800"/>
            <a:ext cx="11828384"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lvl="0" algn="ctr"/>
            <a:endParaRPr lang="en-GB" sz="1013"/>
          </a:p>
        </p:txBody>
      </p:sp>
      <p:sp>
        <p:nvSpPr>
          <p:cNvPr id="7" name="Text Placeholder 6"/>
          <p:cNvSpPr>
            <a:spLocks noGrp="1"/>
          </p:cNvSpPr>
          <p:nvPr>
            <p:ph type="body" sz="quarter" idx="12"/>
          </p:nvPr>
        </p:nvSpPr>
        <p:spPr>
          <a:xfrm>
            <a:off x="171577" y="1066800"/>
            <a:ext cx="11814048" cy="466344"/>
          </a:xfrm>
          <a:prstGeom prst="rect">
            <a:avLst/>
          </a:prstGeom>
        </p:spPr>
        <p:txBody>
          <a:bodyPr anchor="b"/>
          <a:lstStyle>
            <a:lvl1pPr marL="0" indent="0" algn="ctr">
              <a:buNone/>
              <a:defRPr sz="1300" b="1"/>
            </a:lvl1pPr>
          </a:lstStyle>
          <a:p>
            <a:pPr lvl="0"/>
            <a:r>
              <a:rPr lang="en-US" dirty="0"/>
              <a:t>Edit Master text styles</a:t>
            </a:r>
            <a:endParaRPr lang="en-IN" dirty="0"/>
          </a:p>
        </p:txBody>
      </p:sp>
    </p:spTree>
    <p:extLst>
      <p:ext uri="{BB962C8B-B14F-4D97-AF65-F5344CB8AC3E}">
        <p14:creationId xmlns:p14="http://schemas.microsoft.com/office/powerpoint/2010/main" val="3119269960"/>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20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Footer Placeholder 2"/>
          <p:cNvSpPr>
            <a:spLocks noGrp="1"/>
          </p:cNvSpPr>
          <p:nvPr>
            <p:ph type="ftr" sz="quarter" idx="10"/>
          </p:nvPr>
        </p:nvSpPr>
        <p:spPr/>
        <p:txBody>
          <a:bodyPr/>
          <a:lstStyle/>
          <a:p>
            <a:r>
              <a:rPr lang="en-US" dirty="0"/>
              <a:t>©2025 Fact.MR, All Rights Reserved</a:t>
            </a:r>
          </a:p>
        </p:txBody>
      </p:sp>
      <p:sp>
        <p:nvSpPr>
          <p:cNvPr id="4" name="Slide Number Placeholder 3"/>
          <p:cNvSpPr>
            <a:spLocks noGrp="1"/>
          </p:cNvSpPr>
          <p:nvPr>
            <p:ph type="sldNum" sz="quarter" idx="11"/>
          </p:nvPr>
        </p:nvSpPr>
        <p:spPr/>
        <p:txBody>
          <a:bodyPr/>
          <a:lstStyle/>
          <a:p>
            <a:fld id="{4B17068C-EB94-40A3-A5F2-664CDD77FDAC}" type="slidenum">
              <a:rPr lang="en-US" smtClean="0"/>
              <a:pPr/>
              <a:t>‹#›</a:t>
            </a:fld>
            <a:endParaRPr lang="en-US" dirty="0"/>
          </a:p>
        </p:txBody>
      </p:sp>
      <p:sp>
        <p:nvSpPr>
          <p:cNvPr id="5" name="Freeform 4"/>
          <p:cNvSpPr/>
          <p:nvPr userDrawn="1"/>
        </p:nvSpPr>
        <p:spPr>
          <a:xfrm>
            <a:off x="2062479" y="1066800"/>
            <a:ext cx="9923145"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lvl="0" algn="ctr"/>
            <a:endParaRPr lang="en-GB" sz="1013"/>
          </a:p>
        </p:txBody>
      </p:sp>
      <p:sp>
        <p:nvSpPr>
          <p:cNvPr id="7" name="Text Placeholder 6"/>
          <p:cNvSpPr>
            <a:spLocks noGrp="1"/>
          </p:cNvSpPr>
          <p:nvPr>
            <p:ph type="body" sz="quarter" idx="12"/>
          </p:nvPr>
        </p:nvSpPr>
        <p:spPr>
          <a:xfrm>
            <a:off x="2062478" y="1066800"/>
            <a:ext cx="9923145" cy="466344"/>
          </a:xfrm>
          <a:prstGeom prst="rect">
            <a:avLst/>
          </a:prstGeom>
        </p:spPr>
        <p:txBody>
          <a:bodyPr anchor="b"/>
          <a:lstStyle>
            <a:lvl1pPr marL="0" indent="0" algn="ctr">
              <a:buNone/>
              <a:defRPr sz="1300" b="1"/>
            </a:lvl1pPr>
          </a:lstStyle>
          <a:p>
            <a:pPr lvl="0"/>
            <a:r>
              <a:rPr lang="en-US" dirty="0"/>
              <a:t>Edit Master text styles</a:t>
            </a:r>
            <a:endParaRPr lang="en-IN" dirty="0"/>
          </a:p>
        </p:txBody>
      </p:sp>
      <p:sp>
        <p:nvSpPr>
          <p:cNvPr id="6" name="Content Placeholder 7">
            <a:extLst>
              <a:ext uri="{FF2B5EF4-FFF2-40B4-BE49-F238E27FC236}">
                <a16:creationId xmlns:a16="http://schemas.microsoft.com/office/drawing/2014/main" id="{F7DAF521-63FA-AD52-4D1D-079BD10DD5FE}"/>
              </a:ext>
            </a:extLst>
          </p:cNvPr>
          <p:cNvSpPr>
            <a:spLocks noGrp="1"/>
          </p:cNvSpPr>
          <p:nvPr>
            <p:ph sz="quarter" idx="13"/>
          </p:nvPr>
        </p:nvSpPr>
        <p:spPr>
          <a:xfrm>
            <a:off x="2062479" y="1562100"/>
            <a:ext cx="9923146" cy="4662488"/>
          </a:xfrm>
          <a:prstGeom prst="rect">
            <a:avLst/>
          </a:prstGeom>
        </p:spPr>
        <p:txBody>
          <a:bodyPr/>
          <a:lstStyle>
            <a:lvl1pPr marL="228594" indent="-228594">
              <a:lnSpc>
                <a:spcPct val="100000"/>
              </a:lnSpc>
              <a:buFont typeface="Wingdings" panose="05000000000000000000" pitchFamily="2" charset="2"/>
              <a:buChar char="q"/>
              <a:defRPr sz="1200"/>
            </a:lvl1pPr>
            <a:lvl2pPr marL="457200" indent="-228594">
              <a:lnSpc>
                <a:spcPct val="100000"/>
              </a:lnSpc>
              <a:buFont typeface="Wingdings" panose="05000000000000000000" pitchFamily="2" charset="2"/>
              <a:buChar char="Ø"/>
              <a:defRPr sz="1100"/>
            </a:lvl2pPr>
            <a:lvl3pPr marL="685800" indent="-228594">
              <a:lnSpc>
                <a:spcPct val="100000"/>
              </a:lnSpc>
              <a:buFont typeface="Wingdings" panose="05000000000000000000" pitchFamily="2" charset="2"/>
              <a:buChar char="§"/>
              <a:defRPr sz="1000"/>
            </a:lvl3pPr>
            <a:lvl4pPr marL="914400" indent="-228594">
              <a:lnSpc>
                <a:spcPct val="100000"/>
              </a:lnSpc>
              <a:buFont typeface="Courier New" panose="02070309020205020404" pitchFamily="49" charset="0"/>
              <a:buChar char="o"/>
              <a:defRPr sz="900"/>
            </a:lvl4pPr>
            <a:lvl5pPr marL="1143000">
              <a:lnSpc>
                <a:spcPct val="100000"/>
              </a:lnSpc>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916972154"/>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Footer Placeholder 2"/>
          <p:cNvSpPr>
            <a:spLocks noGrp="1"/>
          </p:cNvSpPr>
          <p:nvPr>
            <p:ph type="ftr" sz="quarter" idx="10"/>
          </p:nvPr>
        </p:nvSpPr>
        <p:spPr/>
        <p:txBody>
          <a:bodyPr/>
          <a:lstStyle/>
          <a:p>
            <a:r>
              <a:rPr lang="en-US" dirty="0"/>
              <a:t>©2025 Fact.MR, All Rights Reserved</a:t>
            </a:r>
          </a:p>
        </p:txBody>
      </p:sp>
      <p:sp>
        <p:nvSpPr>
          <p:cNvPr id="4" name="Slide Number Placeholder 3"/>
          <p:cNvSpPr>
            <a:spLocks noGrp="1"/>
          </p:cNvSpPr>
          <p:nvPr>
            <p:ph type="sldNum" sz="quarter" idx="11"/>
          </p:nvPr>
        </p:nvSpPr>
        <p:spPr/>
        <p:txBody>
          <a:bodyPr/>
          <a:lstStyle/>
          <a:p>
            <a:fld id="{4B17068C-EB94-40A3-A5F2-664CDD77FDAC}" type="slidenum">
              <a:rPr lang="en-US" smtClean="0"/>
              <a:pPr/>
              <a:t>‹#›</a:t>
            </a:fld>
            <a:endParaRPr lang="en-US" dirty="0"/>
          </a:p>
        </p:txBody>
      </p:sp>
      <p:sp>
        <p:nvSpPr>
          <p:cNvPr id="5" name="Freeform 4"/>
          <p:cNvSpPr/>
          <p:nvPr userDrawn="1"/>
        </p:nvSpPr>
        <p:spPr>
          <a:xfrm>
            <a:off x="157241" y="1066800"/>
            <a:ext cx="11828384"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lvl="0" algn="ctr"/>
            <a:endParaRPr lang="en-GB" sz="1013"/>
          </a:p>
        </p:txBody>
      </p:sp>
      <p:sp>
        <p:nvSpPr>
          <p:cNvPr id="7" name="Text Placeholder 6"/>
          <p:cNvSpPr>
            <a:spLocks noGrp="1"/>
          </p:cNvSpPr>
          <p:nvPr>
            <p:ph type="body" sz="quarter" idx="12"/>
          </p:nvPr>
        </p:nvSpPr>
        <p:spPr>
          <a:xfrm>
            <a:off x="171577" y="1066800"/>
            <a:ext cx="11814048" cy="466344"/>
          </a:xfrm>
          <a:prstGeom prst="rect">
            <a:avLst/>
          </a:prstGeom>
        </p:spPr>
        <p:txBody>
          <a:bodyPr anchor="b"/>
          <a:lstStyle>
            <a:lvl1pPr marL="0" indent="0" algn="ctr">
              <a:buNone/>
              <a:defRPr sz="1300" b="1"/>
            </a:lvl1pPr>
          </a:lstStyle>
          <a:p>
            <a:pPr lvl="0"/>
            <a:r>
              <a:rPr lang="en-US" dirty="0"/>
              <a:t>Edit Master text styles</a:t>
            </a:r>
            <a:endParaRPr lang="en-IN" dirty="0"/>
          </a:p>
        </p:txBody>
      </p:sp>
      <p:sp>
        <p:nvSpPr>
          <p:cNvPr id="8" name="Content Placeholder 7"/>
          <p:cNvSpPr>
            <a:spLocks noGrp="1"/>
          </p:cNvSpPr>
          <p:nvPr>
            <p:ph sz="quarter" idx="13"/>
          </p:nvPr>
        </p:nvSpPr>
        <p:spPr>
          <a:xfrm>
            <a:off x="152400" y="1562100"/>
            <a:ext cx="11833225" cy="4662488"/>
          </a:xfrm>
          <a:prstGeom prst="rect">
            <a:avLst/>
          </a:prstGeom>
        </p:spPr>
        <p:txBody>
          <a:bodyPr/>
          <a:lstStyle>
            <a:lvl1pPr marL="228594" indent="-228594">
              <a:lnSpc>
                <a:spcPct val="100000"/>
              </a:lnSpc>
              <a:buFont typeface="Wingdings" panose="05000000000000000000" pitchFamily="2" charset="2"/>
              <a:buChar char="q"/>
              <a:defRPr sz="1200"/>
            </a:lvl1pPr>
            <a:lvl2pPr marL="457200" indent="-228594">
              <a:lnSpc>
                <a:spcPct val="100000"/>
              </a:lnSpc>
              <a:buFont typeface="Wingdings" panose="05000000000000000000" pitchFamily="2" charset="2"/>
              <a:buChar char="Ø"/>
              <a:defRPr sz="1100"/>
            </a:lvl2pPr>
            <a:lvl3pPr marL="685800" indent="-228594">
              <a:lnSpc>
                <a:spcPct val="100000"/>
              </a:lnSpc>
              <a:buFont typeface="Wingdings" panose="05000000000000000000" pitchFamily="2" charset="2"/>
              <a:buChar char="§"/>
              <a:defRPr sz="1000"/>
            </a:lvl3pPr>
            <a:lvl4pPr marL="914400" indent="-228594">
              <a:lnSpc>
                <a:spcPct val="100000"/>
              </a:lnSpc>
              <a:buFont typeface="Courier New" panose="02070309020205020404" pitchFamily="49" charset="0"/>
              <a:buChar char="o"/>
              <a:defRPr sz="900"/>
            </a:lvl4pPr>
            <a:lvl5pPr marL="1143000">
              <a:lnSpc>
                <a:spcPct val="100000"/>
              </a:lnSpc>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177047210"/>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Footer Placeholder 2"/>
          <p:cNvSpPr>
            <a:spLocks noGrp="1"/>
          </p:cNvSpPr>
          <p:nvPr>
            <p:ph type="ftr" sz="quarter" idx="10"/>
          </p:nvPr>
        </p:nvSpPr>
        <p:spPr/>
        <p:txBody>
          <a:bodyPr/>
          <a:lstStyle/>
          <a:p>
            <a:r>
              <a:rPr lang="en-US" dirty="0"/>
              <a:t>©2025 Fact.MR, All Rights Reserved</a:t>
            </a:r>
          </a:p>
        </p:txBody>
      </p:sp>
      <p:sp>
        <p:nvSpPr>
          <p:cNvPr id="4" name="Slide Number Placeholder 3"/>
          <p:cNvSpPr>
            <a:spLocks noGrp="1"/>
          </p:cNvSpPr>
          <p:nvPr>
            <p:ph type="sldNum" sz="quarter" idx="11"/>
          </p:nvPr>
        </p:nvSpPr>
        <p:spPr/>
        <p:txBody>
          <a:bodyPr/>
          <a:lstStyle/>
          <a:p>
            <a:fld id="{4B17068C-EB94-40A3-A5F2-664CDD77FDAC}" type="slidenum">
              <a:rPr lang="en-US" smtClean="0"/>
              <a:pPr/>
              <a:t>‹#›</a:t>
            </a:fld>
            <a:endParaRPr lang="en-US" dirty="0"/>
          </a:p>
        </p:txBody>
      </p:sp>
      <p:sp>
        <p:nvSpPr>
          <p:cNvPr id="5" name="Freeform 4"/>
          <p:cNvSpPr/>
          <p:nvPr userDrawn="1"/>
        </p:nvSpPr>
        <p:spPr>
          <a:xfrm>
            <a:off x="157241" y="1066800"/>
            <a:ext cx="5787244"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lvl="0" algn="ctr"/>
            <a:endParaRPr lang="en-GB" sz="1013"/>
          </a:p>
        </p:txBody>
      </p:sp>
      <p:sp>
        <p:nvSpPr>
          <p:cNvPr id="7" name="Text Placeholder 6"/>
          <p:cNvSpPr>
            <a:spLocks noGrp="1"/>
          </p:cNvSpPr>
          <p:nvPr>
            <p:ph type="body" sz="quarter" idx="12"/>
          </p:nvPr>
        </p:nvSpPr>
        <p:spPr>
          <a:xfrm>
            <a:off x="171577" y="1066800"/>
            <a:ext cx="5780230" cy="466344"/>
          </a:xfrm>
          <a:prstGeom prst="rect">
            <a:avLst/>
          </a:prstGeom>
        </p:spPr>
        <p:txBody>
          <a:bodyPr anchor="b"/>
          <a:lstStyle>
            <a:lvl1pPr marL="0" indent="0" algn="ctr">
              <a:buNone/>
              <a:defRPr sz="1300" b="1"/>
            </a:lvl1pPr>
          </a:lstStyle>
          <a:p>
            <a:pPr lvl="0"/>
            <a:r>
              <a:rPr lang="en-US" dirty="0"/>
              <a:t>Edit Master text styles</a:t>
            </a:r>
            <a:endParaRPr lang="en-IN" dirty="0"/>
          </a:p>
        </p:txBody>
      </p:sp>
      <p:sp>
        <p:nvSpPr>
          <p:cNvPr id="8" name="Content Placeholder 7"/>
          <p:cNvSpPr>
            <a:spLocks noGrp="1"/>
          </p:cNvSpPr>
          <p:nvPr>
            <p:ph sz="quarter" idx="13"/>
          </p:nvPr>
        </p:nvSpPr>
        <p:spPr>
          <a:xfrm>
            <a:off x="152400" y="1562100"/>
            <a:ext cx="5789613" cy="4662488"/>
          </a:xfrm>
          <a:prstGeom prst="rect">
            <a:avLst/>
          </a:prstGeom>
        </p:spPr>
        <p:txBody>
          <a:bodyPr/>
          <a:lstStyle>
            <a:lvl1pPr marL="228594" indent="-228594">
              <a:lnSpc>
                <a:spcPct val="100000"/>
              </a:lnSpc>
              <a:buFont typeface="Wingdings" panose="05000000000000000000" pitchFamily="2" charset="2"/>
              <a:buChar char="q"/>
              <a:defRPr sz="1200"/>
            </a:lvl1pPr>
            <a:lvl2pPr marL="457200" indent="-228594">
              <a:lnSpc>
                <a:spcPct val="100000"/>
              </a:lnSpc>
              <a:buFont typeface="Wingdings" panose="05000000000000000000" pitchFamily="2" charset="2"/>
              <a:buChar char="Ø"/>
              <a:defRPr sz="1100"/>
            </a:lvl2pPr>
            <a:lvl3pPr marL="685800" indent="-228594">
              <a:lnSpc>
                <a:spcPct val="100000"/>
              </a:lnSpc>
              <a:buFont typeface="Wingdings" panose="05000000000000000000" pitchFamily="2" charset="2"/>
              <a:buChar char="§"/>
              <a:defRPr sz="1000"/>
            </a:lvl3pPr>
            <a:lvl4pPr marL="914400" indent="-228594">
              <a:lnSpc>
                <a:spcPct val="100000"/>
              </a:lnSpc>
              <a:buFont typeface="Courier New" panose="02070309020205020404" pitchFamily="49" charset="0"/>
              <a:buChar char="o"/>
              <a:defRPr sz="900"/>
            </a:lvl4pPr>
            <a:lvl5pPr marL="1143000">
              <a:lnSpc>
                <a:spcPct val="100000"/>
              </a:lnSpc>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Freeform 8"/>
          <p:cNvSpPr/>
          <p:nvPr userDrawn="1"/>
        </p:nvSpPr>
        <p:spPr>
          <a:xfrm>
            <a:off x="6200853" y="1066800"/>
            <a:ext cx="5787244"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lvl="0" algn="ctr"/>
            <a:endParaRPr lang="en-GB" sz="1013"/>
          </a:p>
        </p:txBody>
      </p:sp>
      <p:sp>
        <p:nvSpPr>
          <p:cNvPr id="10" name="Text Placeholder 6"/>
          <p:cNvSpPr>
            <a:spLocks noGrp="1"/>
          </p:cNvSpPr>
          <p:nvPr>
            <p:ph type="body" sz="quarter" idx="14"/>
          </p:nvPr>
        </p:nvSpPr>
        <p:spPr>
          <a:xfrm>
            <a:off x="6215189" y="1066800"/>
            <a:ext cx="5770436" cy="466344"/>
          </a:xfrm>
          <a:prstGeom prst="rect">
            <a:avLst/>
          </a:prstGeom>
        </p:spPr>
        <p:txBody>
          <a:bodyPr anchor="b"/>
          <a:lstStyle>
            <a:lvl1pPr marL="0" indent="0" algn="ctr">
              <a:buNone/>
              <a:defRPr sz="1300" b="1"/>
            </a:lvl1pPr>
          </a:lstStyle>
          <a:p>
            <a:pPr lvl="0"/>
            <a:r>
              <a:rPr lang="en-US" dirty="0"/>
              <a:t>Edit Master text styles</a:t>
            </a:r>
            <a:endParaRPr lang="en-IN" dirty="0"/>
          </a:p>
        </p:txBody>
      </p:sp>
      <p:sp>
        <p:nvSpPr>
          <p:cNvPr id="11" name="Content Placeholder 7"/>
          <p:cNvSpPr>
            <a:spLocks noGrp="1"/>
          </p:cNvSpPr>
          <p:nvPr>
            <p:ph sz="quarter" idx="15"/>
          </p:nvPr>
        </p:nvSpPr>
        <p:spPr>
          <a:xfrm>
            <a:off x="6196012" y="1562100"/>
            <a:ext cx="5789613" cy="4662488"/>
          </a:xfrm>
          <a:prstGeom prst="rect">
            <a:avLst/>
          </a:prstGeom>
        </p:spPr>
        <p:txBody>
          <a:bodyPr/>
          <a:lstStyle>
            <a:lvl1pPr marL="228594" indent="-228594">
              <a:lnSpc>
                <a:spcPct val="100000"/>
              </a:lnSpc>
              <a:buFont typeface="Wingdings" panose="05000000000000000000" pitchFamily="2" charset="2"/>
              <a:buChar char="q"/>
              <a:defRPr sz="1200"/>
            </a:lvl1pPr>
            <a:lvl2pPr marL="457200" indent="-228594">
              <a:lnSpc>
                <a:spcPct val="100000"/>
              </a:lnSpc>
              <a:buFont typeface="Wingdings" panose="05000000000000000000" pitchFamily="2" charset="2"/>
              <a:buChar char="Ø"/>
              <a:defRPr sz="1100"/>
            </a:lvl2pPr>
            <a:lvl3pPr marL="685800" indent="-228594">
              <a:lnSpc>
                <a:spcPct val="100000"/>
              </a:lnSpc>
              <a:buFont typeface="Wingdings" panose="05000000000000000000" pitchFamily="2" charset="2"/>
              <a:buChar char="§"/>
              <a:defRPr sz="1000"/>
            </a:lvl3pPr>
            <a:lvl4pPr marL="914400" indent="-228594">
              <a:lnSpc>
                <a:spcPct val="100000"/>
              </a:lnSpc>
              <a:buFont typeface="Courier New" panose="02070309020205020404" pitchFamily="49" charset="0"/>
              <a:buChar char="o"/>
              <a:defRPr sz="900"/>
            </a:lvl4pPr>
            <a:lvl5pPr marL="1143000">
              <a:lnSpc>
                <a:spcPct val="100000"/>
              </a:lnSpc>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3937609906"/>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Footer Placeholder 2"/>
          <p:cNvSpPr>
            <a:spLocks noGrp="1"/>
          </p:cNvSpPr>
          <p:nvPr>
            <p:ph type="ftr" sz="quarter" idx="10"/>
          </p:nvPr>
        </p:nvSpPr>
        <p:spPr/>
        <p:txBody>
          <a:bodyPr/>
          <a:lstStyle/>
          <a:p>
            <a:r>
              <a:rPr lang="en-US" dirty="0"/>
              <a:t>©2025 Fact.MR, All Rights Reserved</a:t>
            </a:r>
          </a:p>
        </p:txBody>
      </p:sp>
      <p:sp>
        <p:nvSpPr>
          <p:cNvPr id="4" name="Slide Number Placeholder 3"/>
          <p:cNvSpPr>
            <a:spLocks noGrp="1"/>
          </p:cNvSpPr>
          <p:nvPr>
            <p:ph type="sldNum" sz="quarter" idx="11"/>
          </p:nvPr>
        </p:nvSpPr>
        <p:spPr/>
        <p:txBody>
          <a:bodyPr/>
          <a:lstStyle/>
          <a:p>
            <a:fld id="{4B17068C-EB94-40A3-A5F2-664CDD77FDAC}" type="slidenum">
              <a:rPr lang="en-US" smtClean="0"/>
              <a:pPr/>
              <a:t>‹#›</a:t>
            </a:fld>
            <a:endParaRPr lang="en-US" dirty="0"/>
          </a:p>
        </p:txBody>
      </p:sp>
      <p:sp>
        <p:nvSpPr>
          <p:cNvPr id="5" name="Freeform 4"/>
          <p:cNvSpPr/>
          <p:nvPr userDrawn="1"/>
        </p:nvSpPr>
        <p:spPr>
          <a:xfrm>
            <a:off x="157241" y="1066800"/>
            <a:ext cx="3767328"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lvl="0" algn="ctr"/>
            <a:endParaRPr lang="en-GB" sz="1013"/>
          </a:p>
        </p:txBody>
      </p:sp>
      <p:sp>
        <p:nvSpPr>
          <p:cNvPr id="7" name="Text Placeholder 6"/>
          <p:cNvSpPr>
            <a:spLocks noGrp="1"/>
          </p:cNvSpPr>
          <p:nvPr>
            <p:ph type="body" sz="quarter" idx="12"/>
          </p:nvPr>
        </p:nvSpPr>
        <p:spPr>
          <a:xfrm>
            <a:off x="171577" y="1066800"/>
            <a:ext cx="3767328" cy="466344"/>
          </a:xfrm>
          <a:prstGeom prst="rect">
            <a:avLst/>
          </a:prstGeom>
        </p:spPr>
        <p:txBody>
          <a:bodyPr anchor="b"/>
          <a:lstStyle>
            <a:lvl1pPr marL="0" indent="0" algn="ctr">
              <a:buNone/>
              <a:defRPr sz="1300" b="1"/>
            </a:lvl1pPr>
          </a:lstStyle>
          <a:p>
            <a:pPr lvl="0"/>
            <a:r>
              <a:rPr lang="en-US" dirty="0"/>
              <a:t>Edit Master text styles</a:t>
            </a:r>
            <a:endParaRPr lang="en-IN" dirty="0"/>
          </a:p>
        </p:txBody>
      </p:sp>
      <p:sp>
        <p:nvSpPr>
          <p:cNvPr id="8" name="Content Placeholder 7"/>
          <p:cNvSpPr>
            <a:spLocks noGrp="1"/>
          </p:cNvSpPr>
          <p:nvPr>
            <p:ph sz="quarter" idx="13"/>
          </p:nvPr>
        </p:nvSpPr>
        <p:spPr>
          <a:xfrm>
            <a:off x="152400" y="1562100"/>
            <a:ext cx="3767328" cy="4662488"/>
          </a:xfrm>
          <a:prstGeom prst="rect">
            <a:avLst/>
          </a:prstGeom>
        </p:spPr>
        <p:txBody>
          <a:bodyPr/>
          <a:lstStyle>
            <a:lvl1pPr marL="228594" indent="-228594">
              <a:lnSpc>
                <a:spcPct val="100000"/>
              </a:lnSpc>
              <a:buFont typeface="Wingdings" panose="05000000000000000000" pitchFamily="2" charset="2"/>
              <a:buChar char="q"/>
              <a:defRPr sz="1200"/>
            </a:lvl1pPr>
            <a:lvl2pPr marL="457200" indent="-228594">
              <a:lnSpc>
                <a:spcPct val="100000"/>
              </a:lnSpc>
              <a:buFont typeface="Wingdings" panose="05000000000000000000" pitchFamily="2" charset="2"/>
              <a:buChar char="Ø"/>
              <a:defRPr sz="1100"/>
            </a:lvl2pPr>
            <a:lvl3pPr marL="685800" indent="-228594">
              <a:lnSpc>
                <a:spcPct val="100000"/>
              </a:lnSpc>
              <a:buFont typeface="Wingdings" panose="05000000000000000000" pitchFamily="2" charset="2"/>
              <a:buChar char="§"/>
              <a:defRPr sz="1000"/>
            </a:lvl3pPr>
            <a:lvl4pPr marL="914400" indent="-228594">
              <a:lnSpc>
                <a:spcPct val="100000"/>
              </a:lnSpc>
              <a:buFont typeface="Courier New" panose="02070309020205020404" pitchFamily="49" charset="0"/>
              <a:buChar char="o"/>
              <a:defRPr sz="900"/>
            </a:lvl4pPr>
            <a:lvl5pPr marL="1143000">
              <a:lnSpc>
                <a:spcPct val="100000"/>
              </a:lnSpc>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Freeform 8"/>
          <p:cNvSpPr/>
          <p:nvPr userDrawn="1"/>
        </p:nvSpPr>
        <p:spPr>
          <a:xfrm>
            <a:off x="4204525" y="1066800"/>
            <a:ext cx="3767328"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lvl="0" algn="ctr"/>
            <a:endParaRPr lang="en-GB" sz="1013"/>
          </a:p>
        </p:txBody>
      </p:sp>
      <p:sp>
        <p:nvSpPr>
          <p:cNvPr id="10" name="Text Placeholder 6"/>
          <p:cNvSpPr>
            <a:spLocks noGrp="1"/>
          </p:cNvSpPr>
          <p:nvPr>
            <p:ph type="body" sz="quarter" idx="14"/>
          </p:nvPr>
        </p:nvSpPr>
        <p:spPr>
          <a:xfrm>
            <a:off x="4204525" y="1066800"/>
            <a:ext cx="3767328" cy="466344"/>
          </a:xfrm>
          <a:prstGeom prst="rect">
            <a:avLst/>
          </a:prstGeom>
        </p:spPr>
        <p:txBody>
          <a:bodyPr anchor="b"/>
          <a:lstStyle>
            <a:lvl1pPr marL="0" indent="0" algn="ctr">
              <a:buNone/>
              <a:defRPr sz="1300" b="1"/>
            </a:lvl1pPr>
          </a:lstStyle>
          <a:p>
            <a:pPr lvl="0"/>
            <a:r>
              <a:rPr lang="en-US" dirty="0"/>
              <a:t>Edit Master text styles</a:t>
            </a:r>
            <a:endParaRPr lang="en-IN" dirty="0"/>
          </a:p>
        </p:txBody>
      </p:sp>
      <p:sp>
        <p:nvSpPr>
          <p:cNvPr id="11" name="Content Placeholder 7"/>
          <p:cNvSpPr>
            <a:spLocks noGrp="1"/>
          </p:cNvSpPr>
          <p:nvPr>
            <p:ph sz="quarter" idx="15"/>
          </p:nvPr>
        </p:nvSpPr>
        <p:spPr>
          <a:xfrm>
            <a:off x="4204525" y="1562100"/>
            <a:ext cx="3767328" cy="4662488"/>
          </a:xfrm>
          <a:prstGeom prst="rect">
            <a:avLst/>
          </a:prstGeom>
        </p:spPr>
        <p:txBody>
          <a:bodyPr/>
          <a:lstStyle>
            <a:lvl1pPr marL="228594" indent="-228594">
              <a:lnSpc>
                <a:spcPct val="100000"/>
              </a:lnSpc>
              <a:buFont typeface="Wingdings" panose="05000000000000000000" pitchFamily="2" charset="2"/>
              <a:buChar char="q"/>
              <a:defRPr sz="1200"/>
            </a:lvl1pPr>
            <a:lvl2pPr marL="457200" indent="-228594">
              <a:lnSpc>
                <a:spcPct val="100000"/>
              </a:lnSpc>
              <a:buFont typeface="Wingdings" panose="05000000000000000000" pitchFamily="2" charset="2"/>
              <a:buChar char="Ø"/>
              <a:defRPr sz="1100"/>
            </a:lvl2pPr>
            <a:lvl3pPr marL="685800" indent="-228594">
              <a:lnSpc>
                <a:spcPct val="100000"/>
              </a:lnSpc>
              <a:buFont typeface="Wingdings" panose="05000000000000000000" pitchFamily="2" charset="2"/>
              <a:buChar char="§"/>
              <a:defRPr sz="1000"/>
            </a:lvl3pPr>
            <a:lvl4pPr marL="914400" indent="-228594">
              <a:lnSpc>
                <a:spcPct val="100000"/>
              </a:lnSpc>
              <a:buFont typeface="Courier New" panose="02070309020205020404" pitchFamily="49" charset="0"/>
              <a:buChar char="o"/>
              <a:defRPr sz="900"/>
            </a:lvl4pPr>
            <a:lvl5pPr marL="1143000">
              <a:lnSpc>
                <a:spcPct val="100000"/>
              </a:lnSpc>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2" name="Freeform 11"/>
          <p:cNvSpPr/>
          <p:nvPr userDrawn="1"/>
        </p:nvSpPr>
        <p:spPr>
          <a:xfrm>
            <a:off x="8223138" y="1066800"/>
            <a:ext cx="3767328"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lvl="0" algn="ctr"/>
            <a:endParaRPr lang="en-GB" sz="1013"/>
          </a:p>
        </p:txBody>
      </p:sp>
      <p:sp>
        <p:nvSpPr>
          <p:cNvPr id="13" name="Text Placeholder 6"/>
          <p:cNvSpPr>
            <a:spLocks noGrp="1"/>
          </p:cNvSpPr>
          <p:nvPr>
            <p:ph type="body" sz="quarter" idx="16"/>
          </p:nvPr>
        </p:nvSpPr>
        <p:spPr>
          <a:xfrm>
            <a:off x="8237474" y="1066800"/>
            <a:ext cx="3748151" cy="466344"/>
          </a:xfrm>
          <a:prstGeom prst="rect">
            <a:avLst/>
          </a:prstGeom>
        </p:spPr>
        <p:txBody>
          <a:bodyPr anchor="b"/>
          <a:lstStyle>
            <a:lvl1pPr marL="0" indent="0" algn="ctr">
              <a:buNone/>
              <a:defRPr sz="1300" b="1"/>
            </a:lvl1pPr>
          </a:lstStyle>
          <a:p>
            <a:pPr lvl="0"/>
            <a:r>
              <a:rPr lang="en-US" dirty="0"/>
              <a:t>Edit Master text styles</a:t>
            </a:r>
            <a:endParaRPr lang="en-IN" dirty="0"/>
          </a:p>
        </p:txBody>
      </p:sp>
      <p:sp>
        <p:nvSpPr>
          <p:cNvPr id="14" name="Content Placeholder 7"/>
          <p:cNvSpPr>
            <a:spLocks noGrp="1"/>
          </p:cNvSpPr>
          <p:nvPr>
            <p:ph sz="quarter" idx="17"/>
          </p:nvPr>
        </p:nvSpPr>
        <p:spPr>
          <a:xfrm>
            <a:off x="8218297" y="1562100"/>
            <a:ext cx="3767328" cy="4662488"/>
          </a:xfrm>
          <a:prstGeom prst="rect">
            <a:avLst/>
          </a:prstGeom>
        </p:spPr>
        <p:txBody>
          <a:bodyPr/>
          <a:lstStyle>
            <a:lvl1pPr marL="228594" indent="-228594">
              <a:lnSpc>
                <a:spcPct val="100000"/>
              </a:lnSpc>
              <a:buFont typeface="Wingdings" panose="05000000000000000000" pitchFamily="2" charset="2"/>
              <a:buChar char="q"/>
              <a:defRPr sz="1200"/>
            </a:lvl1pPr>
            <a:lvl2pPr marL="457200" indent="-228594">
              <a:lnSpc>
                <a:spcPct val="100000"/>
              </a:lnSpc>
              <a:buFont typeface="Wingdings" panose="05000000000000000000" pitchFamily="2" charset="2"/>
              <a:buChar char="Ø"/>
              <a:defRPr sz="1100"/>
            </a:lvl2pPr>
            <a:lvl3pPr marL="685800" indent="-228594">
              <a:lnSpc>
                <a:spcPct val="100000"/>
              </a:lnSpc>
              <a:buFont typeface="Wingdings" panose="05000000000000000000" pitchFamily="2" charset="2"/>
              <a:buChar char="§"/>
              <a:defRPr sz="1000"/>
            </a:lvl3pPr>
            <a:lvl4pPr marL="914400" indent="-228594">
              <a:lnSpc>
                <a:spcPct val="100000"/>
              </a:lnSpc>
              <a:buFont typeface="Courier New" panose="02070309020205020404" pitchFamily="49" charset="0"/>
              <a:buChar char="o"/>
              <a:defRPr sz="900"/>
            </a:lvl4pPr>
            <a:lvl5pPr marL="1143000">
              <a:lnSpc>
                <a:spcPct val="100000"/>
              </a:lnSpc>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1138785359"/>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4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Footer Placeholder 2"/>
          <p:cNvSpPr>
            <a:spLocks noGrp="1"/>
          </p:cNvSpPr>
          <p:nvPr>
            <p:ph type="ftr" sz="quarter" idx="10"/>
          </p:nvPr>
        </p:nvSpPr>
        <p:spPr/>
        <p:txBody>
          <a:bodyPr/>
          <a:lstStyle/>
          <a:p>
            <a:r>
              <a:rPr lang="en-US" dirty="0"/>
              <a:t>©2025 Fact.MR, All Rights Reserved</a:t>
            </a:r>
          </a:p>
        </p:txBody>
      </p:sp>
      <p:sp>
        <p:nvSpPr>
          <p:cNvPr id="4" name="Slide Number Placeholder 3"/>
          <p:cNvSpPr>
            <a:spLocks noGrp="1"/>
          </p:cNvSpPr>
          <p:nvPr>
            <p:ph type="sldNum" sz="quarter" idx="11"/>
          </p:nvPr>
        </p:nvSpPr>
        <p:spPr/>
        <p:txBody>
          <a:bodyPr/>
          <a:lstStyle/>
          <a:p>
            <a:fld id="{4B17068C-EB94-40A3-A5F2-664CDD77FDAC}" type="slidenum">
              <a:rPr lang="en-US" smtClean="0"/>
              <a:pPr/>
              <a:t>‹#›</a:t>
            </a:fld>
            <a:endParaRPr lang="en-US" dirty="0"/>
          </a:p>
        </p:txBody>
      </p:sp>
      <p:sp>
        <p:nvSpPr>
          <p:cNvPr id="5" name="Freeform 4"/>
          <p:cNvSpPr/>
          <p:nvPr userDrawn="1"/>
        </p:nvSpPr>
        <p:spPr>
          <a:xfrm>
            <a:off x="157241" y="1066800"/>
            <a:ext cx="3767328"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lvl="0" algn="ctr"/>
            <a:endParaRPr lang="en-GB" sz="1013"/>
          </a:p>
        </p:txBody>
      </p:sp>
      <p:sp>
        <p:nvSpPr>
          <p:cNvPr id="7" name="Text Placeholder 6"/>
          <p:cNvSpPr>
            <a:spLocks noGrp="1"/>
          </p:cNvSpPr>
          <p:nvPr>
            <p:ph type="body" sz="quarter" idx="12"/>
          </p:nvPr>
        </p:nvSpPr>
        <p:spPr>
          <a:xfrm>
            <a:off x="171577" y="1066800"/>
            <a:ext cx="3767328" cy="466344"/>
          </a:xfrm>
          <a:prstGeom prst="rect">
            <a:avLst/>
          </a:prstGeom>
        </p:spPr>
        <p:txBody>
          <a:bodyPr anchor="b"/>
          <a:lstStyle>
            <a:lvl1pPr marL="0" indent="0" algn="ctr">
              <a:buNone/>
              <a:defRPr sz="1300" b="1"/>
            </a:lvl1pPr>
          </a:lstStyle>
          <a:p>
            <a:pPr lvl="0"/>
            <a:r>
              <a:rPr lang="en-US" dirty="0"/>
              <a:t>Edit Master text styles</a:t>
            </a:r>
            <a:endParaRPr lang="en-IN" dirty="0"/>
          </a:p>
        </p:txBody>
      </p:sp>
      <p:sp>
        <p:nvSpPr>
          <p:cNvPr id="8" name="Content Placeholder 7"/>
          <p:cNvSpPr>
            <a:spLocks noGrp="1"/>
          </p:cNvSpPr>
          <p:nvPr>
            <p:ph sz="quarter" idx="13"/>
          </p:nvPr>
        </p:nvSpPr>
        <p:spPr>
          <a:xfrm>
            <a:off x="152400" y="1562100"/>
            <a:ext cx="3767328" cy="1965960"/>
          </a:xfrm>
          <a:prstGeom prst="rect">
            <a:avLst/>
          </a:prstGeom>
        </p:spPr>
        <p:txBody>
          <a:bodyPr/>
          <a:lstStyle>
            <a:lvl1pPr marL="228594" indent="-228594">
              <a:lnSpc>
                <a:spcPct val="100000"/>
              </a:lnSpc>
              <a:buFont typeface="Wingdings" panose="05000000000000000000" pitchFamily="2" charset="2"/>
              <a:buChar char="q"/>
              <a:defRPr sz="1200"/>
            </a:lvl1pPr>
            <a:lvl2pPr marL="457200" indent="-228594">
              <a:lnSpc>
                <a:spcPct val="100000"/>
              </a:lnSpc>
              <a:buFont typeface="Wingdings" panose="05000000000000000000" pitchFamily="2" charset="2"/>
              <a:buChar char="Ø"/>
              <a:defRPr sz="1100"/>
            </a:lvl2pPr>
            <a:lvl3pPr marL="685800" indent="-228594">
              <a:lnSpc>
                <a:spcPct val="100000"/>
              </a:lnSpc>
              <a:buFont typeface="Wingdings" panose="05000000000000000000" pitchFamily="2" charset="2"/>
              <a:buChar char="§"/>
              <a:defRPr sz="1000"/>
            </a:lvl3pPr>
            <a:lvl4pPr marL="914400" indent="-228594">
              <a:lnSpc>
                <a:spcPct val="100000"/>
              </a:lnSpc>
              <a:buFont typeface="Courier New" panose="02070309020205020404" pitchFamily="49" charset="0"/>
              <a:buChar char="o"/>
              <a:defRPr sz="900"/>
            </a:lvl4pPr>
            <a:lvl5pPr marL="1143000">
              <a:lnSpc>
                <a:spcPct val="100000"/>
              </a:lnSpc>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Freeform 8"/>
          <p:cNvSpPr/>
          <p:nvPr userDrawn="1"/>
        </p:nvSpPr>
        <p:spPr>
          <a:xfrm>
            <a:off x="4204525" y="1066800"/>
            <a:ext cx="3767328"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lvl="0" algn="ctr"/>
            <a:endParaRPr lang="en-GB" sz="1013"/>
          </a:p>
        </p:txBody>
      </p:sp>
      <p:sp>
        <p:nvSpPr>
          <p:cNvPr id="10" name="Text Placeholder 6"/>
          <p:cNvSpPr>
            <a:spLocks noGrp="1"/>
          </p:cNvSpPr>
          <p:nvPr>
            <p:ph type="body" sz="quarter" idx="14"/>
          </p:nvPr>
        </p:nvSpPr>
        <p:spPr>
          <a:xfrm>
            <a:off x="4204525" y="1066800"/>
            <a:ext cx="3767328" cy="466344"/>
          </a:xfrm>
          <a:prstGeom prst="rect">
            <a:avLst/>
          </a:prstGeom>
        </p:spPr>
        <p:txBody>
          <a:bodyPr anchor="b"/>
          <a:lstStyle>
            <a:lvl1pPr marL="0" indent="0" algn="ctr">
              <a:buNone/>
              <a:defRPr sz="1300" b="1"/>
            </a:lvl1pPr>
          </a:lstStyle>
          <a:p>
            <a:pPr lvl="0"/>
            <a:r>
              <a:rPr lang="en-US" dirty="0"/>
              <a:t>Edit Master text styles</a:t>
            </a:r>
            <a:endParaRPr lang="en-IN" dirty="0"/>
          </a:p>
        </p:txBody>
      </p:sp>
      <p:sp>
        <p:nvSpPr>
          <p:cNvPr id="11" name="Content Placeholder 7"/>
          <p:cNvSpPr>
            <a:spLocks noGrp="1"/>
          </p:cNvSpPr>
          <p:nvPr>
            <p:ph sz="quarter" idx="15"/>
          </p:nvPr>
        </p:nvSpPr>
        <p:spPr>
          <a:xfrm>
            <a:off x="4204525" y="1562100"/>
            <a:ext cx="3767328" cy="1965960"/>
          </a:xfrm>
          <a:prstGeom prst="rect">
            <a:avLst/>
          </a:prstGeom>
        </p:spPr>
        <p:txBody>
          <a:bodyPr/>
          <a:lstStyle>
            <a:lvl1pPr marL="228594" indent="-228594">
              <a:lnSpc>
                <a:spcPct val="100000"/>
              </a:lnSpc>
              <a:buFont typeface="Wingdings" panose="05000000000000000000" pitchFamily="2" charset="2"/>
              <a:buChar char="q"/>
              <a:defRPr sz="1200"/>
            </a:lvl1pPr>
            <a:lvl2pPr marL="457200" indent="-228594">
              <a:lnSpc>
                <a:spcPct val="100000"/>
              </a:lnSpc>
              <a:buFont typeface="Wingdings" panose="05000000000000000000" pitchFamily="2" charset="2"/>
              <a:buChar char="Ø"/>
              <a:defRPr sz="1100"/>
            </a:lvl2pPr>
            <a:lvl3pPr marL="685800" indent="-228594">
              <a:lnSpc>
                <a:spcPct val="100000"/>
              </a:lnSpc>
              <a:buFont typeface="Wingdings" panose="05000000000000000000" pitchFamily="2" charset="2"/>
              <a:buChar char="§"/>
              <a:defRPr sz="1000"/>
            </a:lvl3pPr>
            <a:lvl4pPr marL="914400" indent="-228594">
              <a:lnSpc>
                <a:spcPct val="100000"/>
              </a:lnSpc>
              <a:buFont typeface="Courier New" panose="02070309020205020404" pitchFamily="49" charset="0"/>
              <a:buChar char="o"/>
              <a:defRPr sz="900"/>
            </a:lvl4pPr>
            <a:lvl5pPr marL="1143000">
              <a:lnSpc>
                <a:spcPct val="100000"/>
              </a:lnSpc>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2" name="Freeform 11"/>
          <p:cNvSpPr/>
          <p:nvPr userDrawn="1"/>
        </p:nvSpPr>
        <p:spPr>
          <a:xfrm>
            <a:off x="8223138" y="1066800"/>
            <a:ext cx="3767328"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lvl="0" algn="ctr"/>
            <a:endParaRPr lang="en-GB" sz="1013"/>
          </a:p>
        </p:txBody>
      </p:sp>
      <p:sp>
        <p:nvSpPr>
          <p:cNvPr id="13" name="Text Placeholder 6"/>
          <p:cNvSpPr>
            <a:spLocks noGrp="1"/>
          </p:cNvSpPr>
          <p:nvPr>
            <p:ph type="body" sz="quarter" idx="16"/>
          </p:nvPr>
        </p:nvSpPr>
        <p:spPr>
          <a:xfrm>
            <a:off x="8237474" y="1066800"/>
            <a:ext cx="3748151" cy="466344"/>
          </a:xfrm>
          <a:prstGeom prst="rect">
            <a:avLst/>
          </a:prstGeom>
        </p:spPr>
        <p:txBody>
          <a:bodyPr anchor="b"/>
          <a:lstStyle>
            <a:lvl1pPr marL="0" indent="0" algn="ctr">
              <a:buNone/>
              <a:defRPr sz="1300" b="1"/>
            </a:lvl1pPr>
          </a:lstStyle>
          <a:p>
            <a:pPr lvl="0"/>
            <a:r>
              <a:rPr lang="en-US" dirty="0"/>
              <a:t>Edit Master text styles</a:t>
            </a:r>
            <a:endParaRPr lang="en-IN" dirty="0"/>
          </a:p>
        </p:txBody>
      </p:sp>
      <p:sp>
        <p:nvSpPr>
          <p:cNvPr id="14" name="Content Placeholder 7"/>
          <p:cNvSpPr>
            <a:spLocks noGrp="1"/>
          </p:cNvSpPr>
          <p:nvPr>
            <p:ph sz="quarter" idx="17"/>
          </p:nvPr>
        </p:nvSpPr>
        <p:spPr>
          <a:xfrm>
            <a:off x="8218297" y="1562100"/>
            <a:ext cx="3767328" cy="1965960"/>
          </a:xfrm>
          <a:prstGeom prst="rect">
            <a:avLst/>
          </a:prstGeom>
        </p:spPr>
        <p:txBody>
          <a:bodyPr/>
          <a:lstStyle>
            <a:lvl1pPr marL="228594" indent="-228594">
              <a:lnSpc>
                <a:spcPct val="100000"/>
              </a:lnSpc>
              <a:buFont typeface="Wingdings" panose="05000000000000000000" pitchFamily="2" charset="2"/>
              <a:buChar char="q"/>
              <a:defRPr sz="1200"/>
            </a:lvl1pPr>
            <a:lvl2pPr marL="457200" indent="-228594">
              <a:lnSpc>
                <a:spcPct val="100000"/>
              </a:lnSpc>
              <a:buFont typeface="Wingdings" panose="05000000000000000000" pitchFamily="2" charset="2"/>
              <a:buChar char="Ø"/>
              <a:defRPr sz="1100"/>
            </a:lvl2pPr>
            <a:lvl3pPr marL="685800" indent="-228594">
              <a:lnSpc>
                <a:spcPct val="100000"/>
              </a:lnSpc>
              <a:buFont typeface="Wingdings" panose="05000000000000000000" pitchFamily="2" charset="2"/>
              <a:buChar char="§"/>
              <a:defRPr sz="1000"/>
            </a:lvl3pPr>
            <a:lvl4pPr marL="914400" indent="-228594">
              <a:lnSpc>
                <a:spcPct val="100000"/>
              </a:lnSpc>
              <a:buFont typeface="Courier New" panose="02070309020205020404" pitchFamily="49" charset="0"/>
              <a:buChar char="o"/>
              <a:defRPr sz="900"/>
            </a:lvl4pPr>
            <a:lvl5pPr marL="1143000">
              <a:lnSpc>
                <a:spcPct val="100000"/>
              </a:lnSpc>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5" name="Freeform 14"/>
          <p:cNvSpPr/>
          <p:nvPr userDrawn="1"/>
        </p:nvSpPr>
        <p:spPr>
          <a:xfrm>
            <a:off x="157241" y="3763328"/>
            <a:ext cx="3767328"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lvl="0" algn="ctr"/>
            <a:endParaRPr lang="en-GB" sz="1013"/>
          </a:p>
        </p:txBody>
      </p:sp>
      <p:sp>
        <p:nvSpPr>
          <p:cNvPr id="16" name="Text Placeholder 6"/>
          <p:cNvSpPr>
            <a:spLocks noGrp="1"/>
          </p:cNvSpPr>
          <p:nvPr>
            <p:ph type="body" sz="quarter" idx="18"/>
          </p:nvPr>
        </p:nvSpPr>
        <p:spPr>
          <a:xfrm>
            <a:off x="171577" y="3763328"/>
            <a:ext cx="3767328" cy="466344"/>
          </a:xfrm>
          <a:prstGeom prst="rect">
            <a:avLst/>
          </a:prstGeom>
        </p:spPr>
        <p:txBody>
          <a:bodyPr anchor="b"/>
          <a:lstStyle>
            <a:lvl1pPr marL="0" indent="0" algn="ctr">
              <a:buNone/>
              <a:defRPr sz="1300" b="1"/>
            </a:lvl1pPr>
          </a:lstStyle>
          <a:p>
            <a:pPr lvl="0"/>
            <a:r>
              <a:rPr lang="en-US" dirty="0"/>
              <a:t>Edit Master text styles</a:t>
            </a:r>
            <a:endParaRPr lang="en-IN" dirty="0"/>
          </a:p>
        </p:txBody>
      </p:sp>
      <p:sp>
        <p:nvSpPr>
          <p:cNvPr id="17" name="Content Placeholder 7"/>
          <p:cNvSpPr>
            <a:spLocks noGrp="1"/>
          </p:cNvSpPr>
          <p:nvPr>
            <p:ph sz="quarter" idx="19"/>
          </p:nvPr>
        </p:nvSpPr>
        <p:spPr>
          <a:xfrm>
            <a:off x="152400" y="4258628"/>
            <a:ext cx="3767328" cy="1965960"/>
          </a:xfrm>
          <a:prstGeom prst="rect">
            <a:avLst/>
          </a:prstGeom>
        </p:spPr>
        <p:txBody>
          <a:bodyPr/>
          <a:lstStyle>
            <a:lvl1pPr marL="228594" indent="-228594">
              <a:lnSpc>
                <a:spcPct val="100000"/>
              </a:lnSpc>
              <a:buFont typeface="Wingdings" panose="05000000000000000000" pitchFamily="2" charset="2"/>
              <a:buChar char="q"/>
              <a:defRPr sz="1200"/>
            </a:lvl1pPr>
            <a:lvl2pPr marL="457200" indent="-228594">
              <a:lnSpc>
                <a:spcPct val="100000"/>
              </a:lnSpc>
              <a:buFont typeface="Wingdings" panose="05000000000000000000" pitchFamily="2" charset="2"/>
              <a:buChar char="Ø"/>
              <a:defRPr sz="1100"/>
            </a:lvl2pPr>
            <a:lvl3pPr marL="685800" indent="-228594">
              <a:lnSpc>
                <a:spcPct val="100000"/>
              </a:lnSpc>
              <a:buFont typeface="Wingdings" panose="05000000000000000000" pitchFamily="2" charset="2"/>
              <a:buChar char="§"/>
              <a:defRPr sz="1000"/>
            </a:lvl3pPr>
            <a:lvl4pPr marL="914400" indent="-228594">
              <a:lnSpc>
                <a:spcPct val="100000"/>
              </a:lnSpc>
              <a:buFont typeface="Courier New" panose="02070309020205020404" pitchFamily="49" charset="0"/>
              <a:buChar char="o"/>
              <a:defRPr sz="900"/>
            </a:lvl4pPr>
            <a:lvl5pPr marL="1143000">
              <a:lnSpc>
                <a:spcPct val="100000"/>
              </a:lnSpc>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8" name="Freeform 17"/>
          <p:cNvSpPr/>
          <p:nvPr userDrawn="1"/>
        </p:nvSpPr>
        <p:spPr>
          <a:xfrm>
            <a:off x="4204525" y="3763328"/>
            <a:ext cx="3767328"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lvl="0" algn="ctr"/>
            <a:endParaRPr lang="en-GB" sz="1013"/>
          </a:p>
        </p:txBody>
      </p:sp>
      <p:sp>
        <p:nvSpPr>
          <p:cNvPr id="19" name="Text Placeholder 6"/>
          <p:cNvSpPr>
            <a:spLocks noGrp="1"/>
          </p:cNvSpPr>
          <p:nvPr>
            <p:ph type="body" sz="quarter" idx="20"/>
          </p:nvPr>
        </p:nvSpPr>
        <p:spPr>
          <a:xfrm>
            <a:off x="4204525" y="3763328"/>
            <a:ext cx="3767328" cy="466344"/>
          </a:xfrm>
          <a:prstGeom prst="rect">
            <a:avLst/>
          </a:prstGeom>
        </p:spPr>
        <p:txBody>
          <a:bodyPr anchor="b"/>
          <a:lstStyle>
            <a:lvl1pPr marL="0" indent="0" algn="ctr">
              <a:buNone/>
              <a:defRPr sz="1300" b="1"/>
            </a:lvl1pPr>
          </a:lstStyle>
          <a:p>
            <a:pPr lvl="0"/>
            <a:r>
              <a:rPr lang="en-US" dirty="0"/>
              <a:t>Edit Master text styles</a:t>
            </a:r>
            <a:endParaRPr lang="en-IN" dirty="0"/>
          </a:p>
        </p:txBody>
      </p:sp>
      <p:sp>
        <p:nvSpPr>
          <p:cNvPr id="20" name="Content Placeholder 7"/>
          <p:cNvSpPr>
            <a:spLocks noGrp="1"/>
          </p:cNvSpPr>
          <p:nvPr>
            <p:ph sz="quarter" idx="21"/>
          </p:nvPr>
        </p:nvSpPr>
        <p:spPr>
          <a:xfrm>
            <a:off x="4204525" y="4258628"/>
            <a:ext cx="3767328" cy="1965960"/>
          </a:xfrm>
          <a:prstGeom prst="rect">
            <a:avLst/>
          </a:prstGeom>
        </p:spPr>
        <p:txBody>
          <a:bodyPr/>
          <a:lstStyle>
            <a:lvl1pPr marL="228594" indent="-228594">
              <a:lnSpc>
                <a:spcPct val="100000"/>
              </a:lnSpc>
              <a:buFont typeface="Wingdings" panose="05000000000000000000" pitchFamily="2" charset="2"/>
              <a:buChar char="q"/>
              <a:defRPr sz="1200"/>
            </a:lvl1pPr>
            <a:lvl2pPr marL="457200" indent="-228594">
              <a:lnSpc>
                <a:spcPct val="100000"/>
              </a:lnSpc>
              <a:buFont typeface="Wingdings" panose="05000000000000000000" pitchFamily="2" charset="2"/>
              <a:buChar char="Ø"/>
              <a:defRPr sz="1100"/>
            </a:lvl2pPr>
            <a:lvl3pPr marL="685800" indent="-228594">
              <a:lnSpc>
                <a:spcPct val="100000"/>
              </a:lnSpc>
              <a:buFont typeface="Wingdings" panose="05000000000000000000" pitchFamily="2" charset="2"/>
              <a:buChar char="§"/>
              <a:defRPr sz="1000"/>
            </a:lvl3pPr>
            <a:lvl4pPr marL="914400" indent="-228594">
              <a:lnSpc>
                <a:spcPct val="100000"/>
              </a:lnSpc>
              <a:buFont typeface="Courier New" panose="02070309020205020404" pitchFamily="49" charset="0"/>
              <a:buChar char="o"/>
              <a:defRPr sz="900"/>
            </a:lvl4pPr>
            <a:lvl5pPr marL="1143000">
              <a:lnSpc>
                <a:spcPct val="100000"/>
              </a:lnSpc>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1" name="Freeform 20"/>
          <p:cNvSpPr/>
          <p:nvPr userDrawn="1"/>
        </p:nvSpPr>
        <p:spPr>
          <a:xfrm>
            <a:off x="8223138" y="3763328"/>
            <a:ext cx="3767328"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lvl="0" algn="ctr"/>
            <a:endParaRPr lang="en-GB" sz="1013"/>
          </a:p>
        </p:txBody>
      </p:sp>
      <p:sp>
        <p:nvSpPr>
          <p:cNvPr id="22" name="Text Placeholder 6"/>
          <p:cNvSpPr>
            <a:spLocks noGrp="1"/>
          </p:cNvSpPr>
          <p:nvPr>
            <p:ph type="body" sz="quarter" idx="22"/>
          </p:nvPr>
        </p:nvSpPr>
        <p:spPr>
          <a:xfrm>
            <a:off x="8237474" y="3763328"/>
            <a:ext cx="3748151" cy="466344"/>
          </a:xfrm>
          <a:prstGeom prst="rect">
            <a:avLst/>
          </a:prstGeom>
        </p:spPr>
        <p:txBody>
          <a:bodyPr anchor="b"/>
          <a:lstStyle>
            <a:lvl1pPr marL="0" indent="0" algn="ctr">
              <a:buNone/>
              <a:defRPr sz="1300" b="1"/>
            </a:lvl1pPr>
          </a:lstStyle>
          <a:p>
            <a:pPr lvl="0"/>
            <a:r>
              <a:rPr lang="en-US" dirty="0"/>
              <a:t>Edit Master text styles</a:t>
            </a:r>
            <a:endParaRPr lang="en-IN" dirty="0"/>
          </a:p>
        </p:txBody>
      </p:sp>
      <p:sp>
        <p:nvSpPr>
          <p:cNvPr id="23" name="Content Placeholder 7"/>
          <p:cNvSpPr>
            <a:spLocks noGrp="1"/>
          </p:cNvSpPr>
          <p:nvPr>
            <p:ph sz="quarter" idx="23"/>
          </p:nvPr>
        </p:nvSpPr>
        <p:spPr>
          <a:xfrm>
            <a:off x="8218297" y="4258628"/>
            <a:ext cx="3767328" cy="1965960"/>
          </a:xfrm>
          <a:prstGeom prst="rect">
            <a:avLst/>
          </a:prstGeom>
        </p:spPr>
        <p:txBody>
          <a:bodyPr/>
          <a:lstStyle>
            <a:lvl1pPr marL="228594" indent="-228594">
              <a:lnSpc>
                <a:spcPct val="100000"/>
              </a:lnSpc>
              <a:buFont typeface="Wingdings" panose="05000000000000000000" pitchFamily="2" charset="2"/>
              <a:buChar char="q"/>
              <a:defRPr sz="1200"/>
            </a:lvl1pPr>
            <a:lvl2pPr marL="457200" indent="-228594">
              <a:lnSpc>
                <a:spcPct val="100000"/>
              </a:lnSpc>
              <a:buFont typeface="Wingdings" panose="05000000000000000000" pitchFamily="2" charset="2"/>
              <a:buChar char="Ø"/>
              <a:defRPr sz="1100"/>
            </a:lvl2pPr>
            <a:lvl3pPr marL="685800" indent="-228594">
              <a:lnSpc>
                <a:spcPct val="100000"/>
              </a:lnSpc>
              <a:buFont typeface="Wingdings" panose="05000000000000000000" pitchFamily="2" charset="2"/>
              <a:buChar char="§"/>
              <a:defRPr sz="1000"/>
            </a:lvl3pPr>
            <a:lvl4pPr marL="914400" indent="-228594">
              <a:lnSpc>
                <a:spcPct val="100000"/>
              </a:lnSpc>
              <a:buFont typeface="Courier New" panose="02070309020205020404" pitchFamily="49" charset="0"/>
              <a:buChar char="o"/>
              <a:defRPr sz="900"/>
            </a:lvl4pPr>
            <a:lvl5pPr marL="1143000">
              <a:lnSpc>
                <a:spcPct val="100000"/>
              </a:lnSpc>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2435182576"/>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24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Footer Placeholder 2"/>
          <p:cNvSpPr>
            <a:spLocks noGrp="1"/>
          </p:cNvSpPr>
          <p:nvPr>
            <p:ph type="ftr" sz="quarter" idx="10"/>
          </p:nvPr>
        </p:nvSpPr>
        <p:spPr/>
        <p:txBody>
          <a:bodyPr/>
          <a:lstStyle/>
          <a:p>
            <a:r>
              <a:rPr lang="en-US" dirty="0"/>
              <a:t>©2025 Fact.MR, All Rights Reserved</a:t>
            </a:r>
          </a:p>
        </p:txBody>
      </p:sp>
      <p:sp>
        <p:nvSpPr>
          <p:cNvPr id="4" name="Slide Number Placeholder 3"/>
          <p:cNvSpPr>
            <a:spLocks noGrp="1"/>
          </p:cNvSpPr>
          <p:nvPr>
            <p:ph type="sldNum" sz="quarter" idx="11"/>
          </p:nvPr>
        </p:nvSpPr>
        <p:spPr/>
        <p:txBody>
          <a:bodyPr/>
          <a:lstStyle/>
          <a:p>
            <a:fld id="{4B17068C-EB94-40A3-A5F2-664CDD77FDAC}" type="slidenum">
              <a:rPr lang="en-US" smtClean="0"/>
              <a:pPr/>
              <a:t>‹#›</a:t>
            </a:fld>
            <a:endParaRPr lang="en-US" dirty="0"/>
          </a:p>
        </p:txBody>
      </p:sp>
      <p:sp>
        <p:nvSpPr>
          <p:cNvPr id="5" name="Freeform 4"/>
          <p:cNvSpPr/>
          <p:nvPr userDrawn="1"/>
        </p:nvSpPr>
        <p:spPr>
          <a:xfrm>
            <a:off x="2005706" y="1111739"/>
            <a:ext cx="3180735"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lvl="0" algn="ctr"/>
            <a:endParaRPr lang="en-GB" sz="1013"/>
          </a:p>
        </p:txBody>
      </p:sp>
      <p:sp>
        <p:nvSpPr>
          <p:cNvPr id="7" name="Text Placeholder 6"/>
          <p:cNvSpPr>
            <a:spLocks noGrp="1"/>
          </p:cNvSpPr>
          <p:nvPr>
            <p:ph type="body" sz="quarter" idx="12"/>
          </p:nvPr>
        </p:nvSpPr>
        <p:spPr>
          <a:xfrm>
            <a:off x="2020042" y="1111739"/>
            <a:ext cx="3180735" cy="466344"/>
          </a:xfrm>
          <a:prstGeom prst="rect">
            <a:avLst/>
          </a:prstGeom>
        </p:spPr>
        <p:txBody>
          <a:bodyPr anchor="b"/>
          <a:lstStyle>
            <a:lvl1pPr marL="0" indent="0" algn="ctr">
              <a:buNone/>
              <a:defRPr sz="1300" b="1"/>
            </a:lvl1pPr>
          </a:lstStyle>
          <a:p>
            <a:pPr lvl="0"/>
            <a:r>
              <a:rPr lang="en-US" dirty="0"/>
              <a:t>Edit Master text styles</a:t>
            </a:r>
            <a:endParaRPr lang="en-IN" dirty="0"/>
          </a:p>
        </p:txBody>
      </p:sp>
      <p:sp>
        <p:nvSpPr>
          <p:cNvPr id="8" name="Content Placeholder 7"/>
          <p:cNvSpPr>
            <a:spLocks noGrp="1"/>
          </p:cNvSpPr>
          <p:nvPr>
            <p:ph sz="quarter" idx="13"/>
          </p:nvPr>
        </p:nvSpPr>
        <p:spPr>
          <a:xfrm>
            <a:off x="2000865" y="1607039"/>
            <a:ext cx="3180735" cy="1965960"/>
          </a:xfrm>
          <a:prstGeom prst="rect">
            <a:avLst/>
          </a:prstGeom>
        </p:spPr>
        <p:txBody>
          <a:bodyPr/>
          <a:lstStyle>
            <a:lvl1pPr marL="228594" indent="-228594">
              <a:lnSpc>
                <a:spcPct val="100000"/>
              </a:lnSpc>
              <a:buFont typeface="Wingdings" panose="05000000000000000000" pitchFamily="2" charset="2"/>
              <a:buChar char="q"/>
              <a:defRPr sz="1200"/>
            </a:lvl1pPr>
            <a:lvl2pPr marL="457200" indent="-228594">
              <a:lnSpc>
                <a:spcPct val="100000"/>
              </a:lnSpc>
              <a:buFont typeface="Wingdings" panose="05000000000000000000" pitchFamily="2" charset="2"/>
              <a:buChar char="Ø"/>
              <a:defRPr sz="1100"/>
            </a:lvl2pPr>
            <a:lvl3pPr marL="685800" indent="-228594">
              <a:lnSpc>
                <a:spcPct val="100000"/>
              </a:lnSpc>
              <a:buFont typeface="Wingdings" panose="05000000000000000000" pitchFamily="2" charset="2"/>
              <a:buChar char="§"/>
              <a:defRPr sz="1000"/>
            </a:lvl3pPr>
            <a:lvl4pPr marL="914400" indent="-228594">
              <a:lnSpc>
                <a:spcPct val="100000"/>
              </a:lnSpc>
              <a:buFont typeface="Courier New" panose="02070309020205020404" pitchFamily="49" charset="0"/>
              <a:buChar char="o"/>
              <a:defRPr sz="900"/>
            </a:lvl4pPr>
            <a:lvl5pPr marL="1143000">
              <a:lnSpc>
                <a:spcPct val="100000"/>
              </a:lnSpc>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5" name="Freeform 14"/>
          <p:cNvSpPr/>
          <p:nvPr userDrawn="1"/>
        </p:nvSpPr>
        <p:spPr>
          <a:xfrm>
            <a:off x="2005706" y="3808267"/>
            <a:ext cx="3180735"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lvl="0" algn="ctr"/>
            <a:endParaRPr lang="en-GB" sz="1013"/>
          </a:p>
        </p:txBody>
      </p:sp>
      <p:sp>
        <p:nvSpPr>
          <p:cNvPr id="16" name="Text Placeholder 6"/>
          <p:cNvSpPr>
            <a:spLocks noGrp="1"/>
          </p:cNvSpPr>
          <p:nvPr>
            <p:ph type="body" sz="quarter" idx="18"/>
          </p:nvPr>
        </p:nvSpPr>
        <p:spPr>
          <a:xfrm>
            <a:off x="2020042" y="3808267"/>
            <a:ext cx="3180735" cy="466344"/>
          </a:xfrm>
          <a:prstGeom prst="rect">
            <a:avLst/>
          </a:prstGeom>
        </p:spPr>
        <p:txBody>
          <a:bodyPr anchor="b"/>
          <a:lstStyle>
            <a:lvl1pPr marL="0" indent="0" algn="ctr">
              <a:buNone/>
              <a:defRPr sz="1300" b="1"/>
            </a:lvl1pPr>
          </a:lstStyle>
          <a:p>
            <a:pPr lvl="0"/>
            <a:r>
              <a:rPr lang="en-US" dirty="0"/>
              <a:t>Edit Master text styles</a:t>
            </a:r>
            <a:endParaRPr lang="en-IN" dirty="0"/>
          </a:p>
        </p:txBody>
      </p:sp>
      <p:sp>
        <p:nvSpPr>
          <p:cNvPr id="17" name="Content Placeholder 7"/>
          <p:cNvSpPr>
            <a:spLocks noGrp="1"/>
          </p:cNvSpPr>
          <p:nvPr>
            <p:ph sz="quarter" idx="19"/>
          </p:nvPr>
        </p:nvSpPr>
        <p:spPr>
          <a:xfrm>
            <a:off x="2000865" y="4303567"/>
            <a:ext cx="3180735" cy="1965960"/>
          </a:xfrm>
          <a:prstGeom prst="rect">
            <a:avLst/>
          </a:prstGeom>
        </p:spPr>
        <p:txBody>
          <a:bodyPr/>
          <a:lstStyle>
            <a:lvl1pPr marL="228594" indent="-228594">
              <a:lnSpc>
                <a:spcPct val="100000"/>
              </a:lnSpc>
              <a:buFont typeface="Wingdings" panose="05000000000000000000" pitchFamily="2" charset="2"/>
              <a:buChar char="q"/>
              <a:defRPr sz="1200"/>
            </a:lvl1pPr>
            <a:lvl2pPr marL="457200" indent="-228594">
              <a:lnSpc>
                <a:spcPct val="100000"/>
              </a:lnSpc>
              <a:buFont typeface="Wingdings" panose="05000000000000000000" pitchFamily="2" charset="2"/>
              <a:buChar char="Ø"/>
              <a:defRPr sz="1100"/>
            </a:lvl2pPr>
            <a:lvl3pPr marL="685800" indent="-228594">
              <a:lnSpc>
                <a:spcPct val="100000"/>
              </a:lnSpc>
              <a:buFont typeface="Wingdings" panose="05000000000000000000" pitchFamily="2" charset="2"/>
              <a:buChar char="§"/>
              <a:defRPr sz="1000"/>
            </a:lvl3pPr>
            <a:lvl4pPr marL="914400" indent="-228594">
              <a:lnSpc>
                <a:spcPct val="100000"/>
              </a:lnSpc>
              <a:buFont typeface="Courier New" panose="02070309020205020404" pitchFamily="49" charset="0"/>
              <a:buChar char="o"/>
              <a:defRPr sz="900"/>
            </a:lvl4pPr>
            <a:lvl5pPr marL="1143000">
              <a:lnSpc>
                <a:spcPct val="100000"/>
              </a:lnSpc>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35" name="Freeform 4">
            <a:extLst>
              <a:ext uri="{FF2B5EF4-FFF2-40B4-BE49-F238E27FC236}">
                <a16:creationId xmlns:a16="http://schemas.microsoft.com/office/drawing/2014/main" id="{DCC5684B-3B7C-DE81-B6B4-703A42B1BA57}"/>
              </a:ext>
            </a:extLst>
          </p:cNvPr>
          <p:cNvSpPr/>
          <p:nvPr userDrawn="1"/>
        </p:nvSpPr>
        <p:spPr>
          <a:xfrm>
            <a:off x="5392689" y="1111739"/>
            <a:ext cx="3180735"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lvl="0" algn="ctr"/>
            <a:endParaRPr lang="en-GB" sz="1013"/>
          </a:p>
        </p:txBody>
      </p:sp>
      <p:sp>
        <p:nvSpPr>
          <p:cNvPr id="36" name="Text Placeholder 6">
            <a:extLst>
              <a:ext uri="{FF2B5EF4-FFF2-40B4-BE49-F238E27FC236}">
                <a16:creationId xmlns:a16="http://schemas.microsoft.com/office/drawing/2014/main" id="{61172589-2B6F-5D54-604C-7E3126D51AFF}"/>
              </a:ext>
            </a:extLst>
          </p:cNvPr>
          <p:cNvSpPr>
            <a:spLocks noGrp="1"/>
          </p:cNvSpPr>
          <p:nvPr>
            <p:ph type="body" sz="quarter" idx="20"/>
          </p:nvPr>
        </p:nvSpPr>
        <p:spPr>
          <a:xfrm>
            <a:off x="5407025" y="1111739"/>
            <a:ext cx="3180735" cy="466344"/>
          </a:xfrm>
          <a:prstGeom prst="rect">
            <a:avLst/>
          </a:prstGeom>
        </p:spPr>
        <p:txBody>
          <a:bodyPr anchor="b"/>
          <a:lstStyle>
            <a:lvl1pPr marL="0" indent="0" algn="ctr">
              <a:buNone/>
              <a:defRPr sz="1300" b="1"/>
            </a:lvl1pPr>
          </a:lstStyle>
          <a:p>
            <a:pPr lvl="0"/>
            <a:r>
              <a:rPr lang="en-US" dirty="0"/>
              <a:t>Edit Master text styles</a:t>
            </a:r>
            <a:endParaRPr lang="en-IN" dirty="0"/>
          </a:p>
        </p:txBody>
      </p:sp>
      <p:sp>
        <p:nvSpPr>
          <p:cNvPr id="37" name="Content Placeholder 7">
            <a:extLst>
              <a:ext uri="{FF2B5EF4-FFF2-40B4-BE49-F238E27FC236}">
                <a16:creationId xmlns:a16="http://schemas.microsoft.com/office/drawing/2014/main" id="{A513A407-5429-B48A-5C54-388FBD5318E0}"/>
              </a:ext>
            </a:extLst>
          </p:cNvPr>
          <p:cNvSpPr>
            <a:spLocks noGrp="1"/>
          </p:cNvSpPr>
          <p:nvPr>
            <p:ph sz="quarter" idx="21"/>
          </p:nvPr>
        </p:nvSpPr>
        <p:spPr>
          <a:xfrm>
            <a:off x="5387848" y="1607039"/>
            <a:ext cx="3180735" cy="1965960"/>
          </a:xfrm>
          <a:prstGeom prst="rect">
            <a:avLst/>
          </a:prstGeom>
        </p:spPr>
        <p:txBody>
          <a:bodyPr/>
          <a:lstStyle>
            <a:lvl1pPr marL="228594" indent="-228594">
              <a:lnSpc>
                <a:spcPct val="100000"/>
              </a:lnSpc>
              <a:buFont typeface="Wingdings" panose="05000000000000000000" pitchFamily="2" charset="2"/>
              <a:buChar char="q"/>
              <a:defRPr sz="1200"/>
            </a:lvl1pPr>
            <a:lvl2pPr marL="457200" indent="-228594">
              <a:lnSpc>
                <a:spcPct val="100000"/>
              </a:lnSpc>
              <a:buFont typeface="Wingdings" panose="05000000000000000000" pitchFamily="2" charset="2"/>
              <a:buChar char="Ø"/>
              <a:defRPr sz="1100"/>
            </a:lvl2pPr>
            <a:lvl3pPr marL="685800" indent="-228594">
              <a:lnSpc>
                <a:spcPct val="100000"/>
              </a:lnSpc>
              <a:buFont typeface="Wingdings" panose="05000000000000000000" pitchFamily="2" charset="2"/>
              <a:buChar char="§"/>
              <a:defRPr sz="1000"/>
            </a:lvl3pPr>
            <a:lvl4pPr marL="914400" indent="-228594">
              <a:lnSpc>
                <a:spcPct val="100000"/>
              </a:lnSpc>
              <a:buFont typeface="Courier New" panose="02070309020205020404" pitchFamily="49" charset="0"/>
              <a:buChar char="o"/>
              <a:defRPr sz="900"/>
            </a:lvl4pPr>
            <a:lvl5pPr marL="1143000">
              <a:lnSpc>
                <a:spcPct val="100000"/>
              </a:lnSpc>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38" name="Freeform 14">
            <a:extLst>
              <a:ext uri="{FF2B5EF4-FFF2-40B4-BE49-F238E27FC236}">
                <a16:creationId xmlns:a16="http://schemas.microsoft.com/office/drawing/2014/main" id="{1437F099-6548-7363-0D52-DBFA0930FFF7}"/>
              </a:ext>
            </a:extLst>
          </p:cNvPr>
          <p:cNvSpPr/>
          <p:nvPr userDrawn="1"/>
        </p:nvSpPr>
        <p:spPr>
          <a:xfrm>
            <a:off x="5392689" y="3808267"/>
            <a:ext cx="3180735"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lvl="0" algn="ctr"/>
            <a:endParaRPr lang="en-GB" sz="1013"/>
          </a:p>
        </p:txBody>
      </p:sp>
      <p:sp>
        <p:nvSpPr>
          <p:cNvPr id="39" name="Text Placeholder 6">
            <a:extLst>
              <a:ext uri="{FF2B5EF4-FFF2-40B4-BE49-F238E27FC236}">
                <a16:creationId xmlns:a16="http://schemas.microsoft.com/office/drawing/2014/main" id="{9E50D385-FD0B-D3B0-621F-CBFF7BFD9A57}"/>
              </a:ext>
            </a:extLst>
          </p:cNvPr>
          <p:cNvSpPr>
            <a:spLocks noGrp="1"/>
          </p:cNvSpPr>
          <p:nvPr>
            <p:ph type="body" sz="quarter" idx="22"/>
          </p:nvPr>
        </p:nvSpPr>
        <p:spPr>
          <a:xfrm>
            <a:off x="5407025" y="3808267"/>
            <a:ext cx="3180735" cy="466344"/>
          </a:xfrm>
          <a:prstGeom prst="rect">
            <a:avLst/>
          </a:prstGeom>
        </p:spPr>
        <p:txBody>
          <a:bodyPr anchor="b"/>
          <a:lstStyle>
            <a:lvl1pPr marL="0" indent="0" algn="ctr">
              <a:buNone/>
              <a:defRPr sz="1300" b="1"/>
            </a:lvl1pPr>
          </a:lstStyle>
          <a:p>
            <a:pPr lvl="0"/>
            <a:r>
              <a:rPr lang="en-US" dirty="0"/>
              <a:t>Edit Master text styles</a:t>
            </a:r>
            <a:endParaRPr lang="en-IN" dirty="0"/>
          </a:p>
        </p:txBody>
      </p:sp>
      <p:sp>
        <p:nvSpPr>
          <p:cNvPr id="40" name="Content Placeholder 7">
            <a:extLst>
              <a:ext uri="{FF2B5EF4-FFF2-40B4-BE49-F238E27FC236}">
                <a16:creationId xmlns:a16="http://schemas.microsoft.com/office/drawing/2014/main" id="{B14B06C6-535E-16C4-C4A9-1657FF1757AA}"/>
              </a:ext>
            </a:extLst>
          </p:cNvPr>
          <p:cNvSpPr>
            <a:spLocks noGrp="1"/>
          </p:cNvSpPr>
          <p:nvPr>
            <p:ph sz="quarter" idx="23"/>
          </p:nvPr>
        </p:nvSpPr>
        <p:spPr>
          <a:xfrm>
            <a:off x="5387848" y="4303567"/>
            <a:ext cx="3180735" cy="1965960"/>
          </a:xfrm>
          <a:prstGeom prst="rect">
            <a:avLst/>
          </a:prstGeom>
        </p:spPr>
        <p:txBody>
          <a:bodyPr/>
          <a:lstStyle>
            <a:lvl1pPr marL="228594" indent="-228594">
              <a:lnSpc>
                <a:spcPct val="100000"/>
              </a:lnSpc>
              <a:buFont typeface="Wingdings" panose="05000000000000000000" pitchFamily="2" charset="2"/>
              <a:buChar char="q"/>
              <a:defRPr sz="1200"/>
            </a:lvl1pPr>
            <a:lvl2pPr marL="457200" indent="-228594">
              <a:lnSpc>
                <a:spcPct val="100000"/>
              </a:lnSpc>
              <a:buFont typeface="Wingdings" panose="05000000000000000000" pitchFamily="2" charset="2"/>
              <a:buChar char="Ø"/>
              <a:defRPr sz="1100"/>
            </a:lvl2pPr>
            <a:lvl3pPr marL="685800" indent="-228594">
              <a:lnSpc>
                <a:spcPct val="100000"/>
              </a:lnSpc>
              <a:buFont typeface="Wingdings" panose="05000000000000000000" pitchFamily="2" charset="2"/>
              <a:buChar char="§"/>
              <a:defRPr sz="1000"/>
            </a:lvl3pPr>
            <a:lvl4pPr marL="914400" indent="-228594">
              <a:lnSpc>
                <a:spcPct val="100000"/>
              </a:lnSpc>
              <a:buFont typeface="Courier New" panose="02070309020205020404" pitchFamily="49" charset="0"/>
              <a:buChar char="o"/>
              <a:defRPr sz="900"/>
            </a:lvl4pPr>
            <a:lvl5pPr marL="1143000">
              <a:lnSpc>
                <a:spcPct val="100000"/>
              </a:lnSpc>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1" name="Freeform 4">
            <a:extLst>
              <a:ext uri="{FF2B5EF4-FFF2-40B4-BE49-F238E27FC236}">
                <a16:creationId xmlns:a16="http://schemas.microsoft.com/office/drawing/2014/main" id="{BE553931-4F5D-178B-1789-8AE5BA21B410}"/>
              </a:ext>
            </a:extLst>
          </p:cNvPr>
          <p:cNvSpPr/>
          <p:nvPr userDrawn="1"/>
        </p:nvSpPr>
        <p:spPr>
          <a:xfrm>
            <a:off x="8809169" y="1111739"/>
            <a:ext cx="3180735"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lvl="0" algn="ctr"/>
            <a:endParaRPr lang="en-GB" sz="1013"/>
          </a:p>
        </p:txBody>
      </p:sp>
      <p:sp>
        <p:nvSpPr>
          <p:cNvPr id="42" name="Text Placeholder 6">
            <a:extLst>
              <a:ext uri="{FF2B5EF4-FFF2-40B4-BE49-F238E27FC236}">
                <a16:creationId xmlns:a16="http://schemas.microsoft.com/office/drawing/2014/main" id="{6BFF5C4E-24AD-1E76-85D0-FCF0B897FA17}"/>
              </a:ext>
            </a:extLst>
          </p:cNvPr>
          <p:cNvSpPr>
            <a:spLocks noGrp="1"/>
          </p:cNvSpPr>
          <p:nvPr>
            <p:ph type="body" sz="quarter" idx="24"/>
          </p:nvPr>
        </p:nvSpPr>
        <p:spPr>
          <a:xfrm>
            <a:off x="8823505" y="1111739"/>
            <a:ext cx="3180735" cy="466344"/>
          </a:xfrm>
          <a:prstGeom prst="rect">
            <a:avLst/>
          </a:prstGeom>
        </p:spPr>
        <p:txBody>
          <a:bodyPr anchor="b"/>
          <a:lstStyle>
            <a:lvl1pPr marL="0" indent="0" algn="ctr">
              <a:buNone/>
              <a:defRPr sz="1300" b="1"/>
            </a:lvl1pPr>
          </a:lstStyle>
          <a:p>
            <a:pPr lvl="0"/>
            <a:r>
              <a:rPr lang="en-US" dirty="0"/>
              <a:t>Edit Master text styles</a:t>
            </a:r>
            <a:endParaRPr lang="en-IN" dirty="0"/>
          </a:p>
        </p:txBody>
      </p:sp>
      <p:sp>
        <p:nvSpPr>
          <p:cNvPr id="43" name="Content Placeholder 7">
            <a:extLst>
              <a:ext uri="{FF2B5EF4-FFF2-40B4-BE49-F238E27FC236}">
                <a16:creationId xmlns:a16="http://schemas.microsoft.com/office/drawing/2014/main" id="{5CE5B0C9-9EFB-214D-1C20-B7E71EC6CD98}"/>
              </a:ext>
            </a:extLst>
          </p:cNvPr>
          <p:cNvSpPr>
            <a:spLocks noGrp="1"/>
          </p:cNvSpPr>
          <p:nvPr>
            <p:ph sz="quarter" idx="25"/>
          </p:nvPr>
        </p:nvSpPr>
        <p:spPr>
          <a:xfrm>
            <a:off x="8804328" y="1607039"/>
            <a:ext cx="3180735" cy="1965960"/>
          </a:xfrm>
          <a:prstGeom prst="rect">
            <a:avLst/>
          </a:prstGeom>
        </p:spPr>
        <p:txBody>
          <a:bodyPr/>
          <a:lstStyle>
            <a:lvl1pPr marL="228594" indent="-228594">
              <a:lnSpc>
                <a:spcPct val="100000"/>
              </a:lnSpc>
              <a:buFont typeface="Wingdings" panose="05000000000000000000" pitchFamily="2" charset="2"/>
              <a:buChar char="q"/>
              <a:defRPr sz="1200"/>
            </a:lvl1pPr>
            <a:lvl2pPr marL="457200" indent="-228594">
              <a:lnSpc>
                <a:spcPct val="100000"/>
              </a:lnSpc>
              <a:buFont typeface="Wingdings" panose="05000000000000000000" pitchFamily="2" charset="2"/>
              <a:buChar char="Ø"/>
              <a:defRPr sz="1100"/>
            </a:lvl2pPr>
            <a:lvl3pPr marL="685800" indent="-228594">
              <a:lnSpc>
                <a:spcPct val="100000"/>
              </a:lnSpc>
              <a:buFont typeface="Wingdings" panose="05000000000000000000" pitchFamily="2" charset="2"/>
              <a:buChar char="§"/>
              <a:defRPr sz="1000"/>
            </a:lvl3pPr>
            <a:lvl4pPr marL="914400" indent="-228594">
              <a:lnSpc>
                <a:spcPct val="100000"/>
              </a:lnSpc>
              <a:buFont typeface="Courier New" panose="02070309020205020404" pitchFamily="49" charset="0"/>
              <a:buChar char="o"/>
              <a:defRPr sz="900"/>
            </a:lvl4pPr>
            <a:lvl5pPr marL="1143000">
              <a:lnSpc>
                <a:spcPct val="100000"/>
              </a:lnSpc>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4" name="Freeform 14">
            <a:extLst>
              <a:ext uri="{FF2B5EF4-FFF2-40B4-BE49-F238E27FC236}">
                <a16:creationId xmlns:a16="http://schemas.microsoft.com/office/drawing/2014/main" id="{AAFBBEEE-7EB1-1A95-D2B8-038D49065C31}"/>
              </a:ext>
            </a:extLst>
          </p:cNvPr>
          <p:cNvSpPr/>
          <p:nvPr userDrawn="1"/>
        </p:nvSpPr>
        <p:spPr>
          <a:xfrm>
            <a:off x="8809169" y="3808267"/>
            <a:ext cx="3180735"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lvl="0" algn="ctr"/>
            <a:endParaRPr lang="en-GB" sz="1013"/>
          </a:p>
        </p:txBody>
      </p:sp>
      <p:sp>
        <p:nvSpPr>
          <p:cNvPr id="45" name="Text Placeholder 6">
            <a:extLst>
              <a:ext uri="{FF2B5EF4-FFF2-40B4-BE49-F238E27FC236}">
                <a16:creationId xmlns:a16="http://schemas.microsoft.com/office/drawing/2014/main" id="{42D25513-853A-B65B-8248-C2BBABD12DB2}"/>
              </a:ext>
            </a:extLst>
          </p:cNvPr>
          <p:cNvSpPr>
            <a:spLocks noGrp="1"/>
          </p:cNvSpPr>
          <p:nvPr>
            <p:ph type="body" sz="quarter" idx="26"/>
          </p:nvPr>
        </p:nvSpPr>
        <p:spPr>
          <a:xfrm>
            <a:off x="8823505" y="3808267"/>
            <a:ext cx="3180735" cy="466344"/>
          </a:xfrm>
          <a:prstGeom prst="rect">
            <a:avLst/>
          </a:prstGeom>
        </p:spPr>
        <p:txBody>
          <a:bodyPr anchor="b"/>
          <a:lstStyle>
            <a:lvl1pPr marL="0" indent="0" algn="ctr">
              <a:buNone/>
              <a:defRPr sz="1300" b="1"/>
            </a:lvl1pPr>
          </a:lstStyle>
          <a:p>
            <a:pPr lvl="0"/>
            <a:r>
              <a:rPr lang="en-US" dirty="0"/>
              <a:t>Edit Master text styles</a:t>
            </a:r>
            <a:endParaRPr lang="en-IN" dirty="0"/>
          </a:p>
        </p:txBody>
      </p:sp>
      <p:sp>
        <p:nvSpPr>
          <p:cNvPr id="46" name="Content Placeholder 7">
            <a:extLst>
              <a:ext uri="{FF2B5EF4-FFF2-40B4-BE49-F238E27FC236}">
                <a16:creationId xmlns:a16="http://schemas.microsoft.com/office/drawing/2014/main" id="{FDE333CE-6185-0BD4-0D93-269C50304C0B}"/>
              </a:ext>
            </a:extLst>
          </p:cNvPr>
          <p:cNvSpPr>
            <a:spLocks noGrp="1"/>
          </p:cNvSpPr>
          <p:nvPr>
            <p:ph sz="quarter" idx="27"/>
          </p:nvPr>
        </p:nvSpPr>
        <p:spPr>
          <a:xfrm>
            <a:off x="8804328" y="4303567"/>
            <a:ext cx="3180735" cy="1965960"/>
          </a:xfrm>
          <a:prstGeom prst="rect">
            <a:avLst/>
          </a:prstGeom>
        </p:spPr>
        <p:txBody>
          <a:bodyPr/>
          <a:lstStyle>
            <a:lvl1pPr marL="228594" indent="-228594">
              <a:lnSpc>
                <a:spcPct val="100000"/>
              </a:lnSpc>
              <a:buFont typeface="Wingdings" panose="05000000000000000000" pitchFamily="2" charset="2"/>
              <a:buChar char="q"/>
              <a:defRPr sz="1200"/>
            </a:lvl1pPr>
            <a:lvl2pPr marL="457200" indent="-228594">
              <a:lnSpc>
                <a:spcPct val="100000"/>
              </a:lnSpc>
              <a:buFont typeface="Wingdings" panose="05000000000000000000" pitchFamily="2" charset="2"/>
              <a:buChar char="Ø"/>
              <a:defRPr sz="1100"/>
            </a:lvl2pPr>
            <a:lvl3pPr marL="685800" indent="-228594">
              <a:lnSpc>
                <a:spcPct val="100000"/>
              </a:lnSpc>
              <a:buFont typeface="Wingdings" panose="05000000000000000000" pitchFamily="2" charset="2"/>
              <a:buChar char="§"/>
              <a:defRPr sz="1000"/>
            </a:lvl3pPr>
            <a:lvl4pPr marL="914400" indent="-228594">
              <a:lnSpc>
                <a:spcPct val="100000"/>
              </a:lnSpc>
              <a:buFont typeface="Courier New" panose="02070309020205020404" pitchFamily="49" charset="0"/>
              <a:buChar char="o"/>
              <a:defRPr sz="900"/>
            </a:lvl4pPr>
            <a:lvl5pPr marL="1143000">
              <a:lnSpc>
                <a:spcPct val="100000"/>
              </a:lnSpc>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3392630160"/>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23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Footer Placeholder 2"/>
          <p:cNvSpPr>
            <a:spLocks noGrp="1"/>
          </p:cNvSpPr>
          <p:nvPr>
            <p:ph type="ftr" sz="quarter" idx="10"/>
          </p:nvPr>
        </p:nvSpPr>
        <p:spPr/>
        <p:txBody>
          <a:bodyPr/>
          <a:lstStyle/>
          <a:p>
            <a:r>
              <a:rPr lang="en-US" dirty="0"/>
              <a:t>©2025 Fact.MR, All Rights Reserved</a:t>
            </a:r>
          </a:p>
        </p:txBody>
      </p:sp>
      <p:sp>
        <p:nvSpPr>
          <p:cNvPr id="4" name="Slide Number Placeholder 3"/>
          <p:cNvSpPr>
            <a:spLocks noGrp="1"/>
          </p:cNvSpPr>
          <p:nvPr>
            <p:ph type="sldNum" sz="quarter" idx="11"/>
          </p:nvPr>
        </p:nvSpPr>
        <p:spPr/>
        <p:txBody>
          <a:bodyPr/>
          <a:lstStyle/>
          <a:p>
            <a:fld id="{4B17068C-EB94-40A3-A5F2-664CDD77FDAC}" type="slidenum">
              <a:rPr lang="en-US" smtClean="0"/>
              <a:pPr/>
              <a:t>‹#›</a:t>
            </a:fld>
            <a:endParaRPr lang="en-US" dirty="0"/>
          </a:p>
        </p:txBody>
      </p:sp>
      <p:sp>
        <p:nvSpPr>
          <p:cNvPr id="9" name="Freeform 8"/>
          <p:cNvSpPr/>
          <p:nvPr userDrawn="1"/>
        </p:nvSpPr>
        <p:spPr>
          <a:xfrm>
            <a:off x="2050604" y="1066800"/>
            <a:ext cx="4776916"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lvl="0" algn="ctr"/>
            <a:endParaRPr lang="en-GB" sz="1013"/>
          </a:p>
        </p:txBody>
      </p:sp>
      <p:sp>
        <p:nvSpPr>
          <p:cNvPr id="10" name="Text Placeholder 6"/>
          <p:cNvSpPr>
            <a:spLocks noGrp="1"/>
          </p:cNvSpPr>
          <p:nvPr>
            <p:ph type="body" sz="quarter" idx="14"/>
          </p:nvPr>
        </p:nvSpPr>
        <p:spPr>
          <a:xfrm>
            <a:off x="2050604" y="1066800"/>
            <a:ext cx="4776916" cy="466344"/>
          </a:xfrm>
          <a:prstGeom prst="rect">
            <a:avLst/>
          </a:prstGeom>
        </p:spPr>
        <p:txBody>
          <a:bodyPr anchor="b"/>
          <a:lstStyle>
            <a:lvl1pPr marL="0" indent="0" algn="ctr">
              <a:buNone/>
              <a:defRPr sz="1300" b="1"/>
            </a:lvl1pPr>
          </a:lstStyle>
          <a:p>
            <a:pPr lvl="0"/>
            <a:r>
              <a:rPr lang="en-US" dirty="0"/>
              <a:t>Edit Master text styles</a:t>
            </a:r>
            <a:endParaRPr lang="en-IN" dirty="0"/>
          </a:p>
        </p:txBody>
      </p:sp>
      <p:sp>
        <p:nvSpPr>
          <p:cNvPr id="11" name="Content Placeholder 7"/>
          <p:cNvSpPr>
            <a:spLocks noGrp="1"/>
          </p:cNvSpPr>
          <p:nvPr>
            <p:ph sz="quarter" idx="15"/>
          </p:nvPr>
        </p:nvSpPr>
        <p:spPr>
          <a:xfrm>
            <a:off x="2050604" y="1562100"/>
            <a:ext cx="4776916" cy="1965960"/>
          </a:xfrm>
          <a:prstGeom prst="rect">
            <a:avLst/>
          </a:prstGeom>
        </p:spPr>
        <p:txBody>
          <a:bodyPr/>
          <a:lstStyle>
            <a:lvl1pPr marL="228594" indent="-228594">
              <a:lnSpc>
                <a:spcPct val="100000"/>
              </a:lnSpc>
              <a:buFont typeface="Wingdings" panose="05000000000000000000" pitchFamily="2" charset="2"/>
              <a:buChar char="q"/>
              <a:defRPr sz="1200"/>
            </a:lvl1pPr>
            <a:lvl2pPr marL="457200" indent="-228594">
              <a:lnSpc>
                <a:spcPct val="100000"/>
              </a:lnSpc>
              <a:buFont typeface="Wingdings" panose="05000000000000000000" pitchFamily="2" charset="2"/>
              <a:buChar char="Ø"/>
              <a:defRPr sz="1100"/>
            </a:lvl2pPr>
            <a:lvl3pPr marL="685800" indent="-228594">
              <a:lnSpc>
                <a:spcPct val="100000"/>
              </a:lnSpc>
              <a:buFont typeface="Wingdings" panose="05000000000000000000" pitchFamily="2" charset="2"/>
              <a:buChar char="§"/>
              <a:defRPr sz="1000"/>
            </a:lvl3pPr>
            <a:lvl4pPr marL="914400" indent="-228594">
              <a:lnSpc>
                <a:spcPct val="100000"/>
              </a:lnSpc>
              <a:buFont typeface="Courier New" panose="02070309020205020404" pitchFamily="49" charset="0"/>
              <a:buChar char="o"/>
              <a:defRPr sz="900"/>
            </a:lvl4pPr>
            <a:lvl5pPr marL="1143000">
              <a:lnSpc>
                <a:spcPct val="100000"/>
              </a:lnSpc>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8" name="Freeform 17"/>
          <p:cNvSpPr/>
          <p:nvPr userDrawn="1"/>
        </p:nvSpPr>
        <p:spPr>
          <a:xfrm>
            <a:off x="2050604" y="3763328"/>
            <a:ext cx="4776916"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lvl="0" algn="ctr"/>
            <a:endParaRPr lang="en-GB" sz="1013"/>
          </a:p>
        </p:txBody>
      </p:sp>
      <p:sp>
        <p:nvSpPr>
          <p:cNvPr id="19" name="Text Placeholder 6"/>
          <p:cNvSpPr>
            <a:spLocks noGrp="1"/>
          </p:cNvSpPr>
          <p:nvPr>
            <p:ph type="body" sz="quarter" idx="20"/>
          </p:nvPr>
        </p:nvSpPr>
        <p:spPr>
          <a:xfrm>
            <a:off x="2050604" y="3763328"/>
            <a:ext cx="4776916" cy="466344"/>
          </a:xfrm>
          <a:prstGeom prst="rect">
            <a:avLst/>
          </a:prstGeom>
        </p:spPr>
        <p:txBody>
          <a:bodyPr anchor="b"/>
          <a:lstStyle>
            <a:lvl1pPr marL="0" indent="0" algn="ctr">
              <a:buNone/>
              <a:defRPr sz="1300" b="1"/>
            </a:lvl1pPr>
          </a:lstStyle>
          <a:p>
            <a:pPr lvl="0"/>
            <a:r>
              <a:rPr lang="en-US" dirty="0"/>
              <a:t>Edit Master text styles</a:t>
            </a:r>
            <a:endParaRPr lang="en-IN" dirty="0"/>
          </a:p>
        </p:txBody>
      </p:sp>
      <p:sp>
        <p:nvSpPr>
          <p:cNvPr id="20" name="Content Placeholder 7"/>
          <p:cNvSpPr>
            <a:spLocks noGrp="1"/>
          </p:cNvSpPr>
          <p:nvPr>
            <p:ph sz="quarter" idx="21"/>
          </p:nvPr>
        </p:nvSpPr>
        <p:spPr>
          <a:xfrm>
            <a:off x="2050604" y="4258628"/>
            <a:ext cx="4776916" cy="1965960"/>
          </a:xfrm>
          <a:prstGeom prst="rect">
            <a:avLst/>
          </a:prstGeom>
        </p:spPr>
        <p:txBody>
          <a:bodyPr/>
          <a:lstStyle>
            <a:lvl1pPr marL="228594" indent="-228594">
              <a:lnSpc>
                <a:spcPct val="100000"/>
              </a:lnSpc>
              <a:buFont typeface="Wingdings" panose="05000000000000000000" pitchFamily="2" charset="2"/>
              <a:buChar char="q"/>
              <a:defRPr sz="1200"/>
            </a:lvl1pPr>
            <a:lvl2pPr marL="457200" indent="-228594">
              <a:lnSpc>
                <a:spcPct val="100000"/>
              </a:lnSpc>
              <a:buFont typeface="Wingdings" panose="05000000000000000000" pitchFamily="2" charset="2"/>
              <a:buChar char="Ø"/>
              <a:defRPr sz="1100"/>
            </a:lvl2pPr>
            <a:lvl3pPr marL="685800" indent="-228594">
              <a:lnSpc>
                <a:spcPct val="100000"/>
              </a:lnSpc>
              <a:buFont typeface="Wingdings" panose="05000000000000000000" pitchFamily="2" charset="2"/>
              <a:buChar char="§"/>
              <a:defRPr sz="1000"/>
            </a:lvl3pPr>
            <a:lvl4pPr marL="914400" indent="-228594">
              <a:lnSpc>
                <a:spcPct val="100000"/>
              </a:lnSpc>
              <a:buFont typeface="Courier New" panose="02070309020205020404" pitchFamily="49" charset="0"/>
              <a:buChar char="o"/>
              <a:defRPr sz="900"/>
            </a:lvl4pPr>
            <a:lvl5pPr marL="1143000">
              <a:lnSpc>
                <a:spcPct val="100000"/>
              </a:lnSpc>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9" name="Freeform 8">
            <a:extLst>
              <a:ext uri="{FF2B5EF4-FFF2-40B4-BE49-F238E27FC236}">
                <a16:creationId xmlns:a16="http://schemas.microsoft.com/office/drawing/2014/main" id="{6BABA3DB-7917-42AF-9680-2E207BA0D885}"/>
              </a:ext>
            </a:extLst>
          </p:cNvPr>
          <p:cNvSpPr/>
          <p:nvPr userDrawn="1"/>
        </p:nvSpPr>
        <p:spPr>
          <a:xfrm>
            <a:off x="7205534" y="1066800"/>
            <a:ext cx="4776916"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lvl="0" algn="ctr"/>
            <a:endParaRPr lang="en-GB" sz="1013"/>
          </a:p>
        </p:txBody>
      </p:sp>
      <p:sp>
        <p:nvSpPr>
          <p:cNvPr id="30" name="Text Placeholder 6">
            <a:extLst>
              <a:ext uri="{FF2B5EF4-FFF2-40B4-BE49-F238E27FC236}">
                <a16:creationId xmlns:a16="http://schemas.microsoft.com/office/drawing/2014/main" id="{C209223D-9A43-7B8C-268A-CB5C63743B9A}"/>
              </a:ext>
            </a:extLst>
          </p:cNvPr>
          <p:cNvSpPr>
            <a:spLocks noGrp="1"/>
          </p:cNvSpPr>
          <p:nvPr>
            <p:ph type="body" sz="quarter" idx="22"/>
          </p:nvPr>
        </p:nvSpPr>
        <p:spPr>
          <a:xfrm>
            <a:off x="7205534" y="1066800"/>
            <a:ext cx="4776916" cy="466344"/>
          </a:xfrm>
          <a:prstGeom prst="rect">
            <a:avLst/>
          </a:prstGeom>
        </p:spPr>
        <p:txBody>
          <a:bodyPr anchor="b"/>
          <a:lstStyle>
            <a:lvl1pPr marL="0" indent="0" algn="ctr">
              <a:buNone/>
              <a:defRPr sz="1300" b="1"/>
            </a:lvl1pPr>
          </a:lstStyle>
          <a:p>
            <a:pPr lvl="0"/>
            <a:r>
              <a:rPr lang="en-US" dirty="0"/>
              <a:t>Edit Master text styles</a:t>
            </a:r>
            <a:endParaRPr lang="en-IN" dirty="0"/>
          </a:p>
        </p:txBody>
      </p:sp>
      <p:sp>
        <p:nvSpPr>
          <p:cNvPr id="31" name="Content Placeholder 7">
            <a:extLst>
              <a:ext uri="{FF2B5EF4-FFF2-40B4-BE49-F238E27FC236}">
                <a16:creationId xmlns:a16="http://schemas.microsoft.com/office/drawing/2014/main" id="{37ABCF9E-B45F-C61E-8E49-AA1574BE82CD}"/>
              </a:ext>
            </a:extLst>
          </p:cNvPr>
          <p:cNvSpPr>
            <a:spLocks noGrp="1"/>
          </p:cNvSpPr>
          <p:nvPr>
            <p:ph sz="quarter" idx="23"/>
          </p:nvPr>
        </p:nvSpPr>
        <p:spPr>
          <a:xfrm>
            <a:off x="7205534" y="1562100"/>
            <a:ext cx="4776916" cy="1965960"/>
          </a:xfrm>
          <a:prstGeom prst="rect">
            <a:avLst/>
          </a:prstGeom>
        </p:spPr>
        <p:txBody>
          <a:bodyPr/>
          <a:lstStyle>
            <a:lvl1pPr marL="228594" indent="-228594">
              <a:lnSpc>
                <a:spcPct val="100000"/>
              </a:lnSpc>
              <a:buFont typeface="Wingdings" panose="05000000000000000000" pitchFamily="2" charset="2"/>
              <a:buChar char="q"/>
              <a:defRPr sz="1200"/>
            </a:lvl1pPr>
            <a:lvl2pPr marL="457200" indent="-228594">
              <a:lnSpc>
                <a:spcPct val="100000"/>
              </a:lnSpc>
              <a:buFont typeface="Wingdings" panose="05000000000000000000" pitchFamily="2" charset="2"/>
              <a:buChar char="Ø"/>
              <a:defRPr sz="1100"/>
            </a:lvl2pPr>
            <a:lvl3pPr marL="685800" indent="-228594">
              <a:lnSpc>
                <a:spcPct val="100000"/>
              </a:lnSpc>
              <a:buFont typeface="Wingdings" panose="05000000000000000000" pitchFamily="2" charset="2"/>
              <a:buChar char="§"/>
              <a:defRPr sz="1000"/>
            </a:lvl3pPr>
            <a:lvl4pPr marL="914400" indent="-228594">
              <a:lnSpc>
                <a:spcPct val="100000"/>
              </a:lnSpc>
              <a:buFont typeface="Courier New" panose="02070309020205020404" pitchFamily="49" charset="0"/>
              <a:buChar char="o"/>
              <a:defRPr sz="900"/>
            </a:lvl4pPr>
            <a:lvl5pPr marL="1143000">
              <a:lnSpc>
                <a:spcPct val="100000"/>
              </a:lnSpc>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32" name="Freeform 17">
            <a:extLst>
              <a:ext uri="{FF2B5EF4-FFF2-40B4-BE49-F238E27FC236}">
                <a16:creationId xmlns:a16="http://schemas.microsoft.com/office/drawing/2014/main" id="{E94256BD-F8DD-9245-D7E5-F8474FD9687A}"/>
              </a:ext>
            </a:extLst>
          </p:cNvPr>
          <p:cNvSpPr/>
          <p:nvPr userDrawn="1"/>
        </p:nvSpPr>
        <p:spPr>
          <a:xfrm>
            <a:off x="7205534" y="3763328"/>
            <a:ext cx="4776916"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lvl="0" algn="ctr"/>
            <a:endParaRPr lang="en-GB" sz="1013"/>
          </a:p>
        </p:txBody>
      </p:sp>
      <p:sp>
        <p:nvSpPr>
          <p:cNvPr id="33" name="Text Placeholder 6">
            <a:extLst>
              <a:ext uri="{FF2B5EF4-FFF2-40B4-BE49-F238E27FC236}">
                <a16:creationId xmlns:a16="http://schemas.microsoft.com/office/drawing/2014/main" id="{229DD0A3-190B-A944-FAFA-B61287070AD6}"/>
              </a:ext>
            </a:extLst>
          </p:cNvPr>
          <p:cNvSpPr>
            <a:spLocks noGrp="1"/>
          </p:cNvSpPr>
          <p:nvPr>
            <p:ph type="body" sz="quarter" idx="24"/>
          </p:nvPr>
        </p:nvSpPr>
        <p:spPr>
          <a:xfrm>
            <a:off x="7205534" y="3763328"/>
            <a:ext cx="4776916" cy="466344"/>
          </a:xfrm>
          <a:prstGeom prst="rect">
            <a:avLst/>
          </a:prstGeom>
        </p:spPr>
        <p:txBody>
          <a:bodyPr anchor="b"/>
          <a:lstStyle>
            <a:lvl1pPr marL="0" indent="0" algn="ctr">
              <a:buNone/>
              <a:defRPr sz="1300" b="1"/>
            </a:lvl1pPr>
          </a:lstStyle>
          <a:p>
            <a:pPr lvl="0"/>
            <a:r>
              <a:rPr lang="en-US" dirty="0"/>
              <a:t>Edit Master text styles</a:t>
            </a:r>
            <a:endParaRPr lang="en-IN" dirty="0"/>
          </a:p>
        </p:txBody>
      </p:sp>
      <p:sp>
        <p:nvSpPr>
          <p:cNvPr id="34" name="Content Placeholder 7">
            <a:extLst>
              <a:ext uri="{FF2B5EF4-FFF2-40B4-BE49-F238E27FC236}">
                <a16:creationId xmlns:a16="http://schemas.microsoft.com/office/drawing/2014/main" id="{2ADF9ACA-8C5F-21EA-2AC1-57C7EC18EAF3}"/>
              </a:ext>
            </a:extLst>
          </p:cNvPr>
          <p:cNvSpPr>
            <a:spLocks noGrp="1"/>
          </p:cNvSpPr>
          <p:nvPr>
            <p:ph sz="quarter" idx="25"/>
          </p:nvPr>
        </p:nvSpPr>
        <p:spPr>
          <a:xfrm>
            <a:off x="7205534" y="4258628"/>
            <a:ext cx="4776916" cy="1965960"/>
          </a:xfrm>
          <a:prstGeom prst="rect">
            <a:avLst/>
          </a:prstGeom>
        </p:spPr>
        <p:txBody>
          <a:bodyPr/>
          <a:lstStyle>
            <a:lvl1pPr marL="228594" indent="-228594">
              <a:lnSpc>
                <a:spcPct val="100000"/>
              </a:lnSpc>
              <a:buFont typeface="Wingdings" panose="05000000000000000000" pitchFamily="2" charset="2"/>
              <a:buChar char="q"/>
              <a:defRPr sz="1200"/>
            </a:lvl1pPr>
            <a:lvl2pPr marL="457200" indent="-228594">
              <a:lnSpc>
                <a:spcPct val="100000"/>
              </a:lnSpc>
              <a:buFont typeface="Wingdings" panose="05000000000000000000" pitchFamily="2" charset="2"/>
              <a:buChar char="Ø"/>
              <a:defRPr sz="1100"/>
            </a:lvl2pPr>
            <a:lvl3pPr marL="685800" indent="-228594">
              <a:lnSpc>
                <a:spcPct val="100000"/>
              </a:lnSpc>
              <a:buFont typeface="Wingdings" panose="05000000000000000000" pitchFamily="2" charset="2"/>
              <a:buChar char="§"/>
              <a:defRPr sz="1000"/>
            </a:lvl3pPr>
            <a:lvl4pPr marL="914400" indent="-228594">
              <a:lnSpc>
                <a:spcPct val="100000"/>
              </a:lnSpc>
              <a:buFont typeface="Courier New" panose="02070309020205020404" pitchFamily="49" charset="0"/>
              <a:buChar char="o"/>
              <a:defRPr sz="900"/>
            </a:lvl4pPr>
            <a:lvl5pPr marL="1143000">
              <a:lnSpc>
                <a:spcPct val="100000"/>
              </a:lnSpc>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2737012834"/>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5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Footer Placeholder 2"/>
          <p:cNvSpPr>
            <a:spLocks noGrp="1"/>
          </p:cNvSpPr>
          <p:nvPr>
            <p:ph type="ftr" sz="quarter" idx="10"/>
          </p:nvPr>
        </p:nvSpPr>
        <p:spPr/>
        <p:txBody>
          <a:bodyPr/>
          <a:lstStyle/>
          <a:p>
            <a:r>
              <a:rPr lang="en-US" dirty="0"/>
              <a:t>©2025 Fact.MR, All Rights Reserved</a:t>
            </a:r>
          </a:p>
        </p:txBody>
      </p:sp>
      <p:sp>
        <p:nvSpPr>
          <p:cNvPr id="4" name="Slide Number Placeholder 3"/>
          <p:cNvSpPr>
            <a:spLocks noGrp="1"/>
          </p:cNvSpPr>
          <p:nvPr>
            <p:ph type="sldNum" sz="quarter" idx="11"/>
          </p:nvPr>
        </p:nvSpPr>
        <p:spPr/>
        <p:txBody>
          <a:bodyPr/>
          <a:lstStyle/>
          <a:p>
            <a:fld id="{4B17068C-EB94-40A3-A5F2-664CDD77FDAC}" type="slidenum">
              <a:rPr lang="en-US" smtClean="0"/>
              <a:pPr/>
              <a:t>‹#›</a:t>
            </a:fld>
            <a:endParaRPr lang="en-US" dirty="0"/>
          </a:p>
        </p:txBody>
      </p:sp>
      <p:sp>
        <p:nvSpPr>
          <p:cNvPr id="5" name="Freeform 4"/>
          <p:cNvSpPr/>
          <p:nvPr userDrawn="1"/>
        </p:nvSpPr>
        <p:spPr>
          <a:xfrm>
            <a:off x="157241" y="1066800"/>
            <a:ext cx="3767328"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lvl="0" algn="ctr"/>
            <a:endParaRPr lang="en-GB" sz="1013"/>
          </a:p>
        </p:txBody>
      </p:sp>
      <p:sp>
        <p:nvSpPr>
          <p:cNvPr id="7" name="Text Placeholder 6"/>
          <p:cNvSpPr>
            <a:spLocks noGrp="1"/>
          </p:cNvSpPr>
          <p:nvPr>
            <p:ph type="body" sz="quarter" idx="12"/>
          </p:nvPr>
        </p:nvSpPr>
        <p:spPr>
          <a:xfrm>
            <a:off x="171577" y="1066800"/>
            <a:ext cx="3767328" cy="466344"/>
          </a:xfrm>
          <a:prstGeom prst="rect">
            <a:avLst/>
          </a:prstGeom>
        </p:spPr>
        <p:txBody>
          <a:bodyPr anchor="b"/>
          <a:lstStyle>
            <a:lvl1pPr marL="0" indent="0" algn="ctr">
              <a:buNone/>
              <a:defRPr sz="1300" b="1"/>
            </a:lvl1pPr>
          </a:lstStyle>
          <a:p>
            <a:pPr lvl="0"/>
            <a:r>
              <a:rPr lang="en-US" dirty="0"/>
              <a:t>Edit Master text styles</a:t>
            </a:r>
            <a:endParaRPr lang="en-IN" dirty="0"/>
          </a:p>
        </p:txBody>
      </p:sp>
      <p:sp>
        <p:nvSpPr>
          <p:cNvPr id="8" name="Content Placeholder 7"/>
          <p:cNvSpPr>
            <a:spLocks noGrp="1"/>
          </p:cNvSpPr>
          <p:nvPr>
            <p:ph sz="quarter" idx="13"/>
          </p:nvPr>
        </p:nvSpPr>
        <p:spPr>
          <a:xfrm>
            <a:off x="152400" y="1562100"/>
            <a:ext cx="3767328" cy="1965960"/>
          </a:xfrm>
          <a:prstGeom prst="rect">
            <a:avLst/>
          </a:prstGeom>
        </p:spPr>
        <p:txBody>
          <a:bodyPr/>
          <a:lstStyle>
            <a:lvl1pPr marL="228594" indent="-228594">
              <a:lnSpc>
                <a:spcPct val="100000"/>
              </a:lnSpc>
              <a:buFont typeface="Wingdings" panose="05000000000000000000" pitchFamily="2" charset="2"/>
              <a:buChar char="q"/>
              <a:defRPr sz="1200"/>
            </a:lvl1pPr>
            <a:lvl2pPr marL="457200" indent="-228594">
              <a:lnSpc>
                <a:spcPct val="100000"/>
              </a:lnSpc>
              <a:buFont typeface="Wingdings" panose="05000000000000000000" pitchFamily="2" charset="2"/>
              <a:buChar char="Ø"/>
              <a:defRPr sz="1100"/>
            </a:lvl2pPr>
            <a:lvl3pPr marL="685800" indent="-228594">
              <a:lnSpc>
                <a:spcPct val="100000"/>
              </a:lnSpc>
              <a:buFont typeface="Wingdings" panose="05000000000000000000" pitchFamily="2" charset="2"/>
              <a:buChar char="§"/>
              <a:defRPr sz="1000"/>
            </a:lvl3pPr>
            <a:lvl4pPr marL="914400" indent="-228594">
              <a:lnSpc>
                <a:spcPct val="100000"/>
              </a:lnSpc>
              <a:buFont typeface="Courier New" panose="02070309020205020404" pitchFamily="49" charset="0"/>
              <a:buChar char="o"/>
              <a:defRPr sz="900"/>
            </a:lvl4pPr>
            <a:lvl5pPr marL="1143000">
              <a:lnSpc>
                <a:spcPct val="100000"/>
              </a:lnSpc>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Freeform 8"/>
          <p:cNvSpPr/>
          <p:nvPr userDrawn="1"/>
        </p:nvSpPr>
        <p:spPr>
          <a:xfrm>
            <a:off x="4204525" y="1066800"/>
            <a:ext cx="3767328"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lvl="0" algn="ctr"/>
            <a:endParaRPr lang="en-GB" sz="1013"/>
          </a:p>
        </p:txBody>
      </p:sp>
      <p:sp>
        <p:nvSpPr>
          <p:cNvPr id="10" name="Text Placeholder 6"/>
          <p:cNvSpPr>
            <a:spLocks noGrp="1"/>
          </p:cNvSpPr>
          <p:nvPr>
            <p:ph type="body" sz="quarter" idx="14"/>
          </p:nvPr>
        </p:nvSpPr>
        <p:spPr>
          <a:xfrm>
            <a:off x="4204525" y="1066800"/>
            <a:ext cx="3767328" cy="466344"/>
          </a:xfrm>
          <a:prstGeom prst="rect">
            <a:avLst/>
          </a:prstGeom>
        </p:spPr>
        <p:txBody>
          <a:bodyPr anchor="b"/>
          <a:lstStyle>
            <a:lvl1pPr marL="0" indent="0" algn="ctr">
              <a:buNone/>
              <a:defRPr sz="1300" b="1"/>
            </a:lvl1pPr>
          </a:lstStyle>
          <a:p>
            <a:pPr lvl="0"/>
            <a:r>
              <a:rPr lang="en-US" dirty="0"/>
              <a:t>Edit Master text styles</a:t>
            </a:r>
            <a:endParaRPr lang="en-IN" dirty="0"/>
          </a:p>
        </p:txBody>
      </p:sp>
      <p:sp>
        <p:nvSpPr>
          <p:cNvPr id="11" name="Content Placeholder 7"/>
          <p:cNvSpPr>
            <a:spLocks noGrp="1"/>
          </p:cNvSpPr>
          <p:nvPr>
            <p:ph sz="quarter" idx="15"/>
          </p:nvPr>
        </p:nvSpPr>
        <p:spPr>
          <a:xfrm>
            <a:off x="4204525" y="1562100"/>
            <a:ext cx="3767328" cy="1965960"/>
          </a:xfrm>
          <a:prstGeom prst="rect">
            <a:avLst/>
          </a:prstGeom>
        </p:spPr>
        <p:txBody>
          <a:bodyPr/>
          <a:lstStyle>
            <a:lvl1pPr marL="228594" indent="-228594">
              <a:lnSpc>
                <a:spcPct val="100000"/>
              </a:lnSpc>
              <a:buFont typeface="Wingdings" panose="05000000000000000000" pitchFamily="2" charset="2"/>
              <a:buChar char="q"/>
              <a:defRPr sz="1200"/>
            </a:lvl1pPr>
            <a:lvl2pPr marL="457200" indent="-228594">
              <a:lnSpc>
                <a:spcPct val="100000"/>
              </a:lnSpc>
              <a:buFont typeface="Wingdings" panose="05000000000000000000" pitchFamily="2" charset="2"/>
              <a:buChar char="Ø"/>
              <a:defRPr sz="1100"/>
            </a:lvl2pPr>
            <a:lvl3pPr marL="685800" indent="-228594">
              <a:lnSpc>
                <a:spcPct val="100000"/>
              </a:lnSpc>
              <a:buFont typeface="Wingdings" panose="05000000000000000000" pitchFamily="2" charset="2"/>
              <a:buChar char="§"/>
              <a:defRPr sz="1000"/>
            </a:lvl3pPr>
            <a:lvl4pPr marL="914400" indent="-228594">
              <a:lnSpc>
                <a:spcPct val="100000"/>
              </a:lnSpc>
              <a:buFont typeface="Courier New" panose="02070309020205020404" pitchFamily="49" charset="0"/>
              <a:buChar char="o"/>
              <a:defRPr sz="900"/>
            </a:lvl4pPr>
            <a:lvl5pPr marL="1143000">
              <a:lnSpc>
                <a:spcPct val="100000"/>
              </a:lnSpc>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2" name="Freeform 11"/>
          <p:cNvSpPr/>
          <p:nvPr userDrawn="1"/>
        </p:nvSpPr>
        <p:spPr>
          <a:xfrm>
            <a:off x="8223138" y="1066800"/>
            <a:ext cx="3767328"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lvl="0" algn="ctr"/>
            <a:endParaRPr lang="en-GB" sz="1013"/>
          </a:p>
        </p:txBody>
      </p:sp>
      <p:sp>
        <p:nvSpPr>
          <p:cNvPr id="13" name="Text Placeholder 6"/>
          <p:cNvSpPr>
            <a:spLocks noGrp="1"/>
          </p:cNvSpPr>
          <p:nvPr>
            <p:ph type="body" sz="quarter" idx="16"/>
          </p:nvPr>
        </p:nvSpPr>
        <p:spPr>
          <a:xfrm>
            <a:off x="8237474" y="1066800"/>
            <a:ext cx="3748151" cy="466344"/>
          </a:xfrm>
          <a:prstGeom prst="rect">
            <a:avLst/>
          </a:prstGeom>
        </p:spPr>
        <p:txBody>
          <a:bodyPr anchor="b"/>
          <a:lstStyle>
            <a:lvl1pPr marL="0" indent="0" algn="ctr">
              <a:buNone/>
              <a:defRPr sz="1300" b="1"/>
            </a:lvl1pPr>
          </a:lstStyle>
          <a:p>
            <a:pPr lvl="0"/>
            <a:r>
              <a:rPr lang="en-US" dirty="0"/>
              <a:t>Edit Master text styles</a:t>
            </a:r>
            <a:endParaRPr lang="en-IN" dirty="0"/>
          </a:p>
        </p:txBody>
      </p:sp>
      <p:sp>
        <p:nvSpPr>
          <p:cNvPr id="14" name="Content Placeholder 7"/>
          <p:cNvSpPr>
            <a:spLocks noGrp="1"/>
          </p:cNvSpPr>
          <p:nvPr>
            <p:ph sz="quarter" idx="17"/>
          </p:nvPr>
        </p:nvSpPr>
        <p:spPr>
          <a:xfrm>
            <a:off x="8218297" y="1562100"/>
            <a:ext cx="3767328" cy="1965960"/>
          </a:xfrm>
          <a:prstGeom prst="rect">
            <a:avLst/>
          </a:prstGeom>
        </p:spPr>
        <p:txBody>
          <a:bodyPr/>
          <a:lstStyle>
            <a:lvl1pPr marL="228594" indent="-228594">
              <a:lnSpc>
                <a:spcPct val="100000"/>
              </a:lnSpc>
              <a:buFont typeface="Wingdings" panose="05000000000000000000" pitchFamily="2" charset="2"/>
              <a:buChar char="q"/>
              <a:defRPr sz="1200"/>
            </a:lvl1pPr>
            <a:lvl2pPr marL="457200" indent="-228594">
              <a:lnSpc>
                <a:spcPct val="100000"/>
              </a:lnSpc>
              <a:buFont typeface="Wingdings" panose="05000000000000000000" pitchFamily="2" charset="2"/>
              <a:buChar char="Ø"/>
              <a:defRPr sz="1100"/>
            </a:lvl2pPr>
            <a:lvl3pPr marL="685800" indent="-228594">
              <a:lnSpc>
                <a:spcPct val="100000"/>
              </a:lnSpc>
              <a:buFont typeface="Wingdings" panose="05000000000000000000" pitchFamily="2" charset="2"/>
              <a:buChar char="§"/>
              <a:defRPr sz="1000"/>
            </a:lvl3pPr>
            <a:lvl4pPr marL="914400" indent="-228594">
              <a:lnSpc>
                <a:spcPct val="100000"/>
              </a:lnSpc>
              <a:buFont typeface="Courier New" panose="02070309020205020404" pitchFamily="49" charset="0"/>
              <a:buChar char="o"/>
              <a:defRPr sz="900"/>
            </a:lvl4pPr>
            <a:lvl5pPr marL="1143000">
              <a:lnSpc>
                <a:spcPct val="100000"/>
              </a:lnSpc>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5" name="Freeform 14"/>
          <p:cNvSpPr/>
          <p:nvPr userDrawn="1"/>
        </p:nvSpPr>
        <p:spPr>
          <a:xfrm>
            <a:off x="157240" y="3763328"/>
            <a:ext cx="11833225"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lvl="0" algn="ctr"/>
            <a:endParaRPr lang="en-GB" sz="1013"/>
          </a:p>
        </p:txBody>
      </p:sp>
      <p:sp>
        <p:nvSpPr>
          <p:cNvPr id="16" name="Text Placeholder 6"/>
          <p:cNvSpPr>
            <a:spLocks noGrp="1"/>
          </p:cNvSpPr>
          <p:nvPr>
            <p:ph type="body" sz="quarter" idx="18"/>
          </p:nvPr>
        </p:nvSpPr>
        <p:spPr>
          <a:xfrm>
            <a:off x="171576" y="3763328"/>
            <a:ext cx="11814049" cy="466344"/>
          </a:xfrm>
          <a:prstGeom prst="rect">
            <a:avLst/>
          </a:prstGeom>
        </p:spPr>
        <p:txBody>
          <a:bodyPr anchor="b"/>
          <a:lstStyle>
            <a:lvl1pPr marL="0" indent="0" algn="ctr">
              <a:buNone/>
              <a:defRPr sz="1300" b="1"/>
            </a:lvl1pPr>
          </a:lstStyle>
          <a:p>
            <a:pPr lvl="0"/>
            <a:r>
              <a:rPr lang="en-US" dirty="0"/>
              <a:t>Edit Master text styles</a:t>
            </a:r>
            <a:endParaRPr lang="en-IN" dirty="0"/>
          </a:p>
        </p:txBody>
      </p:sp>
      <p:sp>
        <p:nvSpPr>
          <p:cNvPr id="17" name="Content Placeholder 7"/>
          <p:cNvSpPr>
            <a:spLocks noGrp="1"/>
          </p:cNvSpPr>
          <p:nvPr>
            <p:ph sz="quarter" idx="19"/>
          </p:nvPr>
        </p:nvSpPr>
        <p:spPr>
          <a:xfrm>
            <a:off x="152399" y="4258628"/>
            <a:ext cx="11833225" cy="1965960"/>
          </a:xfrm>
          <a:prstGeom prst="rect">
            <a:avLst/>
          </a:prstGeom>
        </p:spPr>
        <p:txBody>
          <a:bodyPr/>
          <a:lstStyle>
            <a:lvl1pPr marL="228594" indent="-228594">
              <a:lnSpc>
                <a:spcPct val="100000"/>
              </a:lnSpc>
              <a:buFont typeface="Wingdings" panose="05000000000000000000" pitchFamily="2" charset="2"/>
              <a:buChar char="q"/>
              <a:defRPr sz="1200"/>
            </a:lvl1pPr>
            <a:lvl2pPr marL="457200" indent="-228594">
              <a:lnSpc>
                <a:spcPct val="100000"/>
              </a:lnSpc>
              <a:buFont typeface="Wingdings" panose="05000000000000000000" pitchFamily="2" charset="2"/>
              <a:buChar char="Ø"/>
              <a:defRPr sz="1100"/>
            </a:lvl2pPr>
            <a:lvl3pPr marL="685800" indent="-228594">
              <a:lnSpc>
                <a:spcPct val="100000"/>
              </a:lnSpc>
              <a:buFont typeface="Wingdings" panose="05000000000000000000" pitchFamily="2" charset="2"/>
              <a:buChar char="§"/>
              <a:defRPr sz="1000"/>
            </a:lvl3pPr>
            <a:lvl4pPr marL="914400" indent="-228594">
              <a:lnSpc>
                <a:spcPct val="100000"/>
              </a:lnSpc>
              <a:buFont typeface="Courier New" panose="02070309020205020404" pitchFamily="49" charset="0"/>
              <a:buChar char="o"/>
              <a:defRPr sz="900"/>
            </a:lvl4pPr>
            <a:lvl5pPr marL="1143000">
              <a:lnSpc>
                <a:spcPct val="100000"/>
              </a:lnSpc>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549977612"/>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7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Footer Placeholder 2"/>
          <p:cNvSpPr>
            <a:spLocks noGrp="1"/>
          </p:cNvSpPr>
          <p:nvPr>
            <p:ph type="ftr" sz="quarter" idx="10"/>
          </p:nvPr>
        </p:nvSpPr>
        <p:spPr/>
        <p:txBody>
          <a:bodyPr/>
          <a:lstStyle/>
          <a:p>
            <a:r>
              <a:rPr lang="en-US" dirty="0"/>
              <a:t>©2025 Fact.MR, All Rights Reserved</a:t>
            </a:r>
          </a:p>
        </p:txBody>
      </p:sp>
      <p:sp>
        <p:nvSpPr>
          <p:cNvPr id="4" name="Slide Number Placeholder 3"/>
          <p:cNvSpPr>
            <a:spLocks noGrp="1"/>
          </p:cNvSpPr>
          <p:nvPr>
            <p:ph type="sldNum" sz="quarter" idx="11"/>
          </p:nvPr>
        </p:nvSpPr>
        <p:spPr/>
        <p:txBody>
          <a:bodyPr/>
          <a:lstStyle/>
          <a:p>
            <a:fld id="{4B17068C-EB94-40A3-A5F2-664CDD77FDAC}" type="slidenum">
              <a:rPr lang="en-US" smtClean="0"/>
              <a:pPr/>
              <a:t>‹#›</a:t>
            </a:fld>
            <a:endParaRPr lang="en-US" dirty="0"/>
          </a:p>
        </p:txBody>
      </p:sp>
      <p:sp>
        <p:nvSpPr>
          <p:cNvPr id="9" name="Freeform 8"/>
          <p:cNvSpPr/>
          <p:nvPr userDrawn="1"/>
        </p:nvSpPr>
        <p:spPr>
          <a:xfrm>
            <a:off x="2045119" y="1066800"/>
            <a:ext cx="4802721"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lvl="0" algn="ctr"/>
            <a:endParaRPr lang="en-GB" sz="1013"/>
          </a:p>
        </p:txBody>
      </p:sp>
      <p:sp>
        <p:nvSpPr>
          <p:cNvPr id="10" name="Text Placeholder 6"/>
          <p:cNvSpPr>
            <a:spLocks noGrp="1"/>
          </p:cNvSpPr>
          <p:nvPr>
            <p:ph type="body" sz="quarter" idx="14"/>
          </p:nvPr>
        </p:nvSpPr>
        <p:spPr>
          <a:xfrm>
            <a:off x="2040278" y="1066800"/>
            <a:ext cx="4807562" cy="466344"/>
          </a:xfrm>
          <a:prstGeom prst="rect">
            <a:avLst/>
          </a:prstGeom>
        </p:spPr>
        <p:txBody>
          <a:bodyPr anchor="b"/>
          <a:lstStyle>
            <a:lvl1pPr marL="0" indent="0" algn="ctr">
              <a:buNone/>
              <a:defRPr sz="1300" b="1"/>
            </a:lvl1pPr>
          </a:lstStyle>
          <a:p>
            <a:pPr lvl="0"/>
            <a:r>
              <a:rPr lang="en-US" dirty="0"/>
              <a:t>Edit Master text styles</a:t>
            </a:r>
            <a:endParaRPr lang="en-IN" dirty="0"/>
          </a:p>
        </p:txBody>
      </p:sp>
      <p:sp>
        <p:nvSpPr>
          <p:cNvPr id="11" name="Content Placeholder 7"/>
          <p:cNvSpPr>
            <a:spLocks noGrp="1"/>
          </p:cNvSpPr>
          <p:nvPr>
            <p:ph sz="quarter" idx="15"/>
          </p:nvPr>
        </p:nvSpPr>
        <p:spPr>
          <a:xfrm>
            <a:off x="2045119" y="1562100"/>
            <a:ext cx="4802721" cy="1965960"/>
          </a:xfrm>
          <a:prstGeom prst="rect">
            <a:avLst/>
          </a:prstGeom>
        </p:spPr>
        <p:txBody>
          <a:bodyPr/>
          <a:lstStyle>
            <a:lvl1pPr marL="228594" indent="-228594">
              <a:lnSpc>
                <a:spcPct val="100000"/>
              </a:lnSpc>
              <a:buFont typeface="Wingdings" panose="05000000000000000000" pitchFamily="2" charset="2"/>
              <a:buChar char="q"/>
              <a:defRPr sz="1200"/>
            </a:lvl1pPr>
            <a:lvl2pPr marL="457200" indent="-228594">
              <a:lnSpc>
                <a:spcPct val="100000"/>
              </a:lnSpc>
              <a:buFont typeface="Wingdings" panose="05000000000000000000" pitchFamily="2" charset="2"/>
              <a:buChar char="Ø"/>
              <a:defRPr sz="1100"/>
            </a:lvl2pPr>
            <a:lvl3pPr marL="685800" indent="-228594">
              <a:lnSpc>
                <a:spcPct val="100000"/>
              </a:lnSpc>
              <a:buFont typeface="Wingdings" panose="05000000000000000000" pitchFamily="2" charset="2"/>
              <a:buChar char="§"/>
              <a:defRPr sz="1000"/>
            </a:lvl3pPr>
            <a:lvl4pPr marL="914400" indent="-228594">
              <a:lnSpc>
                <a:spcPct val="100000"/>
              </a:lnSpc>
              <a:buFont typeface="Courier New" panose="02070309020205020404" pitchFamily="49" charset="0"/>
              <a:buChar char="o"/>
              <a:defRPr sz="900"/>
            </a:lvl4pPr>
            <a:lvl5pPr marL="1143000">
              <a:lnSpc>
                <a:spcPct val="100000"/>
              </a:lnSpc>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5" name="Freeform 14"/>
          <p:cNvSpPr/>
          <p:nvPr userDrawn="1"/>
        </p:nvSpPr>
        <p:spPr>
          <a:xfrm>
            <a:off x="2045119" y="3763328"/>
            <a:ext cx="9945346"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lvl="0" algn="ctr"/>
            <a:endParaRPr lang="en-GB" sz="1013"/>
          </a:p>
        </p:txBody>
      </p:sp>
      <p:sp>
        <p:nvSpPr>
          <p:cNvPr id="16" name="Text Placeholder 6"/>
          <p:cNvSpPr>
            <a:spLocks noGrp="1"/>
          </p:cNvSpPr>
          <p:nvPr>
            <p:ph type="body" sz="quarter" idx="18"/>
          </p:nvPr>
        </p:nvSpPr>
        <p:spPr>
          <a:xfrm>
            <a:off x="2045119" y="3763328"/>
            <a:ext cx="9940506" cy="466344"/>
          </a:xfrm>
          <a:prstGeom prst="rect">
            <a:avLst/>
          </a:prstGeom>
        </p:spPr>
        <p:txBody>
          <a:bodyPr anchor="b"/>
          <a:lstStyle>
            <a:lvl1pPr marL="0" indent="0" algn="ctr">
              <a:buNone/>
              <a:defRPr sz="1300" b="1"/>
            </a:lvl1pPr>
          </a:lstStyle>
          <a:p>
            <a:pPr lvl="0"/>
            <a:r>
              <a:rPr lang="en-US" dirty="0"/>
              <a:t>Edit Master text styles</a:t>
            </a:r>
            <a:endParaRPr lang="en-IN" dirty="0"/>
          </a:p>
        </p:txBody>
      </p:sp>
      <p:sp>
        <p:nvSpPr>
          <p:cNvPr id="17" name="Content Placeholder 7"/>
          <p:cNvSpPr>
            <a:spLocks noGrp="1"/>
          </p:cNvSpPr>
          <p:nvPr>
            <p:ph sz="quarter" idx="19"/>
          </p:nvPr>
        </p:nvSpPr>
        <p:spPr>
          <a:xfrm>
            <a:off x="2040278" y="4258628"/>
            <a:ext cx="9945346" cy="1965960"/>
          </a:xfrm>
          <a:prstGeom prst="rect">
            <a:avLst/>
          </a:prstGeom>
        </p:spPr>
        <p:txBody>
          <a:bodyPr/>
          <a:lstStyle>
            <a:lvl1pPr marL="228594" indent="-228594">
              <a:lnSpc>
                <a:spcPct val="100000"/>
              </a:lnSpc>
              <a:buFont typeface="Wingdings" panose="05000000000000000000" pitchFamily="2" charset="2"/>
              <a:buChar char="q"/>
              <a:defRPr sz="1200"/>
            </a:lvl1pPr>
            <a:lvl2pPr marL="457200" indent="-228594">
              <a:lnSpc>
                <a:spcPct val="100000"/>
              </a:lnSpc>
              <a:buFont typeface="Wingdings" panose="05000000000000000000" pitchFamily="2" charset="2"/>
              <a:buChar char="Ø"/>
              <a:defRPr sz="1100"/>
            </a:lvl2pPr>
            <a:lvl3pPr marL="685800" indent="-228594">
              <a:lnSpc>
                <a:spcPct val="100000"/>
              </a:lnSpc>
              <a:buFont typeface="Wingdings" panose="05000000000000000000" pitchFamily="2" charset="2"/>
              <a:buChar char="§"/>
              <a:defRPr sz="1000"/>
            </a:lvl3pPr>
            <a:lvl4pPr marL="914400" indent="-228594">
              <a:lnSpc>
                <a:spcPct val="100000"/>
              </a:lnSpc>
              <a:buFont typeface="Courier New" panose="02070309020205020404" pitchFamily="49" charset="0"/>
              <a:buChar char="o"/>
              <a:defRPr sz="900"/>
            </a:lvl4pPr>
            <a:lvl5pPr marL="1143000">
              <a:lnSpc>
                <a:spcPct val="100000"/>
              </a:lnSpc>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3" name="Freeform 8">
            <a:extLst>
              <a:ext uri="{FF2B5EF4-FFF2-40B4-BE49-F238E27FC236}">
                <a16:creationId xmlns:a16="http://schemas.microsoft.com/office/drawing/2014/main" id="{0247525B-FA78-11F1-B281-94B2AF0F854A}"/>
              </a:ext>
            </a:extLst>
          </p:cNvPr>
          <p:cNvSpPr/>
          <p:nvPr userDrawn="1"/>
        </p:nvSpPr>
        <p:spPr>
          <a:xfrm>
            <a:off x="7179729" y="1072542"/>
            <a:ext cx="4802721"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lvl="0" algn="ctr"/>
            <a:endParaRPr lang="en-GB" sz="1013"/>
          </a:p>
        </p:txBody>
      </p:sp>
      <p:sp>
        <p:nvSpPr>
          <p:cNvPr id="24" name="Text Placeholder 6">
            <a:extLst>
              <a:ext uri="{FF2B5EF4-FFF2-40B4-BE49-F238E27FC236}">
                <a16:creationId xmlns:a16="http://schemas.microsoft.com/office/drawing/2014/main" id="{4B2E56F8-FB03-30FD-CF26-35DC579DD183}"/>
              </a:ext>
            </a:extLst>
          </p:cNvPr>
          <p:cNvSpPr>
            <a:spLocks noGrp="1"/>
          </p:cNvSpPr>
          <p:nvPr>
            <p:ph type="body" sz="quarter" idx="20"/>
          </p:nvPr>
        </p:nvSpPr>
        <p:spPr>
          <a:xfrm>
            <a:off x="7179729" y="1072542"/>
            <a:ext cx="4802721" cy="466344"/>
          </a:xfrm>
          <a:prstGeom prst="rect">
            <a:avLst/>
          </a:prstGeom>
        </p:spPr>
        <p:txBody>
          <a:bodyPr anchor="b"/>
          <a:lstStyle>
            <a:lvl1pPr marL="0" indent="0" algn="ctr">
              <a:buNone/>
              <a:defRPr sz="1300" b="1"/>
            </a:lvl1pPr>
          </a:lstStyle>
          <a:p>
            <a:pPr lvl="0"/>
            <a:r>
              <a:rPr lang="en-US" dirty="0"/>
              <a:t>Edit Master text styles</a:t>
            </a:r>
            <a:endParaRPr lang="en-IN" dirty="0"/>
          </a:p>
        </p:txBody>
      </p:sp>
      <p:sp>
        <p:nvSpPr>
          <p:cNvPr id="25" name="Content Placeholder 7">
            <a:extLst>
              <a:ext uri="{FF2B5EF4-FFF2-40B4-BE49-F238E27FC236}">
                <a16:creationId xmlns:a16="http://schemas.microsoft.com/office/drawing/2014/main" id="{780F01AA-4D20-18CA-5043-A42BEA8D174E}"/>
              </a:ext>
            </a:extLst>
          </p:cNvPr>
          <p:cNvSpPr>
            <a:spLocks noGrp="1"/>
          </p:cNvSpPr>
          <p:nvPr>
            <p:ph sz="quarter" idx="21"/>
          </p:nvPr>
        </p:nvSpPr>
        <p:spPr>
          <a:xfrm>
            <a:off x="7179729" y="1567842"/>
            <a:ext cx="4802721" cy="1965960"/>
          </a:xfrm>
          <a:prstGeom prst="rect">
            <a:avLst/>
          </a:prstGeom>
        </p:spPr>
        <p:txBody>
          <a:bodyPr/>
          <a:lstStyle>
            <a:lvl1pPr marL="228594" indent="-228594">
              <a:lnSpc>
                <a:spcPct val="100000"/>
              </a:lnSpc>
              <a:buFont typeface="Wingdings" panose="05000000000000000000" pitchFamily="2" charset="2"/>
              <a:buChar char="q"/>
              <a:defRPr sz="1200"/>
            </a:lvl1pPr>
            <a:lvl2pPr marL="457200" indent="-228594">
              <a:lnSpc>
                <a:spcPct val="100000"/>
              </a:lnSpc>
              <a:buFont typeface="Wingdings" panose="05000000000000000000" pitchFamily="2" charset="2"/>
              <a:buChar char="Ø"/>
              <a:defRPr sz="1100"/>
            </a:lvl2pPr>
            <a:lvl3pPr marL="685800" indent="-228594">
              <a:lnSpc>
                <a:spcPct val="100000"/>
              </a:lnSpc>
              <a:buFont typeface="Wingdings" panose="05000000000000000000" pitchFamily="2" charset="2"/>
              <a:buChar char="§"/>
              <a:defRPr sz="1000"/>
            </a:lvl3pPr>
            <a:lvl4pPr marL="914400" indent="-228594">
              <a:lnSpc>
                <a:spcPct val="100000"/>
              </a:lnSpc>
              <a:buFont typeface="Courier New" panose="02070309020205020404" pitchFamily="49" charset="0"/>
              <a:buChar char="o"/>
              <a:defRPr sz="900"/>
            </a:lvl4pPr>
            <a:lvl5pPr marL="1143000">
              <a:lnSpc>
                <a:spcPct val="100000"/>
              </a:lnSpc>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4144409065"/>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22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Footer Placeholder 2"/>
          <p:cNvSpPr>
            <a:spLocks noGrp="1"/>
          </p:cNvSpPr>
          <p:nvPr>
            <p:ph type="ftr" sz="quarter" idx="10"/>
          </p:nvPr>
        </p:nvSpPr>
        <p:spPr/>
        <p:txBody>
          <a:bodyPr/>
          <a:lstStyle/>
          <a:p>
            <a:r>
              <a:rPr lang="en-US" dirty="0"/>
              <a:t>©2025 Fact.MR, All Rights Reserved</a:t>
            </a:r>
          </a:p>
        </p:txBody>
      </p:sp>
      <p:sp>
        <p:nvSpPr>
          <p:cNvPr id="4" name="Slide Number Placeholder 3"/>
          <p:cNvSpPr>
            <a:spLocks noGrp="1"/>
          </p:cNvSpPr>
          <p:nvPr>
            <p:ph type="sldNum" sz="quarter" idx="11"/>
          </p:nvPr>
        </p:nvSpPr>
        <p:spPr/>
        <p:txBody>
          <a:bodyPr/>
          <a:lstStyle/>
          <a:p>
            <a:fld id="{4B17068C-EB94-40A3-A5F2-664CDD77FDAC}" type="slidenum">
              <a:rPr lang="en-US" smtClean="0"/>
              <a:pPr/>
              <a:t>‹#›</a:t>
            </a:fld>
            <a:endParaRPr lang="en-US" dirty="0"/>
          </a:p>
        </p:txBody>
      </p:sp>
      <p:sp>
        <p:nvSpPr>
          <p:cNvPr id="9" name="Freeform 8"/>
          <p:cNvSpPr/>
          <p:nvPr userDrawn="1"/>
        </p:nvSpPr>
        <p:spPr>
          <a:xfrm>
            <a:off x="2045119" y="1066800"/>
            <a:ext cx="4802721"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lvl="0" algn="ctr"/>
            <a:endParaRPr lang="en-GB" sz="1013"/>
          </a:p>
        </p:txBody>
      </p:sp>
      <p:sp>
        <p:nvSpPr>
          <p:cNvPr id="10" name="Text Placeholder 6"/>
          <p:cNvSpPr>
            <a:spLocks noGrp="1"/>
          </p:cNvSpPr>
          <p:nvPr>
            <p:ph type="body" sz="quarter" idx="14"/>
          </p:nvPr>
        </p:nvSpPr>
        <p:spPr>
          <a:xfrm>
            <a:off x="2040278" y="1066800"/>
            <a:ext cx="4807562" cy="466344"/>
          </a:xfrm>
          <a:prstGeom prst="rect">
            <a:avLst/>
          </a:prstGeom>
        </p:spPr>
        <p:txBody>
          <a:bodyPr anchor="b"/>
          <a:lstStyle>
            <a:lvl1pPr marL="0" indent="0" algn="ctr">
              <a:buNone/>
              <a:defRPr sz="1300" b="1"/>
            </a:lvl1pPr>
          </a:lstStyle>
          <a:p>
            <a:pPr lvl="0"/>
            <a:r>
              <a:rPr lang="en-US" dirty="0"/>
              <a:t>Edit Master text styles</a:t>
            </a:r>
            <a:endParaRPr lang="en-IN" dirty="0"/>
          </a:p>
        </p:txBody>
      </p:sp>
      <p:sp>
        <p:nvSpPr>
          <p:cNvPr id="11" name="Content Placeholder 7"/>
          <p:cNvSpPr>
            <a:spLocks noGrp="1"/>
          </p:cNvSpPr>
          <p:nvPr>
            <p:ph sz="quarter" idx="15"/>
          </p:nvPr>
        </p:nvSpPr>
        <p:spPr>
          <a:xfrm>
            <a:off x="2045119" y="1562100"/>
            <a:ext cx="4802721" cy="4656746"/>
          </a:xfrm>
          <a:prstGeom prst="rect">
            <a:avLst/>
          </a:prstGeom>
        </p:spPr>
        <p:txBody>
          <a:bodyPr/>
          <a:lstStyle>
            <a:lvl1pPr marL="228594" indent="-228594">
              <a:lnSpc>
                <a:spcPct val="100000"/>
              </a:lnSpc>
              <a:buFont typeface="Wingdings" panose="05000000000000000000" pitchFamily="2" charset="2"/>
              <a:buChar char="q"/>
              <a:defRPr sz="1200"/>
            </a:lvl1pPr>
            <a:lvl2pPr marL="457200" indent="-228594">
              <a:lnSpc>
                <a:spcPct val="100000"/>
              </a:lnSpc>
              <a:buFont typeface="Wingdings" panose="05000000000000000000" pitchFamily="2" charset="2"/>
              <a:buChar char="Ø"/>
              <a:defRPr sz="1100"/>
            </a:lvl2pPr>
            <a:lvl3pPr marL="685800" indent="-228594">
              <a:lnSpc>
                <a:spcPct val="100000"/>
              </a:lnSpc>
              <a:buFont typeface="Wingdings" panose="05000000000000000000" pitchFamily="2" charset="2"/>
              <a:buChar char="§"/>
              <a:defRPr sz="1000"/>
            </a:lvl3pPr>
            <a:lvl4pPr marL="914400" indent="-228594">
              <a:lnSpc>
                <a:spcPct val="100000"/>
              </a:lnSpc>
              <a:buFont typeface="Courier New" panose="02070309020205020404" pitchFamily="49" charset="0"/>
              <a:buChar char="o"/>
              <a:defRPr sz="900"/>
            </a:lvl4pPr>
            <a:lvl5pPr marL="1143000">
              <a:lnSpc>
                <a:spcPct val="100000"/>
              </a:lnSpc>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3" name="Freeform 8">
            <a:extLst>
              <a:ext uri="{FF2B5EF4-FFF2-40B4-BE49-F238E27FC236}">
                <a16:creationId xmlns:a16="http://schemas.microsoft.com/office/drawing/2014/main" id="{0247525B-FA78-11F1-B281-94B2AF0F854A}"/>
              </a:ext>
            </a:extLst>
          </p:cNvPr>
          <p:cNvSpPr/>
          <p:nvPr userDrawn="1"/>
        </p:nvSpPr>
        <p:spPr>
          <a:xfrm>
            <a:off x="7179729" y="1072542"/>
            <a:ext cx="4802721"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lvl="0" algn="ctr"/>
            <a:endParaRPr lang="en-GB" sz="1013"/>
          </a:p>
        </p:txBody>
      </p:sp>
      <p:sp>
        <p:nvSpPr>
          <p:cNvPr id="24" name="Text Placeholder 6">
            <a:extLst>
              <a:ext uri="{FF2B5EF4-FFF2-40B4-BE49-F238E27FC236}">
                <a16:creationId xmlns:a16="http://schemas.microsoft.com/office/drawing/2014/main" id="{4B2E56F8-FB03-30FD-CF26-35DC579DD183}"/>
              </a:ext>
            </a:extLst>
          </p:cNvPr>
          <p:cNvSpPr>
            <a:spLocks noGrp="1"/>
          </p:cNvSpPr>
          <p:nvPr>
            <p:ph type="body" sz="quarter" idx="20"/>
          </p:nvPr>
        </p:nvSpPr>
        <p:spPr>
          <a:xfrm>
            <a:off x="7179729" y="1072542"/>
            <a:ext cx="4802721" cy="466344"/>
          </a:xfrm>
          <a:prstGeom prst="rect">
            <a:avLst/>
          </a:prstGeom>
        </p:spPr>
        <p:txBody>
          <a:bodyPr anchor="b"/>
          <a:lstStyle>
            <a:lvl1pPr marL="0" indent="0" algn="ctr">
              <a:buNone/>
              <a:defRPr sz="1300" b="1"/>
            </a:lvl1pPr>
          </a:lstStyle>
          <a:p>
            <a:pPr lvl="0"/>
            <a:r>
              <a:rPr lang="en-US" dirty="0"/>
              <a:t>Edit Master text styles</a:t>
            </a:r>
            <a:endParaRPr lang="en-IN" dirty="0"/>
          </a:p>
        </p:txBody>
      </p:sp>
      <p:sp>
        <p:nvSpPr>
          <p:cNvPr id="25" name="Content Placeholder 7">
            <a:extLst>
              <a:ext uri="{FF2B5EF4-FFF2-40B4-BE49-F238E27FC236}">
                <a16:creationId xmlns:a16="http://schemas.microsoft.com/office/drawing/2014/main" id="{780F01AA-4D20-18CA-5043-A42BEA8D174E}"/>
              </a:ext>
            </a:extLst>
          </p:cNvPr>
          <p:cNvSpPr>
            <a:spLocks noGrp="1"/>
          </p:cNvSpPr>
          <p:nvPr>
            <p:ph sz="quarter" idx="21"/>
          </p:nvPr>
        </p:nvSpPr>
        <p:spPr>
          <a:xfrm>
            <a:off x="7179729" y="1567842"/>
            <a:ext cx="4802721" cy="4656746"/>
          </a:xfrm>
          <a:prstGeom prst="rect">
            <a:avLst/>
          </a:prstGeom>
        </p:spPr>
        <p:txBody>
          <a:bodyPr/>
          <a:lstStyle>
            <a:lvl1pPr marL="228594" indent="-228594">
              <a:lnSpc>
                <a:spcPct val="100000"/>
              </a:lnSpc>
              <a:buFont typeface="Wingdings" panose="05000000000000000000" pitchFamily="2" charset="2"/>
              <a:buChar char="q"/>
              <a:defRPr sz="1200"/>
            </a:lvl1pPr>
            <a:lvl2pPr marL="457200" indent="-228594">
              <a:lnSpc>
                <a:spcPct val="100000"/>
              </a:lnSpc>
              <a:buFont typeface="Wingdings" panose="05000000000000000000" pitchFamily="2" charset="2"/>
              <a:buChar char="Ø"/>
              <a:defRPr sz="1100"/>
            </a:lvl2pPr>
            <a:lvl3pPr marL="685800" indent="-228594">
              <a:lnSpc>
                <a:spcPct val="100000"/>
              </a:lnSpc>
              <a:buFont typeface="Wingdings" panose="05000000000000000000" pitchFamily="2" charset="2"/>
              <a:buChar char="§"/>
              <a:defRPr sz="1000"/>
            </a:lvl3pPr>
            <a:lvl4pPr marL="914400" indent="-228594">
              <a:lnSpc>
                <a:spcPct val="100000"/>
              </a:lnSpc>
              <a:buFont typeface="Courier New" panose="02070309020205020404" pitchFamily="49" charset="0"/>
              <a:buChar char="o"/>
              <a:defRPr sz="900"/>
            </a:lvl4pPr>
            <a:lvl5pPr marL="1143000">
              <a:lnSpc>
                <a:spcPct val="100000"/>
              </a:lnSpc>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642610735"/>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40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Footer Placeholder 2"/>
          <p:cNvSpPr>
            <a:spLocks noGrp="1"/>
          </p:cNvSpPr>
          <p:nvPr>
            <p:ph type="ftr" sz="quarter" idx="10"/>
          </p:nvPr>
        </p:nvSpPr>
        <p:spPr/>
        <p:txBody>
          <a:bodyPr/>
          <a:lstStyle/>
          <a:p>
            <a:r>
              <a:rPr lang="en-US" dirty="0"/>
              <a:t>©2025 Fact.MR, All Rights Reserved</a:t>
            </a:r>
          </a:p>
        </p:txBody>
      </p:sp>
      <p:sp>
        <p:nvSpPr>
          <p:cNvPr id="4" name="Slide Number Placeholder 3"/>
          <p:cNvSpPr>
            <a:spLocks noGrp="1"/>
          </p:cNvSpPr>
          <p:nvPr>
            <p:ph type="sldNum" sz="quarter" idx="11"/>
          </p:nvPr>
        </p:nvSpPr>
        <p:spPr/>
        <p:txBody>
          <a:bodyPr/>
          <a:lstStyle/>
          <a:p>
            <a:fld id="{4B17068C-EB94-40A3-A5F2-664CDD77FDAC}" type="slidenum">
              <a:rPr lang="en-US" smtClean="0"/>
              <a:pPr/>
              <a:t>‹#›</a:t>
            </a:fld>
            <a:endParaRPr lang="en-US" dirty="0"/>
          </a:p>
        </p:txBody>
      </p:sp>
      <p:sp>
        <p:nvSpPr>
          <p:cNvPr id="9" name="Freeform 8"/>
          <p:cNvSpPr/>
          <p:nvPr userDrawn="1"/>
        </p:nvSpPr>
        <p:spPr>
          <a:xfrm>
            <a:off x="2045119" y="1066800"/>
            <a:ext cx="5894921"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lvl="0" algn="ctr"/>
            <a:endParaRPr lang="en-GB" sz="1013"/>
          </a:p>
        </p:txBody>
      </p:sp>
      <p:sp>
        <p:nvSpPr>
          <p:cNvPr id="10" name="Text Placeholder 6"/>
          <p:cNvSpPr>
            <a:spLocks noGrp="1"/>
          </p:cNvSpPr>
          <p:nvPr>
            <p:ph type="body" sz="quarter" idx="14"/>
          </p:nvPr>
        </p:nvSpPr>
        <p:spPr>
          <a:xfrm>
            <a:off x="2040277" y="1066800"/>
            <a:ext cx="5900863" cy="466344"/>
          </a:xfrm>
          <a:prstGeom prst="rect">
            <a:avLst/>
          </a:prstGeom>
        </p:spPr>
        <p:txBody>
          <a:bodyPr anchor="b"/>
          <a:lstStyle>
            <a:lvl1pPr marL="0" indent="0" algn="ctr">
              <a:buNone/>
              <a:defRPr sz="1300" b="1"/>
            </a:lvl1pPr>
          </a:lstStyle>
          <a:p>
            <a:pPr lvl="0"/>
            <a:r>
              <a:rPr lang="en-US" dirty="0"/>
              <a:t>Edit Master text styles</a:t>
            </a:r>
            <a:endParaRPr lang="en-IN" dirty="0"/>
          </a:p>
        </p:txBody>
      </p:sp>
      <p:sp>
        <p:nvSpPr>
          <p:cNvPr id="11" name="Content Placeholder 7"/>
          <p:cNvSpPr>
            <a:spLocks noGrp="1"/>
          </p:cNvSpPr>
          <p:nvPr>
            <p:ph sz="quarter" idx="15"/>
          </p:nvPr>
        </p:nvSpPr>
        <p:spPr>
          <a:xfrm>
            <a:off x="2045119" y="1562100"/>
            <a:ext cx="5894921" cy="4656746"/>
          </a:xfrm>
          <a:prstGeom prst="rect">
            <a:avLst/>
          </a:prstGeom>
        </p:spPr>
        <p:txBody>
          <a:bodyPr/>
          <a:lstStyle>
            <a:lvl1pPr marL="228594" indent="-228594">
              <a:lnSpc>
                <a:spcPct val="100000"/>
              </a:lnSpc>
              <a:buFont typeface="Wingdings" panose="05000000000000000000" pitchFamily="2" charset="2"/>
              <a:buChar char="q"/>
              <a:defRPr sz="1200"/>
            </a:lvl1pPr>
            <a:lvl2pPr marL="457200" indent="-228594">
              <a:lnSpc>
                <a:spcPct val="100000"/>
              </a:lnSpc>
              <a:buFont typeface="Wingdings" panose="05000000000000000000" pitchFamily="2" charset="2"/>
              <a:buChar char="Ø"/>
              <a:defRPr sz="1100"/>
            </a:lvl2pPr>
            <a:lvl3pPr marL="685800" indent="-228594">
              <a:lnSpc>
                <a:spcPct val="100000"/>
              </a:lnSpc>
              <a:buFont typeface="Wingdings" panose="05000000000000000000" pitchFamily="2" charset="2"/>
              <a:buChar char="§"/>
              <a:defRPr sz="1000"/>
            </a:lvl3pPr>
            <a:lvl4pPr marL="914400" indent="-228594">
              <a:lnSpc>
                <a:spcPct val="100000"/>
              </a:lnSpc>
              <a:buFont typeface="Courier New" panose="02070309020205020404" pitchFamily="49" charset="0"/>
              <a:buChar char="o"/>
              <a:defRPr sz="900"/>
            </a:lvl4pPr>
            <a:lvl5pPr marL="1143000">
              <a:lnSpc>
                <a:spcPct val="100000"/>
              </a:lnSpc>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3" name="Freeform 8">
            <a:extLst>
              <a:ext uri="{FF2B5EF4-FFF2-40B4-BE49-F238E27FC236}">
                <a16:creationId xmlns:a16="http://schemas.microsoft.com/office/drawing/2014/main" id="{0247525B-FA78-11F1-B281-94B2AF0F854A}"/>
              </a:ext>
            </a:extLst>
          </p:cNvPr>
          <p:cNvSpPr/>
          <p:nvPr userDrawn="1"/>
        </p:nvSpPr>
        <p:spPr>
          <a:xfrm>
            <a:off x="8321040" y="1072542"/>
            <a:ext cx="3661410"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lvl="0" algn="ctr"/>
            <a:endParaRPr lang="en-GB" sz="1013"/>
          </a:p>
        </p:txBody>
      </p:sp>
      <p:sp>
        <p:nvSpPr>
          <p:cNvPr id="24" name="Text Placeholder 6">
            <a:extLst>
              <a:ext uri="{FF2B5EF4-FFF2-40B4-BE49-F238E27FC236}">
                <a16:creationId xmlns:a16="http://schemas.microsoft.com/office/drawing/2014/main" id="{4B2E56F8-FB03-30FD-CF26-35DC579DD183}"/>
              </a:ext>
            </a:extLst>
          </p:cNvPr>
          <p:cNvSpPr>
            <a:spLocks noGrp="1"/>
          </p:cNvSpPr>
          <p:nvPr>
            <p:ph type="body" sz="quarter" idx="20"/>
          </p:nvPr>
        </p:nvSpPr>
        <p:spPr>
          <a:xfrm>
            <a:off x="8321040" y="1072542"/>
            <a:ext cx="3661410" cy="466344"/>
          </a:xfrm>
          <a:prstGeom prst="rect">
            <a:avLst/>
          </a:prstGeom>
        </p:spPr>
        <p:txBody>
          <a:bodyPr anchor="b"/>
          <a:lstStyle>
            <a:lvl1pPr marL="0" indent="0" algn="ctr">
              <a:buNone/>
              <a:defRPr sz="1300" b="1"/>
            </a:lvl1pPr>
          </a:lstStyle>
          <a:p>
            <a:pPr lvl="0"/>
            <a:r>
              <a:rPr lang="en-US" dirty="0"/>
              <a:t>Edit Master text styles</a:t>
            </a:r>
            <a:endParaRPr lang="en-IN" dirty="0"/>
          </a:p>
        </p:txBody>
      </p:sp>
      <p:sp>
        <p:nvSpPr>
          <p:cNvPr id="25" name="Content Placeholder 7">
            <a:extLst>
              <a:ext uri="{FF2B5EF4-FFF2-40B4-BE49-F238E27FC236}">
                <a16:creationId xmlns:a16="http://schemas.microsoft.com/office/drawing/2014/main" id="{780F01AA-4D20-18CA-5043-A42BEA8D174E}"/>
              </a:ext>
            </a:extLst>
          </p:cNvPr>
          <p:cNvSpPr>
            <a:spLocks noGrp="1"/>
          </p:cNvSpPr>
          <p:nvPr>
            <p:ph sz="quarter" idx="21"/>
          </p:nvPr>
        </p:nvSpPr>
        <p:spPr>
          <a:xfrm>
            <a:off x="8321040" y="1567842"/>
            <a:ext cx="3661410" cy="4656746"/>
          </a:xfrm>
          <a:prstGeom prst="rect">
            <a:avLst/>
          </a:prstGeom>
        </p:spPr>
        <p:txBody>
          <a:bodyPr/>
          <a:lstStyle>
            <a:lvl1pPr marL="228594" indent="-228594">
              <a:lnSpc>
                <a:spcPct val="100000"/>
              </a:lnSpc>
              <a:buFont typeface="Wingdings" panose="05000000000000000000" pitchFamily="2" charset="2"/>
              <a:buChar char="q"/>
              <a:defRPr sz="1200"/>
            </a:lvl1pPr>
            <a:lvl2pPr marL="457200" indent="-228594">
              <a:lnSpc>
                <a:spcPct val="100000"/>
              </a:lnSpc>
              <a:buFont typeface="Wingdings" panose="05000000000000000000" pitchFamily="2" charset="2"/>
              <a:buChar char="Ø"/>
              <a:defRPr sz="1100"/>
            </a:lvl2pPr>
            <a:lvl3pPr marL="685800" indent="-228594">
              <a:lnSpc>
                <a:spcPct val="100000"/>
              </a:lnSpc>
              <a:buFont typeface="Wingdings" panose="05000000000000000000" pitchFamily="2" charset="2"/>
              <a:buChar char="§"/>
              <a:defRPr sz="1000"/>
            </a:lvl3pPr>
            <a:lvl4pPr marL="914400" indent="-228594">
              <a:lnSpc>
                <a:spcPct val="100000"/>
              </a:lnSpc>
              <a:buFont typeface="Courier New" panose="02070309020205020404" pitchFamily="49" charset="0"/>
              <a:buChar char="o"/>
              <a:defRPr sz="900"/>
            </a:lvl4pPr>
            <a:lvl5pPr marL="1143000">
              <a:lnSpc>
                <a:spcPct val="100000"/>
              </a:lnSpc>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2201555736"/>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6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Footer Placeholder 2"/>
          <p:cNvSpPr>
            <a:spLocks noGrp="1"/>
          </p:cNvSpPr>
          <p:nvPr>
            <p:ph type="ftr" sz="quarter" idx="10"/>
          </p:nvPr>
        </p:nvSpPr>
        <p:spPr/>
        <p:txBody>
          <a:bodyPr/>
          <a:lstStyle/>
          <a:p>
            <a:r>
              <a:rPr lang="en-US" dirty="0"/>
              <a:t>©2025 Fact.MR, All Rights Reserved</a:t>
            </a:r>
          </a:p>
        </p:txBody>
      </p:sp>
      <p:sp>
        <p:nvSpPr>
          <p:cNvPr id="4" name="Slide Number Placeholder 3"/>
          <p:cNvSpPr>
            <a:spLocks noGrp="1"/>
          </p:cNvSpPr>
          <p:nvPr>
            <p:ph type="sldNum" sz="quarter" idx="11"/>
          </p:nvPr>
        </p:nvSpPr>
        <p:spPr/>
        <p:txBody>
          <a:bodyPr/>
          <a:lstStyle/>
          <a:p>
            <a:fld id="{4B17068C-EB94-40A3-A5F2-664CDD77FDAC}" type="slidenum">
              <a:rPr lang="en-US" smtClean="0"/>
              <a:pPr/>
              <a:t>‹#›</a:t>
            </a:fld>
            <a:endParaRPr lang="en-US" dirty="0"/>
          </a:p>
        </p:txBody>
      </p:sp>
      <p:sp>
        <p:nvSpPr>
          <p:cNvPr id="5" name="Freeform 4"/>
          <p:cNvSpPr/>
          <p:nvPr userDrawn="1"/>
        </p:nvSpPr>
        <p:spPr>
          <a:xfrm>
            <a:off x="157241" y="1066800"/>
            <a:ext cx="2880360"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lvl="0" algn="ctr"/>
            <a:endParaRPr lang="en-GB" sz="1013"/>
          </a:p>
        </p:txBody>
      </p:sp>
      <p:sp>
        <p:nvSpPr>
          <p:cNvPr id="7" name="Text Placeholder 6"/>
          <p:cNvSpPr>
            <a:spLocks noGrp="1"/>
          </p:cNvSpPr>
          <p:nvPr>
            <p:ph type="body" sz="quarter" idx="12"/>
          </p:nvPr>
        </p:nvSpPr>
        <p:spPr>
          <a:xfrm>
            <a:off x="171577" y="1066800"/>
            <a:ext cx="2880360" cy="466344"/>
          </a:xfrm>
          <a:prstGeom prst="rect">
            <a:avLst/>
          </a:prstGeom>
        </p:spPr>
        <p:txBody>
          <a:bodyPr anchor="b"/>
          <a:lstStyle>
            <a:lvl1pPr marL="0" indent="0" algn="ctr">
              <a:buNone/>
              <a:defRPr sz="1300" b="1"/>
            </a:lvl1pPr>
          </a:lstStyle>
          <a:p>
            <a:pPr lvl="0"/>
            <a:r>
              <a:rPr lang="en-US" dirty="0"/>
              <a:t>Edit Master text styles</a:t>
            </a:r>
            <a:endParaRPr lang="en-IN" dirty="0"/>
          </a:p>
        </p:txBody>
      </p:sp>
      <p:sp>
        <p:nvSpPr>
          <p:cNvPr id="8" name="Content Placeholder 7"/>
          <p:cNvSpPr>
            <a:spLocks noGrp="1"/>
          </p:cNvSpPr>
          <p:nvPr>
            <p:ph sz="quarter" idx="13"/>
          </p:nvPr>
        </p:nvSpPr>
        <p:spPr>
          <a:xfrm>
            <a:off x="152400" y="1562100"/>
            <a:ext cx="2880360" cy="1965960"/>
          </a:xfrm>
          <a:prstGeom prst="rect">
            <a:avLst/>
          </a:prstGeom>
        </p:spPr>
        <p:txBody>
          <a:bodyPr/>
          <a:lstStyle>
            <a:lvl1pPr marL="228594" indent="-228594">
              <a:lnSpc>
                <a:spcPct val="100000"/>
              </a:lnSpc>
              <a:buFont typeface="Wingdings" panose="05000000000000000000" pitchFamily="2" charset="2"/>
              <a:buChar char="q"/>
              <a:defRPr sz="1200"/>
            </a:lvl1pPr>
            <a:lvl2pPr marL="457200" indent="-228594">
              <a:lnSpc>
                <a:spcPct val="100000"/>
              </a:lnSpc>
              <a:buFont typeface="Wingdings" panose="05000000000000000000" pitchFamily="2" charset="2"/>
              <a:buChar char="Ø"/>
              <a:defRPr sz="1100"/>
            </a:lvl2pPr>
            <a:lvl3pPr marL="685800" indent="-228594">
              <a:lnSpc>
                <a:spcPct val="100000"/>
              </a:lnSpc>
              <a:buFont typeface="Wingdings" panose="05000000000000000000" pitchFamily="2" charset="2"/>
              <a:buChar char="§"/>
              <a:defRPr sz="1000"/>
            </a:lvl3pPr>
            <a:lvl4pPr marL="914400" indent="-228594">
              <a:lnSpc>
                <a:spcPct val="100000"/>
              </a:lnSpc>
              <a:buFont typeface="Courier New" panose="02070309020205020404" pitchFamily="49" charset="0"/>
              <a:buChar char="o"/>
              <a:defRPr sz="900"/>
            </a:lvl4pPr>
            <a:lvl5pPr marL="1143000">
              <a:lnSpc>
                <a:spcPct val="100000"/>
              </a:lnSpc>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5" name="Freeform 14"/>
          <p:cNvSpPr/>
          <p:nvPr userDrawn="1"/>
        </p:nvSpPr>
        <p:spPr>
          <a:xfrm>
            <a:off x="157240" y="3763328"/>
            <a:ext cx="11833225"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lvl="0" algn="ctr"/>
            <a:endParaRPr lang="en-GB" sz="1013"/>
          </a:p>
        </p:txBody>
      </p:sp>
      <p:sp>
        <p:nvSpPr>
          <p:cNvPr id="16" name="Text Placeholder 6"/>
          <p:cNvSpPr>
            <a:spLocks noGrp="1"/>
          </p:cNvSpPr>
          <p:nvPr>
            <p:ph type="body" sz="quarter" idx="18"/>
          </p:nvPr>
        </p:nvSpPr>
        <p:spPr>
          <a:xfrm>
            <a:off x="171576" y="3763328"/>
            <a:ext cx="11814049" cy="466344"/>
          </a:xfrm>
          <a:prstGeom prst="rect">
            <a:avLst/>
          </a:prstGeom>
        </p:spPr>
        <p:txBody>
          <a:bodyPr anchor="b"/>
          <a:lstStyle>
            <a:lvl1pPr marL="0" indent="0" algn="ctr">
              <a:buNone/>
              <a:defRPr sz="1300" b="1"/>
            </a:lvl1pPr>
          </a:lstStyle>
          <a:p>
            <a:pPr lvl="0"/>
            <a:r>
              <a:rPr lang="en-US" dirty="0"/>
              <a:t>Edit Master text styles</a:t>
            </a:r>
            <a:endParaRPr lang="en-IN" dirty="0"/>
          </a:p>
        </p:txBody>
      </p:sp>
      <p:sp>
        <p:nvSpPr>
          <p:cNvPr id="17" name="Content Placeholder 7"/>
          <p:cNvSpPr>
            <a:spLocks noGrp="1"/>
          </p:cNvSpPr>
          <p:nvPr>
            <p:ph sz="quarter" idx="19"/>
          </p:nvPr>
        </p:nvSpPr>
        <p:spPr>
          <a:xfrm>
            <a:off x="152399" y="4258628"/>
            <a:ext cx="11833225" cy="1965960"/>
          </a:xfrm>
          <a:prstGeom prst="rect">
            <a:avLst/>
          </a:prstGeom>
        </p:spPr>
        <p:txBody>
          <a:bodyPr/>
          <a:lstStyle>
            <a:lvl1pPr marL="228594" indent="-228594">
              <a:lnSpc>
                <a:spcPct val="100000"/>
              </a:lnSpc>
              <a:buFont typeface="Wingdings" panose="05000000000000000000" pitchFamily="2" charset="2"/>
              <a:buChar char="q"/>
              <a:defRPr sz="1200"/>
            </a:lvl1pPr>
            <a:lvl2pPr marL="457200" indent="-228594">
              <a:lnSpc>
                <a:spcPct val="100000"/>
              </a:lnSpc>
              <a:buFont typeface="Wingdings" panose="05000000000000000000" pitchFamily="2" charset="2"/>
              <a:buChar char="Ø"/>
              <a:defRPr sz="1100"/>
            </a:lvl2pPr>
            <a:lvl3pPr marL="685800" indent="-228594">
              <a:lnSpc>
                <a:spcPct val="100000"/>
              </a:lnSpc>
              <a:buFont typeface="Wingdings" panose="05000000000000000000" pitchFamily="2" charset="2"/>
              <a:buChar char="§"/>
              <a:defRPr sz="1000"/>
            </a:lvl3pPr>
            <a:lvl4pPr marL="914400" indent="-228594">
              <a:lnSpc>
                <a:spcPct val="100000"/>
              </a:lnSpc>
              <a:buFont typeface="Courier New" panose="02070309020205020404" pitchFamily="49" charset="0"/>
              <a:buChar char="o"/>
              <a:defRPr sz="900"/>
            </a:lvl4pPr>
            <a:lvl5pPr marL="1143000">
              <a:lnSpc>
                <a:spcPct val="100000"/>
              </a:lnSpc>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8" name="Freeform 17"/>
          <p:cNvSpPr/>
          <p:nvPr userDrawn="1"/>
        </p:nvSpPr>
        <p:spPr>
          <a:xfrm>
            <a:off x="3130296" y="1066800"/>
            <a:ext cx="2880360"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lvl="0" algn="ctr"/>
            <a:endParaRPr lang="en-GB" sz="1013"/>
          </a:p>
        </p:txBody>
      </p:sp>
      <p:sp>
        <p:nvSpPr>
          <p:cNvPr id="19" name="Text Placeholder 6"/>
          <p:cNvSpPr>
            <a:spLocks noGrp="1"/>
          </p:cNvSpPr>
          <p:nvPr>
            <p:ph type="body" sz="quarter" idx="20"/>
          </p:nvPr>
        </p:nvSpPr>
        <p:spPr>
          <a:xfrm>
            <a:off x="3130296" y="1066800"/>
            <a:ext cx="2880360" cy="466344"/>
          </a:xfrm>
          <a:prstGeom prst="rect">
            <a:avLst/>
          </a:prstGeom>
        </p:spPr>
        <p:txBody>
          <a:bodyPr anchor="b"/>
          <a:lstStyle>
            <a:lvl1pPr marL="0" indent="0" algn="ctr">
              <a:buNone/>
              <a:defRPr sz="1300" b="1"/>
            </a:lvl1pPr>
          </a:lstStyle>
          <a:p>
            <a:pPr lvl="0"/>
            <a:r>
              <a:rPr lang="en-US" dirty="0"/>
              <a:t>Edit Master text styles</a:t>
            </a:r>
            <a:endParaRPr lang="en-IN" dirty="0"/>
          </a:p>
        </p:txBody>
      </p:sp>
      <p:sp>
        <p:nvSpPr>
          <p:cNvPr id="20" name="Content Placeholder 7"/>
          <p:cNvSpPr>
            <a:spLocks noGrp="1"/>
          </p:cNvSpPr>
          <p:nvPr>
            <p:ph sz="quarter" idx="21"/>
          </p:nvPr>
        </p:nvSpPr>
        <p:spPr>
          <a:xfrm>
            <a:off x="3130296" y="1562100"/>
            <a:ext cx="2880360" cy="1965960"/>
          </a:xfrm>
          <a:prstGeom prst="rect">
            <a:avLst/>
          </a:prstGeom>
        </p:spPr>
        <p:txBody>
          <a:bodyPr/>
          <a:lstStyle>
            <a:lvl1pPr marL="228594" indent="-228594">
              <a:lnSpc>
                <a:spcPct val="100000"/>
              </a:lnSpc>
              <a:buFont typeface="Wingdings" panose="05000000000000000000" pitchFamily="2" charset="2"/>
              <a:buChar char="q"/>
              <a:defRPr sz="1200"/>
            </a:lvl1pPr>
            <a:lvl2pPr marL="457200" indent="-228594">
              <a:lnSpc>
                <a:spcPct val="100000"/>
              </a:lnSpc>
              <a:buFont typeface="Wingdings" panose="05000000000000000000" pitchFamily="2" charset="2"/>
              <a:buChar char="Ø"/>
              <a:defRPr sz="1100"/>
            </a:lvl2pPr>
            <a:lvl3pPr marL="685800" indent="-228594">
              <a:lnSpc>
                <a:spcPct val="100000"/>
              </a:lnSpc>
              <a:buFont typeface="Wingdings" panose="05000000000000000000" pitchFamily="2" charset="2"/>
              <a:buChar char="§"/>
              <a:defRPr sz="1000"/>
            </a:lvl3pPr>
            <a:lvl4pPr marL="914400" indent="-228594">
              <a:lnSpc>
                <a:spcPct val="100000"/>
              </a:lnSpc>
              <a:buFont typeface="Courier New" panose="02070309020205020404" pitchFamily="49" charset="0"/>
              <a:buChar char="o"/>
              <a:defRPr sz="900"/>
            </a:lvl4pPr>
            <a:lvl5pPr marL="1143000">
              <a:lnSpc>
                <a:spcPct val="100000"/>
              </a:lnSpc>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1" name="Freeform 20"/>
          <p:cNvSpPr/>
          <p:nvPr userDrawn="1"/>
        </p:nvSpPr>
        <p:spPr>
          <a:xfrm>
            <a:off x="6108192" y="1066800"/>
            <a:ext cx="2880360"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lvl="0" algn="ctr"/>
            <a:endParaRPr lang="en-GB" sz="1013"/>
          </a:p>
        </p:txBody>
      </p:sp>
      <p:sp>
        <p:nvSpPr>
          <p:cNvPr id="22" name="Text Placeholder 6"/>
          <p:cNvSpPr>
            <a:spLocks noGrp="1"/>
          </p:cNvSpPr>
          <p:nvPr>
            <p:ph type="body" sz="quarter" idx="22"/>
          </p:nvPr>
        </p:nvSpPr>
        <p:spPr>
          <a:xfrm>
            <a:off x="6108192" y="1066800"/>
            <a:ext cx="2880360" cy="466344"/>
          </a:xfrm>
          <a:prstGeom prst="rect">
            <a:avLst/>
          </a:prstGeom>
        </p:spPr>
        <p:txBody>
          <a:bodyPr anchor="b"/>
          <a:lstStyle>
            <a:lvl1pPr marL="0" indent="0" algn="ctr">
              <a:buNone/>
              <a:defRPr sz="1300" b="1"/>
            </a:lvl1pPr>
          </a:lstStyle>
          <a:p>
            <a:pPr lvl="0"/>
            <a:r>
              <a:rPr lang="en-US" dirty="0"/>
              <a:t>Edit Master text styles</a:t>
            </a:r>
            <a:endParaRPr lang="en-IN" dirty="0"/>
          </a:p>
        </p:txBody>
      </p:sp>
      <p:sp>
        <p:nvSpPr>
          <p:cNvPr id="23" name="Content Placeholder 7"/>
          <p:cNvSpPr>
            <a:spLocks noGrp="1"/>
          </p:cNvSpPr>
          <p:nvPr>
            <p:ph sz="quarter" idx="23"/>
          </p:nvPr>
        </p:nvSpPr>
        <p:spPr>
          <a:xfrm>
            <a:off x="6108192" y="1562100"/>
            <a:ext cx="2880360" cy="1965960"/>
          </a:xfrm>
          <a:prstGeom prst="rect">
            <a:avLst/>
          </a:prstGeom>
        </p:spPr>
        <p:txBody>
          <a:bodyPr/>
          <a:lstStyle>
            <a:lvl1pPr marL="228594" indent="-228594">
              <a:lnSpc>
                <a:spcPct val="100000"/>
              </a:lnSpc>
              <a:buFont typeface="Wingdings" panose="05000000000000000000" pitchFamily="2" charset="2"/>
              <a:buChar char="q"/>
              <a:defRPr sz="1200"/>
            </a:lvl1pPr>
            <a:lvl2pPr marL="457200" indent="-228594">
              <a:lnSpc>
                <a:spcPct val="100000"/>
              </a:lnSpc>
              <a:buFont typeface="Wingdings" panose="05000000000000000000" pitchFamily="2" charset="2"/>
              <a:buChar char="Ø"/>
              <a:defRPr sz="1100"/>
            </a:lvl2pPr>
            <a:lvl3pPr marL="685800" indent="-228594">
              <a:lnSpc>
                <a:spcPct val="100000"/>
              </a:lnSpc>
              <a:buFont typeface="Wingdings" panose="05000000000000000000" pitchFamily="2" charset="2"/>
              <a:buChar char="§"/>
              <a:defRPr sz="1000"/>
            </a:lvl3pPr>
            <a:lvl4pPr marL="914400" indent="-228594">
              <a:lnSpc>
                <a:spcPct val="100000"/>
              </a:lnSpc>
              <a:buFont typeface="Courier New" panose="02070309020205020404" pitchFamily="49" charset="0"/>
              <a:buChar char="o"/>
              <a:defRPr sz="900"/>
            </a:lvl4pPr>
            <a:lvl5pPr marL="1143000">
              <a:lnSpc>
                <a:spcPct val="100000"/>
              </a:lnSpc>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4" name="Freeform 23"/>
          <p:cNvSpPr/>
          <p:nvPr userDrawn="1"/>
        </p:nvSpPr>
        <p:spPr>
          <a:xfrm>
            <a:off x="9090929" y="1066800"/>
            <a:ext cx="2880360"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lvl="0" algn="ctr"/>
            <a:endParaRPr lang="en-GB" sz="1013"/>
          </a:p>
        </p:txBody>
      </p:sp>
      <p:sp>
        <p:nvSpPr>
          <p:cNvPr id="25" name="Text Placeholder 6"/>
          <p:cNvSpPr>
            <a:spLocks noGrp="1"/>
          </p:cNvSpPr>
          <p:nvPr>
            <p:ph type="body" sz="quarter" idx="24"/>
          </p:nvPr>
        </p:nvSpPr>
        <p:spPr>
          <a:xfrm>
            <a:off x="9105265" y="1066800"/>
            <a:ext cx="2880360" cy="466344"/>
          </a:xfrm>
          <a:prstGeom prst="rect">
            <a:avLst/>
          </a:prstGeom>
        </p:spPr>
        <p:txBody>
          <a:bodyPr anchor="b"/>
          <a:lstStyle>
            <a:lvl1pPr marL="0" indent="0" algn="ctr">
              <a:buNone/>
              <a:defRPr sz="1300" b="1"/>
            </a:lvl1pPr>
          </a:lstStyle>
          <a:p>
            <a:pPr lvl="0"/>
            <a:r>
              <a:rPr lang="en-US" dirty="0"/>
              <a:t>Edit Master text styles</a:t>
            </a:r>
            <a:endParaRPr lang="en-IN" dirty="0"/>
          </a:p>
        </p:txBody>
      </p:sp>
      <p:sp>
        <p:nvSpPr>
          <p:cNvPr id="26" name="Content Placeholder 7"/>
          <p:cNvSpPr>
            <a:spLocks noGrp="1"/>
          </p:cNvSpPr>
          <p:nvPr>
            <p:ph sz="quarter" idx="25"/>
          </p:nvPr>
        </p:nvSpPr>
        <p:spPr>
          <a:xfrm>
            <a:off x="9086088" y="1562100"/>
            <a:ext cx="2880360" cy="1965960"/>
          </a:xfrm>
          <a:prstGeom prst="rect">
            <a:avLst/>
          </a:prstGeom>
        </p:spPr>
        <p:txBody>
          <a:bodyPr/>
          <a:lstStyle>
            <a:lvl1pPr marL="228594" indent="-228594">
              <a:lnSpc>
                <a:spcPct val="100000"/>
              </a:lnSpc>
              <a:buFont typeface="Wingdings" panose="05000000000000000000" pitchFamily="2" charset="2"/>
              <a:buChar char="q"/>
              <a:defRPr sz="1200"/>
            </a:lvl1pPr>
            <a:lvl2pPr marL="457200" indent="-228594">
              <a:lnSpc>
                <a:spcPct val="100000"/>
              </a:lnSpc>
              <a:buFont typeface="Wingdings" panose="05000000000000000000" pitchFamily="2" charset="2"/>
              <a:buChar char="Ø"/>
              <a:defRPr sz="1100"/>
            </a:lvl2pPr>
            <a:lvl3pPr marL="685800" indent="-228594">
              <a:lnSpc>
                <a:spcPct val="100000"/>
              </a:lnSpc>
              <a:buFont typeface="Wingdings" panose="05000000000000000000" pitchFamily="2" charset="2"/>
              <a:buChar char="§"/>
              <a:defRPr sz="1000"/>
            </a:lvl3pPr>
            <a:lvl4pPr marL="914400" indent="-228594">
              <a:lnSpc>
                <a:spcPct val="100000"/>
              </a:lnSpc>
              <a:buFont typeface="Courier New" panose="02070309020205020404" pitchFamily="49" charset="0"/>
              <a:buChar char="o"/>
              <a:defRPr sz="900"/>
            </a:lvl4pPr>
            <a:lvl5pPr marL="1143000">
              <a:lnSpc>
                <a:spcPct val="100000"/>
              </a:lnSpc>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4237346789"/>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8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Footer Placeholder 2"/>
          <p:cNvSpPr>
            <a:spLocks noGrp="1"/>
          </p:cNvSpPr>
          <p:nvPr>
            <p:ph type="ftr" sz="quarter" idx="10"/>
          </p:nvPr>
        </p:nvSpPr>
        <p:spPr/>
        <p:txBody>
          <a:bodyPr/>
          <a:lstStyle/>
          <a:p>
            <a:r>
              <a:rPr lang="en-US" dirty="0"/>
              <a:t>©2025 Fact.MR, All Rights Reserved</a:t>
            </a:r>
          </a:p>
        </p:txBody>
      </p:sp>
      <p:sp>
        <p:nvSpPr>
          <p:cNvPr id="4" name="Slide Number Placeholder 3"/>
          <p:cNvSpPr>
            <a:spLocks noGrp="1"/>
          </p:cNvSpPr>
          <p:nvPr>
            <p:ph type="sldNum" sz="quarter" idx="11"/>
          </p:nvPr>
        </p:nvSpPr>
        <p:spPr/>
        <p:txBody>
          <a:bodyPr/>
          <a:lstStyle/>
          <a:p>
            <a:fld id="{4B17068C-EB94-40A3-A5F2-664CDD77FDAC}" type="slidenum">
              <a:rPr lang="en-US" smtClean="0"/>
              <a:pPr/>
              <a:t>‹#›</a:t>
            </a:fld>
            <a:endParaRPr lang="en-US" dirty="0"/>
          </a:p>
        </p:txBody>
      </p:sp>
      <p:sp>
        <p:nvSpPr>
          <p:cNvPr id="5" name="Freeform 4"/>
          <p:cNvSpPr/>
          <p:nvPr userDrawn="1"/>
        </p:nvSpPr>
        <p:spPr>
          <a:xfrm>
            <a:off x="157241" y="1066800"/>
            <a:ext cx="3767328"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lvl="0" algn="ctr"/>
            <a:endParaRPr lang="en-GB" sz="1013"/>
          </a:p>
        </p:txBody>
      </p:sp>
      <p:sp>
        <p:nvSpPr>
          <p:cNvPr id="7" name="Text Placeholder 6"/>
          <p:cNvSpPr>
            <a:spLocks noGrp="1"/>
          </p:cNvSpPr>
          <p:nvPr>
            <p:ph type="body" sz="quarter" idx="12"/>
          </p:nvPr>
        </p:nvSpPr>
        <p:spPr>
          <a:xfrm>
            <a:off x="171576" y="1066800"/>
            <a:ext cx="3767328" cy="466344"/>
          </a:xfrm>
          <a:prstGeom prst="rect">
            <a:avLst/>
          </a:prstGeom>
        </p:spPr>
        <p:txBody>
          <a:bodyPr anchor="b"/>
          <a:lstStyle>
            <a:lvl1pPr marL="0" indent="0" algn="ctr">
              <a:buNone/>
              <a:defRPr sz="1300" b="1"/>
            </a:lvl1pPr>
          </a:lstStyle>
          <a:p>
            <a:pPr lvl="0"/>
            <a:r>
              <a:rPr lang="en-US" dirty="0"/>
              <a:t>Edit Master text styles</a:t>
            </a:r>
            <a:endParaRPr lang="en-IN" dirty="0"/>
          </a:p>
        </p:txBody>
      </p:sp>
      <p:sp>
        <p:nvSpPr>
          <p:cNvPr id="8" name="Content Placeholder 7"/>
          <p:cNvSpPr>
            <a:spLocks noGrp="1"/>
          </p:cNvSpPr>
          <p:nvPr>
            <p:ph sz="quarter" idx="13"/>
          </p:nvPr>
        </p:nvSpPr>
        <p:spPr>
          <a:xfrm>
            <a:off x="152400" y="1562100"/>
            <a:ext cx="3767328" cy="4662488"/>
          </a:xfrm>
          <a:prstGeom prst="rect">
            <a:avLst/>
          </a:prstGeom>
        </p:spPr>
        <p:txBody>
          <a:bodyPr/>
          <a:lstStyle>
            <a:lvl1pPr marL="228594" indent="-228594">
              <a:lnSpc>
                <a:spcPct val="100000"/>
              </a:lnSpc>
              <a:buFont typeface="Wingdings" panose="05000000000000000000" pitchFamily="2" charset="2"/>
              <a:buChar char="q"/>
              <a:defRPr sz="1200"/>
            </a:lvl1pPr>
            <a:lvl2pPr marL="457200" indent="-228594">
              <a:lnSpc>
                <a:spcPct val="100000"/>
              </a:lnSpc>
              <a:buFont typeface="Wingdings" panose="05000000000000000000" pitchFamily="2" charset="2"/>
              <a:buChar char="Ø"/>
              <a:defRPr sz="1100"/>
            </a:lvl2pPr>
            <a:lvl3pPr marL="685800" indent="-228594">
              <a:lnSpc>
                <a:spcPct val="100000"/>
              </a:lnSpc>
              <a:buFont typeface="Wingdings" panose="05000000000000000000" pitchFamily="2" charset="2"/>
              <a:buChar char="§"/>
              <a:defRPr sz="1000"/>
            </a:lvl3pPr>
            <a:lvl4pPr marL="914400" indent="-228594">
              <a:lnSpc>
                <a:spcPct val="100000"/>
              </a:lnSpc>
              <a:buFont typeface="Courier New" panose="02070309020205020404" pitchFamily="49" charset="0"/>
              <a:buChar char="o"/>
              <a:defRPr sz="900"/>
            </a:lvl4pPr>
            <a:lvl5pPr marL="1143000">
              <a:lnSpc>
                <a:spcPct val="100000"/>
              </a:lnSpc>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Freeform 8"/>
          <p:cNvSpPr/>
          <p:nvPr userDrawn="1"/>
        </p:nvSpPr>
        <p:spPr>
          <a:xfrm>
            <a:off x="4204525" y="1066800"/>
            <a:ext cx="7781100"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lvl="0" algn="ctr"/>
            <a:endParaRPr lang="en-GB" sz="1013"/>
          </a:p>
        </p:txBody>
      </p:sp>
      <p:sp>
        <p:nvSpPr>
          <p:cNvPr id="10" name="Text Placeholder 6"/>
          <p:cNvSpPr>
            <a:spLocks noGrp="1"/>
          </p:cNvSpPr>
          <p:nvPr>
            <p:ph type="body" sz="quarter" idx="14"/>
          </p:nvPr>
        </p:nvSpPr>
        <p:spPr>
          <a:xfrm>
            <a:off x="4204525" y="1066800"/>
            <a:ext cx="7781100" cy="466344"/>
          </a:xfrm>
          <a:prstGeom prst="rect">
            <a:avLst/>
          </a:prstGeom>
        </p:spPr>
        <p:txBody>
          <a:bodyPr anchor="b"/>
          <a:lstStyle>
            <a:lvl1pPr marL="0" indent="0" algn="ctr">
              <a:buNone/>
              <a:defRPr sz="1300" b="1"/>
            </a:lvl1pPr>
          </a:lstStyle>
          <a:p>
            <a:pPr lvl="0"/>
            <a:r>
              <a:rPr lang="en-US" dirty="0"/>
              <a:t>Edit Master text styles</a:t>
            </a:r>
            <a:endParaRPr lang="en-IN" dirty="0"/>
          </a:p>
        </p:txBody>
      </p:sp>
      <p:sp>
        <p:nvSpPr>
          <p:cNvPr id="11" name="Content Placeholder 7"/>
          <p:cNvSpPr>
            <a:spLocks noGrp="1"/>
          </p:cNvSpPr>
          <p:nvPr>
            <p:ph sz="quarter" idx="15"/>
          </p:nvPr>
        </p:nvSpPr>
        <p:spPr>
          <a:xfrm>
            <a:off x="4204525" y="1562100"/>
            <a:ext cx="7781100" cy="1965960"/>
          </a:xfrm>
          <a:prstGeom prst="rect">
            <a:avLst/>
          </a:prstGeom>
        </p:spPr>
        <p:txBody>
          <a:bodyPr/>
          <a:lstStyle>
            <a:lvl1pPr marL="228594" indent="-228594">
              <a:lnSpc>
                <a:spcPct val="100000"/>
              </a:lnSpc>
              <a:buFont typeface="Wingdings" panose="05000000000000000000" pitchFamily="2" charset="2"/>
              <a:buChar char="q"/>
              <a:defRPr sz="1200"/>
            </a:lvl1pPr>
            <a:lvl2pPr marL="457200" indent="-228594">
              <a:lnSpc>
                <a:spcPct val="100000"/>
              </a:lnSpc>
              <a:buFont typeface="Wingdings" panose="05000000000000000000" pitchFamily="2" charset="2"/>
              <a:buChar char="Ø"/>
              <a:defRPr sz="1100"/>
            </a:lvl2pPr>
            <a:lvl3pPr marL="685800" indent="-228594">
              <a:lnSpc>
                <a:spcPct val="100000"/>
              </a:lnSpc>
              <a:buFont typeface="Wingdings" panose="05000000000000000000" pitchFamily="2" charset="2"/>
              <a:buChar char="§"/>
              <a:defRPr sz="1000"/>
            </a:lvl3pPr>
            <a:lvl4pPr marL="914400" indent="-228594">
              <a:lnSpc>
                <a:spcPct val="100000"/>
              </a:lnSpc>
              <a:buFont typeface="Courier New" panose="02070309020205020404" pitchFamily="49" charset="0"/>
              <a:buChar char="o"/>
              <a:defRPr sz="900"/>
            </a:lvl4pPr>
            <a:lvl5pPr marL="1143000">
              <a:lnSpc>
                <a:spcPct val="100000"/>
              </a:lnSpc>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4" name="Freeform 13"/>
          <p:cNvSpPr/>
          <p:nvPr userDrawn="1"/>
        </p:nvSpPr>
        <p:spPr>
          <a:xfrm>
            <a:off x="4204525" y="3763328"/>
            <a:ext cx="7781100"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lvl="0" algn="ctr"/>
            <a:endParaRPr lang="en-GB" sz="1013"/>
          </a:p>
        </p:txBody>
      </p:sp>
      <p:sp>
        <p:nvSpPr>
          <p:cNvPr id="18" name="Text Placeholder 6"/>
          <p:cNvSpPr>
            <a:spLocks noGrp="1"/>
          </p:cNvSpPr>
          <p:nvPr>
            <p:ph type="body" sz="quarter" idx="16"/>
          </p:nvPr>
        </p:nvSpPr>
        <p:spPr>
          <a:xfrm>
            <a:off x="4204525" y="3763328"/>
            <a:ext cx="7781100" cy="466344"/>
          </a:xfrm>
          <a:prstGeom prst="rect">
            <a:avLst/>
          </a:prstGeom>
        </p:spPr>
        <p:txBody>
          <a:bodyPr anchor="b"/>
          <a:lstStyle>
            <a:lvl1pPr marL="0" indent="0" algn="ctr">
              <a:buNone/>
              <a:defRPr sz="1300" b="1"/>
            </a:lvl1pPr>
          </a:lstStyle>
          <a:p>
            <a:pPr lvl="0"/>
            <a:r>
              <a:rPr lang="en-US" dirty="0"/>
              <a:t>Edit Master text styles</a:t>
            </a:r>
            <a:endParaRPr lang="en-IN" dirty="0"/>
          </a:p>
        </p:txBody>
      </p:sp>
      <p:sp>
        <p:nvSpPr>
          <p:cNvPr id="19" name="Content Placeholder 7"/>
          <p:cNvSpPr>
            <a:spLocks noGrp="1"/>
          </p:cNvSpPr>
          <p:nvPr>
            <p:ph sz="quarter" idx="17"/>
          </p:nvPr>
        </p:nvSpPr>
        <p:spPr>
          <a:xfrm>
            <a:off x="4204525" y="4258628"/>
            <a:ext cx="7781100" cy="1965960"/>
          </a:xfrm>
          <a:prstGeom prst="rect">
            <a:avLst/>
          </a:prstGeom>
        </p:spPr>
        <p:txBody>
          <a:bodyPr/>
          <a:lstStyle>
            <a:lvl1pPr marL="228594" indent="-228594">
              <a:lnSpc>
                <a:spcPct val="100000"/>
              </a:lnSpc>
              <a:buFont typeface="Wingdings" panose="05000000000000000000" pitchFamily="2" charset="2"/>
              <a:buChar char="q"/>
              <a:defRPr sz="1200"/>
            </a:lvl1pPr>
            <a:lvl2pPr marL="457200" indent="-228594">
              <a:lnSpc>
                <a:spcPct val="100000"/>
              </a:lnSpc>
              <a:buFont typeface="Wingdings" panose="05000000000000000000" pitchFamily="2" charset="2"/>
              <a:buChar char="Ø"/>
              <a:defRPr sz="1100"/>
            </a:lvl2pPr>
            <a:lvl3pPr marL="685800" indent="-228594">
              <a:lnSpc>
                <a:spcPct val="100000"/>
              </a:lnSpc>
              <a:buFont typeface="Wingdings" panose="05000000000000000000" pitchFamily="2" charset="2"/>
              <a:buChar char="§"/>
              <a:defRPr sz="1000"/>
            </a:lvl3pPr>
            <a:lvl4pPr marL="914400" indent="-228594">
              <a:lnSpc>
                <a:spcPct val="100000"/>
              </a:lnSpc>
              <a:buFont typeface="Courier New" panose="02070309020205020404" pitchFamily="49" charset="0"/>
              <a:buChar char="o"/>
              <a:defRPr sz="900"/>
            </a:lvl4pPr>
            <a:lvl5pPr marL="1143000">
              <a:lnSpc>
                <a:spcPct val="100000"/>
              </a:lnSpc>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142760150"/>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9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Footer Placeholder 2"/>
          <p:cNvSpPr>
            <a:spLocks noGrp="1"/>
          </p:cNvSpPr>
          <p:nvPr>
            <p:ph type="ftr" sz="quarter" idx="10"/>
          </p:nvPr>
        </p:nvSpPr>
        <p:spPr/>
        <p:txBody>
          <a:bodyPr/>
          <a:lstStyle/>
          <a:p>
            <a:r>
              <a:rPr lang="en-US" dirty="0"/>
              <a:t>©2025 Fact.MR, All Rights Reserved</a:t>
            </a:r>
          </a:p>
        </p:txBody>
      </p:sp>
      <p:sp>
        <p:nvSpPr>
          <p:cNvPr id="4" name="Slide Number Placeholder 3"/>
          <p:cNvSpPr>
            <a:spLocks noGrp="1"/>
          </p:cNvSpPr>
          <p:nvPr>
            <p:ph type="sldNum" sz="quarter" idx="11"/>
          </p:nvPr>
        </p:nvSpPr>
        <p:spPr/>
        <p:txBody>
          <a:bodyPr/>
          <a:lstStyle/>
          <a:p>
            <a:fld id="{4B17068C-EB94-40A3-A5F2-664CDD77FDAC}" type="slidenum">
              <a:rPr lang="en-US" smtClean="0"/>
              <a:pPr/>
              <a:t>‹#›</a:t>
            </a:fld>
            <a:endParaRPr lang="en-US" dirty="0"/>
          </a:p>
        </p:txBody>
      </p:sp>
      <p:sp>
        <p:nvSpPr>
          <p:cNvPr id="5" name="Freeform 4"/>
          <p:cNvSpPr/>
          <p:nvPr userDrawn="1"/>
        </p:nvSpPr>
        <p:spPr>
          <a:xfrm>
            <a:off x="157241" y="1066800"/>
            <a:ext cx="5787244"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lvl="0" algn="ctr"/>
            <a:endParaRPr lang="en-GB" sz="1013"/>
          </a:p>
        </p:txBody>
      </p:sp>
      <p:sp>
        <p:nvSpPr>
          <p:cNvPr id="7" name="Text Placeholder 6"/>
          <p:cNvSpPr>
            <a:spLocks noGrp="1"/>
          </p:cNvSpPr>
          <p:nvPr>
            <p:ph type="body" sz="quarter" idx="12"/>
          </p:nvPr>
        </p:nvSpPr>
        <p:spPr>
          <a:xfrm>
            <a:off x="171577" y="1066800"/>
            <a:ext cx="5780230" cy="466344"/>
          </a:xfrm>
          <a:prstGeom prst="rect">
            <a:avLst/>
          </a:prstGeom>
        </p:spPr>
        <p:txBody>
          <a:bodyPr anchor="b"/>
          <a:lstStyle>
            <a:lvl1pPr marL="0" indent="0" algn="ctr">
              <a:buNone/>
              <a:defRPr sz="1300" b="1"/>
            </a:lvl1pPr>
          </a:lstStyle>
          <a:p>
            <a:pPr lvl="0"/>
            <a:r>
              <a:rPr lang="en-US" dirty="0"/>
              <a:t>Edit Master text styles</a:t>
            </a:r>
            <a:endParaRPr lang="en-IN" dirty="0"/>
          </a:p>
        </p:txBody>
      </p:sp>
      <p:sp>
        <p:nvSpPr>
          <p:cNvPr id="8" name="Content Placeholder 7"/>
          <p:cNvSpPr>
            <a:spLocks noGrp="1"/>
          </p:cNvSpPr>
          <p:nvPr>
            <p:ph sz="quarter" idx="13"/>
          </p:nvPr>
        </p:nvSpPr>
        <p:spPr>
          <a:xfrm>
            <a:off x="152400" y="1562100"/>
            <a:ext cx="5789613" cy="1965960"/>
          </a:xfrm>
          <a:prstGeom prst="rect">
            <a:avLst/>
          </a:prstGeom>
        </p:spPr>
        <p:txBody>
          <a:bodyPr/>
          <a:lstStyle>
            <a:lvl1pPr marL="228594" indent="-228594">
              <a:lnSpc>
                <a:spcPct val="100000"/>
              </a:lnSpc>
              <a:buFont typeface="Wingdings" panose="05000000000000000000" pitchFamily="2" charset="2"/>
              <a:buChar char="q"/>
              <a:defRPr sz="1200"/>
            </a:lvl1pPr>
            <a:lvl2pPr marL="457200" indent="-228594">
              <a:lnSpc>
                <a:spcPct val="100000"/>
              </a:lnSpc>
              <a:buFont typeface="Wingdings" panose="05000000000000000000" pitchFamily="2" charset="2"/>
              <a:buChar char="Ø"/>
              <a:defRPr sz="1100"/>
            </a:lvl2pPr>
            <a:lvl3pPr marL="685800" indent="-228594">
              <a:lnSpc>
                <a:spcPct val="100000"/>
              </a:lnSpc>
              <a:buFont typeface="Wingdings" panose="05000000000000000000" pitchFamily="2" charset="2"/>
              <a:buChar char="§"/>
              <a:defRPr sz="1000"/>
            </a:lvl3pPr>
            <a:lvl4pPr marL="914400" indent="-228594">
              <a:lnSpc>
                <a:spcPct val="100000"/>
              </a:lnSpc>
              <a:buFont typeface="Courier New" panose="02070309020205020404" pitchFamily="49" charset="0"/>
              <a:buChar char="o"/>
              <a:defRPr sz="900"/>
            </a:lvl4pPr>
            <a:lvl5pPr marL="1143000">
              <a:lnSpc>
                <a:spcPct val="100000"/>
              </a:lnSpc>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Freeform 8"/>
          <p:cNvSpPr/>
          <p:nvPr userDrawn="1"/>
        </p:nvSpPr>
        <p:spPr>
          <a:xfrm>
            <a:off x="6200853" y="1066800"/>
            <a:ext cx="5787244"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lvl="0" algn="ctr"/>
            <a:endParaRPr lang="en-GB" sz="1013"/>
          </a:p>
        </p:txBody>
      </p:sp>
      <p:sp>
        <p:nvSpPr>
          <p:cNvPr id="10" name="Text Placeholder 6"/>
          <p:cNvSpPr>
            <a:spLocks noGrp="1"/>
          </p:cNvSpPr>
          <p:nvPr>
            <p:ph type="body" sz="quarter" idx="14"/>
          </p:nvPr>
        </p:nvSpPr>
        <p:spPr>
          <a:xfrm>
            <a:off x="6215189" y="1066800"/>
            <a:ext cx="5770436" cy="466344"/>
          </a:xfrm>
          <a:prstGeom prst="rect">
            <a:avLst/>
          </a:prstGeom>
        </p:spPr>
        <p:txBody>
          <a:bodyPr anchor="b"/>
          <a:lstStyle>
            <a:lvl1pPr marL="0" indent="0" algn="ctr">
              <a:buNone/>
              <a:defRPr sz="1300" b="1"/>
            </a:lvl1pPr>
          </a:lstStyle>
          <a:p>
            <a:pPr lvl="0"/>
            <a:r>
              <a:rPr lang="en-US" dirty="0"/>
              <a:t>Edit Master text styles</a:t>
            </a:r>
            <a:endParaRPr lang="en-IN" dirty="0"/>
          </a:p>
        </p:txBody>
      </p:sp>
      <p:sp>
        <p:nvSpPr>
          <p:cNvPr id="11" name="Content Placeholder 7"/>
          <p:cNvSpPr>
            <a:spLocks noGrp="1"/>
          </p:cNvSpPr>
          <p:nvPr>
            <p:ph sz="quarter" idx="15"/>
          </p:nvPr>
        </p:nvSpPr>
        <p:spPr>
          <a:xfrm>
            <a:off x="6196012" y="1562100"/>
            <a:ext cx="5789613" cy="1965960"/>
          </a:xfrm>
          <a:prstGeom prst="rect">
            <a:avLst/>
          </a:prstGeom>
        </p:spPr>
        <p:txBody>
          <a:bodyPr/>
          <a:lstStyle>
            <a:lvl1pPr marL="228594" indent="-228594">
              <a:lnSpc>
                <a:spcPct val="100000"/>
              </a:lnSpc>
              <a:buFont typeface="Wingdings" panose="05000000000000000000" pitchFamily="2" charset="2"/>
              <a:buChar char="q"/>
              <a:defRPr sz="1200"/>
            </a:lvl1pPr>
            <a:lvl2pPr marL="457200" indent="-228594">
              <a:lnSpc>
                <a:spcPct val="100000"/>
              </a:lnSpc>
              <a:buFont typeface="Wingdings" panose="05000000000000000000" pitchFamily="2" charset="2"/>
              <a:buChar char="Ø"/>
              <a:defRPr sz="1100"/>
            </a:lvl2pPr>
            <a:lvl3pPr marL="685800" indent="-228594">
              <a:lnSpc>
                <a:spcPct val="100000"/>
              </a:lnSpc>
              <a:buFont typeface="Wingdings" panose="05000000000000000000" pitchFamily="2" charset="2"/>
              <a:buChar char="§"/>
              <a:defRPr sz="1000"/>
            </a:lvl3pPr>
            <a:lvl4pPr marL="914400" indent="-228594">
              <a:lnSpc>
                <a:spcPct val="100000"/>
              </a:lnSpc>
              <a:buFont typeface="Courier New" panose="02070309020205020404" pitchFamily="49" charset="0"/>
              <a:buChar char="o"/>
              <a:defRPr sz="900"/>
            </a:lvl4pPr>
            <a:lvl5pPr marL="1143000">
              <a:lnSpc>
                <a:spcPct val="100000"/>
              </a:lnSpc>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2" name="Freeform 11"/>
          <p:cNvSpPr/>
          <p:nvPr userDrawn="1"/>
        </p:nvSpPr>
        <p:spPr>
          <a:xfrm>
            <a:off x="157240" y="3753803"/>
            <a:ext cx="11828383"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lvl="0" algn="ctr"/>
            <a:endParaRPr lang="en-GB" sz="1013"/>
          </a:p>
        </p:txBody>
      </p:sp>
      <p:sp>
        <p:nvSpPr>
          <p:cNvPr id="13" name="Text Placeholder 6"/>
          <p:cNvSpPr>
            <a:spLocks noGrp="1"/>
          </p:cNvSpPr>
          <p:nvPr>
            <p:ph type="body" sz="quarter" idx="16"/>
          </p:nvPr>
        </p:nvSpPr>
        <p:spPr>
          <a:xfrm>
            <a:off x="171576" y="3753803"/>
            <a:ext cx="11814047" cy="466344"/>
          </a:xfrm>
          <a:prstGeom prst="rect">
            <a:avLst/>
          </a:prstGeom>
        </p:spPr>
        <p:txBody>
          <a:bodyPr anchor="b"/>
          <a:lstStyle>
            <a:lvl1pPr marL="0" indent="0" algn="ctr">
              <a:buNone/>
              <a:defRPr sz="1300" b="1"/>
            </a:lvl1pPr>
          </a:lstStyle>
          <a:p>
            <a:pPr lvl="0"/>
            <a:r>
              <a:rPr lang="en-US" dirty="0"/>
              <a:t>Edit Master text styles</a:t>
            </a:r>
            <a:endParaRPr lang="en-IN" dirty="0"/>
          </a:p>
        </p:txBody>
      </p:sp>
      <p:sp>
        <p:nvSpPr>
          <p:cNvPr id="14" name="Content Placeholder 7"/>
          <p:cNvSpPr>
            <a:spLocks noGrp="1"/>
          </p:cNvSpPr>
          <p:nvPr>
            <p:ph sz="quarter" idx="17"/>
          </p:nvPr>
        </p:nvSpPr>
        <p:spPr>
          <a:xfrm>
            <a:off x="152400" y="4249103"/>
            <a:ext cx="11833225" cy="1965960"/>
          </a:xfrm>
          <a:prstGeom prst="rect">
            <a:avLst/>
          </a:prstGeom>
        </p:spPr>
        <p:txBody>
          <a:bodyPr/>
          <a:lstStyle>
            <a:lvl1pPr marL="228594" indent="-228594">
              <a:lnSpc>
                <a:spcPct val="100000"/>
              </a:lnSpc>
              <a:buFont typeface="Wingdings" panose="05000000000000000000" pitchFamily="2" charset="2"/>
              <a:buChar char="q"/>
              <a:defRPr sz="1200"/>
            </a:lvl1pPr>
            <a:lvl2pPr marL="457200" indent="-228594">
              <a:lnSpc>
                <a:spcPct val="100000"/>
              </a:lnSpc>
              <a:buFont typeface="Wingdings" panose="05000000000000000000" pitchFamily="2" charset="2"/>
              <a:buChar char="Ø"/>
              <a:defRPr sz="1100"/>
            </a:lvl2pPr>
            <a:lvl3pPr marL="685800" indent="-228594">
              <a:lnSpc>
                <a:spcPct val="100000"/>
              </a:lnSpc>
              <a:buFont typeface="Wingdings" panose="05000000000000000000" pitchFamily="2" charset="2"/>
              <a:buChar char="§"/>
              <a:defRPr sz="1000"/>
            </a:lvl3pPr>
            <a:lvl4pPr marL="914400" indent="-228594">
              <a:lnSpc>
                <a:spcPct val="100000"/>
              </a:lnSpc>
              <a:buFont typeface="Courier New" panose="02070309020205020404" pitchFamily="49" charset="0"/>
              <a:buChar char="o"/>
              <a:defRPr sz="900"/>
            </a:lvl4pPr>
            <a:lvl5pPr marL="1143000">
              <a:lnSpc>
                <a:spcPct val="100000"/>
              </a:lnSpc>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1525944886"/>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10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Footer Placeholder 2"/>
          <p:cNvSpPr>
            <a:spLocks noGrp="1"/>
          </p:cNvSpPr>
          <p:nvPr>
            <p:ph type="ftr" sz="quarter" idx="10"/>
          </p:nvPr>
        </p:nvSpPr>
        <p:spPr/>
        <p:txBody>
          <a:bodyPr/>
          <a:lstStyle/>
          <a:p>
            <a:r>
              <a:rPr lang="en-US" dirty="0"/>
              <a:t>©2025 Fact.MR, All Rights Reserved</a:t>
            </a:r>
          </a:p>
        </p:txBody>
      </p:sp>
      <p:sp>
        <p:nvSpPr>
          <p:cNvPr id="4" name="Slide Number Placeholder 3"/>
          <p:cNvSpPr>
            <a:spLocks noGrp="1"/>
          </p:cNvSpPr>
          <p:nvPr>
            <p:ph type="sldNum" sz="quarter" idx="11"/>
          </p:nvPr>
        </p:nvSpPr>
        <p:spPr/>
        <p:txBody>
          <a:bodyPr/>
          <a:lstStyle/>
          <a:p>
            <a:fld id="{4B17068C-EB94-40A3-A5F2-664CDD77FDAC}" type="slidenum">
              <a:rPr lang="en-US" smtClean="0"/>
              <a:pPr/>
              <a:t>‹#›</a:t>
            </a:fld>
            <a:endParaRPr lang="en-US" dirty="0"/>
          </a:p>
        </p:txBody>
      </p:sp>
      <p:sp>
        <p:nvSpPr>
          <p:cNvPr id="5" name="Freeform 4"/>
          <p:cNvSpPr/>
          <p:nvPr userDrawn="1"/>
        </p:nvSpPr>
        <p:spPr>
          <a:xfrm>
            <a:off x="157240" y="1066800"/>
            <a:ext cx="11828383"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lvl="0" algn="ctr"/>
            <a:endParaRPr lang="en-GB" sz="1013"/>
          </a:p>
        </p:txBody>
      </p:sp>
      <p:sp>
        <p:nvSpPr>
          <p:cNvPr id="7" name="Text Placeholder 6"/>
          <p:cNvSpPr>
            <a:spLocks noGrp="1"/>
          </p:cNvSpPr>
          <p:nvPr>
            <p:ph type="body" sz="quarter" idx="12"/>
          </p:nvPr>
        </p:nvSpPr>
        <p:spPr>
          <a:xfrm>
            <a:off x="171576" y="1066800"/>
            <a:ext cx="11814047" cy="466344"/>
          </a:xfrm>
          <a:prstGeom prst="rect">
            <a:avLst/>
          </a:prstGeom>
        </p:spPr>
        <p:txBody>
          <a:bodyPr anchor="b"/>
          <a:lstStyle>
            <a:lvl1pPr marL="0" indent="0" algn="ctr">
              <a:buNone/>
              <a:defRPr sz="1300" b="1"/>
            </a:lvl1pPr>
          </a:lstStyle>
          <a:p>
            <a:pPr lvl="0"/>
            <a:r>
              <a:rPr lang="en-US" dirty="0"/>
              <a:t>Edit Master text styles</a:t>
            </a:r>
            <a:endParaRPr lang="en-IN" dirty="0"/>
          </a:p>
        </p:txBody>
      </p:sp>
      <p:sp>
        <p:nvSpPr>
          <p:cNvPr id="8" name="Content Placeholder 7"/>
          <p:cNvSpPr>
            <a:spLocks noGrp="1"/>
          </p:cNvSpPr>
          <p:nvPr>
            <p:ph sz="quarter" idx="13"/>
          </p:nvPr>
        </p:nvSpPr>
        <p:spPr>
          <a:xfrm>
            <a:off x="152400" y="1562100"/>
            <a:ext cx="11833225" cy="1965960"/>
          </a:xfrm>
          <a:prstGeom prst="rect">
            <a:avLst/>
          </a:prstGeom>
        </p:spPr>
        <p:txBody>
          <a:bodyPr/>
          <a:lstStyle>
            <a:lvl1pPr marL="228594" indent="-228594">
              <a:lnSpc>
                <a:spcPct val="100000"/>
              </a:lnSpc>
              <a:buFont typeface="Wingdings" panose="05000000000000000000" pitchFamily="2" charset="2"/>
              <a:buChar char="q"/>
              <a:defRPr sz="1200"/>
            </a:lvl1pPr>
            <a:lvl2pPr marL="457200" indent="-228594">
              <a:lnSpc>
                <a:spcPct val="100000"/>
              </a:lnSpc>
              <a:buFont typeface="Wingdings" panose="05000000000000000000" pitchFamily="2" charset="2"/>
              <a:buChar char="Ø"/>
              <a:defRPr sz="1100"/>
            </a:lvl2pPr>
            <a:lvl3pPr marL="685800" indent="-228594">
              <a:lnSpc>
                <a:spcPct val="100000"/>
              </a:lnSpc>
              <a:buFont typeface="Wingdings" panose="05000000000000000000" pitchFamily="2" charset="2"/>
              <a:buChar char="§"/>
              <a:defRPr sz="1000"/>
            </a:lvl3pPr>
            <a:lvl4pPr marL="914400" indent="-228594">
              <a:lnSpc>
                <a:spcPct val="100000"/>
              </a:lnSpc>
              <a:buFont typeface="Courier New" panose="02070309020205020404" pitchFamily="49" charset="0"/>
              <a:buChar char="o"/>
              <a:defRPr sz="900"/>
            </a:lvl4pPr>
            <a:lvl5pPr marL="1143000">
              <a:lnSpc>
                <a:spcPct val="100000"/>
              </a:lnSpc>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2" name="Freeform 11"/>
          <p:cNvSpPr/>
          <p:nvPr userDrawn="1"/>
        </p:nvSpPr>
        <p:spPr>
          <a:xfrm>
            <a:off x="157240" y="3753803"/>
            <a:ext cx="11828383"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lvl="0" algn="ctr"/>
            <a:endParaRPr lang="en-GB" sz="1013"/>
          </a:p>
        </p:txBody>
      </p:sp>
      <p:sp>
        <p:nvSpPr>
          <p:cNvPr id="13" name="Text Placeholder 6"/>
          <p:cNvSpPr>
            <a:spLocks noGrp="1"/>
          </p:cNvSpPr>
          <p:nvPr>
            <p:ph type="body" sz="quarter" idx="16"/>
          </p:nvPr>
        </p:nvSpPr>
        <p:spPr>
          <a:xfrm>
            <a:off x="171576" y="3753803"/>
            <a:ext cx="11814047" cy="466344"/>
          </a:xfrm>
          <a:prstGeom prst="rect">
            <a:avLst/>
          </a:prstGeom>
        </p:spPr>
        <p:txBody>
          <a:bodyPr anchor="b"/>
          <a:lstStyle>
            <a:lvl1pPr marL="0" indent="0" algn="ctr">
              <a:buNone/>
              <a:defRPr sz="1300" b="1"/>
            </a:lvl1pPr>
          </a:lstStyle>
          <a:p>
            <a:pPr lvl="0"/>
            <a:r>
              <a:rPr lang="en-US" dirty="0"/>
              <a:t>Edit Master text styles</a:t>
            </a:r>
            <a:endParaRPr lang="en-IN" dirty="0"/>
          </a:p>
        </p:txBody>
      </p:sp>
      <p:sp>
        <p:nvSpPr>
          <p:cNvPr id="14" name="Content Placeholder 7"/>
          <p:cNvSpPr>
            <a:spLocks noGrp="1"/>
          </p:cNvSpPr>
          <p:nvPr>
            <p:ph sz="quarter" idx="17"/>
          </p:nvPr>
        </p:nvSpPr>
        <p:spPr>
          <a:xfrm>
            <a:off x="152400" y="4249103"/>
            <a:ext cx="11833225" cy="1965960"/>
          </a:xfrm>
          <a:prstGeom prst="rect">
            <a:avLst/>
          </a:prstGeom>
        </p:spPr>
        <p:txBody>
          <a:bodyPr/>
          <a:lstStyle>
            <a:lvl1pPr marL="228594" indent="-228594">
              <a:lnSpc>
                <a:spcPct val="100000"/>
              </a:lnSpc>
              <a:buFont typeface="Wingdings" panose="05000000000000000000" pitchFamily="2" charset="2"/>
              <a:buChar char="q"/>
              <a:defRPr sz="1200"/>
            </a:lvl1pPr>
            <a:lvl2pPr marL="457200" indent="-228594">
              <a:lnSpc>
                <a:spcPct val="100000"/>
              </a:lnSpc>
              <a:buFont typeface="Wingdings" panose="05000000000000000000" pitchFamily="2" charset="2"/>
              <a:buChar char="Ø"/>
              <a:defRPr sz="1100"/>
            </a:lvl2pPr>
            <a:lvl3pPr marL="685800" indent="-228594">
              <a:lnSpc>
                <a:spcPct val="100000"/>
              </a:lnSpc>
              <a:buFont typeface="Wingdings" panose="05000000000000000000" pitchFamily="2" charset="2"/>
              <a:buChar char="§"/>
              <a:defRPr sz="1000"/>
            </a:lvl3pPr>
            <a:lvl4pPr marL="914400" indent="-228594">
              <a:lnSpc>
                <a:spcPct val="100000"/>
              </a:lnSpc>
              <a:buFont typeface="Courier New" panose="02070309020205020404" pitchFamily="49" charset="0"/>
              <a:buChar char="o"/>
              <a:defRPr sz="900"/>
            </a:lvl4pPr>
            <a:lvl5pPr marL="1143000">
              <a:lnSpc>
                <a:spcPct val="100000"/>
              </a:lnSpc>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3982821435"/>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11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Footer Placeholder 2"/>
          <p:cNvSpPr>
            <a:spLocks noGrp="1"/>
          </p:cNvSpPr>
          <p:nvPr>
            <p:ph type="ftr" sz="quarter" idx="10"/>
          </p:nvPr>
        </p:nvSpPr>
        <p:spPr/>
        <p:txBody>
          <a:bodyPr/>
          <a:lstStyle/>
          <a:p>
            <a:r>
              <a:rPr lang="en-US" dirty="0"/>
              <a:t>©2025 Fact.MR, All Rights Reserved</a:t>
            </a:r>
          </a:p>
        </p:txBody>
      </p:sp>
      <p:sp>
        <p:nvSpPr>
          <p:cNvPr id="4" name="Slide Number Placeholder 3"/>
          <p:cNvSpPr>
            <a:spLocks noGrp="1"/>
          </p:cNvSpPr>
          <p:nvPr>
            <p:ph type="sldNum" sz="quarter" idx="11"/>
          </p:nvPr>
        </p:nvSpPr>
        <p:spPr/>
        <p:txBody>
          <a:bodyPr/>
          <a:lstStyle/>
          <a:p>
            <a:fld id="{4B17068C-EB94-40A3-A5F2-664CDD77FDAC}" type="slidenum">
              <a:rPr lang="en-US" smtClean="0"/>
              <a:pPr/>
              <a:t>‹#›</a:t>
            </a:fld>
            <a:endParaRPr lang="en-US" dirty="0"/>
          </a:p>
        </p:txBody>
      </p:sp>
      <p:sp>
        <p:nvSpPr>
          <p:cNvPr id="5" name="Freeform 4"/>
          <p:cNvSpPr/>
          <p:nvPr userDrawn="1"/>
        </p:nvSpPr>
        <p:spPr>
          <a:xfrm>
            <a:off x="157241" y="1066800"/>
            <a:ext cx="5787244"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lvl="0" algn="ctr"/>
            <a:endParaRPr lang="en-GB" sz="1013"/>
          </a:p>
        </p:txBody>
      </p:sp>
      <p:sp>
        <p:nvSpPr>
          <p:cNvPr id="7" name="Text Placeholder 6"/>
          <p:cNvSpPr>
            <a:spLocks noGrp="1"/>
          </p:cNvSpPr>
          <p:nvPr>
            <p:ph type="body" sz="quarter" idx="12"/>
          </p:nvPr>
        </p:nvSpPr>
        <p:spPr>
          <a:xfrm>
            <a:off x="171577" y="1066800"/>
            <a:ext cx="5780230" cy="466344"/>
          </a:xfrm>
          <a:prstGeom prst="rect">
            <a:avLst/>
          </a:prstGeom>
        </p:spPr>
        <p:txBody>
          <a:bodyPr anchor="b"/>
          <a:lstStyle>
            <a:lvl1pPr marL="0" indent="0" algn="ctr">
              <a:buNone/>
              <a:defRPr sz="1300" b="1"/>
            </a:lvl1pPr>
          </a:lstStyle>
          <a:p>
            <a:pPr lvl="0"/>
            <a:r>
              <a:rPr lang="en-US" dirty="0"/>
              <a:t>Edit Master text styles</a:t>
            </a:r>
            <a:endParaRPr lang="en-IN" dirty="0"/>
          </a:p>
        </p:txBody>
      </p:sp>
      <p:sp>
        <p:nvSpPr>
          <p:cNvPr id="8" name="Content Placeholder 7"/>
          <p:cNvSpPr>
            <a:spLocks noGrp="1"/>
          </p:cNvSpPr>
          <p:nvPr>
            <p:ph sz="quarter" idx="13"/>
          </p:nvPr>
        </p:nvSpPr>
        <p:spPr>
          <a:xfrm>
            <a:off x="152400" y="1562100"/>
            <a:ext cx="5789613" cy="1965960"/>
          </a:xfrm>
          <a:prstGeom prst="rect">
            <a:avLst/>
          </a:prstGeom>
        </p:spPr>
        <p:txBody>
          <a:bodyPr/>
          <a:lstStyle>
            <a:lvl1pPr marL="228594" indent="-228594">
              <a:lnSpc>
                <a:spcPct val="100000"/>
              </a:lnSpc>
              <a:buFont typeface="Wingdings" panose="05000000000000000000" pitchFamily="2" charset="2"/>
              <a:buChar char="q"/>
              <a:defRPr sz="1200"/>
            </a:lvl1pPr>
            <a:lvl2pPr marL="457200" indent="-228594">
              <a:lnSpc>
                <a:spcPct val="100000"/>
              </a:lnSpc>
              <a:buFont typeface="Wingdings" panose="05000000000000000000" pitchFamily="2" charset="2"/>
              <a:buChar char="Ø"/>
              <a:defRPr sz="1100"/>
            </a:lvl2pPr>
            <a:lvl3pPr marL="685800" indent="-228594">
              <a:lnSpc>
                <a:spcPct val="100000"/>
              </a:lnSpc>
              <a:buFont typeface="Wingdings" panose="05000000000000000000" pitchFamily="2" charset="2"/>
              <a:buChar char="§"/>
              <a:defRPr sz="1000"/>
            </a:lvl3pPr>
            <a:lvl4pPr marL="914400" indent="-228594">
              <a:lnSpc>
                <a:spcPct val="100000"/>
              </a:lnSpc>
              <a:buFont typeface="Courier New" panose="02070309020205020404" pitchFamily="49" charset="0"/>
              <a:buChar char="o"/>
              <a:defRPr sz="900"/>
            </a:lvl4pPr>
            <a:lvl5pPr marL="1143000">
              <a:lnSpc>
                <a:spcPct val="100000"/>
              </a:lnSpc>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Freeform 8"/>
          <p:cNvSpPr/>
          <p:nvPr userDrawn="1"/>
        </p:nvSpPr>
        <p:spPr>
          <a:xfrm>
            <a:off x="6200853" y="1066800"/>
            <a:ext cx="5787244"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lvl="0" algn="ctr"/>
            <a:endParaRPr lang="en-GB" sz="1013"/>
          </a:p>
        </p:txBody>
      </p:sp>
      <p:sp>
        <p:nvSpPr>
          <p:cNvPr id="10" name="Text Placeholder 6"/>
          <p:cNvSpPr>
            <a:spLocks noGrp="1"/>
          </p:cNvSpPr>
          <p:nvPr>
            <p:ph type="body" sz="quarter" idx="14"/>
          </p:nvPr>
        </p:nvSpPr>
        <p:spPr>
          <a:xfrm>
            <a:off x="6215189" y="1066800"/>
            <a:ext cx="5770436" cy="466344"/>
          </a:xfrm>
          <a:prstGeom prst="rect">
            <a:avLst/>
          </a:prstGeom>
        </p:spPr>
        <p:txBody>
          <a:bodyPr anchor="b"/>
          <a:lstStyle>
            <a:lvl1pPr marL="0" indent="0" algn="ctr">
              <a:buNone/>
              <a:defRPr sz="1300" b="1"/>
            </a:lvl1pPr>
          </a:lstStyle>
          <a:p>
            <a:pPr lvl="0"/>
            <a:r>
              <a:rPr lang="en-US" dirty="0"/>
              <a:t>Edit Master text styles</a:t>
            </a:r>
            <a:endParaRPr lang="en-IN" dirty="0"/>
          </a:p>
        </p:txBody>
      </p:sp>
      <p:sp>
        <p:nvSpPr>
          <p:cNvPr id="11" name="Content Placeholder 7"/>
          <p:cNvSpPr>
            <a:spLocks noGrp="1"/>
          </p:cNvSpPr>
          <p:nvPr>
            <p:ph sz="quarter" idx="15"/>
          </p:nvPr>
        </p:nvSpPr>
        <p:spPr>
          <a:xfrm>
            <a:off x="6196012" y="1562100"/>
            <a:ext cx="5789613" cy="4662488"/>
          </a:xfrm>
          <a:prstGeom prst="rect">
            <a:avLst/>
          </a:prstGeom>
        </p:spPr>
        <p:txBody>
          <a:bodyPr/>
          <a:lstStyle>
            <a:lvl1pPr marL="228594" indent="-228594">
              <a:lnSpc>
                <a:spcPct val="100000"/>
              </a:lnSpc>
              <a:buFont typeface="Wingdings" panose="05000000000000000000" pitchFamily="2" charset="2"/>
              <a:buChar char="q"/>
              <a:defRPr sz="1200"/>
            </a:lvl1pPr>
            <a:lvl2pPr marL="457200" indent="-228594">
              <a:lnSpc>
                <a:spcPct val="100000"/>
              </a:lnSpc>
              <a:buFont typeface="Wingdings" panose="05000000000000000000" pitchFamily="2" charset="2"/>
              <a:buChar char="Ø"/>
              <a:defRPr sz="1100"/>
            </a:lvl2pPr>
            <a:lvl3pPr marL="685800" indent="-228594">
              <a:lnSpc>
                <a:spcPct val="100000"/>
              </a:lnSpc>
              <a:buFont typeface="Wingdings" panose="05000000000000000000" pitchFamily="2" charset="2"/>
              <a:buChar char="§"/>
              <a:defRPr sz="1000"/>
            </a:lvl3pPr>
            <a:lvl4pPr marL="914400" indent="-228594">
              <a:lnSpc>
                <a:spcPct val="100000"/>
              </a:lnSpc>
              <a:buFont typeface="Courier New" panose="02070309020205020404" pitchFamily="49" charset="0"/>
              <a:buChar char="o"/>
              <a:defRPr sz="900"/>
            </a:lvl4pPr>
            <a:lvl5pPr marL="1143000">
              <a:lnSpc>
                <a:spcPct val="100000"/>
              </a:lnSpc>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5" name="Freeform 14"/>
          <p:cNvSpPr/>
          <p:nvPr userDrawn="1"/>
        </p:nvSpPr>
        <p:spPr>
          <a:xfrm>
            <a:off x="157241" y="3753803"/>
            <a:ext cx="5787244"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lvl="0" algn="ctr"/>
            <a:endParaRPr lang="en-GB" sz="1013"/>
          </a:p>
        </p:txBody>
      </p:sp>
      <p:sp>
        <p:nvSpPr>
          <p:cNvPr id="16" name="Text Placeholder 6"/>
          <p:cNvSpPr>
            <a:spLocks noGrp="1"/>
          </p:cNvSpPr>
          <p:nvPr>
            <p:ph type="body" sz="quarter" idx="16"/>
          </p:nvPr>
        </p:nvSpPr>
        <p:spPr>
          <a:xfrm>
            <a:off x="171577" y="3753803"/>
            <a:ext cx="5780230" cy="466344"/>
          </a:xfrm>
          <a:prstGeom prst="rect">
            <a:avLst/>
          </a:prstGeom>
        </p:spPr>
        <p:txBody>
          <a:bodyPr anchor="b"/>
          <a:lstStyle>
            <a:lvl1pPr marL="0" indent="0" algn="ctr">
              <a:buNone/>
              <a:defRPr sz="1300" b="1"/>
            </a:lvl1pPr>
          </a:lstStyle>
          <a:p>
            <a:pPr lvl="0"/>
            <a:r>
              <a:rPr lang="en-US" dirty="0"/>
              <a:t>Edit Master text styles</a:t>
            </a:r>
            <a:endParaRPr lang="en-IN" dirty="0"/>
          </a:p>
        </p:txBody>
      </p:sp>
      <p:sp>
        <p:nvSpPr>
          <p:cNvPr id="17" name="Content Placeholder 7"/>
          <p:cNvSpPr>
            <a:spLocks noGrp="1"/>
          </p:cNvSpPr>
          <p:nvPr>
            <p:ph sz="quarter" idx="17"/>
          </p:nvPr>
        </p:nvSpPr>
        <p:spPr>
          <a:xfrm>
            <a:off x="152400" y="4249103"/>
            <a:ext cx="5789613" cy="1965960"/>
          </a:xfrm>
          <a:prstGeom prst="rect">
            <a:avLst/>
          </a:prstGeom>
        </p:spPr>
        <p:txBody>
          <a:bodyPr/>
          <a:lstStyle>
            <a:lvl1pPr marL="228594" indent="-228594">
              <a:lnSpc>
                <a:spcPct val="100000"/>
              </a:lnSpc>
              <a:buFont typeface="Wingdings" panose="05000000000000000000" pitchFamily="2" charset="2"/>
              <a:buChar char="q"/>
              <a:defRPr sz="1200"/>
            </a:lvl1pPr>
            <a:lvl2pPr marL="457200" indent="-228594">
              <a:lnSpc>
                <a:spcPct val="100000"/>
              </a:lnSpc>
              <a:buFont typeface="Wingdings" panose="05000000000000000000" pitchFamily="2" charset="2"/>
              <a:buChar char="Ø"/>
              <a:defRPr sz="1100"/>
            </a:lvl2pPr>
            <a:lvl3pPr marL="685800" indent="-228594">
              <a:lnSpc>
                <a:spcPct val="100000"/>
              </a:lnSpc>
              <a:buFont typeface="Wingdings" panose="05000000000000000000" pitchFamily="2" charset="2"/>
              <a:buChar char="§"/>
              <a:defRPr sz="1000"/>
            </a:lvl3pPr>
            <a:lvl4pPr marL="914400" indent="-228594">
              <a:lnSpc>
                <a:spcPct val="100000"/>
              </a:lnSpc>
              <a:buFont typeface="Courier New" panose="02070309020205020404" pitchFamily="49" charset="0"/>
              <a:buChar char="o"/>
              <a:defRPr sz="900"/>
            </a:lvl4pPr>
            <a:lvl5pPr marL="1143000">
              <a:lnSpc>
                <a:spcPct val="100000"/>
              </a:lnSpc>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1909139105"/>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21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Footer Placeholder 2"/>
          <p:cNvSpPr>
            <a:spLocks noGrp="1"/>
          </p:cNvSpPr>
          <p:nvPr>
            <p:ph type="ftr" sz="quarter" idx="10"/>
          </p:nvPr>
        </p:nvSpPr>
        <p:spPr/>
        <p:txBody>
          <a:bodyPr/>
          <a:lstStyle/>
          <a:p>
            <a:r>
              <a:rPr lang="en-US" dirty="0"/>
              <a:t>©2025 Fact.MR, All Rights Reserved</a:t>
            </a:r>
          </a:p>
        </p:txBody>
      </p:sp>
      <p:sp>
        <p:nvSpPr>
          <p:cNvPr id="4" name="Slide Number Placeholder 3"/>
          <p:cNvSpPr>
            <a:spLocks noGrp="1"/>
          </p:cNvSpPr>
          <p:nvPr>
            <p:ph type="sldNum" sz="quarter" idx="11"/>
          </p:nvPr>
        </p:nvSpPr>
        <p:spPr/>
        <p:txBody>
          <a:bodyPr/>
          <a:lstStyle/>
          <a:p>
            <a:fld id="{4B17068C-EB94-40A3-A5F2-664CDD77FDAC}" type="slidenum">
              <a:rPr lang="en-US" smtClean="0"/>
              <a:pPr/>
              <a:t>‹#›</a:t>
            </a:fld>
            <a:endParaRPr lang="en-US" dirty="0"/>
          </a:p>
        </p:txBody>
      </p:sp>
      <p:sp>
        <p:nvSpPr>
          <p:cNvPr id="9" name="Freeform 8"/>
          <p:cNvSpPr/>
          <p:nvPr userDrawn="1"/>
        </p:nvSpPr>
        <p:spPr>
          <a:xfrm>
            <a:off x="2185035" y="1066800"/>
            <a:ext cx="4737141"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lvl="0" algn="ctr"/>
            <a:endParaRPr lang="en-GB" sz="1013"/>
          </a:p>
        </p:txBody>
      </p:sp>
      <p:sp>
        <p:nvSpPr>
          <p:cNvPr id="10" name="Text Placeholder 6"/>
          <p:cNvSpPr>
            <a:spLocks noGrp="1"/>
          </p:cNvSpPr>
          <p:nvPr>
            <p:ph type="body" sz="quarter" idx="14"/>
          </p:nvPr>
        </p:nvSpPr>
        <p:spPr>
          <a:xfrm>
            <a:off x="2199371" y="1066800"/>
            <a:ext cx="4723383" cy="466344"/>
          </a:xfrm>
          <a:prstGeom prst="rect">
            <a:avLst/>
          </a:prstGeom>
        </p:spPr>
        <p:txBody>
          <a:bodyPr anchor="b"/>
          <a:lstStyle>
            <a:lvl1pPr marL="0" indent="0" algn="ctr">
              <a:buNone/>
              <a:defRPr sz="1300" b="1"/>
            </a:lvl1pPr>
          </a:lstStyle>
          <a:p>
            <a:pPr lvl="0"/>
            <a:r>
              <a:rPr lang="en-US" dirty="0"/>
              <a:t>Edit Master text styles</a:t>
            </a:r>
            <a:endParaRPr lang="en-IN" dirty="0"/>
          </a:p>
        </p:txBody>
      </p:sp>
      <p:sp>
        <p:nvSpPr>
          <p:cNvPr id="11" name="Content Placeholder 7"/>
          <p:cNvSpPr>
            <a:spLocks noGrp="1"/>
          </p:cNvSpPr>
          <p:nvPr>
            <p:ph sz="quarter" idx="15"/>
          </p:nvPr>
        </p:nvSpPr>
        <p:spPr>
          <a:xfrm>
            <a:off x="2180194" y="1562100"/>
            <a:ext cx="4739080" cy="4662488"/>
          </a:xfrm>
          <a:prstGeom prst="rect">
            <a:avLst/>
          </a:prstGeom>
        </p:spPr>
        <p:txBody>
          <a:bodyPr/>
          <a:lstStyle>
            <a:lvl1pPr marL="228594" indent="-228594">
              <a:lnSpc>
                <a:spcPct val="100000"/>
              </a:lnSpc>
              <a:buFont typeface="Wingdings" panose="05000000000000000000" pitchFamily="2" charset="2"/>
              <a:buChar char="q"/>
              <a:defRPr sz="1200"/>
            </a:lvl1pPr>
            <a:lvl2pPr marL="457200" indent="-228594">
              <a:lnSpc>
                <a:spcPct val="100000"/>
              </a:lnSpc>
              <a:buFont typeface="Wingdings" panose="05000000000000000000" pitchFamily="2" charset="2"/>
              <a:buChar char="Ø"/>
              <a:defRPr sz="1100"/>
            </a:lvl2pPr>
            <a:lvl3pPr marL="685800" indent="-228594">
              <a:lnSpc>
                <a:spcPct val="100000"/>
              </a:lnSpc>
              <a:buFont typeface="Wingdings" panose="05000000000000000000" pitchFamily="2" charset="2"/>
              <a:buChar char="§"/>
              <a:defRPr sz="1000"/>
            </a:lvl3pPr>
            <a:lvl4pPr marL="914400" indent="-228594">
              <a:lnSpc>
                <a:spcPct val="100000"/>
              </a:lnSpc>
              <a:buFont typeface="Courier New" panose="02070309020205020404" pitchFamily="49" charset="0"/>
              <a:buChar char="o"/>
              <a:defRPr sz="900"/>
            </a:lvl4pPr>
            <a:lvl5pPr marL="1143000">
              <a:lnSpc>
                <a:spcPct val="100000"/>
              </a:lnSpc>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0" name="Freeform 8">
            <a:extLst>
              <a:ext uri="{FF2B5EF4-FFF2-40B4-BE49-F238E27FC236}">
                <a16:creationId xmlns:a16="http://schemas.microsoft.com/office/drawing/2014/main" id="{AEC0AD89-9C27-F0B6-57F0-9FA896490C71}"/>
              </a:ext>
            </a:extLst>
          </p:cNvPr>
          <p:cNvSpPr/>
          <p:nvPr userDrawn="1"/>
        </p:nvSpPr>
        <p:spPr>
          <a:xfrm>
            <a:off x="7244731" y="1066800"/>
            <a:ext cx="4737141"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lvl="0" algn="ctr"/>
            <a:endParaRPr lang="en-GB" sz="1013"/>
          </a:p>
        </p:txBody>
      </p:sp>
      <p:sp>
        <p:nvSpPr>
          <p:cNvPr id="21" name="Text Placeholder 6">
            <a:extLst>
              <a:ext uri="{FF2B5EF4-FFF2-40B4-BE49-F238E27FC236}">
                <a16:creationId xmlns:a16="http://schemas.microsoft.com/office/drawing/2014/main" id="{CAE4B1D3-820A-BE20-35C6-D80D98CCC9DA}"/>
              </a:ext>
            </a:extLst>
          </p:cNvPr>
          <p:cNvSpPr>
            <a:spLocks noGrp="1"/>
          </p:cNvSpPr>
          <p:nvPr>
            <p:ph type="body" sz="quarter" idx="16"/>
          </p:nvPr>
        </p:nvSpPr>
        <p:spPr>
          <a:xfrm>
            <a:off x="7259067" y="1066800"/>
            <a:ext cx="4723383" cy="466344"/>
          </a:xfrm>
          <a:prstGeom prst="rect">
            <a:avLst/>
          </a:prstGeom>
        </p:spPr>
        <p:txBody>
          <a:bodyPr anchor="b"/>
          <a:lstStyle>
            <a:lvl1pPr marL="0" indent="0" algn="ctr">
              <a:buNone/>
              <a:defRPr sz="1300" b="1"/>
            </a:lvl1pPr>
          </a:lstStyle>
          <a:p>
            <a:pPr lvl="0"/>
            <a:r>
              <a:rPr lang="en-US" dirty="0"/>
              <a:t>Edit Master text styles</a:t>
            </a:r>
            <a:endParaRPr lang="en-IN" dirty="0"/>
          </a:p>
        </p:txBody>
      </p:sp>
      <p:sp>
        <p:nvSpPr>
          <p:cNvPr id="22" name="Content Placeholder 7">
            <a:extLst>
              <a:ext uri="{FF2B5EF4-FFF2-40B4-BE49-F238E27FC236}">
                <a16:creationId xmlns:a16="http://schemas.microsoft.com/office/drawing/2014/main" id="{A711E133-854F-775C-E8DA-F97179CD0FD0}"/>
              </a:ext>
            </a:extLst>
          </p:cNvPr>
          <p:cNvSpPr>
            <a:spLocks noGrp="1"/>
          </p:cNvSpPr>
          <p:nvPr>
            <p:ph sz="quarter" idx="17"/>
          </p:nvPr>
        </p:nvSpPr>
        <p:spPr>
          <a:xfrm>
            <a:off x="7239890" y="1562100"/>
            <a:ext cx="4739080" cy="4662488"/>
          </a:xfrm>
          <a:prstGeom prst="rect">
            <a:avLst/>
          </a:prstGeom>
        </p:spPr>
        <p:txBody>
          <a:bodyPr/>
          <a:lstStyle>
            <a:lvl1pPr marL="228594" indent="-228594">
              <a:lnSpc>
                <a:spcPct val="100000"/>
              </a:lnSpc>
              <a:buFont typeface="Wingdings" panose="05000000000000000000" pitchFamily="2" charset="2"/>
              <a:buChar char="q"/>
              <a:defRPr sz="1200"/>
            </a:lvl1pPr>
            <a:lvl2pPr marL="457200" indent="-228594">
              <a:lnSpc>
                <a:spcPct val="100000"/>
              </a:lnSpc>
              <a:buFont typeface="Wingdings" panose="05000000000000000000" pitchFamily="2" charset="2"/>
              <a:buChar char="Ø"/>
              <a:defRPr sz="1100"/>
            </a:lvl2pPr>
            <a:lvl3pPr marL="685800" indent="-228594">
              <a:lnSpc>
                <a:spcPct val="100000"/>
              </a:lnSpc>
              <a:buFont typeface="Wingdings" panose="05000000000000000000" pitchFamily="2" charset="2"/>
              <a:buChar char="§"/>
              <a:defRPr sz="1000"/>
            </a:lvl3pPr>
            <a:lvl4pPr marL="914400" indent="-228594">
              <a:lnSpc>
                <a:spcPct val="100000"/>
              </a:lnSpc>
              <a:buFont typeface="Courier New" panose="02070309020205020404" pitchFamily="49" charset="0"/>
              <a:buChar char="o"/>
              <a:defRPr sz="900"/>
            </a:lvl4pPr>
            <a:lvl5pPr marL="1143000">
              <a:lnSpc>
                <a:spcPct val="100000"/>
              </a:lnSpc>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571177619"/>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12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Footer Placeholder 2"/>
          <p:cNvSpPr>
            <a:spLocks noGrp="1"/>
          </p:cNvSpPr>
          <p:nvPr>
            <p:ph type="ftr" sz="quarter" idx="10"/>
          </p:nvPr>
        </p:nvSpPr>
        <p:spPr/>
        <p:txBody>
          <a:bodyPr/>
          <a:lstStyle/>
          <a:p>
            <a:r>
              <a:rPr lang="en-US" dirty="0"/>
              <a:t>©2025 Fact.MR, All Rights Reserved</a:t>
            </a:r>
          </a:p>
        </p:txBody>
      </p:sp>
      <p:sp>
        <p:nvSpPr>
          <p:cNvPr id="4" name="Slide Number Placeholder 3"/>
          <p:cNvSpPr>
            <a:spLocks noGrp="1"/>
          </p:cNvSpPr>
          <p:nvPr>
            <p:ph type="sldNum" sz="quarter" idx="11"/>
          </p:nvPr>
        </p:nvSpPr>
        <p:spPr/>
        <p:txBody>
          <a:bodyPr/>
          <a:lstStyle/>
          <a:p>
            <a:fld id="{4B17068C-EB94-40A3-A5F2-664CDD77FDAC}" type="slidenum">
              <a:rPr lang="en-US" smtClean="0"/>
              <a:pPr/>
              <a:t>‹#›</a:t>
            </a:fld>
            <a:endParaRPr lang="en-US" dirty="0"/>
          </a:p>
        </p:txBody>
      </p:sp>
      <p:sp>
        <p:nvSpPr>
          <p:cNvPr id="5" name="Freeform 4"/>
          <p:cNvSpPr/>
          <p:nvPr userDrawn="1"/>
        </p:nvSpPr>
        <p:spPr>
          <a:xfrm>
            <a:off x="157241" y="1066800"/>
            <a:ext cx="5787244"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lvl="0" algn="ctr"/>
            <a:endParaRPr lang="en-GB" sz="1013"/>
          </a:p>
        </p:txBody>
      </p:sp>
      <p:sp>
        <p:nvSpPr>
          <p:cNvPr id="7" name="Text Placeholder 6"/>
          <p:cNvSpPr>
            <a:spLocks noGrp="1"/>
          </p:cNvSpPr>
          <p:nvPr>
            <p:ph type="body" sz="quarter" idx="12"/>
          </p:nvPr>
        </p:nvSpPr>
        <p:spPr>
          <a:xfrm>
            <a:off x="171577" y="1066800"/>
            <a:ext cx="5780230" cy="466344"/>
          </a:xfrm>
          <a:prstGeom prst="rect">
            <a:avLst/>
          </a:prstGeom>
        </p:spPr>
        <p:txBody>
          <a:bodyPr anchor="b"/>
          <a:lstStyle>
            <a:lvl1pPr marL="0" indent="0" algn="ctr">
              <a:buNone/>
              <a:defRPr sz="1300" b="1"/>
            </a:lvl1pPr>
          </a:lstStyle>
          <a:p>
            <a:pPr lvl="0"/>
            <a:r>
              <a:rPr lang="en-US" dirty="0"/>
              <a:t>Edit Master text styles</a:t>
            </a:r>
            <a:endParaRPr lang="en-IN" dirty="0"/>
          </a:p>
        </p:txBody>
      </p:sp>
      <p:sp>
        <p:nvSpPr>
          <p:cNvPr id="8" name="Content Placeholder 7"/>
          <p:cNvSpPr>
            <a:spLocks noGrp="1"/>
          </p:cNvSpPr>
          <p:nvPr>
            <p:ph sz="quarter" idx="13"/>
          </p:nvPr>
        </p:nvSpPr>
        <p:spPr>
          <a:xfrm>
            <a:off x="152400" y="1562100"/>
            <a:ext cx="5789613" cy="1965960"/>
          </a:xfrm>
          <a:prstGeom prst="rect">
            <a:avLst/>
          </a:prstGeom>
        </p:spPr>
        <p:txBody>
          <a:bodyPr/>
          <a:lstStyle>
            <a:lvl1pPr marL="228594" indent="-228594">
              <a:lnSpc>
                <a:spcPct val="100000"/>
              </a:lnSpc>
              <a:buFont typeface="Wingdings" panose="05000000000000000000" pitchFamily="2" charset="2"/>
              <a:buChar char="q"/>
              <a:defRPr sz="1200"/>
            </a:lvl1pPr>
            <a:lvl2pPr marL="457200" indent="-228594">
              <a:lnSpc>
                <a:spcPct val="100000"/>
              </a:lnSpc>
              <a:buFont typeface="Wingdings" panose="05000000000000000000" pitchFamily="2" charset="2"/>
              <a:buChar char="Ø"/>
              <a:defRPr sz="1100"/>
            </a:lvl2pPr>
            <a:lvl3pPr marL="685800" indent="-228594">
              <a:lnSpc>
                <a:spcPct val="100000"/>
              </a:lnSpc>
              <a:buFont typeface="Wingdings" panose="05000000000000000000" pitchFamily="2" charset="2"/>
              <a:buChar char="§"/>
              <a:defRPr sz="1000"/>
            </a:lvl3pPr>
            <a:lvl4pPr marL="914400" indent="-228594">
              <a:lnSpc>
                <a:spcPct val="100000"/>
              </a:lnSpc>
              <a:buFont typeface="Courier New" panose="02070309020205020404" pitchFamily="49" charset="0"/>
              <a:buChar char="o"/>
              <a:defRPr sz="900"/>
            </a:lvl4pPr>
            <a:lvl5pPr marL="1143000">
              <a:lnSpc>
                <a:spcPct val="100000"/>
              </a:lnSpc>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5" name="Freeform 14"/>
          <p:cNvSpPr/>
          <p:nvPr userDrawn="1"/>
        </p:nvSpPr>
        <p:spPr>
          <a:xfrm>
            <a:off x="157241" y="3753803"/>
            <a:ext cx="5787244"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lvl="0" algn="ctr"/>
            <a:endParaRPr lang="en-GB" sz="1013"/>
          </a:p>
        </p:txBody>
      </p:sp>
      <p:sp>
        <p:nvSpPr>
          <p:cNvPr id="16" name="Text Placeholder 6"/>
          <p:cNvSpPr>
            <a:spLocks noGrp="1"/>
          </p:cNvSpPr>
          <p:nvPr>
            <p:ph type="body" sz="quarter" idx="16"/>
          </p:nvPr>
        </p:nvSpPr>
        <p:spPr>
          <a:xfrm>
            <a:off x="171577" y="3753803"/>
            <a:ext cx="5780230" cy="466344"/>
          </a:xfrm>
          <a:prstGeom prst="rect">
            <a:avLst/>
          </a:prstGeom>
        </p:spPr>
        <p:txBody>
          <a:bodyPr anchor="b"/>
          <a:lstStyle>
            <a:lvl1pPr marL="0" indent="0" algn="ctr">
              <a:buNone/>
              <a:defRPr sz="1300" b="1"/>
            </a:lvl1pPr>
          </a:lstStyle>
          <a:p>
            <a:pPr lvl="0"/>
            <a:r>
              <a:rPr lang="en-US" dirty="0"/>
              <a:t>Edit Master text styles</a:t>
            </a:r>
            <a:endParaRPr lang="en-IN" dirty="0"/>
          </a:p>
        </p:txBody>
      </p:sp>
      <p:sp>
        <p:nvSpPr>
          <p:cNvPr id="17" name="Content Placeholder 7"/>
          <p:cNvSpPr>
            <a:spLocks noGrp="1"/>
          </p:cNvSpPr>
          <p:nvPr>
            <p:ph sz="quarter" idx="17"/>
          </p:nvPr>
        </p:nvSpPr>
        <p:spPr>
          <a:xfrm>
            <a:off x="152400" y="4249103"/>
            <a:ext cx="5789613" cy="1965960"/>
          </a:xfrm>
          <a:prstGeom prst="rect">
            <a:avLst/>
          </a:prstGeom>
        </p:spPr>
        <p:txBody>
          <a:bodyPr/>
          <a:lstStyle>
            <a:lvl1pPr marL="228594" indent="-228594">
              <a:lnSpc>
                <a:spcPct val="100000"/>
              </a:lnSpc>
              <a:buFont typeface="Wingdings" panose="05000000000000000000" pitchFamily="2" charset="2"/>
              <a:buChar char="q"/>
              <a:defRPr sz="1200"/>
            </a:lvl1pPr>
            <a:lvl2pPr marL="457200" indent="-228594">
              <a:lnSpc>
                <a:spcPct val="100000"/>
              </a:lnSpc>
              <a:buFont typeface="Wingdings" panose="05000000000000000000" pitchFamily="2" charset="2"/>
              <a:buChar char="Ø"/>
              <a:defRPr sz="1100"/>
            </a:lvl2pPr>
            <a:lvl3pPr marL="685800" indent="-228594">
              <a:lnSpc>
                <a:spcPct val="100000"/>
              </a:lnSpc>
              <a:buFont typeface="Wingdings" panose="05000000000000000000" pitchFamily="2" charset="2"/>
              <a:buChar char="§"/>
              <a:defRPr sz="1000"/>
            </a:lvl3pPr>
            <a:lvl4pPr marL="914400" indent="-228594">
              <a:lnSpc>
                <a:spcPct val="100000"/>
              </a:lnSpc>
              <a:buFont typeface="Courier New" panose="02070309020205020404" pitchFamily="49" charset="0"/>
              <a:buChar char="o"/>
              <a:defRPr sz="900"/>
            </a:lvl4pPr>
            <a:lvl5pPr marL="1143000">
              <a:lnSpc>
                <a:spcPct val="100000"/>
              </a:lnSpc>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3845325247"/>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13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Footer Placeholder 2"/>
          <p:cNvSpPr>
            <a:spLocks noGrp="1"/>
          </p:cNvSpPr>
          <p:nvPr>
            <p:ph type="ftr" sz="quarter" idx="10"/>
          </p:nvPr>
        </p:nvSpPr>
        <p:spPr/>
        <p:txBody>
          <a:bodyPr/>
          <a:lstStyle/>
          <a:p>
            <a:r>
              <a:rPr lang="en-US" dirty="0"/>
              <a:t>©2025 Fact.MR, All Rights Reserved</a:t>
            </a:r>
          </a:p>
        </p:txBody>
      </p:sp>
      <p:sp>
        <p:nvSpPr>
          <p:cNvPr id="4" name="Slide Number Placeholder 3"/>
          <p:cNvSpPr>
            <a:spLocks noGrp="1"/>
          </p:cNvSpPr>
          <p:nvPr>
            <p:ph type="sldNum" sz="quarter" idx="11"/>
          </p:nvPr>
        </p:nvSpPr>
        <p:spPr/>
        <p:txBody>
          <a:bodyPr/>
          <a:lstStyle/>
          <a:p>
            <a:fld id="{4B17068C-EB94-40A3-A5F2-664CDD77FDAC}" type="slidenum">
              <a:rPr lang="en-US" smtClean="0"/>
              <a:pPr/>
              <a:t>‹#›</a:t>
            </a:fld>
            <a:endParaRPr lang="en-US" dirty="0"/>
          </a:p>
        </p:txBody>
      </p:sp>
      <p:sp>
        <p:nvSpPr>
          <p:cNvPr id="5" name="Freeform 4"/>
          <p:cNvSpPr/>
          <p:nvPr userDrawn="1"/>
        </p:nvSpPr>
        <p:spPr>
          <a:xfrm>
            <a:off x="157241" y="1066800"/>
            <a:ext cx="5787244"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lvl="0" algn="ctr"/>
            <a:endParaRPr lang="en-GB" sz="1013"/>
          </a:p>
        </p:txBody>
      </p:sp>
      <p:sp>
        <p:nvSpPr>
          <p:cNvPr id="7" name="Text Placeholder 6"/>
          <p:cNvSpPr>
            <a:spLocks noGrp="1"/>
          </p:cNvSpPr>
          <p:nvPr>
            <p:ph type="body" sz="quarter" idx="12"/>
          </p:nvPr>
        </p:nvSpPr>
        <p:spPr>
          <a:xfrm>
            <a:off x="171577" y="1066800"/>
            <a:ext cx="5780230" cy="466344"/>
          </a:xfrm>
          <a:prstGeom prst="rect">
            <a:avLst/>
          </a:prstGeom>
        </p:spPr>
        <p:txBody>
          <a:bodyPr anchor="b"/>
          <a:lstStyle>
            <a:lvl1pPr marL="0" indent="0" algn="ctr">
              <a:buNone/>
              <a:defRPr sz="1300" b="1"/>
            </a:lvl1pPr>
          </a:lstStyle>
          <a:p>
            <a:pPr lvl="0"/>
            <a:r>
              <a:rPr lang="en-US" dirty="0"/>
              <a:t>Edit Master text styles</a:t>
            </a:r>
            <a:endParaRPr lang="en-IN" dirty="0"/>
          </a:p>
        </p:txBody>
      </p:sp>
      <p:sp>
        <p:nvSpPr>
          <p:cNvPr id="8" name="Content Placeholder 7"/>
          <p:cNvSpPr>
            <a:spLocks noGrp="1"/>
          </p:cNvSpPr>
          <p:nvPr>
            <p:ph sz="quarter" idx="13"/>
          </p:nvPr>
        </p:nvSpPr>
        <p:spPr>
          <a:xfrm>
            <a:off x="152400" y="1562100"/>
            <a:ext cx="5789613" cy="4662488"/>
          </a:xfrm>
          <a:prstGeom prst="rect">
            <a:avLst/>
          </a:prstGeom>
        </p:spPr>
        <p:txBody>
          <a:bodyPr/>
          <a:lstStyle>
            <a:lvl1pPr marL="228594" indent="-228594">
              <a:lnSpc>
                <a:spcPct val="100000"/>
              </a:lnSpc>
              <a:buFont typeface="Wingdings" panose="05000000000000000000" pitchFamily="2" charset="2"/>
              <a:buChar char="q"/>
              <a:defRPr sz="1200"/>
            </a:lvl1pPr>
            <a:lvl2pPr marL="457200" indent="-228594">
              <a:lnSpc>
                <a:spcPct val="100000"/>
              </a:lnSpc>
              <a:buFont typeface="Wingdings" panose="05000000000000000000" pitchFamily="2" charset="2"/>
              <a:buChar char="Ø"/>
              <a:defRPr sz="1100"/>
            </a:lvl2pPr>
            <a:lvl3pPr marL="685800" indent="-228594">
              <a:lnSpc>
                <a:spcPct val="100000"/>
              </a:lnSpc>
              <a:buFont typeface="Wingdings" panose="05000000000000000000" pitchFamily="2" charset="2"/>
              <a:buChar char="§"/>
              <a:defRPr sz="1000"/>
            </a:lvl3pPr>
            <a:lvl4pPr marL="914400" indent="-228594">
              <a:lnSpc>
                <a:spcPct val="100000"/>
              </a:lnSpc>
              <a:buFont typeface="Courier New" panose="02070309020205020404" pitchFamily="49" charset="0"/>
              <a:buChar char="o"/>
              <a:defRPr sz="900"/>
            </a:lvl4pPr>
            <a:lvl5pPr marL="1143000">
              <a:lnSpc>
                <a:spcPct val="100000"/>
              </a:lnSpc>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Freeform 8"/>
          <p:cNvSpPr/>
          <p:nvPr userDrawn="1"/>
        </p:nvSpPr>
        <p:spPr>
          <a:xfrm>
            <a:off x="6200853" y="1066800"/>
            <a:ext cx="5787244"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lvl="0" algn="ctr"/>
            <a:endParaRPr lang="en-GB" sz="1013"/>
          </a:p>
        </p:txBody>
      </p:sp>
      <p:sp>
        <p:nvSpPr>
          <p:cNvPr id="10" name="Text Placeholder 6"/>
          <p:cNvSpPr>
            <a:spLocks noGrp="1"/>
          </p:cNvSpPr>
          <p:nvPr>
            <p:ph type="body" sz="quarter" idx="14"/>
          </p:nvPr>
        </p:nvSpPr>
        <p:spPr>
          <a:xfrm>
            <a:off x="6215189" y="1066800"/>
            <a:ext cx="5770436" cy="466344"/>
          </a:xfrm>
          <a:prstGeom prst="rect">
            <a:avLst/>
          </a:prstGeom>
        </p:spPr>
        <p:txBody>
          <a:bodyPr anchor="b"/>
          <a:lstStyle>
            <a:lvl1pPr marL="0" indent="0" algn="ctr">
              <a:buNone/>
              <a:defRPr sz="1300" b="1"/>
            </a:lvl1pPr>
          </a:lstStyle>
          <a:p>
            <a:pPr lvl="0"/>
            <a:r>
              <a:rPr lang="en-US" dirty="0"/>
              <a:t>Edit Master text styles</a:t>
            </a:r>
            <a:endParaRPr lang="en-IN" dirty="0"/>
          </a:p>
        </p:txBody>
      </p:sp>
      <p:sp>
        <p:nvSpPr>
          <p:cNvPr id="11" name="Content Placeholder 7"/>
          <p:cNvSpPr>
            <a:spLocks noGrp="1"/>
          </p:cNvSpPr>
          <p:nvPr>
            <p:ph sz="quarter" idx="15"/>
          </p:nvPr>
        </p:nvSpPr>
        <p:spPr>
          <a:xfrm>
            <a:off x="6196012" y="1562100"/>
            <a:ext cx="5789613" cy="1965960"/>
          </a:xfrm>
          <a:prstGeom prst="rect">
            <a:avLst/>
          </a:prstGeom>
        </p:spPr>
        <p:txBody>
          <a:bodyPr/>
          <a:lstStyle>
            <a:lvl1pPr marL="228594" indent="-228594">
              <a:lnSpc>
                <a:spcPct val="100000"/>
              </a:lnSpc>
              <a:buFont typeface="Wingdings" panose="05000000000000000000" pitchFamily="2" charset="2"/>
              <a:buChar char="q"/>
              <a:defRPr sz="1200"/>
            </a:lvl1pPr>
            <a:lvl2pPr marL="457200" indent="-228594">
              <a:lnSpc>
                <a:spcPct val="100000"/>
              </a:lnSpc>
              <a:buFont typeface="Wingdings" panose="05000000000000000000" pitchFamily="2" charset="2"/>
              <a:buChar char="Ø"/>
              <a:defRPr sz="1100"/>
            </a:lvl2pPr>
            <a:lvl3pPr marL="685800" indent="-228594">
              <a:lnSpc>
                <a:spcPct val="100000"/>
              </a:lnSpc>
              <a:buFont typeface="Wingdings" panose="05000000000000000000" pitchFamily="2" charset="2"/>
              <a:buChar char="§"/>
              <a:defRPr sz="1000"/>
            </a:lvl3pPr>
            <a:lvl4pPr marL="914400" indent="-228594">
              <a:lnSpc>
                <a:spcPct val="100000"/>
              </a:lnSpc>
              <a:buFont typeface="Courier New" panose="02070309020205020404" pitchFamily="49" charset="0"/>
              <a:buChar char="o"/>
              <a:defRPr sz="900"/>
            </a:lvl4pPr>
            <a:lvl5pPr marL="1143000">
              <a:lnSpc>
                <a:spcPct val="100000"/>
              </a:lnSpc>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2" name="Freeform 11"/>
          <p:cNvSpPr/>
          <p:nvPr userDrawn="1"/>
        </p:nvSpPr>
        <p:spPr>
          <a:xfrm>
            <a:off x="6198380" y="3753803"/>
            <a:ext cx="5787243"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lvl="0" algn="ctr"/>
            <a:endParaRPr lang="en-GB" sz="1013"/>
          </a:p>
        </p:txBody>
      </p:sp>
      <p:sp>
        <p:nvSpPr>
          <p:cNvPr id="13" name="Text Placeholder 6"/>
          <p:cNvSpPr>
            <a:spLocks noGrp="1"/>
          </p:cNvSpPr>
          <p:nvPr>
            <p:ph type="body" sz="quarter" idx="16"/>
          </p:nvPr>
        </p:nvSpPr>
        <p:spPr>
          <a:xfrm>
            <a:off x="6205394" y="3753803"/>
            <a:ext cx="5780229" cy="466344"/>
          </a:xfrm>
          <a:prstGeom prst="rect">
            <a:avLst/>
          </a:prstGeom>
        </p:spPr>
        <p:txBody>
          <a:bodyPr anchor="b"/>
          <a:lstStyle>
            <a:lvl1pPr marL="0" indent="0" algn="ctr">
              <a:buNone/>
              <a:defRPr sz="1300" b="1"/>
            </a:lvl1pPr>
          </a:lstStyle>
          <a:p>
            <a:pPr lvl="0"/>
            <a:r>
              <a:rPr lang="en-US" dirty="0"/>
              <a:t>Edit Master text styles</a:t>
            </a:r>
            <a:endParaRPr lang="en-IN" dirty="0"/>
          </a:p>
        </p:txBody>
      </p:sp>
      <p:sp>
        <p:nvSpPr>
          <p:cNvPr id="14" name="Content Placeholder 7"/>
          <p:cNvSpPr>
            <a:spLocks noGrp="1"/>
          </p:cNvSpPr>
          <p:nvPr>
            <p:ph sz="quarter" idx="17"/>
          </p:nvPr>
        </p:nvSpPr>
        <p:spPr>
          <a:xfrm>
            <a:off x="6196013" y="4249103"/>
            <a:ext cx="5789612" cy="1965960"/>
          </a:xfrm>
          <a:prstGeom prst="rect">
            <a:avLst/>
          </a:prstGeom>
        </p:spPr>
        <p:txBody>
          <a:bodyPr/>
          <a:lstStyle>
            <a:lvl1pPr marL="228594" indent="-228594">
              <a:lnSpc>
                <a:spcPct val="100000"/>
              </a:lnSpc>
              <a:buFont typeface="Wingdings" panose="05000000000000000000" pitchFamily="2" charset="2"/>
              <a:buChar char="q"/>
              <a:defRPr sz="1200"/>
            </a:lvl1pPr>
            <a:lvl2pPr marL="457200" indent="-228594">
              <a:lnSpc>
                <a:spcPct val="100000"/>
              </a:lnSpc>
              <a:buFont typeface="Wingdings" panose="05000000000000000000" pitchFamily="2" charset="2"/>
              <a:buChar char="Ø"/>
              <a:defRPr sz="1100"/>
            </a:lvl2pPr>
            <a:lvl3pPr marL="685800" indent="-228594">
              <a:lnSpc>
                <a:spcPct val="100000"/>
              </a:lnSpc>
              <a:buFont typeface="Wingdings" panose="05000000000000000000" pitchFamily="2" charset="2"/>
              <a:buChar char="§"/>
              <a:defRPr sz="1000"/>
            </a:lvl3pPr>
            <a:lvl4pPr marL="914400" indent="-228594">
              <a:lnSpc>
                <a:spcPct val="100000"/>
              </a:lnSpc>
              <a:buFont typeface="Courier New" panose="02070309020205020404" pitchFamily="49" charset="0"/>
              <a:buChar char="o"/>
              <a:defRPr sz="900"/>
            </a:lvl4pPr>
            <a:lvl5pPr marL="1143000">
              <a:lnSpc>
                <a:spcPct val="100000"/>
              </a:lnSpc>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3598924113"/>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14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Footer Placeholder 2"/>
          <p:cNvSpPr>
            <a:spLocks noGrp="1"/>
          </p:cNvSpPr>
          <p:nvPr>
            <p:ph type="ftr" sz="quarter" idx="10"/>
          </p:nvPr>
        </p:nvSpPr>
        <p:spPr/>
        <p:txBody>
          <a:bodyPr/>
          <a:lstStyle/>
          <a:p>
            <a:r>
              <a:rPr lang="en-US" dirty="0"/>
              <a:t>©2025 Fact.MR, All Rights Reserved</a:t>
            </a:r>
          </a:p>
        </p:txBody>
      </p:sp>
      <p:sp>
        <p:nvSpPr>
          <p:cNvPr id="4" name="Slide Number Placeholder 3"/>
          <p:cNvSpPr>
            <a:spLocks noGrp="1"/>
          </p:cNvSpPr>
          <p:nvPr>
            <p:ph type="sldNum" sz="quarter" idx="11"/>
          </p:nvPr>
        </p:nvSpPr>
        <p:spPr/>
        <p:txBody>
          <a:bodyPr/>
          <a:lstStyle/>
          <a:p>
            <a:fld id="{4B17068C-EB94-40A3-A5F2-664CDD77FDAC}" type="slidenum">
              <a:rPr lang="en-US" smtClean="0"/>
              <a:pPr/>
              <a:t>‹#›</a:t>
            </a:fld>
            <a:endParaRPr lang="en-US" dirty="0"/>
          </a:p>
        </p:txBody>
      </p:sp>
      <p:sp>
        <p:nvSpPr>
          <p:cNvPr id="9" name="Freeform 8"/>
          <p:cNvSpPr/>
          <p:nvPr userDrawn="1"/>
        </p:nvSpPr>
        <p:spPr>
          <a:xfrm>
            <a:off x="6200853" y="1066800"/>
            <a:ext cx="5787244"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lvl="0" algn="ctr"/>
            <a:endParaRPr lang="en-GB" sz="1013"/>
          </a:p>
        </p:txBody>
      </p:sp>
      <p:sp>
        <p:nvSpPr>
          <p:cNvPr id="10" name="Text Placeholder 6"/>
          <p:cNvSpPr>
            <a:spLocks noGrp="1"/>
          </p:cNvSpPr>
          <p:nvPr>
            <p:ph type="body" sz="quarter" idx="14"/>
          </p:nvPr>
        </p:nvSpPr>
        <p:spPr>
          <a:xfrm>
            <a:off x="6215189" y="1066800"/>
            <a:ext cx="5770436" cy="466344"/>
          </a:xfrm>
          <a:prstGeom prst="rect">
            <a:avLst/>
          </a:prstGeom>
        </p:spPr>
        <p:txBody>
          <a:bodyPr anchor="b"/>
          <a:lstStyle>
            <a:lvl1pPr marL="0" indent="0" algn="ctr">
              <a:buNone/>
              <a:defRPr sz="1300" b="1"/>
            </a:lvl1pPr>
          </a:lstStyle>
          <a:p>
            <a:pPr lvl="0"/>
            <a:r>
              <a:rPr lang="en-US" dirty="0"/>
              <a:t>Edit Master text styles</a:t>
            </a:r>
            <a:endParaRPr lang="en-IN" dirty="0"/>
          </a:p>
        </p:txBody>
      </p:sp>
      <p:sp>
        <p:nvSpPr>
          <p:cNvPr id="11" name="Content Placeholder 7"/>
          <p:cNvSpPr>
            <a:spLocks noGrp="1"/>
          </p:cNvSpPr>
          <p:nvPr>
            <p:ph sz="quarter" idx="15"/>
          </p:nvPr>
        </p:nvSpPr>
        <p:spPr>
          <a:xfrm>
            <a:off x="6196012" y="1562100"/>
            <a:ext cx="5789613" cy="1965960"/>
          </a:xfrm>
          <a:prstGeom prst="rect">
            <a:avLst/>
          </a:prstGeom>
        </p:spPr>
        <p:txBody>
          <a:bodyPr/>
          <a:lstStyle>
            <a:lvl1pPr marL="228594" indent="-228594">
              <a:lnSpc>
                <a:spcPct val="100000"/>
              </a:lnSpc>
              <a:buFont typeface="Wingdings" panose="05000000000000000000" pitchFamily="2" charset="2"/>
              <a:buChar char="q"/>
              <a:defRPr sz="1200"/>
            </a:lvl1pPr>
            <a:lvl2pPr marL="457200" indent="-228594">
              <a:lnSpc>
                <a:spcPct val="100000"/>
              </a:lnSpc>
              <a:buFont typeface="Wingdings" panose="05000000000000000000" pitchFamily="2" charset="2"/>
              <a:buChar char="Ø"/>
              <a:defRPr sz="1100"/>
            </a:lvl2pPr>
            <a:lvl3pPr marL="685800" indent="-228594">
              <a:lnSpc>
                <a:spcPct val="100000"/>
              </a:lnSpc>
              <a:buFont typeface="Wingdings" panose="05000000000000000000" pitchFamily="2" charset="2"/>
              <a:buChar char="§"/>
              <a:defRPr sz="1000"/>
            </a:lvl3pPr>
            <a:lvl4pPr marL="914400" indent="-228594">
              <a:lnSpc>
                <a:spcPct val="100000"/>
              </a:lnSpc>
              <a:buFont typeface="Courier New" panose="02070309020205020404" pitchFamily="49" charset="0"/>
              <a:buChar char="o"/>
              <a:defRPr sz="900"/>
            </a:lvl4pPr>
            <a:lvl5pPr marL="1143000">
              <a:lnSpc>
                <a:spcPct val="100000"/>
              </a:lnSpc>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2" name="Freeform 11"/>
          <p:cNvSpPr/>
          <p:nvPr userDrawn="1"/>
        </p:nvSpPr>
        <p:spPr>
          <a:xfrm>
            <a:off x="6198380" y="3753803"/>
            <a:ext cx="5787243"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lvl="0" algn="ctr"/>
            <a:endParaRPr lang="en-GB" sz="1013"/>
          </a:p>
        </p:txBody>
      </p:sp>
      <p:sp>
        <p:nvSpPr>
          <p:cNvPr id="13" name="Text Placeholder 6"/>
          <p:cNvSpPr>
            <a:spLocks noGrp="1"/>
          </p:cNvSpPr>
          <p:nvPr>
            <p:ph type="body" sz="quarter" idx="16"/>
          </p:nvPr>
        </p:nvSpPr>
        <p:spPr>
          <a:xfrm>
            <a:off x="6205394" y="3753803"/>
            <a:ext cx="5780229" cy="466344"/>
          </a:xfrm>
          <a:prstGeom prst="rect">
            <a:avLst/>
          </a:prstGeom>
        </p:spPr>
        <p:txBody>
          <a:bodyPr anchor="b"/>
          <a:lstStyle>
            <a:lvl1pPr marL="0" indent="0" algn="ctr">
              <a:buNone/>
              <a:defRPr sz="1300" b="1"/>
            </a:lvl1pPr>
          </a:lstStyle>
          <a:p>
            <a:pPr lvl="0"/>
            <a:r>
              <a:rPr lang="en-US" dirty="0"/>
              <a:t>Edit Master text styles</a:t>
            </a:r>
            <a:endParaRPr lang="en-IN" dirty="0"/>
          </a:p>
        </p:txBody>
      </p:sp>
      <p:sp>
        <p:nvSpPr>
          <p:cNvPr id="14" name="Content Placeholder 7"/>
          <p:cNvSpPr>
            <a:spLocks noGrp="1"/>
          </p:cNvSpPr>
          <p:nvPr>
            <p:ph sz="quarter" idx="17"/>
          </p:nvPr>
        </p:nvSpPr>
        <p:spPr>
          <a:xfrm>
            <a:off x="6196013" y="4249103"/>
            <a:ext cx="5789612" cy="1965960"/>
          </a:xfrm>
          <a:prstGeom prst="rect">
            <a:avLst/>
          </a:prstGeom>
        </p:spPr>
        <p:txBody>
          <a:bodyPr/>
          <a:lstStyle>
            <a:lvl1pPr marL="228594" indent="-228594">
              <a:lnSpc>
                <a:spcPct val="100000"/>
              </a:lnSpc>
              <a:buFont typeface="Wingdings" panose="05000000000000000000" pitchFamily="2" charset="2"/>
              <a:buChar char="q"/>
              <a:defRPr sz="1200"/>
            </a:lvl1pPr>
            <a:lvl2pPr marL="457200" indent="-228594">
              <a:lnSpc>
                <a:spcPct val="100000"/>
              </a:lnSpc>
              <a:buFont typeface="Wingdings" panose="05000000000000000000" pitchFamily="2" charset="2"/>
              <a:buChar char="Ø"/>
              <a:defRPr sz="1100"/>
            </a:lvl2pPr>
            <a:lvl3pPr marL="685800" indent="-228594">
              <a:lnSpc>
                <a:spcPct val="100000"/>
              </a:lnSpc>
              <a:buFont typeface="Wingdings" panose="05000000000000000000" pitchFamily="2" charset="2"/>
              <a:buChar char="§"/>
              <a:defRPr sz="1000"/>
            </a:lvl3pPr>
            <a:lvl4pPr marL="914400" indent="-228594">
              <a:lnSpc>
                <a:spcPct val="100000"/>
              </a:lnSpc>
              <a:buFont typeface="Courier New" panose="02070309020205020404" pitchFamily="49" charset="0"/>
              <a:buChar char="o"/>
              <a:defRPr sz="900"/>
            </a:lvl4pPr>
            <a:lvl5pPr marL="1143000">
              <a:lnSpc>
                <a:spcPct val="100000"/>
              </a:lnSpc>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313458213"/>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15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Footer Placeholder 2"/>
          <p:cNvSpPr>
            <a:spLocks noGrp="1"/>
          </p:cNvSpPr>
          <p:nvPr>
            <p:ph type="ftr" sz="quarter" idx="10"/>
          </p:nvPr>
        </p:nvSpPr>
        <p:spPr/>
        <p:txBody>
          <a:bodyPr/>
          <a:lstStyle/>
          <a:p>
            <a:r>
              <a:rPr lang="en-US" dirty="0"/>
              <a:t>©2025 Fact.MR, All Rights Reserved</a:t>
            </a:r>
          </a:p>
        </p:txBody>
      </p:sp>
      <p:sp>
        <p:nvSpPr>
          <p:cNvPr id="4" name="Slide Number Placeholder 3"/>
          <p:cNvSpPr>
            <a:spLocks noGrp="1"/>
          </p:cNvSpPr>
          <p:nvPr>
            <p:ph type="sldNum" sz="quarter" idx="11"/>
          </p:nvPr>
        </p:nvSpPr>
        <p:spPr/>
        <p:txBody>
          <a:bodyPr/>
          <a:lstStyle/>
          <a:p>
            <a:fld id="{4B17068C-EB94-40A3-A5F2-664CDD77FDAC}" type="slidenum">
              <a:rPr lang="en-US" smtClean="0"/>
              <a:pPr/>
              <a:t>‹#›</a:t>
            </a:fld>
            <a:endParaRPr lang="en-US" dirty="0"/>
          </a:p>
        </p:txBody>
      </p:sp>
      <p:sp>
        <p:nvSpPr>
          <p:cNvPr id="5" name="Freeform 4"/>
          <p:cNvSpPr/>
          <p:nvPr userDrawn="1"/>
        </p:nvSpPr>
        <p:spPr>
          <a:xfrm>
            <a:off x="157241" y="1066800"/>
            <a:ext cx="5787244"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lvl="0" algn="ctr"/>
            <a:endParaRPr lang="en-GB" sz="1013"/>
          </a:p>
        </p:txBody>
      </p:sp>
      <p:sp>
        <p:nvSpPr>
          <p:cNvPr id="7" name="Text Placeholder 6"/>
          <p:cNvSpPr>
            <a:spLocks noGrp="1"/>
          </p:cNvSpPr>
          <p:nvPr>
            <p:ph type="body" sz="quarter" idx="12"/>
          </p:nvPr>
        </p:nvSpPr>
        <p:spPr>
          <a:xfrm>
            <a:off x="171577" y="1066800"/>
            <a:ext cx="5780230" cy="466344"/>
          </a:xfrm>
          <a:prstGeom prst="rect">
            <a:avLst/>
          </a:prstGeom>
        </p:spPr>
        <p:txBody>
          <a:bodyPr anchor="b"/>
          <a:lstStyle>
            <a:lvl1pPr marL="0" indent="0" algn="ctr">
              <a:buNone/>
              <a:defRPr sz="1300" b="1"/>
            </a:lvl1pPr>
          </a:lstStyle>
          <a:p>
            <a:pPr lvl="0"/>
            <a:r>
              <a:rPr lang="en-US" dirty="0"/>
              <a:t>Edit Master text styles</a:t>
            </a:r>
            <a:endParaRPr lang="en-IN" dirty="0"/>
          </a:p>
        </p:txBody>
      </p:sp>
      <p:sp>
        <p:nvSpPr>
          <p:cNvPr id="8" name="Content Placeholder 7"/>
          <p:cNvSpPr>
            <a:spLocks noGrp="1"/>
          </p:cNvSpPr>
          <p:nvPr>
            <p:ph sz="quarter" idx="13"/>
          </p:nvPr>
        </p:nvSpPr>
        <p:spPr>
          <a:xfrm>
            <a:off x="152400" y="1562100"/>
            <a:ext cx="5789613" cy="1965960"/>
          </a:xfrm>
          <a:prstGeom prst="rect">
            <a:avLst/>
          </a:prstGeom>
        </p:spPr>
        <p:txBody>
          <a:bodyPr/>
          <a:lstStyle>
            <a:lvl1pPr marL="228594" indent="-228594">
              <a:lnSpc>
                <a:spcPct val="100000"/>
              </a:lnSpc>
              <a:buFont typeface="Wingdings" panose="05000000000000000000" pitchFamily="2" charset="2"/>
              <a:buChar char="q"/>
              <a:defRPr sz="1200"/>
            </a:lvl1pPr>
            <a:lvl2pPr marL="457200" indent="-228594">
              <a:lnSpc>
                <a:spcPct val="100000"/>
              </a:lnSpc>
              <a:buFont typeface="Wingdings" panose="05000000000000000000" pitchFamily="2" charset="2"/>
              <a:buChar char="Ø"/>
              <a:defRPr sz="1100"/>
            </a:lvl2pPr>
            <a:lvl3pPr marL="685800" indent="-228594">
              <a:lnSpc>
                <a:spcPct val="100000"/>
              </a:lnSpc>
              <a:buFont typeface="Wingdings" panose="05000000000000000000" pitchFamily="2" charset="2"/>
              <a:buChar char="§"/>
              <a:defRPr sz="1000"/>
            </a:lvl3pPr>
            <a:lvl4pPr marL="914400" indent="-228594">
              <a:lnSpc>
                <a:spcPct val="100000"/>
              </a:lnSpc>
              <a:buFont typeface="Courier New" panose="02070309020205020404" pitchFamily="49" charset="0"/>
              <a:buChar char="o"/>
              <a:defRPr sz="900"/>
            </a:lvl4pPr>
            <a:lvl5pPr marL="1143000">
              <a:lnSpc>
                <a:spcPct val="100000"/>
              </a:lnSpc>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Freeform 8"/>
          <p:cNvSpPr/>
          <p:nvPr userDrawn="1"/>
        </p:nvSpPr>
        <p:spPr>
          <a:xfrm>
            <a:off x="6200853" y="1066800"/>
            <a:ext cx="5787244"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lvl="0" algn="ctr"/>
            <a:endParaRPr lang="en-GB" sz="1013"/>
          </a:p>
        </p:txBody>
      </p:sp>
      <p:sp>
        <p:nvSpPr>
          <p:cNvPr id="10" name="Text Placeholder 6"/>
          <p:cNvSpPr>
            <a:spLocks noGrp="1"/>
          </p:cNvSpPr>
          <p:nvPr>
            <p:ph type="body" sz="quarter" idx="14"/>
          </p:nvPr>
        </p:nvSpPr>
        <p:spPr>
          <a:xfrm>
            <a:off x="6215189" y="1066800"/>
            <a:ext cx="5770436" cy="466344"/>
          </a:xfrm>
          <a:prstGeom prst="rect">
            <a:avLst/>
          </a:prstGeom>
        </p:spPr>
        <p:txBody>
          <a:bodyPr anchor="b"/>
          <a:lstStyle>
            <a:lvl1pPr marL="0" indent="0" algn="ctr">
              <a:buNone/>
              <a:defRPr sz="1300" b="1"/>
            </a:lvl1pPr>
          </a:lstStyle>
          <a:p>
            <a:pPr lvl="0"/>
            <a:r>
              <a:rPr lang="en-US" dirty="0"/>
              <a:t>Edit Master text styles</a:t>
            </a:r>
            <a:endParaRPr lang="en-IN" dirty="0"/>
          </a:p>
        </p:txBody>
      </p:sp>
      <p:sp>
        <p:nvSpPr>
          <p:cNvPr id="11" name="Content Placeholder 7"/>
          <p:cNvSpPr>
            <a:spLocks noGrp="1"/>
          </p:cNvSpPr>
          <p:nvPr>
            <p:ph sz="quarter" idx="15"/>
          </p:nvPr>
        </p:nvSpPr>
        <p:spPr>
          <a:xfrm>
            <a:off x="6196012" y="1562100"/>
            <a:ext cx="5789613" cy="1965960"/>
          </a:xfrm>
          <a:prstGeom prst="rect">
            <a:avLst/>
          </a:prstGeom>
        </p:spPr>
        <p:txBody>
          <a:bodyPr/>
          <a:lstStyle>
            <a:lvl1pPr marL="228594" indent="-228594">
              <a:lnSpc>
                <a:spcPct val="100000"/>
              </a:lnSpc>
              <a:buFont typeface="Wingdings" panose="05000000000000000000" pitchFamily="2" charset="2"/>
              <a:buChar char="q"/>
              <a:defRPr sz="1200"/>
            </a:lvl1pPr>
            <a:lvl2pPr marL="457200" indent="-228594">
              <a:lnSpc>
                <a:spcPct val="100000"/>
              </a:lnSpc>
              <a:buFont typeface="Wingdings" panose="05000000000000000000" pitchFamily="2" charset="2"/>
              <a:buChar char="Ø"/>
              <a:defRPr sz="1100"/>
            </a:lvl2pPr>
            <a:lvl3pPr marL="685800" indent="-228594">
              <a:lnSpc>
                <a:spcPct val="100000"/>
              </a:lnSpc>
              <a:buFont typeface="Wingdings" panose="05000000000000000000" pitchFamily="2" charset="2"/>
              <a:buChar char="§"/>
              <a:defRPr sz="1000"/>
            </a:lvl3pPr>
            <a:lvl4pPr marL="914400" indent="-228594">
              <a:lnSpc>
                <a:spcPct val="100000"/>
              </a:lnSpc>
              <a:buFont typeface="Courier New" panose="02070309020205020404" pitchFamily="49" charset="0"/>
              <a:buChar char="o"/>
              <a:defRPr sz="900"/>
            </a:lvl4pPr>
            <a:lvl5pPr marL="1143000">
              <a:lnSpc>
                <a:spcPct val="100000"/>
              </a:lnSpc>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5" name="Freeform 14"/>
          <p:cNvSpPr/>
          <p:nvPr userDrawn="1"/>
        </p:nvSpPr>
        <p:spPr>
          <a:xfrm>
            <a:off x="157241" y="3753803"/>
            <a:ext cx="5787244"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lvl="0" algn="ctr"/>
            <a:endParaRPr lang="en-GB" sz="1013"/>
          </a:p>
        </p:txBody>
      </p:sp>
      <p:sp>
        <p:nvSpPr>
          <p:cNvPr id="16" name="Text Placeholder 6"/>
          <p:cNvSpPr>
            <a:spLocks noGrp="1"/>
          </p:cNvSpPr>
          <p:nvPr>
            <p:ph type="body" sz="quarter" idx="16"/>
          </p:nvPr>
        </p:nvSpPr>
        <p:spPr>
          <a:xfrm>
            <a:off x="171577" y="3753803"/>
            <a:ext cx="5780230" cy="466344"/>
          </a:xfrm>
          <a:prstGeom prst="rect">
            <a:avLst/>
          </a:prstGeom>
        </p:spPr>
        <p:txBody>
          <a:bodyPr anchor="b"/>
          <a:lstStyle>
            <a:lvl1pPr marL="0" indent="0" algn="ctr">
              <a:buNone/>
              <a:defRPr sz="1300" b="1"/>
            </a:lvl1pPr>
          </a:lstStyle>
          <a:p>
            <a:pPr lvl="0"/>
            <a:r>
              <a:rPr lang="en-US" dirty="0"/>
              <a:t>Edit Master text styles</a:t>
            </a:r>
            <a:endParaRPr lang="en-IN" dirty="0"/>
          </a:p>
        </p:txBody>
      </p:sp>
      <p:sp>
        <p:nvSpPr>
          <p:cNvPr id="17" name="Content Placeholder 7"/>
          <p:cNvSpPr>
            <a:spLocks noGrp="1"/>
          </p:cNvSpPr>
          <p:nvPr>
            <p:ph sz="quarter" idx="17"/>
          </p:nvPr>
        </p:nvSpPr>
        <p:spPr>
          <a:xfrm>
            <a:off x="152400" y="4249103"/>
            <a:ext cx="5789613" cy="1965960"/>
          </a:xfrm>
          <a:prstGeom prst="rect">
            <a:avLst/>
          </a:prstGeom>
        </p:spPr>
        <p:txBody>
          <a:bodyPr/>
          <a:lstStyle>
            <a:lvl1pPr marL="228594" indent="-228594">
              <a:lnSpc>
                <a:spcPct val="100000"/>
              </a:lnSpc>
              <a:buFont typeface="Wingdings" panose="05000000000000000000" pitchFamily="2" charset="2"/>
              <a:buChar char="q"/>
              <a:defRPr sz="1200"/>
            </a:lvl1pPr>
            <a:lvl2pPr marL="457200" indent="-228594">
              <a:lnSpc>
                <a:spcPct val="100000"/>
              </a:lnSpc>
              <a:buFont typeface="Wingdings" panose="05000000000000000000" pitchFamily="2" charset="2"/>
              <a:buChar char="Ø"/>
              <a:defRPr sz="1100"/>
            </a:lvl2pPr>
            <a:lvl3pPr marL="685800" indent="-228594">
              <a:lnSpc>
                <a:spcPct val="100000"/>
              </a:lnSpc>
              <a:buFont typeface="Wingdings" panose="05000000000000000000" pitchFamily="2" charset="2"/>
              <a:buChar char="§"/>
              <a:defRPr sz="1000"/>
            </a:lvl3pPr>
            <a:lvl4pPr marL="914400" indent="-228594">
              <a:lnSpc>
                <a:spcPct val="100000"/>
              </a:lnSpc>
              <a:buFont typeface="Courier New" panose="02070309020205020404" pitchFamily="49" charset="0"/>
              <a:buChar char="o"/>
              <a:defRPr sz="900"/>
            </a:lvl4pPr>
            <a:lvl5pPr marL="1143000">
              <a:lnSpc>
                <a:spcPct val="100000"/>
              </a:lnSpc>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3006469495"/>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16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Footer Placeholder 2"/>
          <p:cNvSpPr>
            <a:spLocks noGrp="1"/>
          </p:cNvSpPr>
          <p:nvPr>
            <p:ph type="ftr" sz="quarter" idx="10"/>
          </p:nvPr>
        </p:nvSpPr>
        <p:spPr/>
        <p:txBody>
          <a:bodyPr/>
          <a:lstStyle/>
          <a:p>
            <a:r>
              <a:rPr lang="en-US" dirty="0"/>
              <a:t>©2025 Fact.MR, All Rights Reserved</a:t>
            </a:r>
          </a:p>
        </p:txBody>
      </p:sp>
      <p:sp>
        <p:nvSpPr>
          <p:cNvPr id="4" name="Slide Number Placeholder 3"/>
          <p:cNvSpPr>
            <a:spLocks noGrp="1"/>
          </p:cNvSpPr>
          <p:nvPr>
            <p:ph type="sldNum" sz="quarter" idx="11"/>
          </p:nvPr>
        </p:nvSpPr>
        <p:spPr/>
        <p:txBody>
          <a:bodyPr/>
          <a:lstStyle/>
          <a:p>
            <a:fld id="{4B17068C-EB94-40A3-A5F2-664CDD77FDAC}" type="slidenum">
              <a:rPr lang="en-US" smtClean="0"/>
              <a:pPr/>
              <a:t>‹#›</a:t>
            </a:fld>
            <a:endParaRPr lang="en-US" dirty="0"/>
          </a:p>
        </p:txBody>
      </p:sp>
      <p:sp>
        <p:nvSpPr>
          <p:cNvPr id="5" name="Freeform 4"/>
          <p:cNvSpPr/>
          <p:nvPr userDrawn="1"/>
        </p:nvSpPr>
        <p:spPr>
          <a:xfrm>
            <a:off x="157241" y="1066800"/>
            <a:ext cx="5787244"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lvl="0" algn="ctr"/>
            <a:endParaRPr lang="en-GB" sz="1013"/>
          </a:p>
        </p:txBody>
      </p:sp>
      <p:sp>
        <p:nvSpPr>
          <p:cNvPr id="7" name="Text Placeholder 6"/>
          <p:cNvSpPr>
            <a:spLocks noGrp="1"/>
          </p:cNvSpPr>
          <p:nvPr>
            <p:ph type="body" sz="quarter" idx="12"/>
          </p:nvPr>
        </p:nvSpPr>
        <p:spPr>
          <a:xfrm>
            <a:off x="171577" y="1066800"/>
            <a:ext cx="5780230" cy="466344"/>
          </a:xfrm>
          <a:prstGeom prst="rect">
            <a:avLst/>
          </a:prstGeom>
        </p:spPr>
        <p:txBody>
          <a:bodyPr anchor="b"/>
          <a:lstStyle>
            <a:lvl1pPr marL="0" indent="0" algn="ctr">
              <a:buNone/>
              <a:defRPr sz="1300" b="1"/>
            </a:lvl1pPr>
          </a:lstStyle>
          <a:p>
            <a:pPr lvl="0"/>
            <a:r>
              <a:rPr lang="en-US" dirty="0"/>
              <a:t>Edit Master text styles</a:t>
            </a:r>
            <a:endParaRPr lang="en-IN" dirty="0"/>
          </a:p>
        </p:txBody>
      </p:sp>
      <p:sp>
        <p:nvSpPr>
          <p:cNvPr id="8" name="Content Placeholder 7"/>
          <p:cNvSpPr>
            <a:spLocks noGrp="1"/>
          </p:cNvSpPr>
          <p:nvPr>
            <p:ph sz="quarter" idx="13"/>
          </p:nvPr>
        </p:nvSpPr>
        <p:spPr>
          <a:xfrm>
            <a:off x="152400" y="1562100"/>
            <a:ext cx="5789613" cy="1965960"/>
          </a:xfrm>
          <a:prstGeom prst="rect">
            <a:avLst/>
          </a:prstGeom>
        </p:spPr>
        <p:txBody>
          <a:bodyPr/>
          <a:lstStyle>
            <a:lvl1pPr marL="228594" indent="-228594">
              <a:lnSpc>
                <a:spcPct val="100000"/>
              </a:lnSpc>
              <a:buFont typeface="Wingdings" panose="05000000000000000000" pitchFamily="2" charset="2"/>
              <a:buChar char="q"/>
              <a:defRPr sz="1200"/>
            </a:lvl1pPr>
            <a:lvl2pPr marL="457200" indent="-228594">
              <a:lnSpc>
                <a:spcPct val="100000"/>
              </a:lnSpc>
              <a:buFont typeface="Wingdings" panose="05000000000000000000" pitchFamily="2" charset="2"/>
              <a:buChar char="Ø"/>
              <a:defRPr sz="1100"/>
            </a:lvl2pPr>
            <a:lvl3pPr marL="685800" indent="-228594">
              <a:lnSpc>
                <a:spcPct val="100000"/>
              </a:lnSpc>
              <a:buFont typeface="Wingdings" panose="05000000000000000000" pitchFamily="2" charset="2"/>
              <a:buChar char="§"/>
              <a:defRPr sz="1000"/>
            </a:lvl3pPr>
            <a:lvl4pPr marL="914400" indent="-228594">
              <a:lnSpc>
                <a:spcPct val="100000"/>
              </a:lnSpc>
              <a:buFont typeface="Courier New" panose="02070309020205020404" pitchFamily="49" charset="0"/>
              <a:buChar char="o"/>
              <a:defRPr sz="900"/>
            </a:lvl4pPr>
            <a:lvl5pPr marL="1143000">
              <a:lnSpc>
                <a:spcPct val="100000"/>
              </a:lnSpc>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Freeform 8"/>
          <p:cNvSpPr/>
          <p:nvPr userDrawn="1"/>
        </p:nvSpPr>
        <p:spPr>
          <a:xfrm>
            <a:off x="6200853" y="1066800"/>
            <a:ext cx="5787244"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lvl="0" algn="ctr"/>
            <a:endParaRPr lang="en-GB" sz="1013"/>
          </a:p>
        </p:txBody>
      </p:sp>
      <p:sp>
        <p:nvSpPr>
          <p:cNvPr id="10" name="Text Placeholder 6"/>
          <p:cNvSpPr>
            <a:spLocks noGrp="1"/>
          </p:cNvSpPr>
          <p:nvPr>
            <p:ph type="body" sz="quarter" idx="14"/>
          </p:nvPr>
        </p:nvSpPr>
        <p:spPr>
          <a:xfrm>
            <a:off x="6215189" y="1066800"/>
            <a:ext cx="5770436" cy="466344"/>
          </a:xfrm>
          <a:prstGeom prst="rect">
            <a:avLst/>
          </a:prstGeom>
        </p:spPr>
        <p:txBody>
          <a:bodyPr anchor="b"/>
          <a:lstStyle>
            <a:lvl1pPr marL="0" indent="0" algn="ctr">
              <a:buNone/>
              <a:defRPr sz="1300" b="1"/>
            </a:lvl1pPr>
          </a:lstStyle>
          <a:p>
            <a:pPr lvl="0"/>
            <a:r>
              <a:rPr lang="en-US" dirty="0"/>
              <a:t>Edit Master text styles</a:t>
            </a:r>
            <a:endParaRPr lang="en-IN" dirty="0"/>
          </a:p>
        </p:txBody>
      </p:sp>
      <p:sp>
        <p:nvSpPr>
          <p:cNvPr id="11" name="Content Placeholder 7"/>
          <p:cNvSpPr>
            <a:spLocks noGrp="1"/>
          </p:cNvSpPr>
          <p:nvPr>
            <p:ph sz="quarter" idx="15"/>
          </p:nvPr>
        </p:nvSpPr>
        <p:spPr>
          <a:xfrm>
            <a:off x="6196012" y="1562100"/>
            <a:ext cx="5789613" cy="1965960"/>
          </a:xfrm>
          <a:prstGeom prst="rect">
            <a:avLst/>
          </a:prstGeom>
        </p:spPr>
        <p:txBody>
          <a:bodyPr/>
          <a:lstStyle>
            <a:lvl1pPr marL="228594" indent="-228594">
              <a:lnSpc>
                <a:spcPct val="100000"/>
              </a:lnSpc>
              <a:buFont typeface="Wingdings" panose="05000000000000000000" pitchFamily="2" charset="2"/>
              <a:buChar char="q"/>
              <a:defRPr sz="1200"/>
            </a:lvl1pPr>
            <a:lvl2pPr marL="457200" indent="-228594">
              <a:lnSpc>
                <a:spcPct val="100000"/>
              </a:lnSpc>
              <a:buFont typeface="Wingdings" panose="05000000000000000000" pitchFamily="2" charset="2"/>
              <a:buChar char="Ø"/>
              <a:defRPr sz="1100"/>
            </a:lvl2pPr>
            <a:lvl3pPr marL="685800" indent="-228594">
              <a:lnSpc>
                <a:spcPct val="100000"/>
              </a:lnSpc>
              <a:buFont typeface="Wingdings" panose="05000000000000000000" pitchFamily="2" charset="2"/>
              <a:buChar char="§"/>
              <a:defRPr sz="1000"/>
            </a:lvl3pPr>
            <a:lvl4pPr marL="914400" indent="-228594">
              <a:lnSpc>
                <a:spcPct val="100000"/>
              </a:lnSpc>
              <a:buFont typeface="Courier New" panose="02070309020205020404" pitchFamily="49" charset="0"/>
              <a:buChar char="o"/>
              <a:defRPr sz="900"/>
            </a:lvl4pPr>
            <a:lvl5pPr marL="1143000">
              <a:lnSpc>
                <a:spcPct val="100000"/>
              </a:lnSpc>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5" name="Freeform 14"/>
          <p:cNvSpPr/>
          <p:nvPr userDrawn="1"/>
        </p:nvSpPr>
        <p:spPr>
          <a:xfrm>
            <a:off x="157241" y="3753803"/>
            <a:ext cx="5787244"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lvl="0" algn="ctr"/>
            <a:endParaRPr lang="en-GB" sz="1013"/>
          </a:p>
        </p:txBody>
      </p:sp>
      <p:sp>
        <p:nvSpPr>
          <p:cNvPr id="16" name="Text Placeholder 6"/>
          <p:cNvSpPr>
            <a:spLocks noGrp="1"/>
          </p:cNvSpPr>
          <p:nvPr>
            <p:ph type="body" sz="quarter" idx="16"/>
          </p:nvPr>
        </p:nvSpPr>
        <p:spPr>
          <a:xfrm>
            <a:off x="171577" y="3753803"/>
            <a:ext cx="5780230" cy="466344"/>
          </a:xfrm>
          <a:prstGeom prst="rect">
            <a:avLst/>
          </a:prstGeom>
        </p:spPr>
        <p:txBody>
          <a:bodyPr anchor="b"/>
          <a:lstStyle>
            <a:lvl1pPr marL="0" indent="0" algn="ctr">
              <a:buNone/>
              <a:defRPr sz="1300" b="1"/>
            </a:lvl1pPr>
          </a:lstStyle>
          <a:p>
            <a:pPr lvl="0"/>
            <a:r>
              <a:rPr lang="en-US" dirty="0"/>
              <a:t>Edit Master text styles</a:t>
            </a:r>
            <a:endParaRPr lang="en-IN" dirty="0"/>
          </a:p>
        </p:txBody>
      </p:sp>
      <p:sp>
        <p:nvSpPr>
          <p:cNvPr id="17" name="Content Placeholder 7"/>
          <p:cNvSpPr>
            <a:spLocks noGrp="1"/>
          </p:cNvSpPr>
          <p:nvPr>
            <p:ph sz="quarter" idx="17"/>
          </p:nvPr>
        </p:nvSpPr>
        <p:spPr>
          <a:xfrm>
            <a:off x="152400" y="4249103"/>
            <a:ext cx="5789613" cy="1965960"/>
          </a:xfrm>
          <a:prstGeom prst="rect">
            <a:avLst/>
          </a:prstGeom>
        </p:spPr>
        <p:txBody>
          <a:bodyPr/>
          <a:lstStyle>
            <a:lvl1pPr marL="228594" indent="-228594">
              <a:lnSpc>
                <a:spcPct val="100000"/>
              </a:lnSpc>
              <a:buFont typeface="Wingdings" panose="05000000000000000000" pitchFamily="2" charset="2"/>
              <a:buChar char="q"/>
              <a:defRPr sz="1200"/>
            </a:lvl1pPr>
            <a:lvl2pPr marL="457200" indent="-228594">
              <a:lnSpc>
                <a:spcPct val="100000"/>
              </a:lnSpc>
              <a:buFont typeface="Wingdings" panose="05000000000000000000" pitchFamily="2" charset="2"/>
              <a:buChar char="Ø"/>
              <a:defRPr sz="1100"/>
            </a:lvl2pPr>
            <a:lvl3pPr marL="685800" indent="-228594">
              <a:lnSpc>
                <a:spcPct val="100000"/>
              </a:lnSpc>
              <a:buFont typeface="Wingdings" panose="05000000000000000000" pitchFamily="2" charset="2"/>
              <a:buChar char="§"/>
              <a:defRPr sz="1000"/>
            </a:lvl3pPr>
            <a:lvl4pPr marL="914400" indent="-228594">
              <a:lnSpc>
                <a:spcPct val="100000"/>
              </a:lnSpc>
              <a:buFont typeface="Courier New" panose="02070309020205020404" pitchFamily="49" charset="0"/>
              <a:buChar char="o"/>
              <a:defRPr sz="900"/>
            </a:lvl4pPr>
            <a:lvl5pPr marL="1143000">
              <a:lnSpc>
                <a:spcPct val="100000"/>
              </a:lnSpc>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4" name="Freeform 13"/>
          <p:cNvSpPr/>
          <p:nvPr userDrawn="1"/>
        </p:nvSpPr>
        <p:spPr>
          <a:xfrm>
            <a:off x="6200853" y="3763328"/>
            <a:ext cx="5787244"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lvl="0" algn="ctr"/>
            <a:endParaRPr lang="en-GB" sz="1013"/>
          </a:p>
        </p:txBody>
      </p:sp>
      <p:sp>
        <p:nvSpPr>
          <p:cNvPr id="18" name="Text Placeholder 6"/>
          <p:cNvSpPr>
            <a:spLocks noGrp="1"/>
          </p:cNvSpPr>
          <p:nvPr>
            <p:ph type="body" sz="quarter" idx="18"/>
          </p:nvPr>
        </p:nvSpPr>
        <p:spPr>
          <a:xfrm>
            <a:off x="6215189" y="3763328"/>
            <a:ext cx="5770436" cy="466344"/>
          </a:xfrm>
          <a:prstGeom prst="rect">
            <a:avLst/>
          </a:prstGeom>
        </p:spPr>
        <p:txBody>
          <a:bodyPr anchor="b"/>
          <a:lstStyle>
            <a:lvl1pPr marL="0" indent="0" algn="ctr">
              <a:buNone/>
              <a:defRPr sz="1300" b="1"/>
            </a:lvl1pPr>
          </a:lstStyle>
          <a:p>
            <a:pPr lvl="0"/>
            <a:r>
              <a:rPr lang="en-US" dirty="0"/>
              <a:t>Edit Master text styles</a:t>
            </a:r>
            <a:endParaRPr lang="en-IN" dirty="0"/>
          </a:p>
        </p:txBody>
      </p:sp>
      <p:sp>
        <p:nvSpPr>
          <p:cNvPr id="19" name="Content Placeholder 7"/>
          <p:cNvSpPr>
            <a:spLocks noGrp="1"/>
          </p:cNvSpPr>
          <p:nvPr>
            <p:ph sz="quarter" idx="19"/>
          </p:nvPr>
        </p:nvSpPr>
        <p:spPr>
          <a:xfrm>
            <a:off x="6196012" y="4258628"/>
            <a:ext cx="5789613" cy="1965960"/>
          </a:xfrm>
          <a:prstGeom prst="rect">
            <a:avLst/>
          </a:prstGeom>
        </p:spPr>
        <p:txBody>
          <a:bodyPr/>
          <a:lstStyle>
            <a:lvl1pPr marL="228594" indent="-228594">
              <a:lnSpc>
                <a:spcPct val="100000"/>
              </a:lnSpc>
              <a:buFont typeface="Wingdings" panose="05000000000000000000" pitchFamily="2" charset="2"/>
              <a:buChar char="q"/>
              <a:defRPr sz="1200"/>
            </a:lvl1pPr>
            <a:lvl2pPr marL="457200" indent="-228594">
              <a:lnSpc>
                <a:spcPct val="100000"/>
              </a:lnSpc>
              <a:buFont typeface="Wingdings" panose="05000000000000000000" pitchFamily="2" charset="2"/>
              <a:buChar char="Ø"/>
              <a:defRPr sz="1100"/>
            </a:lvl2pPr>
            <a:lvl3pPr marL="685800" indent="-228594">
              <a:lnSpc>
                <a:spcPct val="100000"/>
              </a:lnSpc>
              <a:buFont typeface="Wingdings" panose="05000000000000000000" pitchFamily="2" charset="2"/>
              <a:buChar char="§"/>
              <a:defRPr sz="1000"/>
            </a:lvl3pPr>
            <a:lvl4pPr marL="914400" indent="-228594">
              <a:lnSpc>
                <a:spcPct val="100000"/>
              </a:lnSpc>
              <a:buFont typeface="Courier New" panose="02070309020205020404" pitchFamily="49" charset="0"/>
              <a:buChar char="o"/>
              <a:defRPr sz="900"/>
            </a:lvl4pPr>
            <a:lvl5pPr marL="1143000">
              <a:lnSpc>
                <a:spcPct val="100000"/>
              </a:lnSpc>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2917468318"/>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17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Footer Placeholder 2"/>
          <p:cNvSpPr>
            <a:spLocks noGrp="1"/>
          </p:cNvSpPr>
          <p:nvPr>
            <p:ph type="ftr" sz="quarter" idx="10"/>
          </p:nvPr>
        </p:nvSpPr>
        <p:spPr/>
        <p:txBody>
          <a:bodyPr/>
          <a:lstStyle/>
          <a:p>
            <a:r>
              <a:rPr lang="en-US" dirty="0"/>
              <a:t>©2025 Fact.MR, All Rights Reserved</a:t>
            </a:r>
          </a:p>
        </p:txBody>
      </p:sp>
      <p:sp>
        <p:nvSpPr>
          <p:cNvPr id="4" name="Slide Number Placeholder 3"/>
          <p:cNvSpPr>
            <a:spLocks noGrp="1"/>
          </p:cNvSpPr>
          <p:nvPr>
            <p:ph type="sldNum" sz="quarter" idx="11"/>
          </p:nvPr>
        </p:nvSpPr>
        <p:spPr/>
        <p:txBody>
          <a:bodyPr/>
          <a:lstStyle/>
          <a:p>
            <a:fld id="{4B17068C-EB94-40A3-A5F2-664CDD77FDAC}" type="slidenum">
              <a:rPr lang="en-US" smtClean="0"/>
              <a:pPr/>
              <a:t>‹#›</a:t>
            </a:fld>
            <a:endParaRPr lang="en-US" dirty="0"/>
          </a:p>
        </p:txBody>
      </p:sp>
      <p:sp>
        <p:nvSpPr>
          <p:cNvPr id="5" name="Freeform 4"/>
          <p:cNvSpPr/>
          <p:nvPr userDrawn="1"/>
        </p:nvSpPr>
        <p:spPr>
          <a:xfrm>
            <a:off x="157241" y="1066800"/>
            <a:ext cx="3767328"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lvl="0" algn="ctr"/>
            <a:endParaRPr lang="en-GB" sz="1013"/>
          </a:p>
        </p:txBody>
      </p:sp>
      <p:sp>
        <p:nvSpPr>
          <p:cNvPr id="7" name="Text Placeholder 6"/>
          <p:cNvSpPr>
            <a:spLocks noGrp="1"/>
          </p:cNvSpPr>
          <p:nvPr>
            <p:ph type="body" sz="quarter" idx="12"/>
          </p:nvPr>
        </p:nvSpPr>
        <p:spPr>
          <a:xfrm>
            <a:off x="157241" y="1066800"/>
            <a:ext cx="3767328" cy="466344"/>
          </a:xfrm>
          <a:prstGeom prst="rect">
            <a:avLst/>
          </a:prstGeom>
        </p:spPr>
        <p:txBody>
          <a:bodyPr anchor="b"/>
          <a:lstStyle>
            <a:lvl1pPr marL="0" indent="0" algn="ctr">
              <a:buNone/>
              <a:defRPr sz="1300" b="1"/>
            </a:lvl1pPr>
          </a:lstStyle>
          <a:p>
            <a:pPr lvl="0"/>
            <a:r>
              <a:rPr lang="en-US" dirty="0"/>
              <a:t>Edit Master text styles</a:t>
            </a:r>
            <a:endParaRPr lang="en-IN" dirty="0"/>
          </a:p>
        </p:txBody>
      </p:sp>
      <p:sp>
        <p:nvSpPr>
          <p:cNvPr id="8" name="Content Placeholder 7"/>
          <p:cNvSpPr>
            <a:spLocks noGrp="1"/>
          </p:cNvSpPr>
          <p:nvPr>
            <p:ph sz="quarter" idx="13"/>
          </p:nvPr>
        </p:nvSpPr>
        <p:spPr>
          <a:xfrm>
            <a:off x="157241" y="1562100"/>
            <a:ext cx="3767328" cy="1965960"/>
          </a:xfrm>
          <a:prstGeom prst="rect">
            <a:avLst/>
          </a:prstGeom>
        </p:spPr>
        <p:txBody>
          <a:bodyPr/>
          <a:lstStyle>
            <a:lvl1pPr marL="228594" indent="-228594">
              <a:lnSpc>
                <a:spcPct val="100000"/>
              </a:lnSpc>
              <a:buFont typeface="Wingdings" panose="05000000000000000000" pitchFamily="2" charset="2"/>
              <a:buChar char="q"/>
              <a:defRPr sz="1200"/>
            </a:lvl1pPr>
            <a:lvl2pPr marL="457200" indent="-228594">
              <a:lnSpc>
                <a:spcPct val="100000"/>
              </a:lnSpc>
              <a:buFont typeface="Wingdings" panose="05000000000000000000" pitchFamily="2" charset="2"/>
              <a:buChar char="Ø"/>
              <a:defRPr sz="1100"/>
            </a:lvl2pPr>
            <a:lvl3pPr marL="685800" indent="-228594">
              <a:lnSpc>
                <a:spcPct val="100000"/>
              </a:lnSpc>
              <a:buFont typeface="Wingdings" panose="05000000000000000000" pitchFamily="2" charset="2"/>
              <a:buChar char="§"/>
              <a:defRPr sz="1000"/>
            </a:lvl3pPr>
            <a:lvl4pPr marL="914400" indent="-228594">
              <a:lnSpc>
                <a:spcPct val="100000"/>
              </a:lnSpc>
              <a:buFont typeface="Courier New" panose="02070309020205020404" pitchFamily="49" charset="0"/>
              <a:buChar char="o"/>
              <a:defRPr sz="900"/>
            </a:lvl4pPr>
            <a:lvl5pPr marL="1143000">
              <a:lnSpc>
                <a:spcPct val="100000"/>
              </a:lnSpc>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Freeform 8"/>
          <p:cNvSpPr/>
          <p:nvPr userDrawn="1"/>
        </p:nvSpPr>
        <p:spPr>
          <a:xfrm>
            <a:off x="4204525" y="1066800"/>
            <a:ext cx="3767328"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lvl="0" algn="ctr"/>
            <a:endParaRPr lang="en-GB" sz="1013"/>
          </a:p>
        </p:txBody>
      </p:sp>
      <p:sp>
        <p:nvSpPr>
          <p:cNvPr id="10" name="Text Placeholder 6"/>
          <p:cNvSpPr>
            <a:spLocks noGrp="1"/>
          </p:cNvSpPr>
          <p:nvPr>
            <p:ph type="body" sz="quarter" idx="14"/>
          </p:nvPr>
        </p:nvSpPr>
        <p:spPr>
          <a:xfrm>
            <a:off x="4204525" y="1066800"/>
            <a:ext cx="3767328" cy="466344"/>
          </a:xfrm>
          <a:prstGeom prst="rect">
            <a:avLst/>
          </a:prstGeom>
        </p:spPr>
        <p:txBody>
          <a:bodyPr anchor="b"/>
          <a:lstStyle>
            <a:lvl1pPr marL="0" indent="0" algn="ctr">
              <a:buNone/>
              <a:defRPr sz="1300" b="1"/>
            </a:lvl1pPr>
          </a:lstStyle>
          <a:p>
            <a:pPr lvl="0"/>
            <a:r>
              <a:rPr lang="en-US" dirty="0"/>
              <a:t>Edit Master text styles</a:t>
            </a:r>
            <a:endParaRPr lang="en-IN" dirty="0"/>
          </a:p>
        </p:txBody>
      </p:sp>
      <p:sp>
        <p:nvSpPr>
          <p:cNvPr id="11" name="Content Placeholder 7"/>
          <p:cNvSpPr>
            <a:spLocks noGrp="1"/>
          </p:cNvSpPr>
          <p:nvPr>
            <p:ph sz="quarter" idx="15"/>
          </p:nvPr>
        </p:nvSpPr>
        <p:spPr>
          <a:xfrm>
            <a:off x="4204525" y="1562100"/>
            <a:ext cx="3767328" cy="1965960"/>
          </a:xfrm>
          <a:prstGeom prst="rect">
            <a:avLst/>
          </a:prstGeom>
        </p:spPr>
        <p:txBody>
          <a:bodyPr/>
          <a:lstStyle>
            <a:lvl1pPr marL="228594" indent="-228594">
              <a:lnSpc>
                <a:spcPct val="100000"/>
              </a:lnSpc>
              <a:buFont typeface="Wingdings" panose="05000000000000000000" pitchFamily="2" charset="2"/>
              <a:buChar char="q"/>
              <a:defRPr sz="1200"/>
            </a:lvl1pPr>
            <a:lvl2pPr marL="457200" indent="-228594">
              <a:lnSpc>
                <a:spcPct val="100000"/>
              </a:lnSpc>
              <a:buFont typeface="Wingdings" panose="05000000000000000000" pitchFamily="2" charset="2"/>
              <a:buChar char="Ø"/>
              <a:defRPr sz="1100"/>
            </a:lvl2pPr>
            <a:lvl3pPr marL="685800" indent="-228594">
              <a:lnSpc>
                <a:spcPct val="100000"/>
              </a:lnSpc>
              <a:buFont typeface="Wingdings" panose="05000000000000000000" pitchFamily="2" charset="2"/>
              <a:buChar char="§"/>
              <a:defRPr sz="1000"/>
            </a:lvl3pPr>
            <a:lvl4pPr marL="914400" indent="-228594">
              <a:lnSpc>
                <a:spcPct val="100000"/>
              </a:lnSpc>
              <a:buFont typeface="Courier New" panose="02070309020205020404" pitchFamily="49" charset="0"/>
              <a:buChar char="o"/>
              <a:defRPr sz="900"/>
            </a:lvl4pPr>
            <a:lvl5pPr marL="1143000">
              <a:lnSpc>
                <a:spcPct val="100000"/>
              </a:lnSpc>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2" name="Freeform 11"/>
          <p:cNvSpPr/>
          <p:nvPr userDrawn="1"/>
        </p:nvSpPr>
        <p:spPr>
          <a:xfrm>
            <a:off x="8223138" y="1066800"/>
            <a:ext cx="3767328"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lvl="0" algn="ctr"/>
            <a:endParaRPr lang="en-GB" sz="1013"/>
          </a:p>
        </p:txBody>
      </p:sp>
      <p:sp>
        <p:nvSpPr>
          <p:cNvPr id="13" name="Text Placeholder 6"/>
          <p:cNvSpPr>
            <a:spLocks noGrp="1"/>
          </p:cNvSpPr>
          <p:nvPr>
            <p:ph type="body" sz="quarter" idx="16"/>
          </p:nvPr>
        </p:nvSpPr>
        <p:spPr>
          <a:xfrm>
            <a:off x="8237474" y="1066800"/>
            <a:ext cx="3748151" cy="466344"/>
          </a:xfrm>
          <a:prstGeom prst="rect">
            <a:avLst/>
          </a:prstGeom>
        </p:spPr>
        <p:txBody>
          <a:bodyPr anchor="b"/>
          <a:lstStyle>
            <a:lvl1pPr marL="0" indent="0" algn="ctr">
              <a:buNone/>
              <a:defRPr sz="1300" b="1"/>
            </a:lvl1pPr>
          </a:lstStyle>
          <a:p>
            <a:pPr lvl="0"/>
            <a:r>
              <a:rPr lang="en-US" dirty="0"/>
              <a:t>Edit Master text styles</a:t>
            </a:r>
            <a:endParaRPr lang="en-IN" dirty="0"/>
          </a:p>
        </p:txBody>
      </p:sp>
      <p:sp>
        <p:nvSpPr>
          <p:cNvPr id="14" name="Content Placeholder 7"/>
          <p:cNvSpPr>
            <a:spLocks noGrp="1"/>
          </p:cNvSpPr>
          <p:nvPr>
            <p:ph sz="quarter" idx="17"/>
          </p:nvPr>
        </p:nvSpPr>
        <p:spPr>
          <a:xfrm>
            <a:off x="8218297" y="1562100"/>
            <a:ext cx="3767328" cy="4662488"/>
          </a:xfrm>
          <a:prstGeom prst="rect">
            <a:avLst/>
          </a:prstGeom>
        </p:spPr>
        <p:txBody>
          <a:bodyPr/>
          <a:lstStyle>
            <a:lvl1pPr marL="228594" indent="-228594">
              <a:lnSpc>
                <a:spcPct val="100000"/>
              </a:lnSpc>
              <a:buFont typeface="Wingdings" panose="05000000000000000000" pitchFamily="2" charset="2"/>
              <a:buChar char="q"/>
              <a:defRPr sz="1200"/>
            </a:lvl1pPr>
            <a:lvl2pPr marL="457200" indent="-228594">
              <a:lnSpc>
                <a:spcPct val="100000"/>
              </a:lnSpc>
              <a:buFont typeface="Wingdings" panose="05000000000000000000" pitchFamily="2" charset="2"/>
              <a:buChar char="Ø"/>
              <a:defRPr sz="1100"/>
            </a:lvl2pPr>
            <a:lvl3pPr marL="685800" indent="-228594">
              <a:lnSpc>
                <a:spcPct val="100000"/>
              </a:lnSpc>
              <a:buFont typeface="Wingdings" panose="05000000000000000000" pitchFamily="2" charset="2"/>
              <a:buChar char="§"/>
              <a:defRPr sz="1000"/>
            </a:lvl3pPr>
            <a:lvl4pPr marL="914400" indent="-228594">
              <a:lnSpc>
                <a:spcPct val="100000"/>
              </a:lnSpc>
              <a:buFont typeface="Courier New" panose="02070309020205020404" pitchFamily="49" charset="0"/>
              <a:buChar char="o"/>
              <a:defRPr sz="900"/>
            </a:lvl4pPr>
            <a:lvl5pPr marL="1143000">
              <a:lnSpc>
                <a:spcPct val="100000"/>
              </a:lnSpc>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8" name="Freeform 17"/>
          <p:cNvSpPr/>
          <p:nvPr userDrawn="1"/>
        </p:nvSpPr>
        <p:spPr>
          <a:xfrm>
            <a:off x="157241" y="3772853"/>
            <a:ext cx="3767328"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lvl="0" algn="ctr"/>
            <a:endParaRPr lang="en-GB" sz="1013"/>
          </a:p>
        </p:txBody>
      </p:sp>
      <p:sp>
        <p:nvSpPr>
          <p:cNvPr id="19" name="Text Placeholder 6"/>
          <p:cNvSpPr>
            <a:spLocks noGrp="1"/>
          </p:cNvSpPr>
          <p:nvPr>
            <p:ph type="body" sz="quarter" idx="18"/>
          </p:nvPr>
        </p:nvSpPr>
        <p:spPr>
          <a:xfrm>
            <a:off x="157241" y="3772853"/>
            <a:ext cx="3767328" cy="466344"/>
          </a:xfrm>
          <a:prstGeom prst="rect">
            <a:avLst/>
          </a:prstGeom>
        </p:spPr>
        <p:txBody>
          <a:bodyPr anchor="b"/>
          <a:lstStyle>
            <a:lvl1pPr marL="0" indent="0" algn="ctr">
              <a:buNone/>
              <a:defRPr sz="1300" b="1"/>
            </a:lvl1pPr>
          </a:lstStyle>
          <a:p>
            <a:pPr lvl="0"/>
            <a:r>
              <a:rPr lang="en-US" dirty="0"/>
              <a:t>Edit Master text styles</a:t>
            </a:r>
            <a:endParaRPr lang="en-IN" dirty="0"/>
          </a:p>
        </p:txBody>
      </p:sp>
      <p:sp>
        <p:nvSpPr>
          <p:cNvPr id="20" name="Content Placeholder 7"/>
          <p:cNvSpPr>
            <a:spLocks noGrp="1"/>
          </p:cNvSpPr>
          <p:nvPr>
            <p:ph sz="quarter" idx="19"/>
          </p:nvPr>
        </p:nvSpPr>
        <p:spPr>
          <a:xfrm>
            <a:off x="157241" y="4268153"/>
            <a:ext cx="3767328" cy="1965960"/>
          </a:xfrm>
          <a:prstGeom prst="rect">
            <a:avLst/>
          </a:prstGeom>
        </p:spPr>
        <p:txBody>
          <a:bodyPr/>
          <a:lstStyle>
            <a:lvl1pPr marL="228594" indent="-228594">
              <a:lnSpc>
                <a:spcPct val="100000"/>
              </a:lnSpc>
              <a:buFont typeface="Wingdings" panose="05000000000000000000" pitchFamily="2" charset="2"/>
              <a:buChar char="q"/>
              <a:defRPr sz="1200"/>
            </a:lvl1pPr>
            <a:lvl2pPr marL="457200" indent="-228594">
              <a:lnSpc>
                <a:spcPct val="100000"/>
              </a:lnSpc>
              <a:buFont typeface="Wingdings" panose="05000000000000000000" pitchFamily="2" charset="2"/>
              <a:buChar char="Ø"/>
              <a:defRPr sz="1100"/>
            </a:lvl2pPr>
            <a:lvl3pPr marL="685800" indent="-228594">
              <a:lnSpc>
                <a:spcPct val="100000"/>
              </a:lnSpc>
              <a:buFont typeface="Wingdings" panose="05000000000000000000" pitchFamily="2" charset="2"/>
              <a:buChar char="§"/>
              <a:defRPr sz="1000"/>
            </a:lvl3pPr>
            <a:lvl4pPr marL="914400" indent="-228594">
              <a:lnSpc>
                <a:spcPct val="100000"/>
              </a:lnSpc>
              <a:buFont typeface="Courier New" panose="02070309020205020404" pitchFamily="49" charset="0"/>
              <a:buChar char="o"/>
              <a:defRPr sz="900"/>
            </a:lvl4pPr>
            <a:lvl5pPr marL="1143000">
              <a:lnSpc>
                <a:spcPct val="100000"/>
              </a:lnSpc>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1" name="Freeform 20"/>
          <p:cNvSpPr/>
          <p:nvPr userDrawn="1"/>
        </p:nvSpPr>
        <p:spPr>
          <a:xfrm>
            <a:off x="4204525" y="3772853"/>
            <a:ext cx="3767328"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lvl="0" algn="ctr"/>
            <a:endParaRPr lang="en-GB" sz="1013"/>
          </a:p>
        </p:txBody>
      </p:sp>
      <p:sp>
        <p:nvSpPr>
          <p:cNvPr id="22" name="Text Placeholder 6"/>
          <p:cNvSpPr>
            <a:spLocks noGrp="1"/>
          </p:cNvSpPr>
          <p:nvPr>
            <p:ph type="body" sz="quarter" idx="20"/>
          </p:nvPr>
        </p:nvSpPr>
        <p:spPr>
          <a:xfrm>
            <a:off x="4204525" y="3772853"/>
            <a:ext cx="3767328" cy="466344"/>
          </a:xfrm>
          <a:prstGeom prst="rect">
            <a:avLst/>
          </a:prstGeom>
        </p:spPr>
        <p:txBody>
          <a:bodyPr anchor="b"/>
          <a:lstStyle>
            <a:lvl1pPr marL="0" indent="0" algn="ctr">
              <a:buNone/>
              <a:defRPr sz="1300" b="1"/>
            </a:lvl1pPr>
          </a:lstStyle>
          <a:p>
            <a:pPr lvl="0"/>
            <a:r>
              <a:rPr lang="en-US" dirty="0"/>
              <a:t>Edit Master text styles</a:t>
            </a:r>
            <a:endParaRPr lang="en-IN" dirty="0"/>
          </a:p>
        </p:txBody>
      </p:sp>
      <p:sp>
        <p:nvSpPr>
          <p:cNvPr id="23" name="Content Placeholder 7"/>
          <p:cNvSpPr>
            <a:spLocks noGrp="1"/>
          </p:cNvSpPr>
          <p:nvPr>
            <p:ph sz="quarter" idx="21"/>
          </p:nvPr>
        </p:nvSpPr>
        <p:spPr>
          <a:xfrm>
            <a:off x="4204525" y="4268153"/>
            <a:ext cx="3767328" cy="1965960"/>
          </a:xfrm>
          <a:prstGeom prst="rect">
            <a:avLst/>
          </a:prstGeom>
        </p:spPr>
        <p:txBody>
          <a:bodyPr/>
          <a:lstStyle>
            <a:lvl1pPr marL="228594" indent="-228594">
              <a:lnSpc>
                <a:spcPct val="100000"/>
              </a:lnSpc>
              <a:buFont typeface="Wingdings" panose="05000000000000000000" pitchFamily="2" charset="2"/>
              <a:buChar char="q"/>
              <a:defRPr sz="1200"/>
            </a:lvl1pPr>
            <a:lvl2pPr marL="457200" indent="-228594">
              <a:lnSpc>
                <a:spcPct val="100000"/>
              </a:lnSpc>
              <a:buFont typeface="Wingdings" panose="05000000000000000000" pitchFamily="2" charset="2"/>
              <a:buChar char="Ø"/>
              <a:defRPr sz="1100"/>
            </a:lvl2pPr>
            <a:lvl3pPr marL="685800" indent="-228594">
              <a:lnSpc>
                <a:spcPct val="100000"/>
              </a:lnSpc>
              <a:buFont typeface="Wingdings" panose="05000000000000000000" pitchFamily="2" charset="2"/>
              <a:buChar char="§"/>
              <a:defRPr sz="1000"/>
            </a:lvl3pPr>
            <a:lvl4pPr marL="914400" indent="-228594">
              <a:lnSpc>
                <a:spcPct val="100000"/>
              </a:lnSpc>
              <a:buFont typeface="Courier New" panose="02070309020205020404" pitchFamily="49" charset="0"/>
              <a:buChar char="o"/>
              <a:defRPr sz="900"/>
            </a:lvl4pPr>
            <a:lvl5pPr marL="1143000">
              <a:lnSpc>
                <a:spcPct val="100000"/>
              </a:lnSpc>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2743933524"/>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18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Footer Placeholder 2"/>
          <p:cNvSpPr>
            <a:spLocks noGrp="1"/>
          </p:cNvSpPr>
          <p:nvPr>
            <p:ph type="ftr" sz="quarter" idx="10"/>
          </p:nvPr>
        </p:nvSpPr>
        <p:spPr/>
        <p:txBody>
          <a:bodyPr/>
          <a:lstStyle/>
          <a:p>
            <a:r>
              <a:rPr lang="en-US" dirty="0"/>
              <a:t>©2025 Fact.MR, All Rights Reserved</a:t>
            </a:r>
          </a:p>
        </p:txBody>
      </p:sp>
      <p:sp>
        <p:nvSpPr>
          <p:cNvPr id="4" name="Slide Number Placeholder 3"/>
          <p:cNvSpPr>
            <a:spLocks noGrp="1"/>
          </p:cNvSpPr>
          <p:nvPr>
            <p:ph type="sldNum" sz="quarter" idx="11"/>
          </p:nvPr>
        </p:nvSpPr>
        <p:spPr/>
        <p:txBody>
          <a:bodyPr/>
          <a:lstStyle/>
          <a:p>
            <a:fld id="{4B17068C-EB94-40A3-A5F2-664CDD77FDAC}" type="slidenum">
              <a:rPr lang="en-US" smtClean="0"/>
              <a:pPr/>
              <a:t>‹#›</a:t>
            </a:fld>
            <a:endParaRPr lang="en-US" dirty="0"/>
          </a:p>
        </p:txBody>
      </p:sp>
      <p:sp>
        <p:nvSpPr>
          <p:cNvPr id="9" name="Freeform 8"/>
          <p:cNvSpPr/>
          <p:nvPr userDrawn="1"/>
        </p:nvSpPr>
        <p:spPr>
          <a:xfrm>
            <a:off x="8684212" y="1066800"/>
            <a:ext cx="3291840"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lvl="0" algn="ctr"/>
            <a:endParaRPr lang="en-GB" sz="1013"/>
          </a:p>
        </p:txBody>
      </p:sp>
      <p:sp>
        <p:nvSpPr>
          <p:cNvPr id="10" name="Text Placeholder 6"/>
          <p:cNvSpPr>
            <a:spLocks noGrp="1"/>
          </p:cNvSpPr>
          <p:nvPr>
            <p:ph type="body" sz="quarter" idx="14"/>
          </p:nvPr>
        </p:nvSpPr>
        <p:spPr>
          <a:xfrm>
            <a:off x="8698548" y="1066800"/>
            <a:ext cx="3291840" cy="466344"/>
          </a:xfrm>
          <a:prstGeom prst="rect">
            <a:avLst/>
          </a:prstGeom>
        </p:spPr>
        <p:txBody>
          <a:bodyPr anchor="b"/>
          <a:lstStyle>
            <a:lvl1pPr marL="0" indent="0" algn="ctr">
              <a:buNone/>
              <a:defRPr sz="1300" b="1"/>
            </a:lvl1pPr>
          </a:lstStyle>
          <a:p>
            <a:pPr lvl="0"/>
            <a:r>
              <a:rPr lang="en-US" dirty="0"/>
              <a:t>Edit Master text styles</a:t>
            </a:r>
            <a:endParaRPr lang="en-IN" dirty="0"/>
          </a:p>
        </p:txBody>
      </p:sp>
      <p:sp>
        <p:nvSpPr>
          <p:cNvPr id="11" name="Content Placeholder 7"/>
          <p:cNvSpPr>
            <a:spLocks noGrp="1"/>
          </p:cNvSpPr>
          <p:nvPr>
            <p:ph sz="quarter" idx="15"/>
          </p:nvPr>
        </p:nvSpPr>
        <p:spPr>
          <a:xfrm>
            <a:off x="8679371" y="1562100"/>
            <a:ext cx="3291840" cy="1965960"/>
          </a:xfrm>
          <a:prstGeom prst="rect">
            <a:avLst/>
          </a:prstGeom>
        </p:spPr>
        <p:txBody>
          <a:bodyPr/>
          <a:lstStyle>
            <a:lvl1pPr marL="228594" indent="-228594">
              <a:lnSpc>
                <a:spcPct val="100000"/>
              </a:lnSpc>
              <a:buFont typeface="Wingdings" panose="05000000000000000000" pitchFamily="2" charset="2"/>
              <a:buChar char="q"/>
              <a:defRPr sz="1200"/>
            </a:lvl1pPr>
            <a:lvl2pPr marL="457200" indent="-228594">
              <a:lnSpc>
                <a:spcPct val="100000"/>
              </a:lnSpc>
              <a:buFont typeface="Wingdings" panose="05000000000000000000" pitchFamily="2" charset="2"/>
              <a:buChar char="Ø"/>
              <a:defRPr sz="1100"/>
            </a:lvl2pPr>
            <a:lvl3pPr marL="685800" indent="-228594">
              <a:lnSpc>
                <a:spcPct val="100000"/>
              </a:lnSpc>
              <a:buFont typeface="Wingdings" panose="05000000000000000000" pitchFamily="2" charset="2"/>
              <a:buChar char="§"/>
              <a:defRPr sz="1000"/>
            </a:lvl3pPr>
            <a:lvl4pPr marL="914400" indent="-228594">
              <a:lnSpc>
                <a:spcPct val="100000"/>
              </a:lnSpc>
              <a:buFont typeface="Courier New" panose="02070309020205020404" pitchFamily="49" charset="0"/>
              <a:buChar char="o"/>
              <a:defRPr sz="900"/>
            </a:lvl4pPr>
            <a:lvl5pPr marL="1143000">
              <a:lnSpc>
                <a:spcPct val="100000"/>
              </a:lnSpc>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2" name="Freeform 11"/>
          <p:cNvSpPr/>
          <p:nvPr userDrawn="1"/>
        </p:nvSpPr>
        <p:spPr>
          <a:xfrm>
            <a:off x="8681739" y="3753803"/>
            <a:ext cx="3291840"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lvl="0" algn="ctr"/>
            <a:endParaRPr lang="en-GB" sz="1013"/>
          </a:p>
        </p:txBody>
      </p:sp>
      <p:sp>
        <p:nvSpPr>
          <p:cNvPr id="13" name="Text Placeholder 6"/>
          <p:cNvSpPr>
            <a:spLocks noGrp="1"/>
          </p:cNvSpPr>
          <p:nvPr>
            <p:ph type="body" sz="quarter" idx="16"/>
          </p:nvPr>
        </p:nvSpPr>
        <p:spPr>
          <a:xfrm>
            <a:off x="8688753" y="3753803"/>
            <a:ext cx="3291840" cy="466344"/>
          </a:xfrm>
          <a:prstGeom prst="rect">
            <a:avLst/>
          </a:prstGeom>
        </p:spPr>
        <p:txBody>
          <a:bodyPr anchor="b"/>
          <a:lstStyle>
            <a:lvl1pPr marL="0" indent="0" algn="ctr">
              <a:buNone/>
              <a:defRPr sz="1300" b="1"/>
            </a:lvl1pPr>
          </a:lstStyle>
          <a:p>
            <a:pPr lvl="0"/>
            <a:r>
              <a:rPr lang="en-US" dirty="0"/>
              <a:t>Edit Master text styles</a:t>
            </a:r>
            <a:endParaRPr lang="en-IN" dirty="0"/>
          </a:p>
        </p:txBody>
      </p:sp>
      <p:sp>
        <p:nvSpPr>
          <p:cNvPr id="14" name="Content Placeholder 7"/>
          <p:cNvSpPr>
            <a:spLocks noGrp="1"/>
          </p:cNvSpPr>
          <p:nvPr>
            <p:ph sz="quarter" idx="17"/>
          </p:nvPr>
        </p:nvSpPr>
        <p:spPr>
          <a:xfrm>
            <a:off x="8679372" y="4249103"/>
            <a:ext cx="3291840" cy="1965960"/>
          </a:xfrm>
          <a:prstGeom prst="rect">
            <a:avLst/>
          </a:prstGeom>
        </p:spPr>
        <p:txBody>
          <a:bodyPr/>
          <a:lstStyle>
            <a:lvl1pPr marL="228594" indent="-228594">
              <a:lnSpc>
                <a:spcPct val="100000"/>
              </a:lnSpc>
              <a:buFont typeface="Wingdings" panose="05000000000000000000" pitchFamily="2" charset="2"/>
              <a:buChar char="q"/>
              <a:defRPr sz="1200"/>
            </a:lvl1pPr>
            <a:lvl2pPr marL="457200" indent="-228594">
              <a:lnSpc>
                <a:spcPct val="100000"/>
              </a:lnSpc>
              <a:buFont typeface="Wingdings" panose="05000000000000000000" pitchFamily="2" charset="2"/>
              <a:buChar char="Ø"/>
              <a:defRPr sz="1100"/>
            </a:lvl2pPr>
            <a:lvl3pPr marL="685800" indent="-228594">
              <a:lnSpc>
                <a:spcPct val="100000"/>
              </a:lnSpc>
              <a:buFont typeface="Wingdings" panose="05000000000000000000" pitchFamily="2" charset="2"/>
              <a:buChar char="§"/>
              <a:defRPr sz="1000"/>
            </a:lvl3pPr>
            <a:lvl4pPr marL="914400" indent="-228594">
              <a:lnSpc>
                <a:spcPct val="100000"/>
              </a:lnSpc>
              <a:buFont typeface="Courier New" panose="02070309020205020404" pitchFamily="49" charset="0"/>
              <a:buChar char="o"/>
              <a:defRPr sz="900"/>
            </a:lvl4pPr>
            <a:lvl5pPr marL="1143000">
              <a:lnSpc>
                <a:spcPct val="100000"/>
              </a:lnSpc>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5" name="Freeform 14"/>
          <p:cNvSpPr/>
          <p:nvPr userDrawn="1"/>
        </p:nvSpPr>
        <p:spPr>
          <a:xfrm>
            <a:off x="3059892" y="1066800"/>
            <a:ext cx="5303520"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lvl="0" algn="ctr"/>
            <a:endParaRPr lang="en-GB" sz="1013"/>
          </a:p>
        </p:txBody>
      </p:sp>
      <p:sp>
        <p:nvSpPr>
          <p:cNvPr id="16" name="Text Placeholder 6"/>
          <p:cNvSpPr>
            <a:spLocks noGrp="1"/>
          </p:cNvSpPr>
          <p:nvPr>
            <p:ph type="body" sz="quarter" idx="18"/>
          </p:nvPr>
        </p:nvSpPr>
        <p:spPr>
          <a:xfrm>
            <a:off x="3059892" y="1066800"/>
            <a:ext cx="5303520" cy="466344"/>
          </a:xfrm>
          <a:prstGeom prst="rect">
            <a:avLst/>
          </a:prstGeom>
        </p:spPr>
        <p:txBody>
          <a:bodyPr anchor="b"/>
          <a:lstStyle>
            <a:lvl1pPr marL="0" indent="0" algn="ctr">
              <a:buNone/>
              <a:defRPr sz="1300" b="1"/>
            </a:lvl1pPr>
          </a:lstStyle>
          <a:p>
            <a:pPr lvl="0"/>
            <a:r>
              <a:rPr lang="en-US" dirty="0"/>
              <a:t>Edit Master text styles</a:t>
            </a:r>
            <a:endParaRPr lang="en-IN" dirty="0"/>
          </a:p>
        </p:txBody>
      </p:sp>
      <p:sp>
        <p:nvSpPr>
          <p:cNvPr id="17" name="Content Placeholder 7"/>
          <p:cNvSpPr>
            <a:spLocks noGrp="1"/>
          </p:cNvSpPr>
          <p:nvPr>
            <p:ph sz="quarter" idx="19"/>
          </p:nvPr>
        </p:nvSpPr>
        <p:spPr>
          <a:xfrm>
            <a:off x="3059892" y="1562100"/>
            <a:ext cx="5303520" cy="1965960"/>
          </a:xfrm>
          <a:prstGeom prst="rect">
            <a:avLst/>
          </a:prstGeom>
        </p:spPr>
        <p:txBody>
          <a:bodyPr/>
          <a:lstStyle>
            <a:lvl1pPr marL="228594" indent="-228594">
              <a:lnSpc>
                <a:spcPct val="100000"/>
              </a:lnSpc>
              <a:buFont typeface="Wingdings" panose="05000000000000000000" pitchFamily="2" charset="2"/>
              <a:buChar char="q"/>
              <a:defRPr sz="1200"/>
            </a:lvl1pPr>
            <a:lvl2pPr marL="457200" indent="-228594">
              <a:lnSpc>
                <a:spcPct val="100000"/>
              </a:lnSpc>
              <a:buFont typeface="Wingdings" panose="05000000000000000000" pitchFamily="2" charset="2"/>
              <a:buChar char="Ø"/>
              <a:defRPr sz="1100"/>
            </a:lvl2pPr>
            <a:lvl3pPr marL="685800" indent="-228594">
              <a:lnSpc>
                <a:spcPct val="100000"/>
              </a:lnSpc>
              <a:buFont typeface="Wingdings" panose="05000000000000000000" pitchFamily="2" charset="2"/>
              <a:buChar char="§"/>
              <a:defRPr sz="1000"/>
            </a:lvl3pPr>
            <a:lvl4pPr marL="914400" indent="-228594">
              <a:lnSpc>
                <a:spcPct val="100000"/>
              </a:lnSpc>
              <a:buFont typeface="Courier New" panose="02070309020205020404" pitchFamily="49" charset="0"/>
              <a:buChar char="o"/>
              <a:defRPr sz="900"/>
            </a:lvl4pPr>
            <a:lvl5pPr marL="1143000">
              <a:lnSpc>
                <a:spcPct val="100000"/>
              </a:lnSpc>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8" name="Freeform 17"/>
          <p:cNvSpPr/>
          <p:nvPr userDrawn="1"/>
        </p:nvSpPr>
        <p:spPr>
          <a:xfrm>
            <a:off x="3059892" y="3753803"/>
            <a:ext cx="5303520"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lvl="0" algn="ctr"/>
            <a:endParaRPr lang="en-GB" sz="1013"/>
          </a:p>
        </p:txBody>
      </p:sp>
      <p:sp>
        <p:nvSpPr>
          <p:cNvPr id="19" name="Text Placeholder 6"/>
          <p:cNvSpPr>
            <a:spLocks noGrp="1"/>
          </p:cNvSpPr>
          <p:nvPr>
            <p:ph type="body" sz="quarter" idx="20"/>
          </p:nvPr>
        </p:nvSpPr>
        <p:spPr>
          <a:xfrm>
            <a:off x="3059892" y="3753803"/>
            <a:ext cx="5303520" cy="466344"/>
          </a:xfrm>
          <a:prstGeom prst="rect">
            <a:avLst/>
          </a:prstGeom>
        </p:spPr>
        <p:txBody>
          <a:bodyPr anchor="b"/>
          <a:lstStyle>
            <a:lvl1pPr marL="0" indent="0" algn="ctr">
              <a:buNone/>
              <a:defRPr sz="1300" b="1"/>
            </a:lvl1pPr>
          </a:lstStyle>
          <a:p>
            <a:pPr lvl="0"/>
            <a:r>
              <a:rPr lang="en-US" dirty="0"/>
              <a:t>Edit Master text styles</a:t>
            </a:r>
            <a:endParaRPr lang="en-IN" dirty="0"/>
          </a:p>
        </p:txBody>
      </p:sp>
      <p:sp>
        <p:nvSpPr>
          <p:cNvPr id="20" name="Content Placeholder 7"/>
          <p:cNvSpPr>
            <a:spLocks noGrp="1"/>
          </p:cNvSpPr>
          <p:nvPr>
            <p:ph sz="quarter" idx="21"/>
          </p:nvPr>
        </p:nvSpPr>
        <p:spPr>
          <a:xfrm>
            <a:off x="3059892" y="4249103"/>
            <a:ext cx="5303520" cy="1965960"/>
          </a:xfrm>
          <a:prstGeom prst="rect">
            <a:avLst/>
          </a:prstGeom>
        </p:spPr>
        <p:txBody>
          <a:bodyPr/>
          <a:lstStyle>
            <a:lvl1pPr marL="228594" indent="-228594">
              <a:lnSpc>
                <a:spcPct val="100000"/>
              </a:lnSpc>
              <a:buFont typeface="Wingdings" panose="05000000000000000000" pitchFamily="2" charset="2"/>
              <a:buChar char="q"/>
              <a:defRPr sz="1200"/>
            </a:lvl1pPr>
            <a:lvl2pPr marL="457200" indent="-228594">
              <a:lnSpc>
                <a:spcPct val="100000"/>
              </a:lnSpc>
              <a:buFont typeface="Wingdings" panose="05000000000000000000" pitchFamily="2" charset="2"/>
              <a:buChar char="Ø"/>
              <a:defRPr sz="1100"/>
            </a:lvl2pPr>
            <a:lvl3pPr marL="685800" indent="-228594">
              <a:lnSpc>
                <a:spcPct val="100000"/>
              </a:lnSpc>
              <a:buFont typeface="Wingdings" panose="05000000000000000000" pitchFamily="2" charset="2"/>
              <a:buChar char="§"/>
              <a:defRPr sz="1000"/>
            </a:lvl3pPr>
            <a:lvl4pPr marL="914400" indent="-228594">
              <a:lnSpc>
                <a:spcPct val="100000"/>
              </a:lnSpc>
              <a:buFont typeface="Courier New" panose="02070309020205020404" pitchFamily="49" charset="0"/>
              <a:buChar char="o"/>
              <a:defRPr sz="900"/>
            </a:lvl4pPr>
            <a:lvl5pPr marL="1143000">
              <a:lnSpc>
                <a:spcPct val="100000"/>
              </a:lnSpc>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5" name="Rectangle 4"/>
          <p:cNvSpPr/>
          <p:nvPr userDrawn="1"/>
        </p:nvSpPr>
        <p:spPr>
          <a:xfrm>
            <a:off x="161924" y="2087880"/>
            <a:ext cx="2286000" cy="914400"/>
          </a:xfrm>
          <a:prstGeom prst="rect">
            <a:avLst/>
          </a:prstGeom>
          <a:solidFill>
            <a:srgbClr val="00818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Isosceles Triangle 5"/>
          <p:cNvSpPr/>
          <p:nvPr userDrawn="1"/>
        </p:nvSpPr>
        <p:spPr>
          <a:xfrm rot="5400000">
            <a:off x="2209800" y="2402205"/>
            <a:ext cx="914400" cy="285750"/>
          </a:xfrm>
          <a:prstGeom prst="triangle">
            <a:avLst/>
          </a:prstGeom>
          <a:solidFill>
            <a:srgbClr val="9E7E0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Text Placeholder 7"/>
          <p:cNvSpPr>
            <a:spLocks noGrp="1"/>
          </p:cNvSpPr>
          <p:nvPr>
            <p:ph type="body" sz="quarter" idx="22"/>
          </p:nvPr>
        </p:nvSpPr>
        <p:spPr>
          <a:xfrm>
            <a:off x="228600" y="2162175"/>
            <a:ext cx="2105025" cy="771525"/>
          </a:xfrm>
          <a:prstGeom prst="rect">
            <a:avLst/>
          </a:prstGeom>
          <a:ln>
            <a:noFill/>
          </a:ln>
        </p:spPr>
        <p:txBody>
          <a:bodyPr anchor="ctr"/>
          <a:lstStyle>
            <a:lvl1pPr marL="0" indent="0" algn="ctr">
              <a:buNone/>
              <a:defRPr sz="1300" b="1">
                <a:solidFill>
                  <a:schemeClr val="bg1"/>
                </a:solidFill>
              </a:defRPr>
            </a:lvl1pPr>
          </a:lstStyle>
          <a:p>
            <a:pPr lvl="0"/>
            <a:r>
              <a:rPr lang="en-US" dirty="0"/>
              <a:t>Edit Master text styles</a:t>
            </a:r>
            <a:endParaRPr lang="en-IN" dirty="0"/>
          </a:p>
        </p:txBody>
      </p:sp>
      <p:sp>
        <p:nvSpPr>
          <p:cNvPr id="21" name="Rectangle 20"/>
          <p:cNvSpPr/>
          <p:nvPr userDrawn="1"/>
        </p:nvSpPr>
        <p:spPr>
          <a:xfrm>
            <a:off x="161924" y="4774883"/>
            <a:ext cx="2286000" cy="914400"/>
          </a:xfrm>
          <a:prstGeom prst="rect">
            <a:avLst/>
          </a:prstGeom>
          <a:solidFill>
            <a:srgbClr val="00818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Isosceles Triangle 21"/>
          <p:cNvSpPr/>
          <p:nvPr userDrawn="1"/>
        </p:nvSpPr>
        <p:spPr>
          <a:xfrm rot="5400000">
            <a:off x="2209800" y="5089208"/>
            <a:ext cx="914400" cy="285750"/>
          </a:xfrm>
          <a:prstGeom prst="triangle">
            <a:avLst/>
          </a:prstGeom>
          <a:solidFill>
            <a:srgbClr val="9E7E0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3" name="Text Placeholder 7"/>
          <p:cNvSpPr>
            <a:spLocks noGrp="1"/>
          </p:cNvSpPr>
          <p:nvPr>
            <p:ph type="body" sz="quarter" idx="23"/>
          </p:nvPr>
        </p:nvSpPr>
        <p:spPr>
          <a:xfrm>
            <a:off x="228600" y="4846321"/>
            <a:ext cx="2105025" cy="771525"/>
          </a:xfrm>
          <a:prstGeom prst="rect">
            <a:avLst/>
          </a:prstGeom>
          <a:ln>
            <a:noFill/>
          </a:ln>
        </p:spPr>
        <p:txBody>
          <a:bodyPr anchor="ctr"/>
          <a:lstStyle>
            <a:lvl1pPr marL="0" indent="0" algn="ctr">
              <a:buNone/>
              <a:defRPr sz="1300" b="1">
                <a:solidFill>
                  <a:schemeClr val="bg1"/>
                </a:solidFill>
              </a:defRPr>
            </a:lvl1pPr>
          </a:lstStyle>
          <a:p>
            <a:pPr lvl="0"/>
            <a:r>
              <a:rPr lang="en-US" dirty="0"/>
              <a:t>Edit Master text styles</a:t>
            </a:r>
            <a:endParaRPr lang="en-IN" dirty="0"/>
          </a:p>
        </p:txBody>
      </p:sp>
    </p:spTree>
    <p:extLst>
      <p:ext uri="{BB962C8B-B14F-4D97-AF65-F5344CB8AC3E}">
        <p14:creationId xmlns:p14="http://schemas.microsoft.com/office/powerpoint/2010/main" val="3651112033"/>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19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Footer Placeholder 2"/>
          <p:cNvSpPr>
            <a:spLocks noGrp="1"/>
          </p:cNvSpPr>
          <p:nvPr>
            <p:ph type="ftr" sz="quarter" idx="10"/>
          </p:nvPr>
        </p:nvSpPr>
        <p:spPr/>
        <p:txBody>
          <a:bodyPr/>
          <a:lstStyle/>
          <a:p>
            <a:r>
              <a:rPr lang="en-US" dirty="0"/>
              <a:t>©2025 Fact.MR, All Rights Reserved</a:t>
            </a:r>
          </a:p>
        </p:txBody>
      </p:sp>
      <p:sp>
        <p:nvSpPr>
          <p:cNvPr id="4" name="Slide Number Placeholder 3"/>
          <p:cNvSpPr>
            <a:spLocks noGrp="1"/>
          </p:cNvSpPr>
          <p:nvPr>
            <p:ph type="sldNum" sz="quarter" idx="11"/>
          </p:nvPr>
        </p:nvSpPr>
        <p:spPr/>
        <p:txBody>
          <a:bodyPr/>
          <a:lstStyle/>
          <a:p>
            <a:fld id="{4B17068C-EB94-40A3-A5F2-664CDD77FDAC}" type="slidenum">
              <a:rPr lang="en-US" smtClean="0"/>
              <a:pPr/>
              <a:t>‹#›</a:t>
            </a:fld>
            <a:endParaRPr lang="en-US" dirty="0"/>
          </a:p>
        </p:txBody>
      </p:sp>
      <p:sp>
        <p:nvSpPr>
          <p:cNvPr id="9" name="Freeform 8"/>
          <p:cNvSpPr/>
          <p:nvPr userDrawn="1"/>
        </p:nvSpPr>
        <p:spPr>
          <a:xfrm>
            <a:off x="8684212" y="1066800"/>
            <a:ext cx="3291840"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lvl="0" algn="ctr"/>
            <a:endParaRPr lang="en-GB" sz="1013"/>
          </a:p>
        </p:txBody>
      </p:sp>
      <p:sp>
        <p:nvSpPr>
          <p:cNvPr id="10" name="Text Placeholder 6"/>
          <p:cNvSpPr>
            <a:spLocks noGrp="1"/>
          </p:cNvSpPr>
          <p:nvPr>
            <p:ph type="body" sz="quarter" idx="14"/>
          </p:nvPr>
        </p:nvSpPr>
        <p:spPr>
          <a:xfrm>
            <a:off x="8698548" y="1066800"/>
            <a:ext cx="3291840" cy="466344"/>
          </a:xfrm>
          <a:prstGeom prst="rect">
            <a:avLst/>
          </a:prstGeom>
        </p:spPr>
        <p:txBody>
          <a:bodyPr anchor="b"/>
          <a:lstStyle>
            <a:lvl1pPr marL="0" indent="0" algn="ctr">
              <a:buNone/>
              <a:defRPr sz="1300" b="1"/>
            </a:lvl1pPr>
          </a:lstStyle>
          <a:p>
            <a:pPr lvl="0"/>
            <a:r>
              <a:rPr lang="en-US" dirty="0"/>
              <a:t>Edit Master text styles</a:t>
            </a:r>
            <a:endParaRPr lang="en-IN" dirty="0"/>
          </a:p>
        </p:txBody>
      </p:sp>
      <p:sp>
        <p:nvSpPr>
          <p:cNvPr id="11" name="Content Placeholder 7"/>
          <p:cNvSpPr>
            <a:spLocks noGrp="1"/>
          </p:cNvSpPr>
          <p:nvPr>
            <p:ph sz="quarter" idx="15"/>
          </p:nvPr>
        </p:nvSpPr>
        <p:spPr>
          <a:xfrm>
            <a:off x="8679371" y="1562100"/>
            <a:ext cx="3291840" cy="1965960"/>
          </a:xfrm>
          <a:prstGeom prst="rect">
            <a:avLst/>
          </a:prstGeom>
        </p:spPr>
        <p:txBody>
          <a:bodyPr/>
          <a:lstStyle>
            <a:lvl1pPr marL="228594" indent="-228594">
              <a:lnSpc>
                <a:spcPct val="100000"/>
              </a:lnSpc>
              <a:buFont typeface="Wingdings" panose="05000000000000000000" pitchFamily="2" charset="2"/>
              <a:buChar char="q"/>
              <a:defRPr sz="1200"/>
            </a:lvl1pPr>
            <a:lvl2pPr marL="457200" indent="-228594">
              <a:lnSpc>
                <a:spcPct val="100000"/>
              </a:lnSpc>
              <a:buFont typeface="Wingdings" panose="05000000000000000000" pitchFamily="2" charset="2"/>
              <a:buChar char="Ø"/>
              <a:defRPr sz="1100"/>
            </a:lvl2pPr>
            <a:lvl3pPr marL="685800" indent="-228594">
              <a:lnSpc>
                <a:spcPct val="100000"/>
              </a:lnSpc>
              <a:buFont typeface="Wingdings" panose="05000000000000000000" pitchFamily="2" charset="2"/>
              <a:buChar char="§"/>
              <a:defRPr sz="1000"/>
            </a:lvl3pPr>
            <a:lvl4pPr marL="914400" indent="-228594">
              <a:lnSpc>
                <a:spcPct val="100000"/>
              </a:lnSpc>
              <a:buFont typeface="Courier New" panose="02070309020205020404" pitchFamily="49" charset="0"/>
              <a:buChar char="o"/>
              <a:defRPr sz="900"/>
            </a:lvl4pPr>
            <a:lvl5pPr marL="1143000">
              <a:lnSpc>
                <a:spcPct val="100000"/>
              </a:lnSpc>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5" name="Freeform 14"/>
          <p:cNvSpPr/>
          <p:nvPr userDrawn="1"/>
        </p:nvSpPr>
        <p:spPr>
          <a:xfrm>
            <a:off x="3062365" y="1066800"/>
            <a:ext cx="5303520"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lvl="0" algn="ctr"/>
            <a:endParaRPr lang="en-GB" sz="1013"/>
          </a:p>
        </p:txBody>
      </p:sp>
      <p:sp>
        <p:nvSpPr>
          <p:cNvPr id="16" name="Text Placeholder 6"/>
          <p:cNvSpPr>
            <a:spLocks noGrp="1"/>
          </p:cNvSpPr>
          <p:nvPr>
            <p:ph type="body" sz="quarter" idx="18"/>
          </p:nvPr>
        </p:nvSpPr>
        <p:spPr>
          <a:xfrm>
            <a:off x="3062365" y="1066800"/>
            <a:ext cx="5303520" cy="466344"/>
          </a:xfrm>
          <a:prstGeom prst="rect">
            <a:avLst/>
          </a:prstGeom>
        </p:spPr>
        <p:txBody>
          <a:bodyPr anchor="b"/>
          <a:lstStyle>
            <a:lvl1pPr marL="0" indent="0" algn="ctr">
              <a:buNone/>
              <a:defRPr sz="1300" b="1"/>
            </a:lvl1pPr>
          </a:lstStyle>
          <a:p>
            <a:pPr lvl="0"/>
            <a:r>
              <a:rPr lang="en-US" dirty="0"/>
              <a:t>Edit Master text styles</a:t>
            </a:r>
            <a:endParaRPr lang="en-IN" dirty="0"/>
          </a:p>
        </p:txBody>
      </p:sp>
      <p:sp>
        <p:nvSpPr>
          <p:cNvPr id="17" name="Content Placeholder 7"/>
          <p:cNvSpPr>
            <a:spLocks noGrp="1"/>
          </p:cNvSpPr>
          <p:nvPr>
            <p:ph sz="quarter" idx="19"/>
          </p:nvPr>
        </p:nvSpPr>
        <p:spPr>
          <a:xfrm>
            <a:off x="3062365" y="1562100"/>
            <a:ext cx="5303520" cy="1965960"/>
          </a:xfrm>
          <a:prstGeom prst="rect">
            <a:avLst/>
          </a:prstGeom>
        </p:spPr>
        <p:txBody>
          <a:bodyPr/>
          <a:lstStyle>
            <a:lvl1pPr marL="228594" indent="-228594">
              <a:lnSpc>
                <a:spcPct val="100000"/>
              </a:lnSpc>
              <a:buFont typeface="Wingdings" panose="05000000000000000000" pitchFamily="2" charset="2"/>
              <a:buChar char="q"/>
              <a:defRPr sz="1200"/>
            </a:lvl1pPr>
            <a:lvl2pPr marL="457200" indent="-228594">
              <a:lnSpc>
                <a:spcPct val="100000"/>
              </a:lnSpc>
              <a:buFont typeface="Wingdings" panose="05000000000000000000" pitchFamily="2" charset="2"/>
              <a:buChar char="Ø"/>
              <a:defRPr sz="1100"/>
            </a:lvl2pPr>
            <a:lvl3pPr marL="685800" indent="-228594">
              <a:lnSpc>
                <a:spcPct val="100000"/>
              </a:lnSpc>
              <a:buFont typeface="Wingdings" panose="05000000000000000000" pitchFamily="2" charset="2"/>
              <a:buChar char="§"/>
              <a:defRPr sz="1000"/>
            </a:lvl3pPr>
            <a:lvl4pPr marL="914400" indent="-228594">
              <a:lnSpc>
                <a:spcPct val="100000"/>
              </a:lnSpc>
              <a:buFont typeface="Courier New" panose="02070309020205020404" pitchFamily="49" charset="0"/>
              <a:buChar char="o"/>
              <a:defRPr sz="900"/>
            </a:lvl4pPr>
            <a:lvl5pPr marL="1143000">
              <a:lnSpc>
                <a:spcPct val="100000"/>
              </a:lnSpc>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5" name="Rectangle 4"/>
          <p:cNvSpPr/>
          <p:nvPr userDrawn="1"/>
        </p:nvSpPr>
        <p:spPr>
          <a:xfrm>
            <a:off x="161924" y="2087880"/>
            <a:ext cx="2286000" cy="914400"/>
          </a:xfrm>
          <a:prstGeom prst="rect">
            <a:avLst/>
          </a:prstGeom>
          <a:solidFill>
            <a:srgbClr val="00818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Isosceles Triangle 5"/>
          <p:cNvSpPr/>
          <p:nvPr userDrawn="1"/>
        </p:nvSpPr>
        <p:spPr>
          <a:xfrm rot="5400000">
            <a:off x="2209800" y="2402205"/>
            <a:ext cx="914400" cy="285750"/>
          </a:xfrm>
          <a:prstGeom prst="triangle">
            <a:avLst/>
          </a:prstGeom>
          <a:solidFill>
            <a:srgbClr val="9E7E0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Text Placeholder 7"/>
          <p:cNvSpPr>
            <a:spLocks noGrp="1"/>
          </p:cNvSpPr>
          <p:nvPr>
            <p:ph type="body" sz="quarter" idx="22"/>
          </p:nvPr>
        </p:nvSpPr>
        <p:spPr>
          <a:xfrm>
            <a:off x="228600" y="2162175"/>
            <a:ext cx="2105025" cy="771525"/>
          </a:xfrm>
          <a:prstGeom prst="rect">
            <a:avLst/>
          </a:prstGeom>
          <a:ln>
            <a:noFill/>
          </a:ln>
        </p:spPr>
        <p:txBody>
          <a:bodyPr anchor="ctr"/>
          <a:lstStyle>
            <a:lvl1pPr marL="0" indent="0" algn="ctr">
              <a:buNone/>
              <a:defRPr sz="1300" b="1">
                <a:solidFill>
                  <a:schemeClr val="bg1"/>
                </a:solidFill>
              </a:defRPr>
            </a:lvl1pPr>
          </a:lstStyle>
          <a:p>
            <a:pPr lvl="0"/>
            <a:r>
              <a:rPr lang="en-US" dirty="0"/>
              <a:t>Edit Master text styles</a:t>
            </a:r>
            <a:endParaRPr lang="en-IN" dirty="0"/>
          </a:p>
        </p:txBody>
      </p:sp>
    </p:spTree>
    <p:extLst>
      <p:ext uri="{BB962C8B-B14F-4D97-AF65-F5344CB8AC3E}">
        <p14:creationId xmlns:p14="http://schemas.microsoft.com/office/powerpoint/2010/main" val="1187343898"/>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25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Footer Placeholder 2"/>
          <p:cNvSpPr>
            <a:spLocks noGrp="1"/>
          </p:cNvSpPr>
          <p:nvPr>
            <p:ph type="ftr" sz="quarter" idx="10"/>
          </p:nvPr>
        </p:nvSpPr>
        <p:spPr/>
        <p:txBody>
          <a:bodyPr/>
          <a:lstStyle/>
          <a:p>
            <a:r>
              <a:rPr lang="en-US" dirty="0"/>
              <a:t>©2025 Fact.MR, All Rights Reserved</a:t>
            </a:r>
          </a:p>
        </p:txBody>
      </p:sp>
      <p:sp>
        <p:nvSpPr>
          <p:cNvPr id="4" name="Slide Number Placeholder 3"/>
          <p:cNvSpPr>
            <a:spLocks noGrp="1"/>
          </p:cNvSpPr>
          <p:nvPr>
            <p:ph type="sldNum" sz="quarter" idx="11"/>
          </p:nvPr>
        </p:nvSpPr>
        <p:spPr/>
        <p:txBody>
          <a:bodyPr/>
          <a:lstStyle/>
          <a:p>
            <a:fld id="{4B17068C-EB94-40A3-A5F2-664CDD77FDAC}" type="slidenum">
              <a:rPr lang="en-US" smtClean="0"/>
              <a:pPr/>
              <a:t>‹#›</a:t>
            </a:fld>
            <a:endParaRPr lang="en-US" dirty="0"/>
          </a:p>
        </p:txBody>
      </p:sp>
      <p:sp>
        <p:nvSpPr>
          <p:cNvPr id="5" name="Freeform 4"/>
          <p:cNvSpPr/>
          <p:nvPr userDrawn="1"/>
        </p:nvSpPr>
        <p:spPr>
          <a:xfrm>
            <a:off x="157241" y="1066800"/>
            <a:ext cx="3767328"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62" tIns="34281" rIns="68562" bIns="34281" numCol="1" spcCol="0" rtlCol="0" fromWordArt="0" anchor="ctr" anchorCtr="0" forceAA="0" compatLnSpc="1">
            <a:prstTxWarp prst="textNoShape">
              <a:avLst/>
            </a:prstTxWarp>
            <a:noAutofit/>
          </a:bodyPr>
          <a:lstStyle/>
          <a:p>
            <a:pPr lvl="0" algn="ctr"/>
            <a:endParaRPr lang="en-GB" sz="1013"/>
          </a:p>
        </p:txBody>
      </p:sp>
      <p:sp>
        <p:nvSpPr>
          <p:cNvPr id="7" name="Text Placeholder 6"/>
          <p:cNvSpPr>
            <a:spLocks noGrp="1"/>
          </p:cNvSpPr>
          <p:nvPr>
            <p:ph type="body" sz="quarter" idx="12"/>
          </p:nvPr>
        </p:nvSpPr>
        <p:spPr>
          <a:xfrm>
            <a:off x="171578" y="1066800"/>
            <a:ext cx="3767328" cy="466344"/>
          </a:xfrm>
          <a:prstGeom prst="rect">
            <a:avLst/>
          </a:prstGeom>
        </p:spPr>
        <p:txBody>
          <a:bodyPr anchor="b"/>
          <a:lstStyle>
            <a:lvl1pPr marL="0" indent="0" algn="ctr">
              <a:buNone/>
              <a:defRPr sz="1300" b="1"/>
            </a:lvl1pPr>
          </a:lstStyle>
          <a:p>
            <a:pPr lvl="0"/>
            <a:r>
              <a:rPr lang="en-US" dirty="0"/>
              <a:t>Edit Master text styles</a:t>
            </a:r>
            <a:endParaRPr lang="en-IN" dirty="0"/>
          </a:p>
        </p:txBody>
      </p:sp>
      <p:sp>
        <p:nvSpPr>
          <p:cNvPr id="8" name="Content Placeholder 7"/>
          <p:cNvSpPr>
            <a:spLocks noGrp="1"/>
          </p:cNvSpPr>
          <p:nvPr>
            <p:ph sz="quarter" idx="13"/>
          </p:nvPr>
        </p:nvSpPr>
        <p:spPr>
          <a:xfrm>
            <a:off x="152401" y="1562100"/>
            <a:ext cx="3767328" cy="1965960"/>
          </a:xfrm>
          <a:prstGeom prst="rect">
            <a:avLst/>
          </a:prstGeom>
        </p:spPr>
        <p:txBody>
          <a:bodyPr/>
          <a:lstStyle>
            <a:lvl1pPr marL="228525" indent="-228525">
              <a:lnSpc>
                <a:spcPct val="100000"/>
              </a:lnSpc>
              <a:buFont typeface="Wingdings" panose="05000000000000000000" pitchFamily="2" charset="2"/>
              <a:buChar char="q"/>
              <a:defRPr sz="1200"/>
            </a:lvl1pPr>
            <a:lvl2pPr marL="457063" indent="-228525">
              <a:lnSpc>
                <a:spcPct val="100000"/>
              </a:lnSpc>
              <a:buFont typeface="Wingdings" panose="05000000000000000000" pitchFamily="2" charset="2"/>
              <a:buChar char="Ø"/>
              <a:defRPr sz="1100"/>
            </a:lvl2pPr>
            <a:lvl3pPr marL="685594" indent="-228525">
              <a:lnSpc>
                <a:spcPct val="100000"/>
              </a:lnSpc>
              <a:buFont typeface="Wingdings" panose="05000000000000000000" pitchFamily="2" charset="2"/>
              <a:buChar char="§"/>
              <a:defRPr sz="1000"/>
            </a:lvl3pPr>
            <a:lvl4pPr marL="914126" indent="-228525">
              <a:lnSpc>
                <a:spcPct val="100000"/>
              </a:lnSpc>
              <a:buFont typeface="Courier New" panose="02070309020205020404" pitchFamily="49" charset="0"/>
              <a:buChar char="o"/>
              <a:defRPr sz="900"/>
            </a:lvl4pPr>
            <a:lvl5pPr marL="1142657">
              <a:lnSpc>
                <a:spcPct val="100000"/>
              </a:lnSpc>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Freeform 8"/>
          <p:cNvSpPr/>
          <p:nvPr userDrawn="1"/>
        </p:nvSpPr>
        <p:spPr>
          <a:xfrm>
            <a:off x="4204525" y="1066800"/>
            <a:ext cx="3767328"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62" tIns="34281" rIns="68562" bIns="34281" numCol="1" spcCol="0" rtlCol="0" fromWordArt="0" anchor="ctr" anchorCtr="0" forceAA="0" compatLnSpc="1">
            <a:prstTxWarp prst="textNoShape">
              <a:avLst/>
            </a:prstTxWarp>
            <a:noAutofit/>
          </a:bodyPr>
          <a:lstStyle/>
          <a:p>
            <a:pPr lvl="0" algn="ctr"/>
            <a:endParaRPr lang="en-GB" sz="1013"/>
          </a:p>
        </p:txBody>
      </p:sp>
      <p:sp>
        <p:nvSpPr>
          <p:cNvPr id="10" name="Text Placeholder 6"/>
          <p:cNvSpPr>
            <a:spLocks noGrp="1"/>
          </p:cNvSpPr>
          <p:nvPr>
            <p:ph type="body" sz="quarter" idx="14"/>
          </p:nvPr>
        </p:nvSpPr>
        <p:spPr>
          <a:xfrm>
            <a:off x="4204525" y="1066800"/>
            <a:ext cx="3767328" cy="466344"/>
          </a:xfrm>
          <a:prstGeom prst="rect">
            <a:avLst/>
          </a:prstGeom>
        </p:spPr>
        <p:txBody>
          <a:bodyPr anchor="b"/>
          <a:lstStyle>
            <a:lvl1pPr marL="0" indent="0" algn="ctr">
              <a:buNone/>
              <a:defRPr sz="1300" b="1"/>
            </a:lvl1pPr>
          </a:lstStyle>
          <a:p>
            <a:pPr lvl="0"/>
            <a:r>
              <a:rPr lang="en-US" dirty="0"/>
              <a:t>Edit Master text styles</a:t>
            </a:r>
            <a:endParaRPr lang="en-IN" dirty="0"/>
          </a:p>
        </p:txBody>
      </p:sp>
      <p:sp>
        <p:nvSpPr>
          <p:cNvPr id="11" name="Content Placeholder 7"/>
          <p:cNvSpPr>
            <a:spLocks noGrp="1"/>
          </p:cNvSpPr>
          <p:nvPr>
            <p:ph sz="quarter" idx="15"/>
          </p:nvPr>
        </p:nvSpPr>
        <p:spPr>
          <a:xfrm>
            <a:off x="4204525" y="1562100"/>
            <a:ext cx="3767328" cy="1965960"/>
          </a:xfrm>
          <a:prstGeom prst="rect">
            <a:avLst/>
          </a:prstGeom>
        </p:spPr>
        <p:txBody>
          <a:bodyPr/>
          <a:lstStyle>
            <a:lvl1pPr marL="228525" indent="-228525">
              <a:lnSpc>
                <a:spcPct val="100000"/>
              </a:lnSpc>
              <a:buFont typeface="Wingdings" panose="05000000000000000000" pitchFamily="2" charset="2"/>
              <a:buChar char="q"/>
              <a:defRPr sz="1200"/>
            </a:lvl1pPr>
            <a:lvl2pPr marL="457063" indent="-228525">
              <a:lnSpc>
                <a:spcPct val="100000"/>
              </a:lnSpc>
              <a:buFont typeface="Wingdings" panose="05000000000000000000" pitchFamily="2" charset="2"/>
              <a:buChar char="Ø"/>
              <a:defRPr sz="1100"/>
            </a:lvl2pPr>
            <a:lvl3pPr marL="685594" indent="-228525">
              <a:lnSpc>
                <a:spcPct val="100000"/>
              </a:lnSpc>
              <a:buFont typeface="Wingdings" panose="05000000000000000000" pitchFamily="2" charset="2"/>
              <a:buChar char="§"/>
              <a:defRPr sz="1000"/>
            </a:lvl3pPr>
            <a:lvl4pPr marL="914126" indent="-228525">
              <a:lnSpc>
                <a:spcPct val="100000"/>
              </a:lnSpc>
              <a:buFont typeface="Courier New" panose="02070309020205020404" pitchFamily="49" charset="0"/>
              <a:buChar char="o"/>
              <a:defRPr sz="900"/>
            </a:lvl4pPr>
            <a:lvl5pPr marL="1142657">
              <a:lnSpc>
                <a:spcPct val="100000"/>
              </a:lnSpc>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2" name="Freeform 11"/>
          <p:cNvSpPr/>
          <p:nvPr userDrawn="1"/>
        </p:nvSpPr>
        <p:spPr>
          <a:xfrm>
            <a:off x="8223138" y="1066800"/>
            <a:ext cx="3767328"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62" tIns="34281" rIns="68562" bIns="34281" numCol="1" spcCol="0" rtlCol="0" fromWordArt="0" anchor="ctr" anchorCtr="0" forceAA="0" compatLnSpc="1">
            <a:prstTxWarp prst="textNoShape">
              <a:avLst/>
            </a:prstTxWarp>
            <a:noAutofit/>
          </a:bodyPr>
          <a:lstStyle/>
          <a:p>
            <a:pPr lvl="0" algn="ctr"/>
            <a:endParaRPr lang="en-GB" sz="1013"/>
          </a:p>
        </p:txBody>
      </p:sp>
      <p:sp>
        <p:nvSpPr>
          <p:cNvPr id="13" name="Text Placeholder 6"/>
          <p:cNvSpPr>
            <a:spLocks noGrp="1"/>
          </p:cNvSpPr>
          <p:nvPr>
            <p:ph type="body" sz="quarter" idx="16"/>
          </p:nvPr>
        </p:nvSpPr>
        <p:spPr>
          <a:xfrm>
            <a:off x="8237475" y="1066800"/>
            <a:ext cx="3748151" cy="466344"/>
          </a:xfrm>
          <a:prstGeom prst="rect">
            <a:avLst/>
          </a:prstGeom>
        </p:spPr>
        <p:txBody>
          <a:bodyPr anchor="b"/>
          <a:lstStyle>
            <a:lvl1pPr marL="0" indent="0" algn="ctr">
              <a:buNone/>
              <a:defRPr sz="1300" b="1"/>
            </a:lvl1pPr>
          </a:lstStyle>
          <a:p>
            <a:pPr lvl="0"/>
            <a:r>
              <a:rPr lang="en-US" dirty="0"/>
              <a:t>Edit Master text styles</a:t>
            </a:r>
            <a:endParaRPr lang="en-IN" dirty="0"/>
          </a:p>
        </p:txBody>
      </p:sp>
      <p:sp>
        <p:nvSpPr>
          <p:cNvPr id="14" name="Content Placeholder 7"/>
          <p:cNvSpPr>
            <a:spLocks noGrp="1"/>
          </p:cNvSpPr>
          <p:nvPr>
            <p:ph sz="quarter" idx="17"/>
          </p:nvPr>
        </p:nvSpPr>
        <p:spPr>
          <a:xfrm>
            <a:off x="8218298" y="1562100"/>
            <a:ext cx="3767328" cy="1965960"/>
          </a:xfrm>
          <a:prstGeom prst="rect">
            <a:avLst/>
          </a:prstGeom>
        </p:spPr>
        <p:txBody>
          <a:bodyPr/>
          <a:lstStyle>
            <a:lvl1pPr marL="228525" indent="-228525">
              <a:lnSpc>
                <a:spcPct val="100000"/>
              </a:lnSpc>
              <a:buFont typeface="Wingdings" panose="05000000000000000000" pitchFamily="2" charset="2"/>
              <a:buChar char="q"/>
              <a:defRPr sz="1200"/>
            </a:lvl1pPr>
            <a:lvl2pPr marL="457063" indent="-228525">
              <a:lnSpc>
                <a:spcPct val="100000"/>
              </a:lnSpc>
              <a:buFont typeface="Wingdings" panose="05000000000000000000" pitchFamily="2" charset="2"/>
              <a:buChar char="Ø"/>
              <a:defRPr sz="1100"/>
            </a:lvl2pPr>
            <a:lvl3pPr marL="685594" indent="-228525">
              <a:lnSpc>
                <a:spcPct val="100000"/>
              </a:lnSpc>
              <a:buFont typeface="Wingdings" panose="05000000000000000000" pitchFamily="2" charset="2"/>
              <a:buChar char="§"/>
              <a:defRPr sz="1000"/>
            </a:lvl3pPr>
            <a:lvl4pPr marL="914126" indent="-228525">
              <a:lnSpc>
                <a:spcPct val="100000"/>
              </a:lnSpc>
              <a:buFont typeface="Courier New" panose="02070309020205020404" pitchFamily="49" charset="0"/>
              <a:buChar char="o"/>
              <a:defRPr sz="900"/>
            </a:lvl4pPr>
            <a:lvl5pPr marL="1142657">
              <a:lnSpc>
                <a:spcPct val="100000"/>
              </a:lnSpc>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5" name="Freeform 14"/>
          <p:cNvSpPr/>
          <p:nvPr userDrawn="1"/>
        </p:nvSpPr>
        <p:spPr>
          <a:xfrm>
            <a:off x="157241" y="3763328"/>
            <a:ext cx="11833225"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62" tIns="34281" rIns="68562" bIns="34281" numCol="1" spcCol="0" rtlCol="0" fromWordArt="0" anchor="ctr" anchorCtr="0" forceAA="0" compatLnSpc="1">
            <a:prstTxWarp prst="textNoShape">
              <a:avLst/>
            </a:prstTxWarp>
            <a:noAutofit/>
          </a:bodyPr>
          <a:lstStyle/>
          <a:p>
            <a:pPr lvl="0" algn="ctr"/>
            <a:endParaRPr lang="en-GB" sz="1013"/>
          </a:p>
        </p:txBody>
      </p:sp>
      <p:sp>
        <p:nvSpPr>
          <p:cNvPr id="16" name="Text Placeholder 6"/>
          <p:cNvSpPr>
            <a:spLocks noGrp="1"/>
          </p:cNvSpPr>
          <p:nvPr>
            <p:ph type="body" sz="quarter" idx="18"/>
          </p:nvPr>
        </p:nvSpPr>
        <p:spPr>
          <a:xfrm>
            <a:off x="171576" y="3763328"/>
            <a:ext cx="11814049" cy="466344"/>
          </a:xfrm>
          <a:prstGeom prst="rect">
            <a:avLst/>
          </a:prstGeom>
        </p:spPr>
        <p:txBody>
          <a:bodyPr anchor="b"/>
          <a:lstStyle>
            <a:lvl1pPr marL="0" indent="0" algn="ctr">
              <a:buNone/>
              <a:defRPr sz="1300" b="1"/>
            </a:lvl1pPr>
          </a:lstStyle>
          <a:p>
            <a:pPr lvl="0"/>
            <a:r>
              <a:rPr lang="en-US" dirty="0"/>
              <a:t>Edit Master text styles</a:t>
            </a:r>
            <a:endParaRPr lang="en-IN" dirty="0"/>
          </a:p>
        </p:txBody>
      </p:sp>
      <p:sp>
        <p:nvSpPr>
          <p:cNvPr id="17" name="Content Placeholder 7"/>
          <p:cNvSpPr>
            <a:spLocks noGrp="1"/>
          </p:cNvSpPr>
          <p:nvPr>
            <p:ph sz="quarter" idx="19"/>
          </p:nvPr>
        </p:nvSpPr>
        <p:spPr>
          <a:xfrm>
            <a:off x="152400" y="4258628"/>
            <a:ext cx="11833225" cy="1965960"/>
          </a:xfrm>
          <a:prstGeom prst="rect">
            <a:avLst/>
          </a:prstGeom>
        </p:spPr>
        <p:txBody>
          <a:bodyPr/>
          <a:lstStyle>
            <a:lvl1pPr marL="228525" indent="-228525">
              <a:lnSpc>
                <a:spcPct val="100000"/>
              </a:lnSpc>
              <a:buFont typeface="Wingdings" panose="05000000000000000000" pitchFamily="2" charset="2"/>
              <a:buChar char="q"/>
              <a:defRPr sz="1200"/>
            </a:lvl1pPr>
            <a:lvl2pPr marL="457063" indent="-228525">
              <a:lnSpc>
                <a:spcPct val="100000"/>
              </a:lnSpc>
              <a:buFont typeface="Wingdings" panose="05000000000000000000" pitchFamily="2" charset="2"/>
              <a:buChar char="Ø"/>
              <a:defRPr sz="1100"/>
            </a:lvl2pPr>
            <a:lvl3pPr marL="685594" indent="-228525">
              <a:lnSpc>
                <a:spcPct val="100000"/>
              </a:lnSpc>
              <a:buFont typeface="Wingdings" panose="05000000000000000000" pitchFamily="2" charset="2"/>
              <a:buChar char="§"/>
              <a:defRPr sz="1000"/>
            </a:lvl3pPr>
            <a:lvl4pPr marL="914126" indent="-228525">
              <a:lnSpc>
                <a:spcPct val="100000"/>
              </a:lnSpc>
              <a:buFont typeface="Courier New" panose="02070309020205020404" pitchFamily="49" charset="0"/>
              <a:buChar char="o"/>
              <a:defRPr sz="900"/>
            </a:lvl4pPr>
            <a:lvl5pPr marL="1142657">
              <a:lnSpc>
                <a:spcPct val="100000"/>
              </a:lnSpc>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1312089032"/>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26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Footer Placeholder 2"/>
          <p:cNvSpPr>
            <a:spLocks noGrp="1"/>
          </p:cNvSpPr>
          <p:nvPr>
            <p:ph type="ftr" sz="quarter" idx="10"/>
          </p:nvPr>
        </p:nvSpPr>
        <p:spPr/>
        <p:txBody>
          <a:bodyPr/>
          <a:lstStyle/>
          <a:p>
            <a:r>
              <a:rPr lang="en-US" dirty="0"/>
              <a:t>©2025 Fact.MR, All Rights Reserved</a:t>
            </a:r>
          </a:p>
        </p:txBody>
      </p:sp>
      <p:sp>
        <p:nvSpPr>
          <p:cNvPr id="4" name="Slide Number Placeholder 3"/>
          <p:cNvSpPr>
            <a:spLocks noGrp="1"/>
          </p:cNvSpPr>
          <p:nvPr>
            <p:ph type="sldNum" sz="quarter" idx="11"/>
          </p:nvPr>
        </p:nvSpPr>
        <p:spPr/>
        <p:txBody>
          <a:bodyPr/>
          <a:lstStyle/>
          <a:p>
            <a:fld id="{4B17068C-EB94-40A3-A5F2-664CDD77FDAC}" type="slidenum">
              <a:rPr lang="en-US" smtClean="0"/>
              <a:pPr/>
              <a:t>‹#›</a:t>
            </a:fld>
            <a:endParaRPr lang="en-US" dirty="0"/>
          </a:p>
        </p:txBody>
      </p:sp>
      <p:sp>
        <p:nvSpPr>
          <p:cNvPr id="5" name="Freeform 4"/>
          <p:cNvSpPr/>
          <p:nvPr userDrawn="1"/>
        </p:nvSpPr>
        <p:spPr>
          <a:xfrm>
            <a:off x="157241" y="1066800"/>
            <a:ext cx="2880360"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62" tIns="34281" rIns="68562" bIns="34281" numCol="1" spcCol="0" rtlCol="0" fromWordArt="0" anchor="ctr" anchorCtr="0" forceAA="0" compatLnSpc="1">
            <a:prstTxWarp prst="textNoShape">
              <a:avLst/>
            </a:prstTxWarp>
            <a:noAutofit/>
          </a:bodyPr>
          <a:lstStyle/>
          <a:p>
            <a:pPr lvl="0" algn="ctr"/>
            <a:endParaRPr lang="en-GB" sz="1013"/>
          </a:p>
        </p:txBody>
      </p:sp>
      <p:sp>
        <p:nvSpPr>
          <p:cNvPr id="7" name="Text Placeholder 6"/>
          <p:cNvSpPr>
            <a:spLocks noGrp="1"/>
          </p:cNvSpPr>
          <p:nvPr>
            <p:ph type="body" sz="quarter" idx="12"/>
          </p:nvPr>
        </p:nvSpPr>
        <p:spPr>
          <a:xfrm>
            <a:off x="171577" y="1066800"/>
            <a:ext cx="2880360" cy="466344"/>
          </a:xfrm>
          <a:prstGeom prst="rect">
            <a:avLst/>
          </a:prstGeom>
        </p:spPr>
        <p:txBody>
          <a:bodyPr anchor="b"/>
          <a:lstStyle>
            <a:lvl1pPr marL="0" indent="0" algn="ctr">
              <a:buNone/>
              <a:defRPr sz="1300" b="1"/>
            </a:lvl1pPr>
          </a:lstStyle>
          <a:p>
            <a:pPr lvl="0"/>
            <a:r>
              <a:rPr lang="en-US" dirty="0"/>
              <a:t>Edit Master text styles</a:t>
            </a:r>
            <a:endParaRPr lang="en-IN" dirty="0"/>
          </a:p>
        </p:txBody>
      </p:sp>
      <p:sp>
        <p:nvSpPr>
          <p:cNvPr id="8" name="Content Placeholder 7"/>
          <p:cNvSpPr>
            <a:spLocks noGrp="1"/>
          </p:cNvSpPr>
          <p:nvPr>
            <p:ph sz="quarter" idx="13"/>
          </p:nvPr>
        </p:nvSpPr>
        <p:spPr>
          <a:xfrm>
            <a:off x="152400" y="1562100"/>
            <a:ext cx="2880360" cy="1965960"/>
          </a:xfrm>
          <a:prstGeom prst="rect">
            <a:avLst/>
          </a:prstGeom>
        </p:spPr>
        <p:txBody>
          <a:bodyPr/>
          <a:lstStyle>
            <a:lvl1pPr marL="228525" indent="-228525">
              <a:lnSpc>
                <a:spcPct val="100000"/>
              </a:lnSpc>
              <a:buFont typeface="Wingdings" panose="05000000000000000000" pitchFamily="2" charset="2"/>
              <a:buChar char="q"/>
              <a:defRPr sz="1200"/>
            </a:lvl1pPr>
            <a:lvl2pPr marL="457063" indent="-228525">
              <a:lnSpc>
                <a:spcPct val="100000"/>
              </a:lnSpc>
              <a:buFont typeface="Wingdings" panose="05000000000000000000" pitchFamily="2" charset="2"/>
              <a:buChar char="Ø"/>
              <a:defRPr sz="1100"/>
            </a:lvl2pPr>
            <a:lvl3pPr marL="685594" indent="-228525">
              <a:lnSpc>
                <a:spcPct val="100000"/>
              </a:lnSpc>
              <a:buFont typeface="Wingdings" panose="05000000000000000000" pitchFamily="2" charset="2"/>
              <a:buChar char="§"/>
              <a:defRPr sz="1000"/>
            </a:lvl3pPr>
            <a:lvl4pPr marL="914126" indent="-228525">
              <a:lnSpc>
                <a:spcPct val="100000"/>
              </a:lnSpc>
              <a:buFont typeface="Courier New" panose="02070309020205020404" pitchFamily="49" charset="0"/>
              <a:buChar char="o"/>
              <a:defRPr sz="900"/>
            </a:lvl4pPr>
            <a:lvl5pPr marL="1142657">
              <a:lnSpc>
                <a:spcPct val="100000"/>
              </a:lnSpc>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5" name="Freeform 14"/>
          <p:cNvSpPr/>
          <p:nvPr userDrawn="1"/>
        </p:nvSpPr>
        <p:spPr>
          <a:xfrm>
            <a:off x="157241" y="3763328"/>
            <a:ext cx="11833225"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62" tIns="34281" rIns="68562" bIns="34281" numCol="1" spcCol="0" rtlCol="0" fromWordArt="0" anchor="ctr" anchorCtr="0" forceAA="0" compatLnSpc="1">
            <a:prstTxWarp prst="textNoShape">
              <a:avLst/>
            </a:prstTxWarp>
            <a:noAutofit/>
          </a:bodyPr>
          <a:lstStyle/>
          <a:p>
            <a:pPr lvl="0" algn="ctr"/>
            <a:endParaRPr lang="en-GB" sz="1013"/>
          </a:p>
        </p:txBody>
      </p:sp>
      <p:sp>
        <p:nvSpPr>
          <p:cNvPr id="16" name="Text Placeholder 6"/>
          <p:cNvSpPr>
            <a:spLocks noGrp="1"/>
          </p:cNvSpPr>
          <p:nvPr>
            <p:ph type="body" sz="quarter" idx="18"/>
          </p:nvPr>
        </p:nvSpPr>
        <p:spPr>
          <a:xfrm>
            <a:off x="171576" y="3763328"/>
            <a:ext cx="11814049" cy="466344"/>
          </a:xfrm>
          <a:prstGeom prst="rect">
            <a:avLst/>
          </a:prstGeom>
        </p:spPr>
        <p:txBody>
          <a:bodyPr anchor="b"/>
          <a:lstStyle>
            <a:lvl1pPr marL="0" indent="0" algn="ctr">
              <a:buNone/>
              <a:defRPr sz="1300" b="1"/>
            </a:lvl1pPr>
          </a:lstStyle>
          <a:p>
            <a:pPr lvl="0"/>
            <a:r>
              <a:rPr lang="en-US" dirty="0"/>
              <a:t>Edit Master text styles</a:t>
            </a:r>
            <a:endParaRPr lang="en-IN" dirty="0"/>
          </a:p>
        </p:txBody>
      </p:sp>
      <p:sp>
        <p:nvSpPr>
          <p:cNvPr id="17" name="Content Placeholder 7"/>
          <p:cNvSpPr>
            <a:spLocks noGrp="1"/>
          </p:cNvSpPr>
          <p:nvPr>
            <p:ph sz="quarter" idx="19"/>
          </p:nvPr>
        </p:nvSpPr>
        <p:spPr>
          <a:xfrm>
            <a:off x="152400" y="4258628"/>
            <a:ext cx="11833225" cy="1965960"/>
          </a:xfrm>
          <a:prstGeom prst="rect">
            <a:avLst/>
          </a:prstGeom>
        </p:spPr>
        <p:txBody>
          <a:bodyPr/>
          <a:lstStyle>
            <a:lvl1pPr marL="228525" indent="-228525">
              <a:lnSpc>
                <a:spcPct val="100000"/>
              </a:lnSpc>
              <a:buFont typeface="Wingdings" panose="05000000000000000000" pitchFamily="2" charset="2"/>
              <a:buChar char="q"/>
              <a:defRPr sz="1200"/>
            </a:lvl1pPr>
            <a:lvl2pPr marL="457063" indent="-228525">
              <a:lnSpc>
                <a:spcPct val="100000"/>
              </a:lnSpc>
              <a:buFont typeface="Wingdings" panose="05000000000000000000" pitchFamily="2" charset="2"/>
              <a:buChar char="Ø"/>
              <a:defRPr sz="1100"/>
            </a:lvl2pPr>
            <a:lvl3pPr marL="685594" indent="-228525">
              <a:lnSpc>
                <a:spcPct val="100000"/>
              </a:lnSpc>
              <a:buFont typeface="Wingdings" panose="05000000000000000000" pitchFamily="2" charset="2"/>
              <a:buChar char="§"/>
              <a:defRPr sz="1000"/>
            </a:lvl3pPr>
            <a:lvl4pPr marL="914126" indent="-228525">
              <a:lnSpc>
                <a:spcPct val="100000"/>
              </a:lnSpc>
              <a:buFont typeface="Courier New" panose="02070309020205020404" pitchFamily="49" charset="0"/>
              <a:buChar char="o"/>
              <a:defRPr sz="900"/>
            </a:lvl4pPr>
            <a:lvl5pPr marL="1142657">
              <a:lnSpc>
                <a:spcPct val="100000"/>
              </a:lnSpc>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8" name="Freeform 17"/>
          <p:cNvSpPr/>
          <p:nvPr userDrawn="1"/>
        </p:nvSpPr>
        <p:spPr>
          <a:xfrm>
            <a:off x="3130296" y="1066800"/>
            <a:ext cx="2880360"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62" tIns="34281" rIns="68562" bIns="34281" numCol="1" spcCol="0" rtlCol="0" fromWordArt="0" anchor="ctr" anchorCtr="0" forceAA="0" compatLnSpc="1">
            <a:prstTxWarp prst="textNoShape">
              <a:avLst/>
            </a:prstTxWarp>
            <a:noAutofit/>
          </a:bodyPr>
          <a:lstStyle/>
          <a:p>
            <a:pPr lvl="0" algn="ctr"/>
            <a:endParaRPr lang="en-GB" sz="1013"/>
          </a:p>
        </p:txBody>
      </p:sp>
      <p:sp>
        <p:nvSpPr>
          <p:cNvPr id="19" name="Text Placeholder 6"/>
          <p:cNvSpPr>
            <a:spLocks noGrp="1"/>
          </p:cNvSpPr>
          <p:nvPr>
            <p:ph type="body" sz="quarter" idx="20"/>
          </p:nvPr>
        </p:nvSpPr>
        <p:spPr>
          <a:xfrm>
            <a:off x="3130296" y="1066800"/>
            <a:ext cx="2880360" cy="466344"/>
          </a:xfrm>
          <a:prstGeom prst="rect">
            <a:avLst/>
          </a:prstGeom>
        </p:spPr>
        <p:txBody>
          <a:bodyPr anchor="b"/>
          <a:lstStyle>
            <a:lvl1pPr marL="0" indent="0" algn="ctr">
              <a:buNone/>
              <a:defRPr sz="1300" b="1"/>
            </a:lvl1pPr>
          </a:lstStyle>
          <a:p>
            <a:pPr lvl="0"/>
            <a:r>
              <a:rPr lang="en-US" dirty="0"/>
              <a:t>Edit Master text styles</a:t>
            </a:r>
            <a:endParaRPr lang="en-IN" dirty="0"/>
          </a:p>
        </p:txBody>
      </p:sp>
      <p:sp>
        <p:nvSpPr>
          <p:cNvPr id="20" name="Content Placeholder 7"/>
          <p:cNvSpPr>
            <a:spLocks noGrp="1"/>
          </p:cNvSpPr>
          <p:nvPr>
            <p:ph sz="quarter" idx="21"/>
          </p:nvPr>
        </p:nvSpPr>
        <p:spPr>
          <a:xfrm>
            <a:off x="3130296" y="1562100"/>
            <a:ext cx="2880360" cy="1965960"/>
          </a:xfrm>
          <a:prstGeom prst="rect">
            <a:avLst/>
          </a:prstGeom>
        </p:spPr>
        <p:txBody>
          <a:bodyPr/>
          <a:lstStyle>
            <a:lvl1pPr marL="228525" indent="-228525">
              <a:lnSpc>
                <a:spcPct val="100000"/>
              </a:lnSpc>
              <a:buFont typeface="Wingdings" panose="05000000000000000000" pitchFamily="2" charset="2"/>
              <a:buChar char="q"/>
              <a:defRPr sz="1200"/>
            </a:lvl1pPr>
            <a:lvl2pPr marL="457063" indent="-228525">
              <a:lnSpc>
                <a:spcPct val="100000"/>
              </a:lnSpc>
              <a:buFont typeface="Wingdings" panose="05000000000000000000" pitchFamily="2" charset="2"/>
              <a:buChar char="Ø"/>
              <a:defRPr sz="1100"/>
            </a:lvl2pPr>
            <a:lvl3pPr marL="685594" indent="-228525">
              <a:lnSpc>
                <a:spcPct val="100000"/>
              </a:lnSpc>
              <a:buFont typeface="Wingdings" panose="05000000000000000000" pitchFamily="2" charset="2"/>
              <a:buChar char="§"/>
              <a:defRPr sz="1000"/>
            </a:lvl3pPr>
            <a:lvl4pPr marL="914126" indent="-228525">
              <a:lnSpc>
                <a:spcPct val="100000"/>
              </a:lnSpc>
              <a:buFont typeface="Courier New" panose="02070309020205020404" pitchFamily="49" charset="0"/>
              <a:buChar char="o"/>
              <a:defRPr sz="900"/>
            </a:lvl4pPr>
            <a:lvl5pPr marL="1142657">
              <a:lnSpc>
                <a:spcPct val="100000"/>
              </a:lnSpc>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1" name="Freeform 20"/>
          <p:cNvSpPr/>
          <p:nvPr userDrawn="1"/>
        </p:nvSpPr>
        <p:spPr>
          <a:xfrm>
            <a:off x="6108192" y="1066800"/>
            <a:ext cx="2880360"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62" tIns="34281" rIns="68562" bIns="34281" numCol="1" spcCol="0" rtlCol="0" fromWordArt="0" anchor="ctr" anchorCtr="0" forceAA="0" compatLnSpc="1">
            <a:prstTxWarp prst="textNoShape">
              <a:avLst/>
            </a:prstTxWarp>
            <a:noAutofit/>
          </a:bodyPr>
          <a:lstStyle/>
          <a:p>
            <a:pPr lvl="0" algn="ctr"/>
            <a:endParaRPr lang="en-GB" sz="1013"/>
          </a:p>
        </p:txBody>
      </p:sp>
      <p:sp>
        <p:nvSpPr>
          <p:cNvPr id="22" name="Text Placeholder 6"/>
          <p:cNvSpPr>
            <a:spLocks noGrp="1"/>
          </p:cNvSpPr>
          <p:nvPr>
            <p:ph type="body" sz="quarter" idx="22"/>
          </p:nvPr>
        </p:nvSpPr>
        <p:spPr>
          <a:xfrm>
            <a:off x="6108192" y="1066800"/>
            <a:ext cx="2880360" cy="466344"/>
          </a:xfrm>
          <a:prstGeom prst="rect">
            <a:avLst/>
          </a:prstGeom>
        </p:spPr>
        <p:txBody>
          <a:bodyPr anchor="b"/>
          <a:lstStyle>
            <a:lvl1pPr marL="0" indent="0" algn="ctr">
              <a:buNone/>
              <a:defRPr sz="1300" b="1"/>
            </a:lvl1pPr>
          </a:lstStyle>
          <a:p>
            <a:pPr lvl="0"/>
            <a:r>
              <a:rPr lang="en-US" dirty="0"/>
              <a:t>Edit Master text styles</a:t>
            </a:r>
            <a:endParaRPr lang="en-IN" dirty="0"/>
          </a:p>
        </p:txBody>
      </p:sp>
      <p:sp>
        <p:nvSpPr>
          <p:cNvPr id="23" name="Content Placeholder 7"/>
          <p:cNvSpPr>
            <a:spLocks noGrp="1"/>
          </p:cNvSpPr>
          <p:nvPr>
            <p:ph sz="quarter" idx="23"/>
          </p:nvPr>
        </p:nvSpPr>
        <p:spPr>
          <a:xfrm>
            <a:off x="6108192" y="1562100"/>
            <a:ext cx="2880360" cy="1965960"/>
          </a:xfrm>
          <a:prstGeom prst="rect">
            <a:avLst/>
          </a:prstGeom>
        </p:spPr>
        <p:txBody>
          <a:bodyPr/>
          <a:lstStyle>
            <a:lvl1pPr marL="228525" indent="-228525">
              <a:lnSpc>
                <a:spcPct val="100000"/>
              </a:lnSpc>
              <a:buFont typeface="Wingdings" panose="05000000000000000000" pitchFamily="2" charset="2"/>
              <a:buChar char="q"/>
              <a:defRPr sz="1200"/>
            </a:lvl1pPr>
            <a:lvl2pPr marL="457063" indent="-228525">
              <a:lnSpc>
                <a:spcPct val="100000"/>
              </a:lnSpc>
              <a:buFont typeface="Wingdings" panose="05000000000000000000" pitchFamily="2" charset="2"/>
              <a:buChar char="Ø"/>
              <a:defRPr sz="1100"/>
            </a:lvl2pPr>
            <a:lvl3pPr marL="685594" indent="-228525">
              <a:lnSpc>
                <a:spcPct val="100000"/>
              </a:lnSpc>
              <a:buFont typeface="Wingdings" panose="05000000000000000000" pitchFamily="2" charset="2"/>
              <a:buChar char="§"/>
              <a:defRPr sz="1000"/>
            </a:lvl3pPr>
            <a:lvl4pPr marL="914126" indent="-228525">
              <a:lnSpc>
                <a:spcPct val="100000"/>
              </a:lnSpc>
              <a:buFont typeface="Courier New" panose="02070309020205020404" pitchFamily="49" charset="0"/>
              <a:buChar char="o"/>
              <a:defRPr sz="900"/>
            </a:lvl4pPr>
            <a:lvl5pPr marL="1142657">
              <a:lnSpc>
                <a:spcPct val="100000"/>
              </a:lnSpc>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4" name="Freeform 23"/>
          <p:cNvSpPr/>
          <p:nvPr userDrawn="1"/>
        </p:nvSpPr>
        <p:spPr>
          <a:xfrm>
            <a:off x="9090929" y="1066800"/>
            <a:ext cx="2880360"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62" tIns="34281" rIns="68562" bIns="34281" numCol="1" spcCol="0" rtlCol="0" fromWordArt="0" anchor="ctr" anchorCtr="0" forceAA="0" compatLnSpc="1">
            <a:prstTxWarp prst="textNoShape">
              <a:avLst/>
            </a:prstTxWarp>
            <a:noAutofit/>
          </a:bodyPr>
          <a:lstStyle/>
          <a:p>
            <a:pPr lvl="0" algn="ctr"/>
            <a:endParaRPr lang="en-GB" sz="1013"/>
          </a:p>
        </p:txBody>
      </p:sp>
      <p:sp>
        <p:nvSpPr>
          <p:cNvPr id="25" name="Text Placeholder 6"/>
          <p:cNvSpPr>
            <a:spLocks noGrp="1"/>
          </p:cNvSpPr>
          <p:nvPr>
            <p:ph type="body" sz="quarter" idx="24"/>
          </p:nvPr>
        </p:nvSpPr>
        <p:spPr>
          <a:xfrm>
            <a:off x="9105265" y="1066800"/>
            <a:ext cx="2880360" cy="466344"/>
          </a:xfrm>
          <a:prstGeom prst="rect">
            <a:avLst/>
          </a:prstGeom>
        </p:spPr>
        <p:txBody>
          <a:bodyPr anchor="b"/>
          <a:lstStyle>
            <a:lvl1pPr marL="0" indent="0" algn="ctr">
              <a:buNone/>
              <a:defRPr sz="1300" b="1"/>
            </a:lvl1pPr>
          </a:lstStyle>
          <a:p>
            <a:pPr lvl="0"/>
            <a:r>
              <a:rPr lang="en-US" dirty="0"/>
              <a:t>Edit Master text styles</a:t>
            </a:r>
            <a:endParaRPr lang="en-IN" dirty="0"/>
          </a:p>
        </p:txBody>
      </p:sp>
      <p:sp>
        <p:nvSpPr>
          <p:cNvPr id="26" name="Content Placeholder 7"/>
          <p:cNvSpPr>
            <a:spLocks noGrp="1"/>
          </p:cNvSpPr>
          <p:nvPr>
            <p:ph sz="quarter" idx="25"/>
          </p:nvPr>
        </p:nvSpPr>
        <p:spPr>
          <a:xfrm>
            <a:off x="9086088" y="1562100"/>
            <a:ext cx="2880360" cy="1965960"/>
          </a:xfrm>
          <a:prstGeom prst="rect">
            <a:avLst/>
          </a:prstGeom>
        </p:spPr>
        <p:txBody>
          <a:bodyPr/>
          <a:lstStyle>
            <a:lvl1pPr marL="228525" indent="-228525">
              <a:lnSpc>
                <a:spcPct val="100000"/>
              </a:lnSpc>
              <a:buFont typeface="Wingdings" panose="05000000000000000000" pitchFamily="2" charset="2"/>
              <a:buChar char="q"/>
              <a:defRPr sz="1200"/>
            </a:lvl1pPr>
            <a:lvl2pPr marL="457063" indent="-228525">
              <a:lnSpc>
                <a:spcPct val="100000"/>
              </a:lnSpc>
              <a:buFont typeface="Wingdings" panose="05000000000000000000" pitchFamily="2" charset="2"/>
              <a:buChar char="Ø"/>
              <a:defRPr sz="1100"/>
            </a:lvl2pPr>
            <a:lvl3pPr marL="685594" indent="-228525">
              <a:lnSpc>
                <a:spcPct val="100000"/>
              </a:lnSpc>
              <a:buFont typeface="Wingdings" panose="05000000000000000000" pitchFamily="2" charset="2"/>
              <a:buChar char="§"/>
              <a:defRPr sz="1000"/>
            </a:lvl3pPr>
            <a:lvl4pPr marL="914126" indent="-228525">
              <a:lnSpc>
                <a:spcPct val="100000"/>
              </a:lnSpc>
              <a:buFont typeface="Courier New" panose="02070309020205020404" pitchFamily="49" charset="0"/>
              <a:buChar char="o"/>
              <a:defRPr sz="900"/>
            </a:lvl4pPr>
            <a:lvl5pPr marL="1142657">
              <a:lnSpc>
                <a:spcPct val="100000"/>
              </a:lnSpc>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2101807229"/>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27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Footer Placeholder 2"/>
          <p:cNvSpPr>
            <a:spLocks noGrp="1"/>
          </p:cNvSpPr>
          <p:nvPr>
            <p:ph type="ftr" sz="quarter" idx="10"/>
          </p:nvPr>
        </p:nvSpPr>
        <p:spPr/>
        <p:txBody>
          <a:bodyPr/>
          <a:lstStyle/>
          <a:p>
            <a:r>
              <a:rPr lang="en-US" dirty="0"/>
              <a:t>©2025 Fact.MR, All Rights Reserved</a:t>
            </a:r>
          </a:p>
        </p:txBody>
      </p:sp>
      <p:sp>
        <p:nvSpPr>
          <p:cNvPr id="4" name="Slide Number Placeholder 3"/>
          <p:cNvSpPr>
            <a:spLocks noGrp="1"/>
          </p:cNvSpPr>
          <p:nvPr>
            <p:ph type="sldNum" sz="quarter" idx="11"/>
          </p:nvPr>
        </p:nvSpPr>
        <p:spPr/>
        <p:txBody>
          <a:bodyPr/>
          <a:lstStyle/>
          <a:p>
            <a:fld id="{4B17068C-EB94-40A3-A5F2-664CDD77FDAC}" type="slidenum">
              <a:rPr lang="en-US" smtClean="0"/>
              <a:pPr/>
              <a:t>‹#›</a:t>
            </a:fld>
            <a:endParaRPr lang="en-US" dirty="0"/>
          </a:p>
        </p:txBody>
      </p:sp>
      <p:sp>
        <p:nvSpPr>
          <p:cNvPr id="5" name="Freeform 4"/>
          <p:cNvSpPr/>
          <p:nvPr userDrawn="1"/>
        </p:nvSpPr>
        <p:spPr>
          <a:xfrm>
            <a:off x="157241" y="1066800"/>
            <a:ext cx="3767328"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62" tIns="34281" rIns="68562" bIns="34281" numCol="1" spcCol="0" rtlCol="0" fromWordArt="0" anchor="ctr" anchorCtr="0" forceAA="0" compatLnSpc="1">
            <a:prstTxWarp prst="textNoShape">
              <a:avLst/>
            </a:prstTxWarp>
            <a:noAutofit/>
          </a:bodyPr>
          <a:lstStyle/>
          <a:p>
            <a:pPr lvl="0" algn="ctr"/>
            <a:endParaRPr lang="en-GB" sz="1013"/>
          </a:p>
        </p:txBody>
      </p:sp>
      <p:sp>
        <p:nvSpPr>
          <p:cNvPr id="7" name="Text Placeholder 6"/>
          <p:cNvSpPr>
            <a:spLocks noGrp="1"/>
          </p:cNvSpPr>
          <p:nvPr>
            <p:ph type="body" sz="quarter" idx="12"/>
          </p:nvPr>
        </p:nvSpPr>
        <p:spPr>
          <a:xfrm>
            <a:off x="171577" y="1066800"/>
            <a:ext cx="3767328" cy="466344"/>
          </a:xfrm>
          <a:prstGeom prst="rect">
            <a:avLst/>
          </a:prstGeom>
        </p:spPr>
        <p:txBody>
          <a:bodyPr anchor="b"/>
          <a:lstStyle>
            <a:lvl1pPr marL="0" indent="0" algn="ctr">
              <a:buNone/>
              <a:defRPr sz="1300" b="1"/>
            </a:lvl1pPr>
          </a:lstStyle>
          <a:p>
            <a:pPr lvl="0"/>
            <a:r>
              <a:rPr lang="en-US" dirty="0"/>
              <a:t>Edit Master text styles</a:t>
            </a:r>
            <a:endParaRPr lang="en-IN" dirty="0"/>
          </a:p>
        </p:txBody>
      </p:sp>
      <p:sp>
        <p:nvSpPr>
          <p:cNvPr id="8" name="Content Placeholder 7"/>
          <p:cNvSpPr>
            <a:spLocks noGrp="1"/>
          </p:cNvSpPr>
          <p:nvPr>
            <p:ph sz="quarter" idx="13"/>
          </p:nvPr>
        </p:nvSpPr>
        <p:spPr>
          <a:xfrm>
            <a:off x="152401" y="1562100"/>
            <a:ext cx="3767328" cy="1965960"/>
          </a:xfrm>
          <a:prstGeom prst="rect">
            <a:avLst/>
          </a:prstGeom>
        </p:spPr>
        <p:txBody>
          <a:bodyPr/>
          <a:lstStyle>
            <a:lvl1pPr marL="228525" indent="-228525">
              <a:lnSpc>
                <a:spcPct val="100000"/>
              </a:lnSpc>
              <a:buFont typeface="Wingdings" panose="05000000000000000000" pitchFamily="2" charset="2"/>
              <a:buChar char="q"/>
              <a:defRPr sz="1200"/>
            </a:lvl1pPr>
            <a:lvl2pPr marL="457063" indent="-228525">
              <a:lnSpc>
                <a:spcPct val="100000"/>
              </a:lnSpc>
              <a:buFont typeface="Wingdings" panose="05000000000000000000" pitchFamily="2" charset="2"/>
              <a:buChar char="Ø"/>
              <a:defRPr sz="1100"/>
            </a:lvl2pPr>
            <a:lvl3pPr marL="685594" indent="-228525">
              <a:lnSpc>
                <a:spcPct val="100000"/>
              </a:lnSpc>
              <a:buFont typeface="Wingdings" panose="05000000000000000000" pitchFamily="2" charset="2"/>
              <a:buChar char="§"/>
              <a:defRPr sz="1000"/>
            </a:lvl3pPr>
            <a:lvl4pPr marL="914126" indent="-228525">
              <a:lnSpc>
                <a:spcPct val="100000"/>
              </a:lnSpc>
              <a:buFont typeface="Courier New" panose="02070309020205020404" pitchFamily="49" charset="0"/>
              <a:buChar char="o"/>
              <a:defRPr sz="900"/>
            </a:lvl4pPr>
            <a:lvl5pPr marL="1142657">
              <a:lnSpc>
                <a:spcPct val="100000"/>
              </a:lnSpc>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Freeform 8"/>
          <p:cNvSpPr/>
          <p:nvPr userDrawn="1"/>
        </p:nvSpPr>
        <p:spPr>
          <a:xfrm>
            <a:off x="4204525" y="1066800"/>
            <a:ext cx="7781100"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62" tIns="34281" rIns="68562" bIns="34281" numCol="1" spcCol="0" rtlCol="0" fromWordArt="0" anchor="ctr" anchorCtr="0" forceAA="0" compatLnSpc="1">
            <a:prstTxWarp prst="textNoShape">
              <a:avLst/>
            </a:prstTxWarp>
            <a:noAutofit/>
          </a:bodyPr>
          <a:lstStyle/>
          <a:p>
            <a:pPr lvl="0" algn="ctr"/>
            <a:endParaRPr lang="en-GB" sz="1013"/>
          </a:p>
        </p:txBody>
      </p:sp>
      <p:sp>
        <p:nvSpPr>
          <p:cNvPr id="10" name="Text Placeholder 6"/>
          <p:cNvSpPr>
            <a:spLocks noGrp="1"/>
          </p:cNvSpPr>
          <p:nvPr>
            <p:ph type="body" sz="quarter" idx="14"/>
          </p:nvPr>
        </p:nvSpPr>
        <p:spPr>
          <a:xfrm>
            <a:off x="4204525" y="1066800"/>
            <a:ext cx="7781100" cy="466344"/>
          </a:xfrm>
          <a:prstGeom prst="rect">
            <a:avLst/>
          </a:prstGeom>
        </p:spPr>
        <p:txBody>
          <a:bodyPr anchor="b"/>
          <a:lstStyle>
            <a:lvl1pPr marL="0" indent="0" algn="ctr">
              <a:buNone/>
              <a:defRPr sz="1300" b="1"/>
            </a:lvl1pPr>
          </a:lstStyle>
          <a:p>
            <a:pPr lvl="0"/>
            <a:r>
              <a:rPr lang="en-US" dirty="0"/>
              <a:t>Edit Master text styles</a:t>
            </a:r>
            <a:endParaRPr lang="en-IN" dirty="0"/>
          </a:p>
        </p:txBody>
      </p:sp>
      <p:sp>
        <p:nvSpPr>
          <p:cNvPr id="11" name="Content Placeholder 7"/>
          <p:cNvSpPr>
            <a:spLocks noGrp="1"/>
          </p:cNvSpPr>
          <p:nvPr>
            <p:ph sz="quarter" idx="15"/>
          </p:nvPr>
        </p:nvSpPr>
        <p:spPr>
          <a:xfrm>
            <a:off x="4204525" y="1562100"/>
            <a:ext cx="7781100" cy="1965960"/>
          </a:xfrm>
          <a:prstGeom prst="rect">
            <a:avLst/>
          </a:prstGeom>
        </p:spPr>
        <p:txBody>
          <a:bodyPr/>
          <a:lstStyle>
            <a:lvl1pPr marL="228525" indent="-228525">
              <a:lnSpc>
                <a:spcPct val="100000"/>
              </a:lnSpc>
              <a:buFont typeface="Wingdings" panose="05000000000000000000" pitchFamily="2" charset="2"/>
              <a:buChar char="q"/>
              <a:defRPr sz="1200"/>
            </a:lvl1pPr>
            <a:lvl2pPr marL="457063" indent="-228525">
              <a:lnSpc>
                <a:spcPct val="100000"/>
              </a:lnSpc>
              <a:buFont typeface="Wingdings" panose="05000000000000000000" pitchFamily="2" charset="2"/>
              <a:buChar char="Ø"/>
              <a:defRPr sz="1100"/>
            </a:lvl2pPr>
            <a:lvl3pPr marL="685594" indent="-228525">
              <a:lnSpc>
                <a:spcPct val="100000"/>
              </a:lnSpc>
              <a:buFont typeface="Wingdings" panose="05000000000000000000" pitchFamily="2" charset="2"/>
              <a:buChar char="§"/>
              <a:defRPr sz="1000"/>
            </a:lvl3pPr>
            <a:lvl4pPr marL="914126" indent="-228525">
              <a:lnSpc>
                <a:spcPct val="100000"/>
              </a:lnSpc>
              <a:buFont typeface="Courier New" panose="02070309020205020404" pitchFamily="49" charset="0"/>
              <a:buChar char="o"/>
              <a:defRPr sz="900"/>
            </a:lvl4pPr>
            <a:lvl5pPr marL="1142657">
              <a:lnSpc>
                <a:spcPct val="100000"/>
              </a:lnSpc>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5" name="Freeform 14"/>
          <p:cNvSpPr/>
          <p:nvPr userDrawn="1"/>
        </p:nvSpPr>
        <p:spPr>
          <a:xfrm>
            <a:off x="157241" y="3763328"/>
            <a:ext cx="11833225"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62" tIns="34281" rIns="68562" bIns="34281" numCol="1" spcCol="0" rtlCol="0" fromWordArt="0" anchor="ctr" anchorCtr="0" forceAA="0" compatLnSpc="1">
            <a:prstTxWarp prst="textNoShape">
              <a:avLst/>
            </a:prstTxWarp>
            <a:noAutofit/>
          </a:bodyPr>
          <a:lstStyle/>
          <a:p>
            <a:pPr lvl="0" algn="ctr"/>
            <a:endParaRPr lang="en-GB" sz="1013"/>
          </a:p>
        </p:txBody>
      </p:sp>
      <p:sp>
        <p:nvSpPr>
          <p:cNvPr id="16" name="Text Placeholder 6"/>
          <p:cNvSpPr>
            <a:spLocks noGrp="1"/>
          </p:cNvSpPr>
          <p:nvPr>
            <p:ph type="body" sz="quarter" idx="18"/>
          </p:nvPr>
        </p:nvSpPr>
        <p:spPr>
          <a:xfrm>
            <a:off x="171576" y="3763328"/>
            <a:ext cx="11814049" cy="466344"/>
          </a:xfrm>
          <a:prstGeom prst="rect">
            <a:avLst/>
          </a:prstGeom>
        </p:spPr>
        <p:txBody>
          <a:bodyPr anchor="b"/>
          <a:lstStyle>
            <a:lvl1pPr marL="0" indent="0" algn="ctr">
              <a:buNone/>
              <a:defRPr sz="1300" b="1"/>
            </a:lvl1pPr>
          </a:lstStyle>
          <a:p>
            <a:pPr lvl="0"/>
            <a:r>
              <a:rPr lang="en-US" dirty="0"/>
              <a:t>Edit Master text styles</a:t>
            </a:r>
            <a:endParaRPr lang="en-IN" dirty="0"/>
          </a:p>
        </p:txBody>
      </p:sp>
      <p:sp>
        <p:nvSpPr>
          <p:cNvPr id="17" name="Content Placeholder 7"/>
          <p:cNvSpPr>
            <a:spLocks noGrp="1"/>
          </p:cNvSpPr>
          <p:nvPr>
            <p:ph sz="quarter" idx="19"/>
          </p:nvPr>
        </p:nvSpPr>
        <p:spPr>
          <a:xfrm>
            <a:off x="152400" y="4258628"/>
            <a:ext cx="11833225" cy="1965960"/>
          </a:xfrm>
          <a:prstGeom prst="rect">
            <a:avLst/>
          </a:prstGeom>
        </p:spPr>
        <p:txBody>
          <a:bodyPr/>
          <a:lstStyle>
            <a:lvl1pPr marL="228525" indent="-228525">
              <a:lnSpc>
                <a:spcPct val="100000"/>
              </a:lnSpc>
              <a:buFont typeface="Wingdings" panose="05000000000000000000" pitchFamily="2" charset="2"/>
              <a:buChar char="q"/>
              <a:defRPr sz="1200"/>
            </a:lvl1pPr>
            <a:lvl2pPr marL="457063" indent="-228525">
              <a:lnSpc>
                <a:spcPct val="100000"/>
              </a:lnSpc>
              <a:buFont typeface="Wingdings" panose="05000000000000000000" pitchFamily="2" charset="2"/>
              <a:buChar char="Ø"/>
              <a:defRPr sz="1100"/>
            </a:lvl2pPr>
            <a:lvl3pPr marL="685594" indent="-228525">
              <a:lnSpc>
                <a:spcPct val="100000"/>
              </a:lnSpc>
              <a:buFont typeface="Wingdings" panose="05000000000000000000" pitchFamily="2" charset="2"/>
              <a:buChar char="§"/>
              <a:defRPr sz="1000"/>
            </a:lvl3pPr>
            <a:lvl4pPr marL="914126" indent="-228525">
              <a:lnSpc>
                <a:spcPct val="100000"/>
              </a:lnSpc>
              <a:buFont typeface="Courier New" panose="02070309020205020404" pitchFamily="49" charset="0"/>
              <a:buChar char="o"/>
              <a:defRPr sz="900"/>
            </a:lvl4pPr>
            <a:lvl5pPr marL="1142657">
              <a:lnSpc>
                <a:spcPct val="100000"/>
              </a:lnSpc>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906624758"/>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28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Footer Placeholder 2"/>
          <p:cNvSpPr>
            <a:spLocks noGrp="1"/>
          </p:cNvSpPr>
          <p:nvPr>
            <p:ph type="ftr" sz="quarter" idx="10"/>
          </p:nvPr>
        </p:nvSpPr>
        <p:spPr/>
        <p:txBody>
          <a:bodyPr/>
          <a:lstStyle/>
          <a:p>
            <a:r>
              <a:rPr lang="en-US" dirty="0"/>
              <a:t>©2025 Fact.MR, All Rights Reserved</a:t>
            </a:r>
          </a:p>
        </p:txBody>
      </p:sp>
      <p:sp>
        <p:nvSpPr>
          <p:cNvPr id="4" name="Slide Number Placeholder 3"/>
          <p:cNvSpPr>
            <a:spLocks noGrp="1"/>
          </p:cNvSpPr>
          <p:nvPr>
            <p:ph type="sldNum" sz="quarter" idx="11"/>
          </p:nvPr>
        </p:nvSpPr>
        <p:spPr/>
        <p:txBody>
          <a:bodyPr/>
          <a:lstStyle/>
          <a:p>
            <a:fld id="{4B17068C-EB94-40A3-A5F2-664CDD77FDAC}" type="slidenum">
              <a:rPr lang="en-US" smtClean="0"/>
              <a:pPr/>
              <a:t>‹#›</a:t>
            </a:fld>
            <a:endParaRPr lang="en-US" dirty="0"/>
          </a:p>
        </p:txBody>
      </p:sp>
      <p:sp>
        <p:nvSpPr>
          <p:cNvPr id="5" name="Freeform 4"/>
          <p:cNvSpPr/>
          <p:nvPr userDrawn="1"/>
        </p:nvSpPr>
        <p:spPr>
          <a:xfrm>
            <a:off x="157241" y="1066800"/>
            <a:ext cx="3767328"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62" tIns="34281" rIns="68562" bIns="34281" numCol="1" spcCol="0" rtlCol="0" fromWordArt="0" anchor="ctr" anchorCtr="0" forceAA="0" compatLnSpc="1">
            <a:prstTxWarp prst="textNoShape">
              <a:avLst/>
            </a:prstTxWarp>
            <a:noAutofit/>
          </a:bodyPr>
          <a:lstStyle/>
          <a:p>
            <a:pPr lvl="0" algn="ctr"/>
            <a:endParaRPr lang="en-GB" sz="1013"/>
          </a:p>
        </p:txBody>
      </p:sp>
      <p:sp>
        <p:nvSpPr>
          <p:cNvPr id="7" name="Text Placeholder 6"/>
          <p:cNvSpPr>
            <a:spLocks noGrp="1"/>
          </p:cNvSpPr>
          <p:nvPr>
            <p:ph type="body" sz="quarter" idx="12"/>
          </p:nvPr>
        </p:nvSpPr>
        <p:spPr>
          <a:xfrm>
            <a:off x="171577" y="1066800"/>
            <a:ext cx="3767328" cy="466344"/>
          </a:xfrm>
          <a:prstGeom prst="rect">
            <a:avLst/>
          </a:prstGeom>
        </p:spPr>
        <p:txBody>
          <a:bodyPr anchor="b"/>
          <a:lstStyle>
            <a:lvl1pPr marL="0" indent="0" algn="ctr">
              <a:buNone/>
              <a:defRPr sz="1300" b="1"/>
            </a:lvl1pPr>
          </a:lstStyle>
          <a:p>
            <a:pPr lvl="0"/>
            <a:r>
              <a:rPr lang="en-US" dirty="0"/>
              <a:t>Edit Master text styles</a:t>
            </a:r>
            <a:endParaRPr lang="en-IN" dirty="0"/>
          </a:p>
        </p:txBody>
      </p:sp>
      <p:sp>
        <p:nvSpPr>
          <p:cNvPr id="8" name="Content Placeholder 7"/>
          <p:cNvSpPr>
            <a:spLocks noGrp="1"/>
          </p:cNvSpPr>
          <p:nvPr>
            <p:ph sz="quarter" idx="13"/>
          </p:nvPr>
        </p:nvSpPr>
        <p:spPr>
          <a:xfrm>
            <a:off x="152401" y="1562100"/>
            <a:ext cx="3767328" cy="4662488"/>
          </a:xfrm>
          <a:prstGeom prst="rect">
            <a:avLst/>
          </a:prstGeom>
        </p:spPr>
        <p:txBody>
          <a:bodyPr/>
          <a:lstStyle>
            <a:lvl1pPr marL="228525" indent="-228525">
              <a:lnSpc>
                <a:spcPct val="100000"/>
              </a:lnSpc>
              <a:buFont typeface="Wingdings" panose="05000000000000000000" pitchFamily="2" charset="2"/>
              <a:buChar char="q"/>
              <a:defRPr sz="1200"/>
            </a:lvl1pPr>
            <a:lvl2pPr marL="457063" indent="-228525">
              <a:lnSpc>
                <a:spcPct val="100000"/>
              </a:lnSpc>
              <a:buFont typeface="Wingdings" panose="05000000000000000000" pitchFamily="2" charset="2"/>
              <a:buChar char="Ø"/>
              <a:defRPr sz="1100"/>
            </a:lvl2pPr>
            <a:lvl3pPr marL="685594" indent="-228525">
              <a:lnSpc>
                <a:spcPct val="100000"/>
              </a:lnSpc>
              <a:buFont typeface="Wingdings" panose="05000000000000000000" pitchFamily="2" charset="2"/>
              <a:buChar char="§"/>
              <a:defRPr sz="1000"/>
            </a:lvl3pPr>
            <a:lvl4pPr marL="914126" indent="-228525">
              <a:lnSpc>
                <a:spcPct val="100000"/>
              </a:lnSpc>
              <a:buFont typeface="Courier New" panose="02070309020205020404" pitchFamily="49" charset="0"/>
              <a:buChar char="o"/>
              <a:defRPr sz="900"/>
            </a:lvl4pPr>
            <a:lvl5pPr marL="1142657">
              <a:lnSpc>
                <a:spcPct val="100000"/>
              </a:lnSpc>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Freeform 8"/>
          <p:cNvSpPr/>
          <p:nvPr userDrawn="1"/>
        </p:nvSpPr>
        <p:spPr>
          <a:xfrm>
            <a:off x="4204525" y="1066800"/>
            <a:ext cx="7781100"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62" tIns="34281" rIns="68562" bIns="34281" numCol="1" spcCol="0" rtlCol="0" fromWordArt="0" anchor="ctr" anchorCtr="0" forceAA="0" compatLnSpc="1">
            <a:prstTxWarp prst="textNoShape">
              <a:avLst/>
            </a:prstTxWarp>
            <a:noAutofit/>
          </a:bodyPr>
          <a:lstStyle/>
          <a:p>
            <a:pPr lvl="0" algn="ctr"/>
            <a:endParaRPr lang="en-GB" sz="1013"/>
          </a:p>
        </p:txBody>
      </p:sp>
      <p:sp>
        <p:nvSpPr>
          <p:cNvPr id="10" name="Text Placeholder 6"/>
          <p:cNvSpPr>
            <a:spLocks noGrp="1"/>
          </p:cNvSpPr>
          <p:nvPr>
            <p:ph type="body" sz="quarter" idx="14"/>
          </p:nvPr>
        </p:nvSpPr>
        <p:spPr>
          <a:xfrm>
            <a:off x="4204525" y="1066800"/>
            <a:ext cx="7781100" cy="466344"/>
          </a:xfrm>
          <a:prstGeom prst="rect">
            <a:avLst/>
          </a:prstGeom>
        </p:spPr>
        <p:txBody>
          <a:bodyPr anchor="b"/>
          <a:lstStyle>
            <a:lvl1pPr marL="0" indent="0" algn="ctr">
              <a:buNone/>
              <a:defRPr sz="1300" b="1"/>
            </a:lvl1pPr>
          </a:lstStyle>
          <a:p>
            <a:pPr lvl="0"/>
            <a:r>
              <a:rPr lang="en-US" dirty="0"/>
              <a:t>Edit Master text styles</a:t>
            </a:r>
            <a:endParaRPr lang="en-IN" dirty="0"/>
          </a:p>
        </p:txBody>
      </p:sp>
      <p:sp>
        <p:nvSpPr>
          <p:cNvPr id="11" name="Content Placeholder 7"/>
          <p:cNvSpPr>
            <a:spLocks noGrp="1"/>
          </p:cNvSpPr>
          <p:nvPr>
            <p:ph sz="quarter" idx="15"/>
          </p:nvPr>
        </p:nvSpPr>
        <p:spPr>
          <a:xfrm>
            <a:off x="4204525" y="1562100"/>
            <a:ext cx="7781100" cy="1965960"/>
          </a:xfrm>
          <a:prstGeom prst="rect">
            <a:avLst/>
          </a:prstGeom>
        </p:spPr>
        <p:txBody>
          <a:bodyPr/>
          <a:lstStyle>
            <a:lvl1pPr marL="228525" indent="-228525">
              <a:lnSpc>
                <a:spcPct val="100000"/>
              </a:lnSpc>
              <a:buFont typeface="Wingdings" panose="05000000000000000000" pitchFamily="2" charset="2"/>
              <a:buChar char="q"/>
              <a:defRPr sz="1200"/>
            </a:lvl1pPr>
            <a:lvl2pPr marL="457063" indent="-228525">
              <a:lnSpc>
                <a:spcPct val="100000"/>
              </a:lnSpc>
              <a:buFont typeface="Wingdings" panose="05000000000000000000" pitchFamily="2" charset="2"/>
              <a:buChar char="Ø"/>
              <a:defRPr sz="1100"/>
            </a:lvl2pPr>
            <a:lvl3pPr marL="685594" indent="-228525">
              <a:lnSpc>
                <a:spcPct val="100000"/>
              </a:lnSpc>
              <a:buFont typeface="Wingdings" panose="05000000000000000000" pitchFamily="2" charset="2"/>
              <a:buChar char="§"/>
              <a:defRPr sz="1000"/>
            </a:lvl3pPr>
            <a:lvl4pPr marL="914126" indent="-228525">
              <a:lnSpc>
                <a:spcPct val="100000"/>
              </a:lnSpc>
              <a:buFont typeface="Courier New" panose="02070309020205020404" pitchFamily="49" charset="0"/>
              <a:buChar char="o"/>
              <a:defRPr sz="900"/>
            </a:lvl4pPr>
            <a:lvl5pPr marL="1142657">
              <a:lnSpc>
                <a:spcPct val="100000"/>
              </a:lnSpc>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4" name="Freeform 13"/>
          <p:cNvSpPr/>
          <p:nvPr userDrawn="1"/>
        </p:nvSpPr>
        <p:spPr>
          <a:xfrm>
            <a:off x="4204525" y="3763328"/>
            <a:ext cx="7781100"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62" tIns="34281" rIns="68562" bIns="34281" numCol="1" spcCol="0" rtlCol="0" fromWordArt="0" anchor="ctr" anchorCtr="0" forceAA="0" compatLnSpc="1">
            <a:prstTxWarp prst="textNoShape">
              <a:avLst/>
            </a:prstTxWarp>
            <a:noAutofit/>
          </a:bodyPr>
          <a:lstStyle/>
          <a:p>
            <a:pPr lvl="0" algn="ctr"/>
            <a:endParaRPr lang="en-GB" sz="1013"/>
          </a:p>
        </p:txBody>
      </p:sp>
      <p:sp>
        <p:nvSpPr>
          <p:cNvPr id="18" name="Text Placeholder 6"/>
          <p:cNvSpPr>
            <a:spLocks noGrp="1"/>
          </p:cNvSpPr>
          <p:nvPr>
            <p:ph type="body" sz="quarter" idx="16"/>
          </p:nvPr>
        </p:nvSpPr>
        <p:spPr>
          <a:xfrm>
            <a:off x="4204525" y="3763328"/>
            <a:ext cx="7781100" cy="466344"/>
          </a:xfrm>
          <a:prstGeom prst="rect">
            <a:avLst/>
          </a:prstGeom>
        </p:spPr>
        <p:txBody>
          <a:bodyPr anchor="b"/>
          <a:lstStyle>
            <a:lvl1pPr marL="0" indent="0" algn="ctr">
              <a:buNone/>
              <a:defRPr sz="1300" b="1"/>
            </a:lvl1pPr>
          </a:lstStyle>
          <a:p>
            <a:pPr lvl="0"/>
            <a:r>
              <a:rPr lang="en-US" dirty="0"/>
              <a:t>Edit Master text styles</a:t>
            </a:r>
            <a:endParaRPr lang="en-IN" dirty="0"/>
          </a:p>
        </p:txBody>
      </p:sp>
      <p:sp>
        <p:nvSpPr>
          <p:cNvPr id="19" name="Content Placeholder 7"/>
          <p:cNvSpPr>
            <a:spLocks noGrp="1"/>
          </p:cNvSpPr>
          <p:nvPr>
            <p:ph sz="quarter" idx="17"/>
          </p:nvPr>
        </p:nvSpPr>
        <p:spPr>
          <a:xfrm>
            <a:off x="4204525" y="4258628"/>
            <a:ext cx="7781100" cy="1965960"/>
          </a:xfrm>
          <a:prstGeom prst="rect">
            <a:avLst/>
          </a:prstGeom>
        </p:spPr>
        <p:txBody>
          <a:bodyPr/>
          <a:lstStyle>
            <a:lvl1pPr marL="228525" indent="-228525">
              <a:lnSpc>
                <a:spcPct val="100000"/>
              </a:lnSpc>
              <a:buFont typeface="Wingdings" panose="05000000000000000000" pitchFamily="2" charset="2"/>
              <a:buChar char="q"/>
              <a:defRPr sz="1200"/>
            </a:lvl1pPr>
            <a:lvl2pPr marL="457063" indent="-228525">
              <a:lnSpc>
                <a:spcPct val="100000"/>
              </a:lnSpc>
              <a:buFont typeface="Wingdings" panose="05000000000000000000" pitchFamily="2" charset="2"/>
              <a:buChar char="Ø"/>
              <a:defRPr sz="1100"/>
            </a:lvl2pPr>
            <a:lvl3pPr marL="685594" indent="-228525">
              <a:lnSpc>
                <a:spcPct val="100000"/>
              </a:lnSpc>
              <a:buFont typeface="Wingdings" panose="05000000000000000000" pitchFamily="2" charset="2"/>
              <a:buChar char="§"/>
              <a:defRPr sz="1000"/>
            </a:lvl3pPr>
            <a:lvl4pPr marL="914126" indent="-228525">
              <a:lnSpc>
                <a:spcPct val="100000"/>
              </a:lnSpc>
              <a:buFont typeface="Courier New" panose="02070309020205020404" pitchFamily="49" charset="0"/>
              <a:buChar char="o"/>
              <a:defRPr sz="900"/>
            </a:lvl4pPr>
            <a:lvl5pPr marL="1142657">
              <a:lnSpc>
                <a:spcPct val="100000"/>
              </a:lnSpc>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2346345672"/>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29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Footer Placeholder 2"/>
          <p:cNvSpPr>
            <a:spLocks noGrp="1"/>
          </p:cNvSpPr>
          <p:nvPr>
            <p:ph type="ftr" sz="quarter" idx="10"/>
          </p:nvPr>
        </p:nvSpPr>
        <p:spPr/>
        <p:txBody>
          <a:bodyPr/>
          <a:lstStyle/>
          <a:p>
            <a:r>
              <a:rPr lang="en-US" dirty="0"/>
              <a:t>©2025 Fact.MR, All Rights Reserved</a:t>
            </a:r>
          </a:p>
        </p:txBody>
      </p:sp>
      <p:sp>
        <p:nvSpPr>
          <p:cNvPr id="4" name="Slide Number Placeholder 3"/>
          <p:cNvSpPr>
            <a:spLocks noGrp="1"/>
          </p:cNvSpPr>
          <p:nvPr>
            <p:ph type="sldNum" sz="quarter" idx="11"/>
          </p:nvPr>
        </p:nvSpPr>
        <p:spPr/>
        <p:txBody>
          <a:bodyPr/>
          <a:lstStyle/>
          <a:p>
            <a:fld id="{4B17068C-EB94-40A3-A5F2-664CDD77FDAC}" type="slidenum">
              <a:rPr lang="en-US" smtClean="0"/>
              <a:pPr/>
              <a:t>‹#›</a:t>
            </a:fld>
            <a:endParaRPr lang="en-US" dirty="0"/>
          </a:p>
        </p:txBody>
      </p:sp>
      <p:sp>
        <p:nvSpPr>
          <p:cNvPr id="5" name="Freeform 4"/>
          <p:cNvSpPr/>
          <p:nvPr userDrawn="1"/>
        </p:nvSpPr>
        <p:spPr>
          <a:xfrm>
            <a:off x="157241" y="1066800"/>
            <a:ext cx="5787244"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62" tIns="34281" rIns="68562" bIns="34281" numCol="1" spcCol="0" rtlCol="0" fromWordArt="0" anchor="ctr" anchorCtr="0" forceAA="0" compatLnSpc="1">
            <a:prstTxWarp prst="textNoShape">
              <a:avLst/>
            </a:prstTxWarp>
            <a:noAutofit/>
          </a:bodyPr>
          <a:lstStyle/>
          <a:p>
            <a:pPr lvl="0" algn="ctr"/>
            <a:endParaRPr lang="en-GB" sz="1013"/>
          </a:p>
        </p:txBody>
      </p:sp>
      <p:sp>
        <p:nvSpPr>
          <p:cNvPr id="7" name="Text Placeholder 6"/>
          <p:cNvSpPr>
            <a:spLocks noGrp="1"/>
          </p:cNvSpPr>
          <p:nvPr>
            <p:ph type="body" sz="quarter" idx="12"/>
          </p:nvPr>
        </p:nvSpPr>
        <p:spPr>
          <a:xfrm>
            <a:off x="171577" y="1066800"/>
            <a:ext cx="5780230" cy="466344"/>
          </a:xfrm>
          <a:prstGeom prst="rect">
            <a:avLst/>
          </a:prstGeom>
        </p:spPr>
        <p:txBody>
          <a:bodyPr anchor="b"/>
          <a:lstStyle>
            <a:lvl1pPr marL="0" indent="0" algn="ctr">
              <a:buNone/>
              <a:defRPr sz="1300" b="1"/>
            </a:lvl1pPr>
          </a:lstStyle>
          <a:p>
            <a:pPr lvl="0"/>
            <a:r>
              <a:rPr lang="en-US" dirty="0"/>
              <a:t>Edit Master text styles</a:t>
            </a:r>
            <a:endParaRPr lang="en-IN" dirty="0"/>
          </a:p>
        </p:txBody>
      </p:sp>
      <p:sp>
        <p:nvSpPr>
          <p:cNvPr id="8" name="Content Placeholder 7"/>
          <p:cNvSpPr>
            <a:spLocks noGrp="1"/>
          </p:cNvSpPr>
          <p:nvPr>
            <p:ph sz="quarter" idx="13"/>
          </p:nvPr>
        </p:nvSpPr>
        <p:spPr>
          <a:xfrm>
            <a:off x="152401" y="1562100"/>
            <a:ext cx="5789613" cy="1965960"/>
          </a:xfrm>
          <a:prstGeom prst="rect">
            <a:avLst/>
          </a:prstGeom>
        </p:spPr>
        <p:txBody>
          <a:bodyPr/>
          <a:lstStyle>
            <a:lvl1pPr marL="228525" indent="-228525">
              <a:lnSpc>
                <a:spcPct val="100000"/>
              </a:lnSpc>
              <a:buFont typeface="Wingdings" panose="05000000000000000000" pitchFamily="2" charset="2"/>
              <a:buChar char="q"/>
              <a:defRPr sz="1200"/>
            </a:lvl1pPr>
            <a:lvl2pPr marL="457063" indent="-228525">
              <a:lnSpc>
                <a:spcPct val="100000"/>
              </a:lnSpc>
              <a:buFont typeface="Wingdings" panose="05000000000000000000" pitchFamily="2" charset="2"/>
              <a:buChar char="Ø"/>
              <a:defRPr sz="1100"/>
            </a:lvl2pPr>
            <a:lvl3pPr marL="685594" indent="-228525">
              <a:lnSpc>
                <a:spcPct val="100000"/>
              </a:lnSpc>
              <a:buFont typeface="Wingdings" panose="05000000000000000000" pitchFamily="2" charset="2"/>
              <a:buChar char="§"/>
              <a:defRPr sz="1000"/>
            </a:lvl3pPr>
            <a:lvl4pPr marL="914126" indent="-228525">
              <a:lnSpc>
                <a:spcPct val="100000"/>
              </a:lnSpc>
              <a:buFont typeface="Courier New" panose="02070309020205020404" pitchFamily="49" charset="0"/>
              <a:buChar char="o"/>
              <a:defRPr sz="900"/>
            </a:lvl4pPr>
            <a:lvl5pPr marL="1142657">
              <a:lnSpc>
                <a:spcPct val="100000"/>
              </a:lnSpc>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Freeform 8"/>
          <p:cNvSpPr/>
          <p:nvPr userDrawn="1"/>
        </p:nvSpPr>
        <p:spPr>
          <a:xfrm>
            <a:off x="6200853" y="1066800"/>
            <a:ext cx="5787244"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62" tIns="34281" rIns="68562" bIns="34281" numCol="1" spcCol="0" rtlCol="0" fromWordArt="0" anchor="ctr" anchorCtr="0" forceAA="0" compatLnSpc="1">
            <a:prstTxWarp prst="textNoShape">
              <a:avLst/>
            </a:prstTxWarp>
            <a:noAutofit/>
          </a:bodyPr>
          <a:lstStyle/>
          <a:p>
            <a:pPr lvl="0" algn="ctr"/>
            <a:endParaRPr lang="en-GB" sz="1013"/>
          </a:p>
        </p:txBody>
      </p:sp>
      <p:sp>
        <p:nvSpPr>
          <p:cNvPr id="10" name="Text Placeholder 6"/>
          <p:cNvSpPr>
            <a:spLocks noGrp="1"/>
          </p:cNvSpPr>
          <p:nvPr>
            <p:ph type="body" sz="quarter" idx="14"/>
          </p:nvPr>
        </p:nvSpPr>
        <p:spPr>
          <a:xfrm>
            <a:off x="6215189" y="1066800"/>
            <a:ext cx="5770436" cy="466344"/>
          </a:xfrm>
          <a:prstGeom prst="rect">
            <a:avLst/>
          </a:prstGeom>
        </p:spPr>
        <p:txBody>
          <a:bodyPr anchor="b"/>
          <a:lstStyle>
            <a:lvl1pPr marL="0" indent="0" algn="ctr">
              <a:buNone/>
              <a:defRPr sz="1300" b="1"/>
            </a:lvl1pPr>
          </a:lstStyle>
          <a:p>
            <a:pPr lvl="0"/>
            <a:r>
              <a:rPr lang="en-US" dirty="0"/>
              <a:t>Edit Master text styles</a:t>
            </a:r>
            <a:endParaRPr lang="en-IN" dirty="0"/>
          </a:p>
        </p:txBody>
      </p:sp>
      <p:sp>
        <p:nvSpPr>
          <p:cNvPr id="11" name="Content Placeholder 7"/>
          <p:cNvSpPr>
            <a:spLocks noGrp="1"/>
          </p:cNvSpPr>
          <p:nvPr>
            <p:ph sz="quarter" idx="15"/>
          </p:nvPr>
        </p:nvSpPr>
        <p:spPr>
          <a:xfrm>
            <a:off x="6196013" y="1562100"/>
            <a:ext cx="5789613" cy="1965960"/>
          </a:xfrm>
          <a:prstGeom prst="rect">
            <a:avLst/>
          </a:prstGeom>
        </p:spPr>
        <p:txBody>
          <a:bodyPr/>
          <a:lstStyle>
            <a:lvl1pPr marL="228525" indent="-228525">
              <a:lnSpc>
                <a:spcPct val="100000"/>
              </a:lnSpc>
              <a:buFont typeface="Wingdings" panose="05000000000000000000" pitchFamily="2" charset="2"/>
              <a:buChar char="q"/>
              <a:defRPr sz="1200"/>
            </a:lvl1pPr>
            <a:lvl2pPr marL="457063" indent="-228525">
              <a:lnSpc>
                <a:spcPct val="100000"/>
              </a:lnSpc>
              <a:buFont typeface="Wingdings" panose="05000000000000000000" pitchFamily="2" charset="2"/>
              <a:buChar char="Ø"/>
              <a:defRPr sz="1100"/>
            </a:lvl2pPr>
            <a:lvl3pPr marL="685594" indent="-228525">
              <a:lnSpc>
                <a:spcPct val="100000"/>
              </a:lnSpc>
              <a:buFont typeface="Wingdings" panose="05000000000000000000" pitchFamily="2" charset="2"/>
              <a:buChar char="§"/>
              <a:defRPr sz="1000"/>
            </a:lvl3pPr>
            <a:lvl4pPr marL="914126" indent="-228525">
              <a:lnSpc>
                <a:spcPct val="100000"/>
              </a:lnSpc>
              <a:buFont typeface="Courier New" panose="02070309020205020404" pitchFamily="49" charset="0"/>
              <a:buChar char="o"/>
              <a:defRPr sz="900"/>
            </a:lvl4pPr>
            <a:lvl5pPr marL="1142657">
              <a:lnSpc>
                <a:spcPct val="100000"/>
              </a:lnSpc>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2" name="Freeform 11"/>
          <p:cNvSpPr/>
          <p:nvPr userDrawn="1"/>
        </p:nvSpPr>
        <p:spPr>
          <a:xfrm>
            <a:off x="157241" y="3753803"/>
            <a:ext cx="11828383"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62" tIns="34281" rIns="68562" bIns="34281" numCol="1" spcCol="0" rtlCol="0" fromWordArt="0" anchor="ctr" anchorCtr="0" forceAA="0" compatLnSpc="1">
            <a:prstTxWarp prst="textNoShape">
              <a:avLst/>
            </a:prstTxWarp>
            <a:noAutofit/>
          </a:bodyPr>
          <a:lstStyle/>
          <a:p>
            <a:pPr lvl="0" algn="ctr"/>
            <a:endParaRPr lang="en-GB" sz="1013"/>
          </a:p>
        </p:txBody>
      </p:sp>
      <p:sp>
        <p:nvSpPr>
          <p:cNvPr id="13" name="Text Placeholder 6"/>
          <p:cNvSpPr>
            <a:spLocks noGrp="1"/>
          </p:cNvSpPr>
          <p:nvPr>
            <p:ph type="body" sz="quarter" idx="16"/>
          </p:nvPr>
        </p:nvSpPr>
        <p:spPr>
          <a:xfrm>
            <a:off x="171576" y="3753803"/>
            <a:ext cx="11814047" cy="466344"/>
          </a:xfrm>
          <a:prstGeom prst="rect">
            <a:avLst/>
          </a:prstGeom>
        </p:spPr>
        <p:txBody>
          <a:bodyPr anchor="b"/>
          <a:lstStyle>
            <a:lvl1pPr marL="0" indent="0" algn="ctr">
              <a:buNone/>
              <a:defRPr sz="1300" b="1"/>
            </a:lvl1pPr>
          </a:lstStyle>
          <a:p>
            <a:pPr lvl="0"/>
            <a:r>
              <a:rPr lang="en-US" dirty="0"/>
              <a:t>Edit Master text styles</a:t>
            </a:r>
            <a:endParaRPr lang="en-IN" dirty="0"/>
          </a:p>
        </p:txBody>
      </p:sp>
      <p:sp>
        <p:nvSpPr>
          <p:cNvPr id="14" name="Content Placeholder 7"/>
          <p:cNvSpPr>
            <a:spLocks noGrp="1"/>
          </p:cNvSpPr>
          <p:nvPr>
            <p:ph sz="quarter" idx="17"/>
          </p:nvPr>
        </p:nvSpPr>
        <p:spPr>
          <a:xfrm>
            <a:off x="152401" y="4249103"/>
            <a:ext cx="11833225" cy="1965960"/>
          </a:xfrm>
          <a:prstGeom prst="rect">
            <a:avLst/>
          </a:prstGeom>
        </p:spPr>
        <p:txBody>
          <a:bodyPr/>
          <a:lstStyle>
            <a:lvl1pPr marL="228525" indent="-228525">
              <a:lnSpc>
                <a:spcPct val="100000"/>
              </a:lnSpc>
              <a:buFont typeface="Wingdings" panose="05000000000000000000" pitchFamily="2" charset="2"/>
              <a:buChar char="q"/>
              <a:defRPr sz="1200"/>
            </a:lvl1pPr>
            <a:lvl2pPr marL="457063" indent="-228525">
              <a:lnSpc>
                <a:spcPct val="100000"/>
              </a:lnSpc>
              <a:buFont typeface="Wingdings" panose="05000000000000000000" pitchFamily="2" charset="2"/>
              <a:buChar char="Ø"/>
              <a:defRPr sz="1100"/>
            </a:lvl2pPr>
            <a:lvl3pPr marL="685594" indent="-228525">
              <a:lnSpc>
                <a:spcPct val="100000"/>
              </a:lnSpc>
              <a:buFont typeface="Wingdings" panose="05000000000000000000" pitchFamily="2" charset="2"/>
              <a:buChar char="§"/>
              <a:defRPr sz="1000"/>
            </a:lvl3pPr>
            <a:lvl4pPr marL="914126" indent="-228525">
              <a:lnSpc>
                <a:spcPct val="100000"/>
              </a:lnSpc>
              <a:buFont typeface="Courier New" panose="02070309020205020404" pitchFamily="49" charset="0"/>
              <a:buChar char="o"/>
              <a:defRPr sz="900"/>
            </a:lvl4pPr>
            <a:lvl5pPr marL="1142657">
              <a:lnSpc>
                <a:spcPct val="100000"/>
              </a:lnSpc>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3504092237"/>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30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Footer Placeholder 2"/>
          <p:cNvSpPr>
            <a:spLocks noGrp="1"/>
          </p:cNvSpPr>
          <p:nvPr>
            <p:ph type="ftr" sz="quarter" idx="10"/>
          </p:nvPr>
        </p:nvSpPr>
        <p:spPr/>
        <p:txBody>
          <a:bodyPr/>
          <a:lstStyle/>
          <a:p>
            <a:r>
              <a:rPr lang="en-US" dirty="0"/>
              <a:t>©2025 Fact.MR, All Rights Reserved</a:t>
            </a:r>
          </a:p>
        </p:txBody>
      </p:sp>
      <p:sp>
        <p:nvSpPr>
          <p:cNvPr id="4" name="Slide Number Placeholder 3"/>
          <p:cNvSpPr>
            <a:spLocks noGrp="1"/>
          </p:cNvSpPr>
          <p:nvPr>
            <p:ph type="sldNum" sz="quarter" idx="11"/>
          </p:nvPr>
        </p:nvSpPr>
        <p:spPr/>
        <p:txBody>
          <a:bodyPr/>
          <a:lstStyle/>
          <a:p>
            <a:fld id="{4B17068C-EB94-40A3-A5F2-664CDD77FDAC}" type="slidenum">
              <a:rPr lang="en-US" smtClean="0"/>
              <a:pPr/>
              <a:t>‹#›</a:t>
            </a:fld>
            <a:endParaRPr lang="en-US" dirty="0"/>
          </a:p>
        </p:txBody>
      </p:sp>
      <p:sp>
        <p:nvSpPr>
          <p:cNvPr id="5" name="Freeform 4"/>
          <p:cNvSpPr/>
          <p:nvPr userDrawn="1"/>
        </p:nvSpPr>
        <p:spPr>
          <a:xfrm>
            <a:off x="157241" y="1066800"/>
            <a:ext cx="11828383"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62" tIns="34281" rIns="68562" bIns="34281" numCol="1" spcCol="0" rtlCol="0" fromWordArt="0" anchor="ctr" anchorCtr="0" forceAA="0" compatLnSpc="1">
            <a:prstTxWarp prst="textNoShape">
              <a:avLst/>
            </a:prstTxWarp>
            <a:noAutofit/>
          </a:bodyPr>
          <a:lstStyle/>
          <a:p>
            <a:pPr lvl="0" algn="ctr"/>
            <a:endParaRPr lang="en-GB" sz="1013"/>
          </a:p>
        </p:txBody>
      </p:sp>
      <p:sp>
        <p:nvSpPr>
          <p:cNvPr id="7" name="Text Placeholder 6"/>
          <p:cNvSpPr>
            <a:spLocks noGrp="1"/>
          </p:cNvSpPr>
          <p:nvPr>
            <p:ph type="body" sz="quarter" idx="12"/>
          </p:nvPr>
        </p:nvSpPr>
        <p:spPr>
          <a:xfrm>
            <a:off x="171576" y="1066800"/>
            <a:ext cx="11814047" cy="466344"/>
          </a:xfrm>
          <a:prstGeom prst="rect">
            <a:avLst/>
          </a:prstGeom>
        </p:spPr>
        <p:txBody>
          <a:bodyPr anchor="b"/>
          <a:lstStyle>
            <a:lvl1pPr marL="0" indent="0" algn="ctr">
              <a:buNone/>
              <a:defRPr sz="1300" b="1"/>
            </a:lvl1pPr>
          </a:lstStyle>
          <a:p>
            <a:pPr lvl="0"/>
            <a:r>
              <a:rPr lang="en-US" dirty="0"/>
              <a:t>Edit Master text styles</a:t>
            </a:r>
            <a:endParaRPr lang="en-IN" dirty="0"/>
          </a:p>
        </p:txBody>
      </p:sp>
      <p:sp>
        <p:nvSpPr>
          <p:cNvPr id="8" name="Content Placeholder 7"/>
          <p:cNvSpPr>
            <a:spLocks noGrp="1"/>
          </p:cNvSpPr>
          <p:nvPr>
            <p:ph sz="quarter" idx="13"/>
          </p:nvPr>
        </p:nvSpPr>
        <p:spPr>
          <a:xfrm>
            <a:off x="152401" y="1562100"/>
            <a:ext cx="11833225" cy="1965960"/>
          </a:xfrm>
          <a:prstGeom prst="rect">
            <a:avLst/>
          </a:prstGeom>
        </p:spPr>
        <p:txBody>
          <a:bodyPr/>
          <a:lstStyle>
            <a:lvl1pPr marL="228525" indent="-228525">
              <a:lnSpc>
                <a:spcPct val="100000"/>
              </a:lnSpc>
              <a:buFont typeface="Wingdings" panose="05000000000000000000" pitchFamily="2" charset="2"/>
              <a:buChar char="q"/>
              <a:defRPr sz="1200"/>
            </a:lvl1pPr>
            <a:lvl2pPr marL="457063" indent="-228525">
              <a:lnSpc>
                <a:spcPct val="100000"/>
              </a:lnSpc>
              <a:buFont typeface="Wingdings" panose="05000000000000000000" pitchFamily="2" charset="2"/>
              <a:buChar char="Ø"/>
              <a:defRPr sz="1100"/>
            </a:lvl2pPr>
            <a:lvl3pPr marL="685594" indent="-228525">
              <a:lnSpc>
                <a:spcPct val="100000"/>
              </a:lnSpc>
              <a:buFont typeface="Wingdings" panose="05000000000000000000" pitchFamily="2" charset="2"/>
              <a:buChar char="§"/>
              <a:defRPr sz="1000"/>
            </a:lvl3pPr>
            <a:lvl4pPr marL="914126" indent="-228525">
              <a:lnSpc>
                <a:spcPct val="100000"/>
              </a:lnSpc>
              <a:buFont typeface="Courier New" panose="02070309020205020404" pitchFamily="49" charset="0"/>
              <a:buChar char="o"/>
              <a:defRPr sz="900"/>
            </a:lvl4pPr>
            <a:lvl5pPr marL="1142657">
              <a:lnSpc>
                <a:spcPct val="100000"/>
              </a:lnSpc>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2" name="Freeform 11"/>
          <p:cNvSpPr/>
          <p:nvPr userDrawn="1"/>
        </p:nvSpPr>
        <p:spPr>
          <a:xfrm>
            <a:off x="157241" y="3753803"/>
            <a:ext cx="11828383"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62" tIns="34281" rIns="68562" bIns="34281" numCol="1" spcCol="0" rtlCol="0" fromWordArt="0" anchor="ctr" anchorCtr="0" forceAA="0" compatLnSpc="1">
            <a:prstTxWarp prst="textNoShape">
              <a:avLst/>
            </a:prstTxWarp>
            <a:noAutofit/>
          </a:bodyPr>
          <a:lstStyle/>
          <a:p>
            <a:pPr lvl="0" algn="ctr"/>
            <a:endParaRPr lang="en-GB" sz="1013"/>
          </a:p>
        </p:txBody>
      </p:sp>
      <p:sp>
        <p:nvSpPr>
          <p:cNvPr id="13" name="Text Placeholder 6"/>
          <p:cNvSpPr>
            <a:spLocks noGrp="1"/>
          </p:cNvSpPr>
          <p:nvPr>
            <p:ph type="body" sz="quarter" idx="16"/>
          </p:nvPr>
        </p:nvSpPr>
        <p:spPr>
          <a:xfrm>
            <a:off x="171576" y="3753803"/>
            <a:ext cx="11814047" cy="466344"/>
          </a:xfrm>
          <a:prstGeom prst="rect">
            <a:avLst/>
          </a:prstGeom>
        </p:spPr>
        <p:txBody>
          <a:bodyPr anchor="b"/>
          <a:lstStyle>
            <a:lvl1pPr marL="0" indent="0" algn="ctr">
              <a:buNone/>
              <a:defRPr sz="1300" b="1"/>
            </a:lvl1pPr>
          </a:lstStyle>
          <a:p>
            <a:pPr lvl="0"/>
            <a:r>
              <a:rPr lang="en-US" dirty="0"/>
              <a:t>Edit Master text styles</a:t>
            </a:r>
            <a:endParaRPr lang="en-IN" dirty="0"/>
          </a:p>
        </p:txBody>
      </p:sp>
      <p:sp>
        <p:nvSpPr>
          <p:cNvPr id="14" name="Content Placeholder 7"/>
          <p:cNvSpPr>
            <a:spLocks noGrp="1"/>
          </p:cNvSpPr>
          <p:nvPr>
            <p:ph sz="quarter" idx="17"/>
          </p:nvPr>
        </p:nvSpPr>
        <p:spPr>
          <a:xfrm>
            <a:off x="152401" y="4249103"/>
            <a:ext cx="11833225" cy="1965960"/>
          </a:xfrm>
          <a:prstGeom prst="rect">
            <a:avLst/>
          </a:prstGeom>
        </p:spPr>
        <p:txBody>
          <a:bodyPr/>
          <a:lstStyle>
            <a:lvl1pPr marL="228525" indent="-228525">
              <a:lnSpc>
                <a:spcPct val="100000"/>
              </a:lnSpc>
              <a:buFont typeface="Wingdings" panose="05000000000000000000" pitchFamily="2" charset="2"/>
              <a:buChar char="q"/>
              <a:defRPr sz="1200"/>
            </a:lvl1pPr>
            <a:lvl2pPr marL="457063" indent="-228525">
              <a:lnSpc>
                <a:spcPct val="100000"/>
              </a:lnSpc>
              <a:buFont typeface="Wingdings" panose="05000000000000000000" pitchFamily="2" charset="2"/>
              <a:buChar char="Ø"/>
              <a:defRPr sz="1100"/>
            </a:lvl2pPr>
            <a:lvl3pPr marL="685594" indent="-228525">
              <a:lnSpc>
                <a:spcPct val="100000"/>
              </a:lnSpc>
              <a:buFont typeface="Wingdings" panose="05000000000000000000" pitchFamily="2" charset="2"/>
              <a:buChar char="§"/>
              <a:defRPr sz="1000"/>
            </a:lvl3pPr>
            <a:lvl4pPr marL="914126" indent="-228525">
              <a:lnSpc>
                <a:spcPct val="100000"/>
              </a:lnSpc>
              <a:buFont typeface="Courier New" panose="02070309020205020404" pitchFamily="49" charset="0"/>
              <a:buChar char="o"/>
              <a:defRPr sz="900"/>
            </a:lvl4pPr>
            <a:lvl5pPr marL="1142657">
              <a:lnSpc>
                <a:spcPct val="100000"/>
              </a:lnSpc>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3531033352"/>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31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Footer Placeholder 2"/>
          <p:cNvSpPr>
            <a:spLocks noGrp="1"/>
          </p:cNvSpPr>
          <p:nvPr>
            <p:ph type="ftr" sz="quarter" idx="10"/>
          </p:nvPr>
        </p:nvSpPr>
        <p:spPr/>
        <p:txBody>
          <a:bodyPr/>
          <a:lstStyle/>
          <a:p>
            <a:r>
              <a:rPr lang="en-US" dirty="0"/>
              <a:t>©2025 Fact.MR, All Rights Reserved</a:t>
            </a:r>
          </a:p>
        </p:txBody>
      </p:sp>
      <p:sp>
        <p:nvSpPr>
          <p:cNvPr id="4" name="Slide Number Placeholder 3"/>
          <p:cNvSpPr>
            <a:spLocks noGrp="1"/>
          </p:cNvSpPr>
          <p:nvPr>
            <p:ph type="sldNum" sz="quarter" idx="11"/>
          </p:nvPr>
        </p:nvSpPr>
        <p:spPr/>
        <p:txBody>
          <a:bodyPr/>
          <a:lstStyle/>
          <a:p>
            <a:fld id="{4B17068C-EB94-40A3-A5F2-664CDD77FDAC}" type="slidenum">
              <a:rPr lang="en-US" smtClean="0"/>
              <a:pPr/>
              <a:t>‹#›</a:t>
            </a:fld>
            <a:endParaRPr lang="en-US" dirty="0"/>
          </a:p>
        </p:txBody>
      </p:sp>
      <p:sp>
        <p:nvSpPr>
          <p:cNvPr id="5" name="Freeform 4"/>
          <p:cNvSpPr/>
          <p:nvPr userDrawn="1"/>
        </p:nvSpPr>
        <p:spPr>
          <a:xfrm>
            <a:off x="157241" y="1066800"/>
            <a:ext cx="5787244"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62" tIns="34281" rIns="68562" bIns="34281" numCol="1" spcCol="0" rtlCol="0" fromWordArt="0" anchor="ctr" anchorCtr="0" forceAA="0" compatLnSpc="1">
            <a:prstTxWarp prst="textNoShape">
              <a:avLst/>
            </a:prstTxWarp>
            <a:noAutofit/>
          </a:bodyPr>
          <a:lstStyle/>
          <a:p>
            <a:pPr lvl="0" algn="ctr"/>
            <a:endParaRPr lang="en-GB" sz="1013"/>
          </a:p>
        </p:txBody>
      </p:sp>
      <p:sp>
        <p:nvSpPr>
          <p:cNvPr id="7" name="Text Placeholder 6"/>
          <p:cNvSpPr>
            <a:spLocks noGrp="1"/>
          </p:cNvSpPr>
          <p:nvPr>
            <p:ph type="body" sz="quarter" idx="12"/>
          </p:nvPr>
        </p:nvSpPr>
        <p:spPr>
          <a:xfrm>
            <a:off x="171577" y="1066800"/>
            <a:ext cx="5780230" cy="466344"/>
          </a:xfrm>
          <a:prstGeom prst="rect">
            <a:avLst/>
          </a:prstGeom>
        </p:spPr>
        <p:txBody>
          <a:bodyPr anchor="b"/>
          <a:lstStyle>
            <a:lvl1pPr marL="0" indent="0" algn="ctr">
              <a:buNone/>
              <a:defRPr sz="1300" b="1"/>
            </a:lvl1pPr>
          </a:lstStyle>
          <a:p>
            <a:pPr lvl="0"/>
            <a:r>
              <a:rPr lang="en-US" dirty="0"/>
              <a:t>Edit Master text styles</a:t>
            </a:r>
            <a:endParaRPr lang="en-IN" dirty="0"/>
          </a:p>
        </p:txBody>
      </p:sp>
      <p:sp>
        <p:nvSpPr>
          <p:cNvPr id="8" name="Content Placeholder 7"/>
          <p:cNvSpPr>
            <a:spLocks noGrp="1"/>
          </p:cNvSpPr>
          <p:nvPr>
            <p:ph sz="quarter" idx="13"/>
          </p:nvPr>
        </p:nvSpPr>
        <p:spPr>
          <a:xfrm>
            <a:off x="152401" y="1562100"/>
            <a:ext cx="5789613" cy="1965960"/>
          </a:xfrm>
          <a:prstGeom prst="rect">
            <a:avLst/>
          </a:prstGeom>
        </p:spPr>
        <p:txBody>
          <a:bodyPr/>
          <a:lstStyle>
            <a:lvl1pPr marL="228525" indent="-228525">
              <a:lnSpc>
                <a:spcPct val="100000"/>
              </a:lnSpc>
              <a:buFont typeface="Wingdings" panose="05000000000000000000" pitchFamily="2" charset="2"/>
              <a:buChar char="q"/>
              <a:defRPr sz="1200"/>
            </a:lvl1pPr>
            <a:lvl2pPr marL="457063" indent="-228525">
              <a:lnSpc>
                <a:spcPct val="100000"/>
              </a:lnSpc>
              <a:buFont typeface="Wingdings" panose="05000000000000000000" pitchFamily="2" charset="2"/>
              <a:buChar char="Ø"/>
              <a:defRPr sz="1100"/>
            </a:lvl2pPr>
            <a:lvl3pPr marL="685594" indent="-228525">
              <a:lnSpc>
                <a:spcPct val="100000"/>
              </a:lnSpc>
              <a:buFont typeface="Wingdings" panose="05000000000000000000" pitchFamily="2" charset="2"/>
              <a:buChar char="§"/>
              <a:defRPr sz="1000"/>
            </a:lvl3pPr>
            <a:lvl4pPr marL="914126" indent="-228525">
              <a:lnSpc>
                <a:spcPct val="100000"/>
              </a:lnSpc>
              <a:buFont typeface="Courier New" panose="02070309020205020404" pitchFamily="49" charset="0"/>
              <a:buChar char="o"/>
              <a:defRPr sz="900"/>
            </a:lvl4pPr>
            <a:lvl5pPr marL="1142657">
              <a:lnSpc>
                <a:spcPct val="100000"/>
              </a:lnSpc>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Freeform 8"/>
          <p:cNvSpPr/>
          <p:nvPr userDrawn="1"/>
        </p:nvSpPr>
        <p:spPr>
          <a:xfrm>
            <a:off x="6200853" y="1066800"/>
            <a:ext cx="5787244"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62" tIns="34281" rIns="68562" bIns="34281" numCol="1" spcCol="0" rtlCol="0" fromWordArt="0" anchor="ctr" anchorCtr="0" forceAA="0" compatLnSpc="1">
            <a:prstTxWarp prst="textNoShape">
              <a:avLst/>
            </a:prstTxWarp>
            <a:noAutofit/>
          </a:bodyPr>
          <a:lstStyle/>
          <a:p>
            <a:pPr lvl="0" algn="ctr"/>
            <a:endParaRPr lang="en-GB" sz="1013"/>
          </a:p>
        </p:txBody>
      </p:sp>
      <p:sp>
        <p:nvSpPr>
          <p:cNvPr id="10" name="Text Placeholder 6"/>
          <p:cNvSpPr>
            <a:spLocks noGrp="1"/>
          </p:cNvSpPr>
          <p:nvPr>
            <p:ph type="body" sz="quarter" idx="14"/>
          </p:nvPr>
        </p:nvSpPr>
        <p:spPr>
          <a:xfrm>
            <a:off x="6215189" y="1066800"/>
            <a:ext cx="5770436" cy="466344"/>
          </a:xfrm>
          <a:prstGeom prst="rect">
            <a:avLst/>
          </a:prstGeom>
        </p:spPr>
        <p:txBody>
          <a:bodyPr anchor="b"/>
          <a:lstStyle>
            <a:lvl1pPr marL="0" indent="0" algn="ctr">
              <a:buNone/>
              <a:defRPr sz="1300" b="1"/>
            </a:lvl1pPr>
          </a:lstStyle>
          <a:p>
            <a:pPr lvl="0"/>
            <a:r>
              <a:rPr lang="en-US" dirty="0"/>
              <a:t>Edit Master text styles</a:t>
            </a:r>
            <a:endParaRPr lang="en-IN" dirty="0"/>
          </a:p>
        </p:txBody>
      </p:sp>
      <p:sp>
        <p:nvSpPr>
          <p:cNvPr id="11" name="Content Placeholder 7"/>
          <p:cNvSpPr>
            <a:spLocks noGrp="1"/>
          </p:cNvSpPr>
          <p:nvPr>
            <p:ph sz="quarter" idx="15"/>
          </p:nvPr>
        </p:nvSpPr>
        <p:spPr>
          <a:xfrm>
            <a:off x="6196013" y="1562100"/>
            <a:ext cx="5789613" cy="4662488"/>
          </a:xfrm>
          <a:prstGeom prst="rect">
            <a:avLst/>
          </a:prstGeom>
        </p:spPr>
        <p:txBody>
          <a:bodyPr/>
          <a:lstStyle>
            <a:lvl1pPr marL="228525" indent="-228525">
              <a:lnSpc>
                <a:spcPct val="100000"/>
              </a:lnSpc>
              <a:buFont typeface="Wingdings" panose="05000000000000000000" pitchFamily="2" charset="2"/>
              <a:buChar char="q"/>
              <a:defRPr sz="1200"/>
            </a:lvl1pPr>
            <a:lvl2pPr marL="457063" indent="-228525">
              <a:lnSpc>
                <a:spcPct val="100000"/>
              </a:lnSpc>
              <a:buFont typeface="Wingdings" panose="05000000000000000000" pitchFamily="2" charset="2"/>
              <a:buChar char="Ø"/>
              <a:defRPr sz="1100"/>
            </a:lvl2pPr>
            <a:lvl3pPr marL="685594" indent="-228525">
              <a:lnSpc>
                <a:spcPct val="100000"/>
              </a:lnSpc>
              <a:buFont typeface="Wingdings" panose="05000000000000000000" pitchFamily="2" charset="2"/>
              <a:buChar char="§"/>
              <a:defRPr sz="1000"/>
            </a:lvl3pPr>
            <a:lvl4pPr marL="914126" indent="-228525">
              <a:lnSpc>
                <a:spcPct val="100000"/>
              </a:lnSpc>
              <a:buFont typeface="Courier New" panose="02070309020205020404" pitchFamily="49" charset="0"/>
              <a:buChar char="o"/>
              <a:defRPr sz="900"/>
            </a:lvl4pPr>
            <a:lvl5pPr marL="1142657">
              <a:lnSpc>
                <a:spcPct val="100000"/>
              </a:lnSpc>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5" name="Freeform 14"/>
          <p:cNvSpPr/>
          <p:nvPr userDrawn="1"/>
        </p:nvSpPr>
        <p:spPr>
          <a:xfrm>
            <a:off x="157241" y="3753803"/>
            <a:ext cx="5787244"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62" tIns="34281" rIns="68562" bIns="34281" numCol="1" spcCol="0" rtlCol="0" fromWordArt="0" anchor="ctr" anchorCtr="0" forceAA="0" compatLnSpc="1">
            <a:prstTxWarp prst="textNoShape">
              <a:avLst/>
            </a:prstTxWarp>
            <a:noAutofit/>
          </a:bodyPr>
          <a:lstStyle/>
          <a:p>
            <a:pPr lvl="0" algn="ctr"/>
            <a:endParaRPr lang="en-GB" sz="1013"/>
          </a:p>
        </p:txBody>
      </p:sp>
      <p:sp>
        <p:nvSpPr>
          <p:cNvPr id="16" name="Text Placeholder 6"/>
          <p:cNvSpPr>
            <a:spLocks noGrp="1"/>
          </p:cNvSpPr>
          <p:nvPr>
            <p:ph type="body" sz="quarter" idx="16"/>
          </p:nvPr>
        </p:nvSpPr>
        <p:spPr>
          <a:xfrm>
            <a:off x="171577" y="3753803"/>
            <a:ext cx="5780230" cy="466344"/>
          </a:xfrm>
          <a:prstGeom prst="rect">
            <a:avLst/>
          </a:prstGeom>
        </p:spPr>
        <p:txBody>
          <a:bodyPr anchor="b"/>
          <a:lstStyle>
            <a:lvl1pPr marL="0" indent="0" algn="ctr">
              <a:buNone/>
              <a:defRPr sz="1300" b="1"/>
            </a:lvl1pPr>
          </a:lstStyle>
          <a:p>
            <a:pPr lvl="0"/>
            <a:r>
              <a:rPr lang="en-US" dirty="0"/>
              <a:t>Edit Master text styles</a:t>
            </a:r>
            <a:endParaRPr lang="en-IN" dirty="0"/>
          </a:p>
        </p:txBody>
      </p:sp>
      <p:sp>
        <p:nvSpPr>
          <p:cNvPr id="17" name="Content Placeholder 7"/>
          <p:cNvSpPr>
            <a:spLocks noGrp="1"/>
          </p:cNvSpPr>
          <p:nvPr>
            <p:ph sz="quarter" idx="17"/>
          </p:nvPr>
        </p:nvSpPr>
        <p:spPr>
          <a:xfrm>
            <a:off x="152401" y="4249103"/>
            <a:ext cx="5789613" cy="1965960"/>
          </a:xfrm>
          <a:prstGeom prst="rect">
            <a:avLst/>
          </a:prstGeom>
        </p:spPr>
        <p:txBody>
          <a:bodyPr/>
          <a:lstStyle>
            <a:lvl1pPr marL="228525" indent="-228525">
              <a:lnSpc>
                <a:spcPct val="100000"/>
              </a:lnSpc>
              <a:buFont typeface="Wingdings" panose="05000000000000000000" pitchFamily="2" charset="2"/>
              <a:buChar char="q"/>
              <a:defRPr sz="1200"/>
            </a:lvl1pPr>
            <a:lvl2pPr marL="457063" indent="-228525">
              <a:lnSpc>
                <a:spcPct val="100000"/>
              </a:lnSpc>
              <a:buFont typeface="Wingdings" panose="05000000000000000000" pitchFamily="2" charset="2"/>
              <a:buChar char="Ø"/>
              <a:defRPr sz="1100"/>
            </a:lvl2pPr>
            <a:lvl3pPr marL="685594" indent="-228525">
              <a:lnSpc>
                <a:spcPct val="100000"/>
              </a:lnSpc>
              <a:buFont typeface="Wingdings" panose="05000000000000000000" pitchFamily="2" charset="2"/>
              <a:buChar char="§"/>
              <a:defRPr sz="1000"/>
            </a:lvl3pPr>
            <a:lvl4pPr marL="914126" indent="-228525">
              <a:lnSpc>
                <a:spcPct val="100000"/>
              </a:lnSpc>
              <a:buFont typeface="Courier New" panose="02070309020205020404" pitchFamily="49" charset="0"/>
              <a:buChar char="o"/>
              <a:defRPr sz="900"/>
            </a:lvl4pPr>
            <a:lvl5pPr marL="1142657">
              <a:lnSpc>
                <a:spcPct val="100000"/>
              </a:lnSpc>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1274523969"/>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32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Footer Placeholder 2"/>
          <p:cNvSpPr>
            <a:spLocks noGrp="1"/>
          </p:cNvSpPr>
          <p:nvPr>
            <p:ph type="ftr" sz="quarter" idx="10"/>
          </p:nvPr>
        </p:nvSpPr>
        <p:spPr/>
        <p:txBody>
          <a:bodyPr/>
          <a:lstStyle/>
          <a:p>
            <a:r>
              <a:rPr lang="en-US" dirty="0"/>
              <a:t>©2025 Fact.MR, All Rights Reserved</a:t>
            </a:r>
          </a:p>
        </p:txBody>
      </p:sp>
      <p:sp>
        <p:nvSpPr>
          <p:cNvPr id="4" name="Slide Number Placeholder 3"/>
          <p:cNvSpPr>
            <a:spLocks noGrp="1"/>
          </p:cNvSpPr>
          <p:nvPr>
            <p:ph type="sldNum" sz="quarter" idx="11"/>
          </p:nvPr>
        </p:nvSpPr>
        <p:spPr/>
        <p:txBody>
          <a:bodyPr/>
          <a:lstStyle/>
          <a:p>
            <a:fld id="{4B17068C-EB94-40A3-A5F2-664CDD77FDAC}" type="slidenum">
              <a:rPr lang="en-US" smtClean="0"/>
              <a:pPr/>
              <a:t>‹#›</a:t>
            </a:fld>
            <a:endParaRPr lang="en-US" dirty="0"/>
          </a:p>
        </p:txBody>
      </p:sp>
      <p:sp>
        <p:nvSpPr>
          <p:cNvPr id="5" name="Freeform 4"/>
          <p:cNvSpPr/>
          <p:nvPr userDrawn="1"/>
        </p:nvSpPr>
        <p:spPr>
          <a:xfrm>
            <a:off x="157241" y="1066800"/>
            <a:ext cx="5787244"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62" tIns="34281" rIns="68562" bIns="34281" numCol="1" spcCol="0" rtlCol="0" fromWordArt="0" anchor="ctr" anchorCtr="0" forceAA="0" compatLnSpc="1">
            <a:prstTxWarp prst="textNoShape">
              <a:avLst/>
            </a:prstTxWarp>
            <a:noAutofit/>
          </a:bodyPr>
          <a:lstStyle/>
          <a:p>
            <a:pPr lvl="0" algn="ctr"/>
            <a:endParaRPr lang="en-GB" sz="1013"/>
          </a:p>
        </p:txBody>
      </p:sp>
      <p:sp>
        <p:nvSpPr>
          <p:cNvPr id="7" name="Text Placeholder 6"/>
          <p:cNvSpPr>
            <a:spLocks noGrp="1"/>
          </p:cNvSpPr>
          <p:nvPr>
            <p:ph type="body" sz="quarter" idx="12"/>
          </p:nvPr>
        </p:nvSpPr>
        <p:spPr>
          <a:xfrm>
            <a:off x="171577" y="1066800"/>
            <a:ext cx="5780230" cy="466344"/>
          </a:xfrm>
          <a:prstGeom prst="rect">
            <a:avLst/>
          </a:prstGeom>
        </p:spPr>
        <p:txBody>
          <a:bodyPr anchor="b"/>
          <a:lstStyle>
            <a:lvl1pPr marL="0" indent="0" algn="ctr">
              <a:buNone/>
              <a:defRPr sz="1300" b="1"/>
            </a:lvl1pPr>
          </a:lstStyle>
          <a:p>
            <a:pPr lvl="0"/>
            <a:r>
              <a:rPr lang="en-US" dirty="0"/>
              <a:t>Edit Master text styles</a:t>
            </a:r>
            <a:endParaRPr lang="en-IN" dirty="0"/>
          </a:p>
        </p:txBody>
      </p:sp>
      <p:sp>
        <p:nvSpPr>
          <p:cNvPr id="8" name="Content Placeholder 7"/>
          <p:cNvSpPr>
            <a:spLocks noGrp="1"/>
          </p:cNvSpPr>
          <p:nvPr>
            <p:ph sz="quarter" idx="13"/>
          </p:nvPr>
        </p:nvSpPr>
        <p:spPr>
          <a:xfrm>
            <a:off x="152401" y="1562100"/>
            <a:ext cx="5789613" cy="1965960"/>
          </a:xfrm>
          <a:prstGeom prst="rect">
            <a:avLst/>
          </a:prstGeom>
        </p:spPr>
        <p:txBody>
          <a:bodyPr/>
          <a:lstStyle>
            <a:lvl1pPr marL="228525" indent="-228525">
              <a:lnSpc>
                <a:spcPct val="100000"/>
              </a:lnSpc>
              <a:buFont typeface="Wingdings" panose="05000000000000000000" pitchFamily="2" charset="2"/>
              <a:buChar char="q"/>
              <a:defRPr sz="1200"/>
            </a:lvl1pPr>
            <a:lvl2pPr marL="457063" indent="-228525">
              <a:lnSpc>
                <a:spcPct val="100000"/>
              </a:lnSpc>
              <a:buFont typeface="Wingdings" panose="05000000000000000000" pitchFamily="2" charset="2"/>
              <a:buChar char="Ø"/>
              <a:defRPr sz="1100"/>
            </a:lvl2pPr>
            <a:lvl3pPr marL="685594" indent="-228525">
              <a:lnSpc>
                <a:spcPct val="100000"/>
              </a:lnSpc>
              <a:buFont typeface="Wingdings" panose="05000000000000000000" pitchFamily="2" charset="2"/>
              <a:buChar char="§"/>
              <a:defRPr sz="1000"/>
            </a:lvl3pPr>
            <a:lvl4pPr marL="914126" indent="-228525">
              <a:lnSpc>
                <a:spcPct val="100000"/>
              </a:lnSpc>
              <a:buFont typeface="Courier New" panose="02070309020205020404" pitchFamily="49" charset="0"/>
              <a:buChar char="o"/>
              <a:defRPr sz="900"/>
            </a:lvl4pPr>
            <a:lvl5pPr marL="1142657">
              <a:lnSpc>
                <a:spcPct val="100000"/>
              </a:lnSpc>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5" name="Freeform 14"/>
          <p:cNvSpPr/>
          <p:nvPr userDrawn="1"/>
        </p:nvSpPr>
        <p:spPr>
          <a:xfrm>
            <a:off x="157241" y="3753803"/>
            <a:ext cx="5787244"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62" tIns="34281" rIns="68562" bIns="34281" numCol="1" spcCol="0" rtlCol="0" fromWordArt="0" anchor="ctr" anchorCtr="0" forceAA="0" compatLnSpc="1">
            <a:prstTxWarp prst="textNoShape">
              <a:avLst/>
            </a:prstTxWarp>
            <a:noAutofit/>
          </a:bodyPr>
          <a:lstStyle/>
          <a:p>
            <a:pPr lvl="0" algn="ctr"/>
            <a:endParaRPr lang="en-GB" sz="1013"/>
          </a:p>
        </p:txBody>
      </p:sp>
      <p:sp>
        <p:nvSpPr>
          <p:cNvPr id="16" name="Text Placeholder 6"/>
          <p:cNvSpPr>
            <a:spLocks noGrp="1"/>
          </p:cNvSpPr>
          <p:nvPr>
            <p:ph type="body" sz="quarter" idx="16"/>
          </p:nvPr>
        </p:nvSpPr>
        <p:spPr>
          <a:xfrm>
            <a:off x="171577" y="3753803"/>
            <a:ext cx="5780230" cy="466344"/>
          </a:xfrm>
          <a:prstGeom prst="rect">
            <a:avLst/>
          </a:prstGeom>
        </p:spPr>
        <p:txBody>
          <a:bodyPr anchor="b"/>
          <a:lstStyle>
            <a:lvl1pPr marL="0" indent="0" algn="ctr">
              <a:buNone/>
              <a:defRPr sz="1300" b="1"/>
            </a:lvl1pPr>
          </a:lstStyle>
          <a:p>
            <a:pPr lvl="0"/>
            <a:r>
              <a:rPr lang="en-US" dirty="0"/>
              <a:t>Edit Master text styles</a:t>
            </a:r>
            <a:endParaRPr lang="en-IN" dirty="0"/>
          </a:p>
        </p:txBody>
      </p:sp>
      <p:sp>
        <p:nvSpPr>
          <p:cNvPr id="17" name="Content Placeholder 7"/>
          <p:cNvSpPr>
            <a:spLocks noGrp="1"/>
          </p:cNvSpPr>
          <p:nvPr>
            <p:ph sz="quarter" idx="17"/>
          </p:nvPr>
        </p:nvSpPr>
        <p:spPr>
          <a:xfrm>
            <a:off x="152401" y="4249103"/>
            <a:ext cx="5789613" cy="1965960"/>
          </a:xfrm>
          <a:prstGeom prst="rect">
            <a:avLst/>
          </a:prstGeom>
        </p:spPr>
        <p:txBody>
          <a:bodyPr/>
          <a:lstStyle>
            <a:lvl1pPr marL="228525" indent="-228525">
              <a:lnSpc>
                <a:spcPct val="100000"/>
              </a:lnSpc>
              <a:buFont typeface="Wingdings" panose="05000000000000000000" pitchFamily="2" charset="2"/>
              <a:buChar char="q"/>
              <a:defRPr sz="1200"/>
            </a:lvl1pPr>
            <a:lvl2pPr marL="457063" indent="-228525">
              <a:lnSpc>
                <a:spcPct val="100000"/>
              </a:lnSpc>
              <a:buFont typeface="Wingdings" panose="05000000000000000000" pitchFamily="2" charset="2"/>
              <a:buChar char="Ø"/>
              <a:defRPr sz="1100"/>
            </a:lvl2pPr>
            <a:lvl3pPr marL="685594" indent="-228525">
              <a:lnSpc>
                <a:spcPct val="100000"/>
              </a:lnSpc>
              <a:buFont typeface="Wingdings" panose="05000000000000000000" pitchFamily="2" charset="2"/>
              <a:buChar char="§"/>
              <a:defRPr sz="1000"/>
            </a:lvl3pPr>
            <a:lvl4pPr marL="914126" indent="-228525">
              <a:lnSpc>
                <a:spcPct val="100000"/>
              </a:lnSpc>
              <a:buFont typeface="Courier New" panose="02070309020205020404" pitchFamily="49" charset="0"/>
              <a:buChar char="o"/>
              <a:defRPr sz="900"/>
            </a:lvl4pPr>
            <a:lvl5pPr marL="1142657">
              <a:lnSpc>
                <a:spcPct val="100000"/>
              </a:lnSpc>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144606233"/>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33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Footer Placeholder 2"/>
          <p:cNvSpPr>
            <a:spLocks noGrp="1"/>
          </p:cNvSpPr>
          <p:nvPr>
            <p:ph type="ftr" sz="quarter" idx="10"/>
          </p:nvPr>
        </p:nvSpPr>
        <p:spPr/>
        <p:txBody>
          <a:bodyPr/>
          <a:lstStyle/>
          <a:p>
            <a:r>
              <a:rPr lang="en-US" dirty="0"/>
              <a:t>©2025 Fact.MR, All Rights Reserved</a:t>
            </a:r>
          </a:p>
        </p:txBody>
      </p:sp>
      <p:sp>
        <p:nvSpPr>
          <p:cNvPr id="4" name="Slide Number Placeholder 3"/>
          <p:cNvSpPr>
            <a:spLocks noGrp="1"/>
          </p:cNvSpPr>
          <p:nvPr>
            <p:ph type="sldNum" sz="quarter" idx="11"/>
          </p:nvPr>
        </p:nvSpPr>
        <p:spPr/>
        <p:txBody>
          <a:bodyPr/>
          <a:lstStyle/>
          <a:p>
            <a:fld id="{4B17068C-EB94-40A3-A5F2-664CDD77FDAC}" type="slidenum">
              <a:rPr lang="en-US" smtClean="0"/>
              <a:pPr/>
              <a:t>‹#›</a:t>
            </a:fld>
            <a:endParaRPr lang="en-US" dirty="0"/>
          </a:p>
        </p:txBody>
      </p:sp>
      <p:sp>
        <p:nvSpPr>
          <p:cNvPr id="5" name="Freeform 4"/>
          <p:cNvSpPr/>
          <p:nvPr userDrawn="1"/>
        </p:nvSpPr>
        <p:spPr>
          <a:xfrm>
            <a:off x="157241" y="1066800"/>
            <a:ext cx="5787244"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62" tIns="34281" rIns="68562" bIns="34281" numCol="1" spcCol="0" rtlCol="0" fromWordArt="0" anchor="ctr" anchorCtr="0" forceAA="0" compatLnSpc="1">
            <a:prstTxWarp prst="textNoShape">
              <a:avLst/>
            </a:prstTxWarp>
            <a:noAutofit/>
          </a:bodyPr>
          <a:lstStyle/>
          <a:p>
            <a:pPr lvl="0" algn="ctr"/>
            <a:endParaRPr lang="en-GB" sz="1013"/>
          </a:p>
        </p:txBody>
      </p:sp>
      <p:sp>
        <p:nvSpPr>
          <p:cNvPr id="7" name="Text Placeholder 6"/>
          <p:cNvSpPr>
            <a:spLocks noGrp="1"/>
          </p:cNvSpPr>
          <p:nvPr>
            <p:ph type="body" sz="quarter" idx="12"/>
          </p:nvPr>
        </p:nvSpPr>
        <p:spPr>
          <a:xfrm>
            <a:off x="171577" y="1066800"/>
            <a:ext cx="5780230" cy="466344"/>
          </a:xfrm>
          <a:prstGeom prst="rect">
            <a:avLst/>
          </a:prstGeom>
        </p:spPr>
        <p:txBody>
          <a:bodyPr anchor="b"/>
          <a:lstStyle>
            <a:lvl1pPr marL="0" indent="0" algn="ctr">
              <a:buNone/>
              <a:defRPr sz="1300" b="1"/>
            </a:lvl1pPr>
          </a:lstStyle>
          <a:p>
            <a:pPr lvl="0"/>
            <a:r>
              <a:rPr lang="en-US" dirty="0"/>
              <a:t>Edit Master text styles</a:t>
            </a:r>
            <a:endParaRPr lang="en-IN" dirty="0"/>
          </a:p>
        </p:txBody>
      </p:sp>
      <p:sp>
        <p:nvSpPr>
          <p:cNvPr id="8" name="Content Placeholder 7"/>
          <p:cNvSpPr>
            <a:spLocks noGrp="1"/>
          </p:cNvSpPr>
          <p:nvPr>
            <p:ph sz="quarter" idx="13"/>
          </p:nvPr>
        </p:nvSpPr>
        <p:spPr>
          <a:xfrm>
            <a:off x="152401" y="1562100"/>
            <a:ext cx="5789613" cy="4662488"/>
          </a:xfrm>
          <a:prstGeom prst="rect">
            <a:avLst/>
          </a:prstGeom>
        </p:spPr>
        <p:txBody>
          <a:bodyPr/>
          <a:lstStyle>
            <a:lvl1pPr marL="228525" indent="-228525">
              <a:lnSpc>
                <a:spcPct val="100000"/>
              </a:lnSpc>
              <a:buFont typeface="Wingdings" panose="05000000000000000000" pitchFamily="2" charset="2"/>
              <a:buChar char="q"/>
              <a:defRPr sz="1200"/>
            </a:lvl1pPr>
            <a:lvl2pPr marL="457063" indent="-228525">
              <a:lnSpc>
                <a:spcPct val="100000"/>
              </a:lnSpc>
              <a:buFont typeface="Wingdings" panose="05000000000000000000" pitchFamily="2" charset="2"/>
              <a:buChar char="Ø"/>
              <a:defRPr sz="1100"/>
            </a:lvl2pPr>
            <a:lvl3pPr marL="685594" indent="-228525">
              <a:lnSpc>
                <a:spcPct val="100000"/>
              </a:lnSpc>
              <a:buFont typeface="Wingdings" panose="05000000000000000000" pitchFamily="2" charset="2"/>
              <a:buChar char="§"/>
              <a:defRPr sz="1000"/>
            </a:lvl3pPr>
            <a:lvl4pPr marL="914126" indent="-228525">
              <a:lnSpc>
                <a:spcPct val="100000"/>
              </a:lnSpc>
              <a:buFont typeface="Courier New" panose="02070309020205020404" pitchFamily="49" charset="0"/>
              <a:buChar char="o"/>
              <a:defRPr sz="900"/>
            </a:lvl4pPr>
            <a:lvl5pPr marL="1142657">
              <a:lnSpc>
                <a:spcPct val="100000"/>
              </a:lnSpc>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Freeform 8"/>
          <p:cNvSpPr/>
          <p:nvPr userDrawn="1"/>
        </p:nvSpPr>
        <p:spPr>
          <a:xfrm>
            <a:off x="6200853" y="1066800"/>
            <a:ext cx="5787244"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62" tIns="34281" rIns="68562" bIns="34281" numCol="1" spcCol="0" rtlCol="0" fromWordArt="0" anchor="ctr" anchorCtr="0" forceAA="0" compatLnSpc="1">
            <a:prstTxWarp prst="textNoShape">
              <a:avLst/>
            </a:prstTxWarp>
            <a:noAutofit/>
          </a:bodyPr>
          <a:lstStyle/>
          <a:p>
            <a:pPr lvl="0" algn="ctr"/>
            <a:endParaRPr lang="en-GB" sz="1013"/>
          </a:p>
        </p:txBody>
      </p:sp>
      <p:sp>
        <p:nvSpPr>
          <p:cNvPr id="10" name="Text Placeholder 6"/>
          <p:cNvSpPr>
            <a:spLocks noGrp="1"/>
          </p:cNvSpPr>
          <p:nvPr>
            <p:ph type="body" sz="quarter" idx="14"/>
          </p:nvPr>
        </p:nvSpPr>
        <p:spPr>
          <a:xfrm>
            <a:off x="6215189" y="1066800"/>
            <a:ext cx="5770436" cy="466344"/>
          </a:xfrm>
          <a:prstGeom prst="rect">
            <a:avLst/>
          </a:prstGeom>
        </p:spPr>
        <p:txBody>
          <a:bodyPr anchor="b"/>
          <a:lstStyle>
            <a:lvl1pPr marL="0" indent="0" algn="ctr">
              <a:buNone/>
              <a:defRPr sz="1300" b="1"/>
            </a:lvl1pPr>
          </a:lstStyle>
          <a:p>
            <a:pPr lvl="0"/>
            <a:r>
              <a:rPr lang="en-US" dirty="0"/>
              <a:t>Edit Master text styles</a:t>
            </a:r>
            <a:endParaRPr lang="en-IN" dirty="0"/>
          </a:p>
        </p:txBody>
      </p:sp>
      <p:sp>
        <p:nvSpPr>
          <p:cNvPr id="11" name="Content Placeholder 7"/>
          <p:cNvSpPr>
            <a:spLocks noGrp="1"/>
          </p:cNvSpPr>
          <p:nvPr>
            <p:ph sz="quarter" idx="15"/>
          </p:nvPr>
        </p:nvSpPr>
        <p:spPr>
          <a:xfrm>
            <a:off x="6196013" y="1562100"/>
            <a:ext cx="5789613" cy="1965960"/>
          </a:xfrm>
          <a:prstGeom prst="rect">
            <a:avLst/>
          </a:prstGeom>
        </p:spPr>
        <p:txBody>
          <a:bodyPr/>
          <a:lstStyle>
            <a:lvl1pPr marL="228525" indent="-228525">
              <a:lnSpc>
                <a:spcPct val="100000"/>
              </a:lnSpc>
              <a:buFont typeface="Wingdings" panose="05000000000000000000" pitchFamily="2" charset="2"/>
              <a:buChar char="q"/>
              <a:defRPr sz="1200"/>
            </a:lvl1pPr>
            <a:lvl2pPr marL="457063" indent="-228525">
              <a:lnSpc>
                <a:spcPct val="100000"/>
              </a:lnSpc>
              <a:buFont typeface="Wingdings" panose="05000000000000000000" pitchFamily="2" charset="2"/>
              <a:buChar char="Ø"/>
              <a:defRPr sz="1100"/>
            </a:lvl2pPr>
            <a:lvl3pPr marL="685594" indent="-228525">
              <a:lnSpc>
                <a:spcPct val="100000"/>
              </a:lnSpc>
              <a:buFont typeface="Wingdings" panose="05000000000000000000" pitchFamily="2" charset="2"/>
              <a:buChar char="§"/>
              <a:defRPr sz="1000"/>
            </a:lvl3pPr>
            <a:lvl4pPr marL="914126" indent="-228525">
              <a:lnSpc>
                <a:spcPct val="100000"/>
              </a:lnSpc>
              <a:buFont typeface="Courier New" panose="02070309020205020404" pitchFamily="49" charset="0"/>
              <a:buChar char="o"/>
              <a:defRPr sz="900"/>
            </a:lvl4pPr>
            <a:lvl5pPr marL="1142657">
              <a:lnSpc>
                <a:spcPct val="100000"/>
              </a:lnSpc>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2" name="Freeform 11"/>
          <p:cNvSpPr/>
          <p:nvPr userDrawn="1"/>
        </p:nvSpPr>
        <p:spPr>
          <a:xfrm>
            <a:off x="6198380" y="3753803"/>
            <a:ext cx="5787243"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62" tIns="34281" rIns="68562" bIns="34281" numCol="1" spcCol="0" rtlCol="0" fromWordArt="0" anchor="ctr" anchorCtr="0" forceAA="0" compatLnSpc="1">
            <a:prstTxWarp prst="textNoShape">
              <a:avLst/>
            </a:prstTxWarp>
            <a:noAutofit/>
          </a:bodyPr>
          <a:lstStyle/>
          <a:p>
            <a:pPr lvl="0" algn="ctr"/>
            <a:endParaRPr lang="en-GB" sz="1013"/>
          </a:p>
        </p:txBody>
      </p:sp>
      <p:sp>
        <p:nvSpPr>
          <p:cNvPr id="13" name="Text Placeholder 6"/>
          <p:cNvSpPr>
            <a:spLocks noGrp="1"/>
          </p:cNvSpPr>
          <p:nvPr>
            <p:ph type="body" sz="quarter" idx="16"/>
          </p:nvPr>
        </p:nvSpPr>
        <p:spPr>
          <a:xfrm>
            <a:off x="6205395" y="3753803"/>
            <a:ext cx="5780229" cy="466344"/>
          </a:xfrm>
          <a:prstGeom prst="rect">
            <a:avLst/>
          </a:prstGeom>
        </p:spPr>
        <p:txBody>
          <a:bodyPr anchor="b"/>
          <a:lstStyle>
            <a:lvl1pPr marL="0" indent="0" algn="ctr">
              <a:buNone/>
              <a:defRPr sz="1300" b="1"/>
            </a:lvl1pPr>
          </a:lstStyle>
          <a:p>
            <a:pPr lvl="0"/>
            <a:r>
              <a:rPr lang="en-US" dirty="0"/>
              <a:t>Edit Master text styles</a:t>
            </a:r>
            <a:endParaRPr lang="en-IN" dirty="0"/>
          </a:p>
        </p:txBody>
      </p:sp>
      <p:sp>
        <p:nvSpPr>
          <p:cNvPr id="14" name="Content Placeholder 7"/>
          <p:cNvSpPr>
            <a:spLocks noGrp="1"/>
          </p:cNvSpPr>
          <p:nvPr>
            <p:ph sz="quarter" idx="17"/>
          </p:nvPr>
        </p:nvSpPr>
        <p:spPr>
          <a:xfrm>
            <a:off x="6196013" y="4249103"/>
            <a:ext cx="5789612" cy="1965960"/>
          </a:xfrm>
          <a:prstGeom prst="rect">
            <a:avLst/>
          </a:prstGeom>
        </p:spPr>
        <p:txBody>
          <a:bodyPr/>
          <a:lstStyle>
            <a:lvl1pPr marL="228525" indent="-228525">
              <a:lnSpc>
                <a:spcPct val="100000"/>
              </a:lnSpc>
              <a:buFont typeface="Wingdings" panose="05000000000000000000" pitchFamily="2" charset="2"/>
              <a:buChar char="q"/>
              <a:defRPr sz="1200"/>
            </a:lvl1pPr>
            <a:lvl2pPr marL="457063" indent="-228525">
              <a:lnSpc>
                <a:spcPct val="100000"/>
              </a:lnSpc>
              <a:buFont typeface="Wingdings" panose="05000000000000000000" pitchFamily="2" charset="2"/>
              <a:buChar char="Ø"/>
              <a:defRPr sz="1100"/>
            </a:lvl2pPr>
            <a:lvl3pPr marL="685594" indent="-228525">
              <a:lnSpc>
                <a:spcPct val="100000"/>
              </a:lnSpc>
              <a:buFont typeface="Wingdings" panose="05000000000000000000" pitchFamily="2" charset="2"/>
              <a:buChar char="§"/>
              <a:defRPr sz="1000"/>
            </a:lvl3pPr>
            <a:lvl4pPr marL="914126" indent="-228525">
              <a:lnSpc>
                <a:spcPct val="100000"/>
              </a:lnSpc>
              <a:buFont typeface="Courier New" panose="02070309020205020404" pitchFamily="49" charset="0"/>
              <a:buChar char="o"/>
              <a:defRPr sz="900"/>
            </a:lvl4pPr>
            <a:lvl5pPr marL="1142657">
              <a:lnSpc>
                <a:spcPct val="100000"/>
              </a:lnSpc>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3385502846"/>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34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Footer Placeholder 2"/>
          <p:cNvSpPr>
            <a:spLocks noGrp="1"/>
          </p:cNvSpPr>
          <p:nvPr>
            <p:ph type="ftr" sz="quarter" idx="10"/>
          </p:nvPr>
        </p:nvSpPr>
        <p:spPr/>
        <p:txBody>
          <a:bodyPr/>
          <a:lstStyle/>
          <a:p>
            <a:r>
              <a:rPr lang="en-US" dirty="0"/>
              <a:t>©2025 Fact.MR, All Rights Reserved</a:t>
            </a:r>
          </a:p>
        </p:txBody>
      </p:sp>
      <p:sp>
        <p:nvSpPr>
          <p:cNvPr id="4" name="Slide Number Placeholder 3"/>
          <p:cNvSpPr>
            <a:spLocks noGrp="1"/>
          </p:cNvSpPr>
          <p:nvPr>
            <p:ph type="sldNum" sz="quarter" idx="11"/>
          </p:nvPr>
        </p:nvSpPr>
        <p:spPr/>
        <p:txBody>
          <a:bodyPr/>
          <a:lstStyle/>
          <a:p>
            <a:fld id="{4B17068C-EB94-40A3-A5F2-664CDD77FDAC}" type="slidenum">
              <a:rPr lang="en-US" smtClean="0"/>
              <a:pPr/>
              <a:t>‹#›</a:t>
            </a:fld>
            <a:endParaRPr lang="en-US" dirty="0"/>
          </a:p>
        </p:txBody>
      </p:sp>
      <p:sp>
        <p:nvSpPr>
          <p:cNvPr id="9" name="Freeform 8"/>
          <p:cNvSpPr/>
          <p:nvPr userDrawn="1"/>
        </p:nvSpPr>
        <p:spPr>
          <a:xfrm>
            <a:off x="6200853" y="1066800"/>
            <a:ext cx="5787244"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62" tIns="34281" rIns="68562" bIns="34281" numCol="1" spcCol="0" rtlCol="0" fromWordArt="0" anchor="ctr" anchorCtr="0" forceAA="0" compatLnSpc="1">
            <a:prstTxWarp prst="textNoShape">
              <a:avLst/>
            </a:prstTxWarp>
            <a:noAutofit/>
          </a:bodyPr>
          <a:lstStyle/>
          <a:p>
            <a:pPr lvl="0" algn="ctr"/>
            <a:endParaRPr lang="en-GB" sz="1013"/>
          </a:p>
        </p:txBody>
      </p:sp>
      <p:sp>
        <p:nvSpPr>
          <p:cNvPr id="10" name="Text Placeholder 6"/>
          <p:cNvSpPr>
            <a:spLocks noGrp="1"/>
          </p:cNvSpPr>
          <p:nvPr>
            <p:ph type="body" sz="quarter" idx="14"/>
          </p:nvPr>
        </p:nvSpPr>
        <p:spPr>
          <a:xfrm>
            <a:off x="6215189" y="1066800"/>
            <a:ext cx="5770436" cy="466344"/>
          </a:xfrm>
          <a:prstGeom prst="rect">
            <a:avLst/>
          </a:prstGeom>
        </p:spPr>
        <p:txBody>
          <a:bodyPr anchor="b"/>
          <a:lstStyle>
            <a:lvl1pPr marL="0" indent="0" algn="ctr">
              <a:buNone/>
              <a:defRPr sz="1300" b="1"/>
            </a:lvl1pPr>
          </a:lstStyle>
          <a:p>
            <a:pPr lvl="0"/>
            <a:r>
              <a:rPr lang="en-US" dirty="0"/>
              <a:t>Edit Master text styles</a:t>
            </a:r>
            <a:endParaRPr lang="en-IN" dirty="0"/>
          </a:p>
        </p:txBody>
      </p:sp>
      <p:sp>
        <p:nvSpPr>
          <p:cNvPr id="11" name="Content Placeholder 7"/>
          <p:cNvSpPr>
            <a:spLocks noGrp="1"/>
          </p:cNvSpPr>
          <p:nvPr>
            <p:ph sz="quarter" idx="15"/>
          </p:nvPr>
        </p:nvSpPr>
        <p:spPr>
          <a:xfrm>
            <a:off x="6196013" y="1562100"/>
            <a:ext cx="5789613" cy="1965960"/>
          </a:xfrm>
          <a:prstGeom prst="rect">
            <a:avLst/>
          </a:prstGeom>
        </p:spPr>
        <p:txBody>
          <a:bodyPr/>
          <a:lstStyle>
            <a:lvl1pPr marL="228525" indent="-228525">
              <a:lnSpc>
                <a:spcPct val="100000"/>
              </a:lnSpc>
              <a:buFont typeface="Wingdings" panose="05000000000000000000" pitchFamily="2" charset="2"/>
              <a:buChar char="q"/>
              <a:defRPr sz="1200"/>
            </a:lvl1pPr>
            <a:lvl2pPr marL="457063" indent="-228525">
              <a:lnSpc>
                <a:spcPct val="100000"/>
              </a:lnSpc>
              <a:buFont typeface="Wingdings" panose="05000000000000000000" pitchFamily="2" charset="2"/>
              <a:buChar char="Ø"/>
              <a:defRPr sz="1100"/>
            </a:lvl2pPr>
            <a:lvl3pPr marL="685594" indent="-228525">
              <a:lnSpc>
                <a:spcPct val="100000"/>
              </a:lnSpc>
              <a:buFont typeface="Wingdings" panose="05000000000000000000" pitchFamily="2" charset="2"/>
              <a:buChar char="§"/>
              <a:defRPr sz="1000"/>
            </a:lvl3pPr>
            <a:lvl4pPr marL="914126" indent="-228525">
              <a:lnSpc>
                <a:spcPct val="100000"/>
              </a:lnSpc>
              <a:buFont typeface="Courier New" panose="02070309020205020404" pitchFamily="49" charset="0"/>
              <a:buChar char="o"/>
              <a:defRPr sz="900"/>
            </a:lvl4pPr>
            <a:lvl5pPr marL="1142657">
              <a:lnSpc>
                <a:spcPct val="100000"/>
              </a:lnSpc>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2" name="Freeform 11"/>
          <p:cNvSpPr/>
          <p:nvPr userDrawn="1"/>
        </p:nvSpPr>
        <p:spPr>
          <a:xfrm>
            <a:off x="6198380" y="3753803"/>
            <a:ext cx="5787243"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62" tIns="34281" rIns="68562" bIns="34281" numCol="1" spcCol="0" rtlCol="0" fromWordArt="0" anchor="ctr" anchorCtr="0" forceAA="0" compatLnSpc="1">
            <a:prstTxWarp prst="textNoShape">
              <a:avLst/>
            </a:prstTxWarp>
            <a:noAutofit/>
          </a:bodyPr>
          <a:lstStyle/>
          <a:p>
            <a:pPr lvl="0" algn="ctr"/>
            <a:endParaRPr lang="en-GB" sz="1013"/>
          </a:p>
        </p:txBody>
      </p:sp>
      <p:sp>
        <p:nvSpPr>
          <p:cNvPr id="13" name="Text Placeholder 6"/>
          <p:cNvSpPr>
            <a:spLocks noGrp="1"/>
          </p:cNvSpPr>
          <p:nvPr>
            <p:ph type="body" sz="quarter" idx="16"/>
          </p:nvPr>
        </p:nvSpPr>
        <p:spPr>
          <a:xfrm>
            <a:off x="6205395" y="3753803"/>
            <a:ext cx="5780229" cy="466344"/>
          </a:xfrm>
          <a:prstGeom prst="rect">
            <a:avLst/>
          </a:prstGeom>
        </p:spPr>
        <p:txBody>
          <a:bodyPr anchor="b"/>
          <a:lstStyle>
            <a:lvl1pPr marL="0" indent="0" algn="ctr">
              <a:buNone/>
              <a:defRPr sz="1300" b="1"/>
            </a:lvl1pPr>
          </a:lstStyle>
          <a:p>
            <a:pPr lvl="0"/>
            <a:r>
              <a:rPr lang="en-US" dirty="0"/>
              <a:t>Edit Master text styles</a:t>
            </a:r>
            <a:endParaRPr lang="en-IN" dirty="0"/>
          </a:p>
        </p:txBody>
      </p:sp>
      <p:sp>
        <p:nvSpPr>
          <p:cNvPr id="14" name="Content Placeholder 7"/>
          <p:cNvSpPr>
            <a:spLocks noGrp="1"/>
          </p:cNvSpPr>
          <p:nvPr>
            <p:ph sz="quarter" idx="17"/>
          </p:nvPr>
        </p:nvSpPr>
        <p:spPr>
          <a:xfrm>
            <a:off x="6196013" y="4249103"/>
            <a:ext cx="5789612" cy="1965960"/>
          </a:xfrm>
          <a:prstGeom prst="rect">
            <a:avLst/>
          </a:prstGeom>
        </p:spPr>
        <p:txBody>
          <a:bodyPr/>
          <a:lstStyle>
            <a:lvl1pPr marL="228525" indent="-228525">
              <a:lnSpc>
                <a:spcPct val="100000"/>
              </a:lnSpc>
              <a:buFont typeface="Wingdings" panose="05000000000000000000" pitchFamily="2" charset="2"/>
              <a:buChar char="q"/>
              <a:defRPr sz="1200"/>
            </a:lvl1pPr>
            <a:lvl2pPr marL="457063" indent="-228525">
              <a:lnSpc>
                <a:spcPct val="100000"/>
              </a:lnSpc>
              <a:buFont typeface="Wingdings" panose="05000000000000000000" pitchFamily="2" charset="2"/>
              <a:buChar char="Ø"/>
              <a:defRPr sz="1100"/>
            </a:lvl2pPr>
            <a:lvl3pPr marL="685594" indent="-228525">
              <a:lnSpc>
                <a:spcPct val="100000"/>
              </a:lnSpc>
              <a:buFont typeface="Wingdings" panose="05000000000000000000" pitchFamily="2" charset="2"/>
              <a:buChar char="§"/>
              <a:defRPr sz="1000"/>
            </a:lvl3pPr>
            <a:lvl4pPr marL="914126" indent="-228525">
              <a:lnSpc>
                <a:spcPct val="100000"/>
              </a:lnSpc>
              <a:buFont typeface="Courier New" panose="02070309020205020404" pitchFamily="49" charset="0"/>
              <a:buChar char="o"/>
              <a:defRPr sz="900"/>
            </a:lvl4pPr>
            <a:lvl5pPr marL="1142657">
              <a:lnSpc>
                <a:spcPct val="100000"/>
              </a:lnSpc>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819443286"/>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35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Footer Placeholder 2"/>
          <p:cNvSpPr>
            <a:spLocks noGrp="1"/>
          </p:cNvSpPr>
          <p:nvPr>
            <p:ph type="ftr" sz="quarter" idx="10"/>
          </p:nvPr>
        </p:nvSpPr>
        <p:spPr/>
        <p:txBody>
          <a:bodyPr/>
          <a:lstStyle/>
          <a:p>
            <a:r>
              <a:rPr lang="en-US" dirty="0"/>
              <a:t>©2025 Fact.MR, All Rights Reserved</a:t>
            </a:r>
          </a:p>
        </p:txBody>
      </p:sp>
      <p:sp>
        <p:nvSpPr>
          <p:cNvPr id="4" name="Slide Number Placeholder 3"/>
          <p:cNvSpPr>
            <a:spLocks noGrp="1"/>
          </p:cNvSpPr>
          <p:nvPr>
            <p:ph type="sldNum" sz="quarter" idx="11"/>
          </p:nvPr>
        </p:nvSpPr>
        <p:spPr/>
        <p:txBody>
          <a:bodyPr/>
          <a:lstStyle/>
          <a:p>
            <a:fld id="{4B17068C-EB94-40A3-A5F2-664CDD77FDAC}" type="slidenum">
              <a:rPr lang="en-US" smtClean="0"/>
              <a:pPr/>
              <a:t>‹#›</a:t>
            </a:fld>
            <a:endParaRPr lang="en-US" dirty="0"/>
          </a:p>
        </p:txBody>
      </p:sp>
      <p:sp>
        <p:nvSpPr>
          <p:cNvPr id="5" name="Freeform 4"/>
          <p:cNvSpPr/>
          <p:nvPr userDrawn="1"/>
        </p:nvSpPr>
        <p:spPr>
          <a:xfrm>
            <a:off x="157241" y="1066800"/>
            <a:ext cx="5787244"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62" tIns="34281" rIns="68562" bIns="34281" numCol="1" spcCol="0" rtlCol="0" fromWordArt="0" anchor="ctr" anchorCtr="0" forceAA="0" compatLnSpc="1">
            <a:prstTxWarp prst="textNoShape">
              <a:avLst/>
            </a:prstTxWarp>
            <a:noAutofit/>
          </a:bodyPr>
          <a:lstStyle/>
          <a:p>
            <a:pPr lvl="0" algn="ctr"/>
            <a:endParaRPr lang="en-GB" sz="1013"/>
          </a:p>
        </p:txBody>
      </p:sp>
      <p:sp>
        <p:nvSpPr>
          <p:cNvPr id="7" name="Text Placeholder 6"/>
          <p:cNvSpPr>
            <a:spLocks noGrp="1"/>
          </p:cNvSpPr>
          <p:nvPr>
            <p:ph type="body" sz="quarter" idx="12"/>
          </p:nvPr>
        </p:nvSpPr>
        <p:spPr>
          <a:xfrm>
            <a:off x="171577" y="1066800"/>
            <a:ext cx="5780230" cy="466344"/>
          </a:xfrm>
          <a:prstGeom prst="rect">
            <a:avLst/>
          </a:prstGeom>
        </p:spPr>
        <p:txBody>
          <a:bodyPr anchor="b"/>
          <a:lstStyle>
            <a:lvl1pPr marL="0" indent="0" algn="ctr">
              <a:buNone/>
              <a:defRPr sz="1300" b="1"/>
            </a:lvl1pPr>
          </a:lstStyle>
          <a:p>
            <a:pPr lvl="0"/>
            <a:r>
              <a:rPr lang="en-US" dirty="0"/>
              <a:t>Edit Master text styles</a:t>
            </a:r>
            <a:endParaRPr lang="en-IN" dirty="0"/>
          </a:p>
        </p:txBody>
      </p:sp>
      <p:sp>
        <p:nvSpPr>
          <p:cNvPr id="8" name="Content Placeholder 7"/>
          <p:cNvSpPr>
            <a:spLocks noGrp="1"/>
          </p:cNvSpPr>
          <p:nvPr>
            <p:ph sz="quarter" idx="13"/>
          </p:nvPr>
        </p:nvSpPr>
        <p:spPr>
          <a:xfrm>
            <a:off x="152401" y="1562100"/>
            <a:ext cx="5789613" cy="1965960"/>
          </a:xfrm>
          <a:prstGeom prst="rect">
            <a:avLst/>
          </a:prstGeom>
        </p:spPr>
        <p:txBody>
          <a:bodyPr/>
          <a:lstStyle>
            <a:lvl1pPr marL="228525" indent="-228525">
              <a:lnSpc>
                <a:spcPct val="100000"/>
              </a:lnSpc>
              <a:buFont typeface="Wingdings" panose="05000000000000000000" pitchFamily="2" charset="2"/>
              <a:buChar char="q"/>
              <a:defRPr sz="1200"/>
            </a:lvl1pPr>
            <a:lvl2pPr marL="457063" indent="-228525">
              <a:lnSpc>
                <a:spcPct val="100000"/>
              </a:lnSpc>
              <a:buFont typeface="Wingdings" panose="05000000000000000000" pitchFamily="2" charset="2"/>
              <a:buChar char="Ø"/>
              <a:defRPr sz="1100"/>
            </a:lvl2pPr>
            <a:lvl3pPr marL="685594" indent="-228525">
              <a:lnSpc>
                <a:spcPct val="100000"/>
              </a:lnSpc>
              <a:buFont typeface="Wingdings" panose="05000000000000000000" pitchFamily="2" charset="2"/>
              <a:buChar char="§"/>
              <a:defRPr sz="1000"/>
            </a:lvl3pPr>
            <a:lvl4pPr marL="914126" indent="-228525">
              <a:lnSpc>
                <a:spcPct val="100000"/>
              </a:lnSpc>
              <a:buFont typeface="Courier New" panose="02070309020205020404" pitchFamily="49" charset="0"/>
              <a:buChar char="o"/>
              <a:defRPr sz="900"/>
            </a:lvl4pPr>
            <a:lvl5pPr marL="1142657">
              <a:lnSpc>
                <a:spcPct val="100000"/>
              </a:lnSpc>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Freeform 8"/>
          <p:cNvSpPr/>
          <p:nvPr userDrawn="1"/>
        </p:nvSpPr>
        <p:spPr>
          <a:xfrm>
            <a:off x="6200853" y="1066800"/>
            <a:ext cx="5787244"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62" tIns="34281" rIns="68562" bIns="34281" numCol="1" spcCol="0" rtlCol="0" fromWordArt="0" anchor="ctr" anchorCtr="0" forceAA="0" compatLnSpc="1">
            <a:prstTxWarp prst="textNoShape">
              <a:avLst/>
            </a:prstTxWarp>
            <a:noAutofit/>
          </a:bodyPr>
          <a:lstStyle/>
          <a:p>
            <a:pPr lvl="0" algn="ctr"/>
            <a:endParaRPr lang="en-GB" sz="1013"/>
          </a:p>
        </p:txBody>
      </p:sp>
      <p:sp>
        <p:nvSpPr>
          <p:cNvPr id="10" name="Text Placeholder 6"/>
          <p:cNvSpPr>
            <a:spLocks noGrp="1"/>
          </p:cNvSpPr>
          <p:nvPr>
            <p:ph type="body" sz="quarter" idx="14"/>
          </p:nvPr>
        </p:nvSpPr>
        <p:spPr>
          <a:xfrm>
            <a:off x="6215189" y="1066800"/>
            <a:ext cx="5770436" cy="466344"/>
          </a:xfrm>
          <a:prstGeom prst="rect">
            <a:avLst/>
          </a:prstGeom>
        </p:spPr>
        <p:txBody>
          <a:bodyPr anchor="b"/>
          <a:lstStyle>
            <a:lvl1pPr marL="0" indent="0" algn="ctr">
              <a:buNone/>
              <a:defRPr sz="1300" b="1"/>
            </a:lvl1pPr>
          </a:lstStyle>
          <a:p>
            <a:pPr lvl="0"/>
            <a:r>
              <a:rPr lang="en-US" dirty="0"/>
              <a:t>Edit Master text styles</a:t>
            </a:r>
            <a:endParaRPr lang="en-IN" dirty="0"/>
          </a:p>
        </p:txBody>
      </p:sp>
      <p:sp>
        <p:nvSpPr>
          <p:cNvPr id="11" name="Content Placeholder 7"/>
          <p:cNvSpPr>
            <a:spLocks noGrp="1"/>
          </p:cNvSpPr>
          <p:nvPr>
            <p:ph sz="quarter" idx="15"/>
          </p:nvPr>
        </p:nvSpPr>
        <p:spPr>
          <a:xfrm>
            <a:off x="6196013" y="1562100"/>
            <a:ext cx="5789613" cy="1965960"/>
          </a:xfrm>
          <a:prstGeom prst="rect">
            <a:avLst/>
          </a:prstGeom>
        </p:spPr>
        <p:txBody>
          <a:bodyPr/>
          <a:lstStyle>
            <a:lvl1pPr marL="228525" indent="-228525">
              <a:lnSpc>
                <a:spcPct val="100000"/>
              </a:lnSpc>
              <a:buFont typeface="Wingdings" panose="05000000000000000000" pitchFamily="2" charset="2"/>
              <a:buChar char="q"/>
              <a:defRPr sz="1200"/>
            </a:lvl1pPr>
            <a:lvl2pPr marL="457063" indent="-228525">
              <a:lnSpc>
                <a:spcPct val="100000"/>
              </a:lnSpc>
              <a:buFont typeface="Wingdings" panose="05000000000000000000" pitchFamily="2" charset="2"/>
              <a:buChar char="Ø"/>
              <a:defRPr sz="1100"/>
            </a:lvl2pPr>
            <a:lvl3pPr marL="685594" indent="-228525">
              <a:lnSpc>
                <a:spcPct val="100000"/>
              </a:lnSpc>
              <a:buFont typeface="Wingdings" panose="05000000000000000000" pitchFamily="2" charset="2"/>
              <a:buChar char="§"/>
              <a:defRPr sz="1000"/>
            </a:lvl3pPr>
            <a:lvl4pPr marL="914126" indent="-228525">
              <a:lnSpc>
                <a:spcPct val="100000"/>
              </a:lnSpc>
              <a:buFont typeface="Courier New" panose="02070309020205020404" pitchFamily="49" charset="0"/>
              <a:buChar char="o"/>
              <a:defRPr sz="900"/>
            </a:lvl4pPr>
            <a:lvl5pPr marL="1142657">
              <a:lnSpc>
                <a:spcPct val="100000"/>
              </a:lnSpc>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5" name="Freeform 14"/>
          <p:cNvSpPr/>
          <p:nvPr userDrawn="1"/>
        </p:nvSpPr>
        <p:spPr>
          <a:xfrm>
            <a:off x="157241" y="3753803"/>
            <a:ext cx="5787244"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62" tIns="34281" rIns="68562" bIns="34281" numCol="1" spcCol="0" rtlCol="0" fromWordArt="0" anchor="ctr" anchorCtr="0" forceAA="0" compatLnSpc="1">
            <a:prstTxWarp prst="textNoShape">
              <a:avLst/>
            </a:prstTxWarp>
            <a:noAutofit/>
          </a:bodyPr>
          <a:lstStyle/>
          <a:p>
            <a:pPr lvl="0" algn="ctr"/>
            <a:endParaRPr lang="en-GB" sz="1013"/>
          </a:p>
        </p:txBody>
      </p:sp>
      <p:sp>
        <p:nvSpPr>
          <p:cNvPr id="16" name="Text Placeholder 6"/>
          <p:cNvSpPr>
            <a:spLocks noGrp="1"/>
          </p:cNvSpPr>
          <p:nvPr>
            <p:ph type="body" sz="quarter" idx="16"/>
          </p:nvPr>
        </p:nvSpPr>
        <p:spPr>
          <a:xfrm>
            <a:off x="171577" y="3753803"/>
            <a:ext cx="5780230" cy="466344"/>
          </a:xfrm>
          <a:prstGeom prst="rect">
            <a:avLst/>
          </a:prstGeom>
        </p:spPr>
        <p:txBody>
          <a:bodyPr anchor="b"/>
          <a:lstStyle>
            <a:lvl1pPr marL="0" indent="0" algn="ctr">
              <a:buNone/>
              <a:defRPr sz="1300" b="1"/>
            </a:lvl1pPr>
          </a:lstStyle>
          <a:p>
            <a:pPr lvl="0"/>
            <a:r>
              <a:rPr lang="en-US" dirty="0"/>
              <a:t>Edit Master text styles</a:t>
            </a:r>
            <a:endParaRPr lang="en-IN" dirty="0"/>
          </a:p>
        </p:txBody>
      </p:sp>
      <p:sp>
        <p:nvSpPr>
          <p:cNvPr id="17" name="Content Placeholder 7"/>
          <p:cNvSpPr>
            <a:spLocks noGrp="1"/>
          </p:cNvSpPr>
          <p:nvPr>
            <p:ph sz="quarter" idx="17"/>
          </p:nvPr>
        </p:nvSpPr>
        <p:spPr>
          <a:xfrm>
            <a:off x="152401" y="4249103"/>
            <a:ext cx="5789613" cy="1965960"/>
          </a:xfrm>
          <a:prstGeom prst="rect">
            <a:avLst/>
          </a:prstGeom>
        </p:spPr>
        <p:txBody>
          <a:bodyPr/>
          <a:lstStyle>
            <a:lvl1pPr marL="228525" indent="-228525">
              <a:lnSpc>
                <a:spcPct val="100000"/>
              </a:lnSpc>
              <a:buFont typeface="Wingdings" panose="05000000000000000000" pitchFamily="2" charset="2"/>
              <a:buChar char="q"/>
              <a:defRPr sz="1200"/>
            </a:lvl1pPr>
            <a:lvl2pPr marL="457063" indent="-228525">
              <a:lnSpc>
                <a:spcPct val="100000"/>
              </a:lnSpc>
              <a:buFont typeface="Wingdings" panose="05000000000000000000" pitchFamily="2" charset="2"/>
              <a:buChar char="Ø"/>
              <a:defRPr sz="1100"/>
            </a:lvl2pPr>
            <a:lvl3pPr marL="685594" indent="-228525">
              <a:lnSpc>
                <a:spcPct val="100000"/>
              </a:lnSpc>
              <a:buFont typeface="Wingdings" panose="05000000000000000000" pitchFamily="2" charset="2"/>
              <a:buChar char="§"/>
              <a:defRPr sz="1000"/>
            </a:lvl3pPr>
            <a:lvl4pPr marL="914126" indent="-228525">
              <a:lnSpc>
                <a:spcPct val="100000"/>
              </a:lnSpc>
              <a:buFont typeface="Courier New" panose="02070309020205020404" pitchFamily="49" charset="0"/>
              <a:buChar char="o"/>
              <a:defRPr sz="900"/>
            </a:lvl4pPr>
            <a:lvl5pPr marL="1142657">
              <a:lnSpc>
                <a:spcPct val="100000"/>
              </a:lnSpc>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3947293136"/>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36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Footer Placeholder 2"/>
          <p:cNvSpPr>
            <a:spLocks noGrp="1"/>
          </p:cNvSpPr>
          <p:nvPr>
            <p:ph type="ftr" sz="quarter" idx="10"/>
          </p:nvPr>
        </p:nvSpPr>
        <p:spPr/>
        <p:txBody>
          <a:bodyPr/>
          <a:lstStyle/>
          <a:p>
            <a:r>
              <a:rPr lang="en-US" dirty="0"/>
              <a:t>©2025 Fact.MR, All Rights Reserved</a:t>
            </a:r>
          </a:p>
        </p:txBody>
      </p:sp>
      <p:sp>
        <p:nvSpPr>
          <p:cNvPr id="4" name="Slide Number Placeholder 3"/>
          <p:cNvSpPr>
            <a:spLocks noGrp="1"/>
          </p:cNvSpPr>
          <p:nvPr>
            <p:ph type="sldNum" sz="quarter" idx="11"/>
          </p:nvPr>
        </p:nvSpPr>
        <p:spPr/>
        <p:txBody>
          <a:bodyPr/>
          <a:lstStyle/>
          <a:p>
            <a:fld id="{4B17068C-EB94-40A3-A5F2-664CDD77FDAC}" type="slidenum">
              <a:rPr lang="en-US" smtClean="0"/>
              <a:pPr/>
              <a:t>‹#›</a:t>
            </a:fld>
            <a:endParaRPr lang="en-US" dirty="0"/>
          </a:p>
        </p:txBody>
      </p:sp>
      <p:sp>
        <p:nvSpPr>
          <p:cNvPr id="5" name="Freeform 4"/>
          <p:cNvSpPr/>
          <p:nvPr userDrawn="1"/>
        </p:nvSpPr>
        <p:spPr>
          <a:xfrm>
            <a:off x="157241" y="1066800"/>
            <a:ext cx="5787244"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62" tIns="34281" rIns="68562" bIns="34281" numCol="1" spcCol="0" rtlCol="0" fromWordArt="0" anchor="ctr" anchorCtr="0" forceAA="0" compatLnSpc="1">
            <a:prstTxWarp prst="textNoShape">
              <a:avLst/>
            </a:prstTxWarp>
            <a:noAutofit/>
          </a:bodyPr>
          <a:lstStyle/>
          <a:p>
            <a:pPr lvl="0" algn="ctr"/>
            <a:endParaRPr lang="en-GB" sz="1013"/>
          </a:p>
        </p:txBody>
      </p:sp>
      <p:sp>
        <p:nvSpPr>
          <p:cNvPr id="7" name="Text Placeholder 6"/>
          <p:cNvSpPr>
            <a:spLocks noGrp="1"/>
          </p:cNvSpPr>
          <p:nvPr>
            <p:ph type="body" sz="quarter" idx="12"/>
          </p:nvPr>
        </p:nvSpPr>
        <p:spPr>
          <a:xfrm>
            <a:off x="171577" y="1066800"/>
            <a:ext cx="5780230" cy="466344"/>
          </a:xfrm>
          <a:prstGeom prst="rect">
            <a:avLst/>
          </a:prstGeom>
        </p:spPr>
        <p:txBody>
          <a:bodyPr anchor="b"/>
          <a:lstStyle>
            <a:lvl1pPr marL="0" indent="0" algn="ctr">
              <a:buNone/>
              <a:defRPr sz="1300" b="1"/>
            </a:lvl1pPr>
          </a:lstStyle>
          <a:p>
            <a:pPr lvl="0"/>
            <a:r>
              <a:rPr lang="en-US" dirty="0"/>
              <a:t>Edit Master text styles</a:t>
            </a:r>
            <a:endParaRPr lang="en-IN" dirty="0"/>
          </a:p>
        </p:txBody>
      </p:sp>
      <p:sp>
        <p:nvSpPr>
          <p:cNvPr id="8" name="Content Placeholder 7"/>
          <p:cNvSpPr>
            <a:spLocks noGrp="1"/>
          </p:cNvSpPr>
          <p:nvPr>
            <p:ph sz="quarter" idx="13"/>
          </p:nvPr>
        </p:nvSpPr>
        <p:spPr>
          <a:xfrm>
            <a:off x="152401" y="1562100"/>
            <a:ext cx="5789613" cy="1965960"/>
          </a:xfrm>
          <a:prstGeom prst="rect">
            <a:avLst/>
          </a:prstGeom>
        </p:spPr>
        <p:txBody>
          <a:bodyPr/>
          <a:lstStyle>
            <a:lvl1pPr marL="228525" indent="-228525">
              <a:lnSpc>
                <a:spcPct val="100000"/>
              </a:lnSpc>
              <a:buFont typeface="Wingdings" panose="05000000000000000000" pitchFamily="2" charset="2"/>
              <a:buChar char="q"/>
              <a:defRPr sz="1200"/>
            </a:lvl1pPr>
            <a:lvl2pPr marL="457063" indent="-228525">
              <a:lnSpc>
                <a:spcPct val="100000"/>
              </a:lnSpc>
              <a:buFont typeface="Wingdings" panose="05000000000000000000" pitchFamily="2" charset="2"/>
              <a:buChar char="Ø"/>
              <a:defRPr sz="1100"/>
            </a:lvl2pPr>
            <a:lvl3pPr marL="685594" indent="-228525">
              <a:lnSpc>
                <a:spcPct val="100000"/>
              </a:lnSpc>
              <a:buFont typeface="Wingdings" panose="05000000000000000000" pitchFamily="2" charset="2"/>
              <a:buChar char="§"/>
              <a:defRPr sz="1000"/>
            </a:lvl3pPr>
            <a:lvl4pPr marL="914126" indent="-228525">
              <a:lnSpc>
                <a:spcPct val="100000"/>
              </a:lnSpc>
              <a:buFont typeface="Courier New" panose="02070309020205020404" pitchFamily="49" charset="0"/>
              <a:buChar char="o"/>
              <a:defRPr sz="900"/>
            </a:lvl4pPr>
            <a:lvl5pPr marL="1142657">
              <a:lnSpc>
                <a:spcPct val="100000"/>
              </a:lnSpc>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Freeform 8"/>
          <p:cNvSpPr/>
          <p:nvPr userDrawn="1"/>
        </p:nvSpPr>
        <p:spPr>
          <a:xfrm>
            <a:off x="6200853" y="1066800"/>
            <a:ext cx="5787244"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62" tIns="34281" rIns="68562" bIns="34281" numCol="1" spcCol="0" rtlCol="0" fromWordArt="0" anchor="ctr" anchorCtr="0" forceAA="0" compatLnSpc="1">
            <a:prstTxWarp prst="textNoShape">
              <a:avLst/>
            </a:prstTxWarp>
            <a:noAutofit/>
          </a:bodyPr>
          <a:lstStyle/>
          <a:p>
            <a:pPr lvl="0" algn="ctr"/>
            <a:endParaRPr lang="en-GB" sz="1013"/>
          </a:p>
        </p:txBody>
      </p:sp>
      <p:sp>
        <p:nvSpPr>
          <p:cNvPr id="10" name="Text Placeholder 6"/>
          <p:cNvSpPr>
            <a:spLocks noGrp="1"/>
          </p:cNvSpPr>
          <p:nvPr>
            <p:ph type="body" sz="quarter" idx="14"/>
          </p:nvPr>
        </p:nvSpPr>
        <p:spPr>
          <a:xfrm>
            <a:off x="6215189" y="1066800"/>
            <a:ext cx="5770436" cy="466344"/>
          </a:xfrm>
          <a:prstGeom prst="rect">
            <a:avLst/>
          </a:prstGeom>
        </p:spPr>
        <p:txBody>
          <a:bodyPr anchor="b"/>
          <a:lstStyle>
            <a:lvl1pPr marL="0" indent="0" algn="ctr">
              <a:buNone/>
              <a:defRPr sz="1300" b="1"/>
            </a:lvl1pPr>
          </a:lstStyle>
          <a:p>
            <a:pPr lvl="0"/>
            <a:r>
              <a:rPr lang="en-US" dirty="0"/>
              <a:t>Edit Master text styles</a:t>
            </a:r>
            <a:endParaRPr lang="en-IN" dirty="0"/>
          </a:p>
        </p:txBody>
      </p:sp>
      <p:sp>
        <p:nvSpPr>
          <p:cNvPr id="11" name="Content Placeholder 7"/>
          <p:cNvSpPr>
            <a:spLocks noGrp="1"/>
          </p:cNvSpPr>
          <p:nvPr>
            <p:ph sz="quarter" idx="15"/>
          </p:nvPr>
        </p:nvSpPr>
        <p:spPr>
          <a:xfrm>
            <a:off x="6196013" y="1562100"/>
            <a:ext cx="5789613" cy="1965960"/>
          </a:xfrm>
          <a:prstGeom prst="rect">
            <a:avLst/>
          </a:prstGeom>
        </p:spPr>
        <p:txBody>
          <a:bodyPr/>
          <a:lstStyle>
            <a:lvl1pPr marL="228525" indent="-228525">
              <a:lnSpc>
                <a:spcPct val="100000"/>
              </a:lnSpc>
              <a:buFont typeface="Wingdings" panose="05000000000000000000" pitchFamily="2" charset="2"/>
              <a:buChar char="q"/>
              <a:defRPr sz="1200"/>
            </a:lvl1pPr>
            <a:lvl2pPr marL="457063" indent="-228525">
              <a:lnSpc>
                <a:spcPct val="100000"/>
              </a:lnSpc>
              <a:buFont typeface="Wingdings" panose="05000000000000000000" pitchFamily="2" charset="2"/>
              <a:buChar char="Ø"/>
              <a:defRPr sz="1100"/>
            </a:lvl2pPr>
            <a:lvl3pPr marL="685594" indent="-228525">
              <a:lnSpc>
                <a:spcPct val="100000"/>
              </a:lnSpc>
              <a:buFont typeface="Wingdings" panose="05000000000000000000" pitchFamily="2" charset="2"/>
              <a:buChar char="§"/>
              <a:defRPr sz="1000"/>
            </a:lvl3pPr>
            <a:lvl4pPr marL="914126" indent="-228525">
              <a:lnSpc>
                <a:spcPct val="100000"/>
              </a:lnSpc>
              <a:buFont typeface="Courier New" panose="02070309020205020404" pitchFamily="49" charset="0"/>
              <a:buChar char="o"/>
              <a:defRPr sz="900"/>
            </a:lvl4pPr>
            <a:lvl5pPr marL="1142657">
              <a:lnSpc>
                <a:spcPct val="100000"/>
              </a:lnSpc>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5" name="Freeform 14"/>
          <p:cNvSpPr/>
          <p:nvPr userDrawn="1"/>
        </p:nvSpPr>
        <p:spPr>
          <a:xfrm>
            <a:off x="157241" y="3753803"/>
            <a:ext cx="5787244"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62" tIns="34281" rIns="68562" bIns="34281" numCol="1" spcCol="0" rtlCol="0" fromWordArt="0" anchor="ctr" anchorCtr="0" forceAA="0" compatLnSpc="1">
            <a:prstTxWarp prst="textNoShape">
              <a:avLst/>
            </a:prstTxWarp>
            <a:noAutofit/>
          </a:bodyPr>
          <a:lstStyle/>
          <a:p>
            <a:pPr lvl="0" algn="ctr"/>
            <a:endParaRPr lang="en-GB" sz="1013"/>
          </a:p>
        </p:txBody>
      </p:sp>
      <p:sp>
        <p:nvSpPr>
          <p:cNvPr id="16" name="Text Placeholder 6"/>
          <p:cNvSpPr>
            <a:spLocks noGrp="1"/>
          </p:cNvSpPr>
          <p:nvPr>
            <p:ph type="body" sz="quarter" idx="16"/>
          </p:nvPr>
        </p:nvSpPr>
        <p:spPr>
          <a:xfrm>
            <a:off x="171577" y="3753803"/>
            <a:ext cx="5780230" cy="466344"/>
          </a:xfrm>
          <a:prstGeom prst="rect">
            <a:avLst/>
          </a:prstGeom>
        </p:spPr>
        <p:txBody>
          <a:bodyPr anchor="b"/>
          <a:lstStyle>
            <a:lvl1pPr marL="0" indent="0" algn="ctr">
              <a:buNone/>
              <a:defRPr sz="1300" b="1"/>
            </a:lvl1pPr>
          </a:lstStyle>
          <a:p>
            <a:pPr lvl="0"/>
            <a:r>
              <a:rPr lang="en-US" dirty="0"/>
              <a:t>Edit Master text styles</a:t>
            </a:r>
            <a:endParaRPr lang="en-IN" dirty="0"/>
          </a:p>
        </p:txBody>
      </p:sp>
      <p:sp>
        <p:nvSpPr>
          <p:cNvPr id="17" name="Content Placeholder 7"/>
          <p:cNvSpPr>
            <a:spLocks noGrp="1"/>
          </p:cNvSpPr>
          <p:nvPr>
            <p:ph sz="quarter" idx="17"/>
          </p:nvPr>
        </p:nvSpPr>
        <p:spPr>
          <a:xfrm>
            <a:off x="152401" y="4249103"/>
            <a:ext cx="5789613" cy="1965960"/>
          </a:xfrm>
          <a:prstGeom prst="rect">
            <a:avLst/>
          </a:prstGeom>
        </p:spPr>
        <p:txBody>
          <a:bodyPr/>
          <a:lstStyle>
            <a:lvl1pPr marL="228525" indent="-228525">
              <a:lnSpc>
                <a:spcPct val="100000"/>
              </a:lnSpc>
              <a:buFont typeface="Wingdings" panose="05000000000000000000" pitchFamily="2" charset="2"/>
              <a:buChar char="q"/>
              <a:defRPr sz="1200"/>
            </a:lvl1pPr>
            <a:lvl2pPr marL="457063" indent="-228525">
              <a:lnSpc>
                <a:spcPct val="100000"/>
              </a:lnSpc>
              <a:buFont typeface="Wingdings" panose="05000000000000000000" pitchFamily="2" charset="2"/>
              <a:buChar char="Ø"/>
              <a:defRPr sz="1100"/>
            </a:lvl2pPr>
            <a:lvl3pPr marL="685594" indent="-228525">
              <a:lnSpc>
                <a:spcPct val="100000"/>
              </a:lnSpc>
              <a:buFont typeface="Wingdings" panose="05000000000000000000" pitchFamily="2" charset="2"/>
              <a:buChar char="§"/>
              <a:defRPr sz="1000"/>
            </a:lvl3pPr>
            <a:lvl4pPr marL="914126" indent="-228525">
              <a:lnSpc>
                <a:spcPct val="100000"/>
              </a:lnSpc>
              <a:buFont typeface="Courier New" panose="02070309020205020404" pitchFamily="49" charset="0"/>
              <a:buChar char="o"/>
              <a:defRPr sz="900"/>
            </a:lvl4pPr>
            <a:lvl5pPr marL="1142657">
              <a:lnSpc>
                <a:spcPct val="100000"/>
              </a:lnSpc>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4" name="Freeform 13"/>
          <p:cNvSpPr/>
          <p:nvPr userDrawn="1"/>
        </p:nvSpPr>
        <p:spPr>
          <a:xfrm>
            <a:off x="6200853" y="3763328"/>
            <a:ext cx="5787244"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62" tIns="34281" rIns="68562" bIns="34281" numCol="1" spcCol="0" rtlCol="0" fromWordArt="0" anchor="ctr" anchorCtr="0" forceAA="0" compatLnSpc="1">
            <a:prstTxWarp prst="textNoShape">
              <a:avLst/>
            </a:prstTxWarp>
            <a:noAutofit/>
          </a:bodyPr>
          <a:lstStyle/>
          <a:p>
            <a:pPr lvl="0" algn="ctr"/>
            <a:endParaRPr lang="en-GB" sz="1013"/>
          </a:p>
        </p:txBody>
      </p:sp>
      <p:sp>
        <p:nvSpPr>
          <p:cNvPr id="18" name="Text Placeholder 6"/>
          <p:cNvSpPr>
            <a:spLocks noGrp="1"/>
          </p:cNvSpPr>
          <p:nvPr>
            <p:ph type="body" sz="quarter" idx="18"/>
          </p:nvPr>
        </p:nvSpPr>
        <p:spPr>
          <a:xfrm>
            <a:off x="6215189" y="3763328"/>
            <a:ext cx="5770436" cy="466344"/>
          </a:xfrm>
          <a:prstGeom prst="rect">
            <a:avLst/>
          </a:prstGeom>
        </p:spPr>
        <p:txBody>
          <a:bodyPr anchor="b"/>
          <a:lstStyle>
            <a:lvl1pPr marL="0" indent="0" algn="ctr">
              <a:buNone/>
              <a:defRPr sz="1300" b="1"/>
            </a:lvl1pPr>
          </a:lstStyle>
          <a:p>
            <a:pPr lvl="0"/>
            <a:r>
              <a:rPr lang="en-US" dirty="0"/>
              <a:t>Edit Master text styles</a:t>
            </a:r>
            <a:endParaRPr lang="en-IN" dirty="0"/>
          </a:p>
        </p:txBody>
      </p:sp>
      <p:sp>
        <p:nvSpPr>
          <p:cNvPr id="19" name="Content Placeholder 7"/>
          <p:cNvSpPr>
            <a:spLocks noGrp="1"/>
          </p:cNvSpPr>
          <p:nvPr>
            <p:ph sz="quarter" idx="19"/>
          </p:nvPr>
        </p:nvSpPr>
        <p:spPr>
          <a:xfrm>
            <a:off x="6196013" y="4258628"/>
            <a:ext cx="5789613" cy="1965960"/>
          </a:xfrm>
          <a:prstGeom prst="rect">
            <a:avLst/>
          </a:prstGeom>
        </p:spPr>
        <p:txBody>
          <a:bodyPr/>
          <a:lstStyle>
            <a:lvl1pPr marL="228525" indent="-228525">
              <a:lnSpc>
                <a:spcPct val="100000"/>
              </a:lnSpc>
              <a:buFont typeface="Wingdings" panose="05000000000000000000" pitchFamily="2" charset="2"/>
              <a:buChar char="q"/>
              <a:defRPr sz="1200"/>
            </a:lvl1pPr>
            <a:lvl2pPr marL="457063" indent="-228525">
              <a:lnSpc>
                <a:spcPct val="100000"/>
              </a:lnSpc>
              <a:buFont typeface="Wingdings" panose="05000000000000000000" pitchFamily="2" charset="2"/>
              <a:buChar char="Ø"/>
              <a:defRPr sz="1100"/>
            </a:lvl2pPr>
            <a:lvl3pPr marL="685594" indent="-228525">
              <a:lnSpc>
                <a:spcPct val="100000"/>
              </a:lnSpc>
              <a:buFont typeface="Wingdings" panose="05000000000000000000" pitchFamily="2" charset="2"/>
              <a:buChar char="§"/>
              <a:defRPr sz="1000"/>
            </a:lvl3pPr>
            <a:lvl4pPr marL="914126" indent="-228525">
              <a:lnSpc>
                <a:spcPct val="100000"/>
              </a:lnSpc>
              <a:buFont typeface="Courier New" panose="02070309020205020404" pitchFamily="49" charset="0"/>
              <a:buChar char="o"/>
              <a:defRPr sz="900"/>
            </a:lvl4pPr>
            <a:lvl5pPr marL="1142657">
              <a:lnSpc>
                <a:spcPct val="100000"/>
              </a:lnSpc>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3485735948"/>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37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Footer Placeholder 2"/>
          <p:cNvSpPr>
            <a:spLocks noGrp="1"/>
          </p:cNvSpPr>
          <p:nvPr>
            <p:ph type="ftr" sz="quarter" idx="10"/>
          </p:nvPr>
        </p:nvSpPr>
        <p:spPr/>
        <p:txBody>
          <a:bodyPr/>
          <a:lstStyle/>
          <a:p>
            <a:r>
              <a:rPr lang="en-US" dirty="0"/>
              <a:t>©2025 Fact.MR, All Rights Reserved</a:t>
            </a:r>
          </a:p>
        </p:txBody>
      </p:sp>
      <p:sp>
        <p:nvSpPr>
          <p:cNvPr id="4" name="Slide Number Placeholder 3"/>
          <p:cNvSpPr>
            <a:spLocks noGrp="1"/>
          </p:cNvSpPr>
          <p:nvPr>
            <p:ph type="sldNum" sz="quarter" idx="11"/>
          </p:nvPr>
        </p:nvSpPr>
        <p:spPr/>
        <p:txBody>
          <a:bodyPr/>
          <a:lstStyle/>
          <a:p>
            <a:fld id="{4B17068C-EB94-40A3-A5F2-664CDD77FDAC}" type="slidenum">
              <a:rPr lang="en-US" smtClean="0"/>
              <a:pPr/>
              <a:t>‹#›</a:t>
            </a:fld>
            <a:endParaRPr lang="en-US" dirty="0"/>
          </a:p>
        </p:txBody>
      </p:sp>
      <p:sp>
        <p:nvSpPr>
          <p:cNvPr id="5" name="Freeform 4"/>
          <p:cNvSpPr/>
          <p:nvPr userDrawn="1"/>
        </p:nvSpPr>
        <p:spPr>
          <a:xfrm>
            <a:off x="157241" y="1066800"/>
            <a:ext cx="3767328"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62" tIns="34281" rIns="68562" bIns="34281" numCol="1" spcCol="0" rtlCol="0" fromWordArt="0" anchor="ctr" anchorCtr="0" forceAA="0" compatLnSpc="1">
            <a:prstTxWarp prst="textNoShape">
              <a:avLst/>
            </a:prstTxWarp>
            <a:noAutofit/>
          </a:bodyPr>
          <a:lstStyle/>
          <a:p>
            <a:pPr lvl="0" algn="ctr"/>
            <a:endParaRPr lang="en-GB" sz="1013"/>
          </a:p>
        </p:txBody>
      </p:sp>
      <p:sp>
        <p:nvSpPr>
          <p:cNvPr id="7" name="Text Placeholder 6"/>
          <p:cNvSpPr>
            <a:spLocks noGrp="1"/>
          </p:cNvSpPr>
          <p:nvPr>
            <p:ph type="body" sz="quarter" idx="12"/>
          </p:nvPr>
        </p:nvSpPr>
        <p:spPr>
          <a:xfrm>
            <a:off x="157241" y="1066800"/>
            <a:ext cx="3767328" cy="466344"/>
          </a:xfrm>
          <a:prstGeom prst="rect">
            <a:avLst/>
          </a:prstGeom>
        </p:spPr>
        <p:txBody>
          <a:bodyPr anchor="b"/>
          <a:lstStyle>
            <a:lvl1pPr marL="0" indent="0" algn="ctr">
              <a:buNone/>
              <a:defRPr sz="1300" b="1"/>
            </a:lvl1pPr>
          </a:lstStyle>
          <a:p>
            <a:pPr lvl="0"/>
            <a:r>
              <a:rPr lang="en-US" dirty="0"/>
              <a:t>Edit Master text styles</a:t>
            </a:r>
            <a:endParaRPr lang="en-IN" dirty="0"/>
          </a:p>
        </p:txBody>
      </p:sp>
      <p:sp>
        <p:nvSpPr>
          <p:cNvPr id="8" name="Content Placeholder 7"/>
          <p:cNvSpPr>
            <a:spLocks noGrp="1"/>
          </p:cNvSpPr>
          <p:nvPr>
            <p:ph sz="quarter" idx="13"/>
          </p:nvPr>
        </p:nvSpPr>
        <p:spPr>
          <a:xfrm>
            <a:off x="157241" y="1562100"/>
            <a:ext cx="3767328" cy="1965960"/>
          </a:xfrm>
          <a:prstGeom prst="rect">
            <a:avLst/>
          </a:prstGeom>
        </p:spPr>
        <p:txBody>
          <a:bodyPr/>
          <a:lstStyle>
            <a:lvl1pPr marL="228525" indent="-228525">
              <a:lnSpc>
                <a:spcPct val="100000"/>
              </a:lnSpc>
              <a:buFont typeface="Wingdings" panose="05000000000000000000" pitchFamily="2" charset="2"/>
              <a:buChar char="q"/>
              <a:defRPr sz="1200"/>
            </a:lvl1pPr>
            <a:lvl2pPr marL="457063" indent="-228525">
              <a:lnSpc>
                <a:spcPct val="100000"/>
              </a:lnSpc>
              <a:buFont typeface="Wingdings" panose="05000000000000000000" pitchFamily="2" charset="2"/>
              <a:buChar char="Ø"/>
              <a:defRPr sz="1100"/>
            </a:lvl2pPr>
            <a:lvl3pPr marL="685594" indent="-228525">
              <a:lnSpc>
                <a:spcPct val="100000"/>
              </a:lnSpc>
              <a:buFont typeface="Wingdings" panose="05000000000000000000" pitchFamily="2" charset="2"/>
              <a:buChar char="§"/>
              <a:defRPr sz="1000"/>
            </a:lvl3pPr>
            <a:lvl4pPr marL="914126" indent="-228525">
              <a:lnSpc>
                <a:spcPct val="100000"/>
              </a:lnSpc>
              <a:buFont typeface="Courier New" panose="02070309020205020404" pitchFamily="49" charset="0"/>
              <a:buChar char="o"/>
              <a:defRPr sz="900"/>
            </a:lvl4pPr>
            <a:lvl5pPr marL="1142657">
              <a:lnSpc>
                <a:spcPct val="100000"/>
              </a:lnSpc>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Freeform 8"/>
          <p:cNvSpPr/>
          <p:nvPr userDrawn="1"/>
        </p:nvSpPr>
        <p:spPr>
          <a:xfrm>
            <a:off x="4204525" y="1066800"/>
            <a:ext cx="3767328"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62" tIns="34281" rIns="68562" bIns="34281" numCol="1" spcCol="0" rtlCol="0" fromWordArt="0" anchor="ctr" anchorCtr="0" forceAA="0" compatLnSpc="1">
            <a:prstTxWarp prst="textNoShape">
              <a:avLst/>
            </a:prstTxWarp>
            <a:noAutofit/>
          </a:bodyPr>
          <a:lstStyle/>
          <a:p>
            <a:pPr lvl="0" algn="ctr"/>
            <a:endParaRPr lang="en-GB" sz="1013"/>
          </a:p>
        </p:txBody>
      </p:sp>
      <p:sp>
        <p:nvSpPr>
          <p:cNvPr id="10" name="Text Placeholder 6"/>
          <p:cNvSpPr>
            <a:spLocks noGrp="1"/>
          </p:cNvSpPr>
          <p:nvPr>
            <p:ph type="body" sz="quarter" idx="14"/>
          </p:nvPr>
        </p:nvSpPr>
        <p:spPr>
          <a:xfrm>
            <a:off x="4204525" y="1066800"/>
            <a:ext cx="3767328" cy="466344"/>
          </a:xfrm>
          <a:prstGeom prst="rect">
            <a:avLst/>
          </a:prstGeom>
        </p:spPr>
        <p:txBody>
          <a:bodyPr anchor="b"/>
          <a:lstStyle>
            <a:lvl1pPr marL="0" indent="0" algn="ctr">
              <a:buNone/>
              <a:defRPr sz="1300" b="1"/>
            </a:lvl1pPr>
          </a:lstStyle>
          <a:p>
            <a:pPr lvl="0"/>
            <a:r>
              <a:rPr lang="en-US" dirty="0"/>
              <a:t>Edit Master text styles</a:t>
            </a:r>
            <a:endParaRPr lang="en-IN" dirty="0"/>
          </a:p>
        </p:txBody>
      </p:sp>
      <p:sp>
        <p:nvSpPr>
          <p:cNvPr id="11" name="Content Placeholder 7"/>
          <p:cNvSpPr>
            <a:spLocks noGrp="1"/>
          </p:cNvSpPr>
          <p:nvPr>
            <p:ph sz="quarter" idx="15"/>
          </p:nvPr>
        </p:nvSpPr>
        <p:spPr>
          <a:xfrm>
            <a:off x="4204525" y="1562100"/>
            <a:ext cx="3767328" cy="1965960"/>
          </a:xfrm>
          <a:prstGeom prst="rect">
            <a:avLst/>
          </a:prstGeom>
        </p:spPr>
        <p:txBody>
          <a:bodyPr/>
          <a:lstStyle>
            <a:lvl1pPr marL="228525" indent="-228525">
              <a:lnSpc>
                <a:spcPct val="100000"/>
              </a:lnSpc>
              <a:buFont typeface="Wingdings" panose="05000000000000000000" pitchFamily="2" charset="2"/>
              <a:buChar char="q"/>
              <a:defRPr sz="1200"/>
            </a:lvl1pPr>
            <a:lvl2pPr marL="457063" indent="-228525">
              <a:lnSpc>
                <a:spcPct val="100000"/>
              </a:lnSpc>
              <a:buFont typeface="Wingdings" panose="05000000000000000000" pitchFamily="2" charset="2"/>
              <a:buChar char="Ø"/>
              <a:defRPr sz="1100"/>
            </a:lvl2pPr>
            <a:lvl3pPr marL="685594" indent="-228525">
              <a:lnSpc>
                <a:spcPct val="100000"/>
              </a:lnSpc>
              <a:buFont typeface="Wingdings" panose="05000000000000000000" pitchFamily="2" charset="2"/>
              <a:buChar char="§"/>
              <a:defRPr sz="1000"/>
            </a:lvl3pPr>
            <a:lvl4pPr marL="914126" indent="-228525">
              <a:lnSpc>
                <a:spcPct val="100000"/>
              </a:lnSpc>
              <a:buFont typeface="Courier New" panose="02070309020205020404" pitchFamily="49" charset="0"/>
              <a:buChar char="o"/>
              <a:defRPr sz="900"/>
            </a:lvl4pPr>
            <a:lvl5pPr marL="1142657">
              <a:lnSpc>
                <a:spcPct val="100000"/>
              </a:lnSpc>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2" name="Freeform 11"/>
          <p:cNvSpPr/>
          <p:nvPr userDrawn="1"/>
        </p:nvSpPr>
        <p:spPr>
          <a:xfrm>
            <a:off x="8223138" y="1066800"/>
            <a:ext cx="3767328"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62" tIns="34281" rIns="68562" bIns="34281" numCol="1" spcCol="0" rtlCol="0" fromWordArt="0" anchor="ctr" anchorCtr="0" forceAA="0" compatLnSpc="1">
            <a:prstTxWarp prst="textNoShape">
              <a:avLst/>
            </a:prstTxWarp>
            <a:noAutofit/>
          </a:bodyPr>
          <a:lstStyle/>
          <a:p>
            <a:pPr lvl="0" algn="ctr"/>
            <a:endParaRPr lang="en-GB" sz="1013"/>
          </a:p>
        </p:txBody>
      </p:sp>
      <p:sp>
        <p:nvSpPr>
          <p:cNvPr id="13" name="Text Placeholder 6"/>
          <p:cNvSpPr>
            <a:spLocks noGrp="1"/>
          </p:cNvSpPr>
          <p:nvPr>
            <p:ph type="body" sz="quarter" idx="16"/>
          </p:nvPr>
        </p:nvSpPr>
        <p:spPr>
          <a:xfrm>
            <a:off x="8237475" y="1066800"/>
            <a:ext cx="3748151" cy="466344"/>
          </a:xfrm>
          <a:prstGeom prst="rect">
            <a:avLst/>
          </a:prstGeom>
        </p:spPr>
        <p:txBody>
          <a:bodyPr anchor="b"/>
          <a:lstStyle>
            <a:lvl1pPr marL="0" indent="0" algn="ctr">
              <a:buNone/>
              <a:defRPr sz="1300" b="1"/>
            </a:lvl1pPr>
          </a:lstStyle>
          <a:p>
            <a:pPr lvl="0"/>
            <a:r>
              <a:rPr lang="en-US" dirty="0"/>
              <a:t>Edit Master text styles</a:t>
            </a:r>
            <a:endParaRPr lang="en-IN" dirty="0"/>
          </a:p>
        </p:txBody>
      </p:sp>
      <p:sp>
        <p:nvSpPr>
          <p:cNvPr id="14" name="Content Placeholder 7"/>
          <p:cNvSpPr>
            <a:spLocks noGrp="1"/>
          </p:cNvSpPr>
          <p:nvPr>
            <p:ph sz="quarter" idx="17"/>
          </p:nvPr>
        </p:nvSpPr>
        <p:spPr>
          <a:xfrm>
            <a:off x="8218298" y="1562100"/>
            <a:ext cx="3767328" cy="4662488"/>
          </a:xfrm>
          <a:prstGeom prst="rect">
            <a:avLst/>
          </a:prstGeom>
        </p:spPr>
        <p:txBody>
          <a:bodyPr/>
          <a:lstStyle>
            <a:lvl1pPr marL="228525" indent="-228525">
              <a:lnSpc>
                <a:spcPct val="100000"/>
              </a:lnSpc>
              <a:buFont typeface="Wingdings" panose="05000000000000000000" pitchFamily="2" charset="2"/>
              <a:buChar char="q"/>
              <a:defRPr sz="1200"/>
            </a:lvl1pPr>
            <a:lvl2pPr marL="457063" indent="-228525">
              <a:lnSpc>
                <a:spcPct val="100000"/>
              </a:lnSpc>
              <a:buFont typeface="Wingdings" panose="05000000000000000000" pitchFamily="2" charset="2"/>
              <a:buChar char="Ø"/>
              <a:defRPr sz="1100"/>
            </a:lvl2pPr>
            <a:lvl3pPr marL="685594" indent="-228525">
              <a:lnSpc>
                <a:spcPct val="100000"/>
              </a:lnSpc>
              <a:buFont typeface="Wingdings" panose="05000000000000000000" pitchFamily="2" charset="2"/>
              <a:buChar char="§"/>
              <a:defRPr sz="1000"/>
            </a:lvl3pPr>
            <a:lvl4pPr marL="914126" indent="-228525">
              <a:lnSpc>
                <a:spcPct val="100000"/>
              </a:lnSpc>
              <a:buFont typeface="Courier New" panose="02070309020205020404" pitchFamily="49" charset="0"/>
              <a:buChar char="o"/>
              <a:defRPr sz="900"/>
            </a:lvl4pPr>
            <a:lvl5pPr marL="1142657">
              <a:lnSpc>
                <a:spcPct val="100000"/>
              </a:lnSpc>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8" name="Freeform 17"/>
          <p:cNvSpPr/>
          <p:nvPr userDrawn="1"/>
        </p:nvSpPr>
        <p:spPr>
          <a:xfrm>
            <a:off x="157241" y="3772853"/>
            <a:ext cx="3767328"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62" tIns="34281" rIns="68562" bIns="34281" numCol="1" spcCol="0" rtlCol="0" fromWordArt="0" anchor="ctr" anchorCtr="0" forceAA="0" compatLnSpc="1">
            <a:prstTxWarp prst="textNoShape">
              <a:avLst/>
            </a:prstTxWarp>
            <a:noAutofit/>
          </a:bodyPr>
          <a:lstStyle/>
          <a:p>
            <a:pPr lvl="0" algn="ctr"/>
            <a:endParaRPr lang="en-GB" sz="1013"/>
          </a:p>
        </p:txBody>
      </p:sp>
      <p:sp>
        <p:nvSpPr>
          <p:cNvPr id="19" name="Text Placeholder 6"/>
          <p:cNvSpPr>
            <a:spLocks noGrp="1"/>
          </p:cNvSpPr>
          <p:nvPr>
            <p:ph type="body" sz="quarter" idx="18"/>
          </p:nvPr>
        </p:nvSpPr>
        <p:spPr>
          <a:xfrm>
            <a:off x="157241" y="3772853"/>
            <a:ext cx="3767328" cy="466344"/>
          </a:xfrm>
          <a:prstGeom prst="rect">
            <a:avLst/>
          </a:prstGeom>
        </p:spPr>
        <p:txBody>
          <a:bodyPr anchor="b"/>
          <a:lstStyle>
            <a:lvl1pPr marL="0" indent="0" algn="ctr">
              <a:buNone/>
              <a:defRPr sz="1300" b="1"/>
            </a:lvl1pPr>
          </a:lstStyle>
          <a:p>
            <a:pPr lvl="0"/>
            <a:r>
              <a:rPr lang="en-US" dirty="0"/>
              <a:t>Edit Master text styles</a:t>
            </a:r>
            <a:endParaRPr lang="en-IN" dirty="0"/>
          </a:p>
        </p:txBody>
      </p:sp>
      <p:sp>
        <p:nvSpPr>
          <p:cNvPr id="20" name="Content Placeholder 7"/>
          <p:cNvSpPr>
            <a:spLocks noGrp="1"/>
          </p:cNvSpPr>
          <p:nvPr>
            <p:ph sz="quarter" idx="19"/>
          </p:nvPr>
        </p:nvSpPr>
        <p:spPr>
          <a:xfrm>
            <a:off x="157241" y="4268153"/>
            <a:ext cx="3767328" cy="1965960"/>
          </a:xfrm>
          <a:prstGeom prst="rect">
            <a:avLst/>
          </a:prstGeom>
        </p:spPr>
        <p:txBody>
          <a:bodyPr/>
          <a:lstStyle>
            <a:lvl1pPr marL="228525" indent="-228525">
              <a:lnSpc>
                <a:spcPct val="100000"/>
              </a:lnSpc>
              <a:buFont typeface="Wingdings" panose="05000000000000000000" pitchFamily="2" charset="2"/>
              <a:buChar char="q"/>
              <a:defRPr sz="1200"/>
            </a:lvl1pPr>
            <a:lvl2pPr marL="457063" indent="-228525">
              <a:lnSpc>
                <a:spcPct val="100000"/>
              </a:lnSpc>
              <a:buFont typeface="Wingdings" panose="05000000000000000000" pitchFamily="2" charset="2"/>
              <a:buChar char="Ø"/>
              <a:defRPr sz="1100"/>
            </a:lvl2pPr>
            <a:lvl3pPr marL="685594" indent="-228525">
              <a:lnSpc>
                <a:spcPct val="100000"/>
              </a:lnSpc>
              <a:buFont typeface="Wingdings" panose="05000000000000000000" pitchFamily="2" charset="2"/>
              <a:buChar char="§"/>
              <a:defRPr sz="1000"/>
            </a:lvl3pPr>
            <a:lvl4pPr marL="914126" indent="-228525">
              <a:lnSpc>
                <a:spcPct val="100000"/>
              </a:lnSpc>
              <a:buFont typeface="Courier New" panose="02070309020205020404" pitchFamily="49" charset="0"/>
              <a:buChar char="o"/>
              <a:defRPr sz="900"/>
            </a:lvl4pPr>
            <a:lvl5pPr marL="1142657">
              <a:lnSpc>
                <a:spcPct val="100000"/>
              </a:lnSpc>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1" name="Freeform 20"/>
          <p:cNvSpPr/>
          <p:nvPr userDrawn="1"/>
        </p:nvSpPr>
        <p:spPr>
          <a:xfrm>
            <a:off x="4204525" y="3772853"/>
            <a:ext cx="3767328"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62" tIns="34281" rIns="68562" bIns="34281" numCol="1" spcCol="0" rtlCol="0" fromWordArt="0" anchor="ctr" anchorCtr="0" forceAA="0" compatLnSpc="1">
            <a:prstTxWarp prst="textNoShape">
              <a:avLst/>
            </a:prstTxWarp>
            <a:noAutofit/>
          </a:bodyPr>
          <a:lstStyle/>
          <a:p>
            <a:pPr lvl="0" algn="ctr"/>
            <a:endParaRPr lang="en-GB" sz="1013"/>
          </a:p>
        </p:txBody>
      </p:sp>
      <p:sp>
        <p:nvSpPr>
          <p:cNvPr id="22" name="Text Placeholder 6"/>
          <p:cNvSpPr>
            <a:spLocks noGrp="1"/>
          </p:cNvSpPr>
          <p:nvPr>
            <p:ph type="body" sz="quarter" idx="20"/>
          </p:nvPr>
        </p:nvSpPr>
        <p:spPr>
          <a:xfrm>
            <a:off x="4204525" y="3772853"/>
            <a:ext cx="3767328" cy="466344"/>
          </a:xfrm>
          <a:prstGeom prst="rect">
            <a:avLst/>
          </a:prstGeom>
        </p:spPr>
        <p:txBody>
          <a:bodyPr anchor="b"/>
          <a:lstStyle>
            <a:lvl1pPr marL="0" indent="0" algn="ctr">
              <a:buNone/>
              <a:defRPr sz="1300" b="1"/>
            </a:lvl1pPr>
          </a:lstStyle>
          <a:p>
            <a:pPr lvl="0"/>
            <a:r>
              <a:rPr lang="en-US" dirty="0"/>
              <a:t>Edit Master text styles</a:t>
            </a:r>
            <a:endParaRPr lang="en-IN" dirty="0"/>
          </a:p>
        </p:txBody>
      </p:sp>
      <p:sp>
        <p:nvSpPr>
          <p:cNvPr id="23" name="Content Placeholder 7"/>
          <p:cNvSpPr>
            <a:spLocks noGrp="1"/>
          </p:cNvSpPr>
          <p:nvPr>
            <p:ph sz="quarter" idx="21"/>
          </p:nvPr>
        </p:nvSpPr>
        <p:spPr>
          <a:xfrm>
            <a:off x="4204525" y="4268153"/>
            <a:ext cx="3767328" cy="1965960"/>
          </a:xfrm>
          <a:prstGeom prst="rect">
            <a:avLst/>
          </a:prstGeom>
        </p:spPr>
        <p:txBody>
          <a:bodyPr/>
          <a:lstStyle>
            <a:lvl1pPr marL="228525" indent="-228525">
              <a:lnSpc>
                <a:spcPct val="100000"/>
              </a:lnSpc>
              <a:buFont typeface="Wingdings" panose="05000000000000000000" pitchFamily="2" charset="2"/>
              <a:buChar char="q"/>
              <a:defRPr sz="1200"/>
            </a:lvl1pPr>
            <a:lvl2pPr marL="457063" indent="-228525">
              <a:lnSpc>
                <a:spcPct val="100000"/>
              </a:lnSpc>
              <a:buFont typeface="Wingdings" panose="05000000000000000000" pitchFamily="2" charset="2"/>
              <a:buChar char="Ø"/>
              <a:defRPr sz="1100"/>
            </a:lvl2pPr>
            <a:lvl3pPr marL="685594" indent="-228525">
              <a:lnSpc>
                <a:spcPct val="100000"/>
              </a:lnSpc>
              <a:buFont typeface="Wingdings" panose="05000000000000000000" pitchFamily="2" charset="2"/>
              <a:buChar char="§"/>
              <a:defRPr sz="1000"/>
            </a:lvl3pPr>
            <a:lvl4pPr marL="914126" indent="-228525">
              <a:lnSpc>
                <a:spcPct val="100000"/>
              </a:lnSpc>
              <a:buFont typeface="Courier New" panose="02070309020205020404" pitchFamily="49" charset="0"/>
              <a:buChar char="o"/>
              <a:defRPr sz="900"/>
            </a:lvl4pPr>
            <a:lvl5pPr marL="1142657">
              <a:lnSpc>
                <a:spcPct val="100000"/>
              </a:lnSpc>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3146819490"/>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38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Footer Placeholder 2"/>
          <p:cNvSpPr>
            <a:spLocks noGrp="1"/>
          </p:cNvSpPr>
          <p:nvPr>
            <p:ph type="ftr" sz="quarter" idx="10"/>
          </p:nvPr>
        </p:nvSpPr>
        <p:spPr/>
        <p:txBody>
          <a:bodyPr/>
          <a:lstStyle/>
          <a:p>
            <a:r>
              <a:rPr lang="en-US" dirty="0"/>
              <a:t>©2025 Fact.MR, All Rights Reserved</a:t>
            </a:r>
          </a:p>
        </p:txBody>
      </p:sp>
      <p:sp>
        <p:nvSpPr>
          <p:cNvPr id="4" name="Slide Number Placeholder 3"/>
          <p:cNvSpPr>
            <a:spLocks noGrp="1"/>
          </p:cNvSpPr>
          <p:nvPr>
            <p:ph type="sldNum" sz="quarter" idx="11"/>
          </p:nvPr>
        </p:nvSpPr>
        <p:spPr/>
        <p:txBody>
          <a:bodyPr/>
          <a:lstStyle/>
          <a:p>
            <a:fld id="{4B17068C-EB94-40A3-A5F2-664CDD77FDAC}" type="slidenum">
              <a:rPr lang="en-US" smtClean="0"/>
              <a:pPr/>
              <a:t>‹#›</a:t>
            </a:fld>
            <a:endParaRPr lang="en-US" dirty="0"/>
          </a:p>
        </p:txBody>
      </p:sp>
      <p:sp>
        <p:nvSpPr>
          <p:cNvPr id="9" name="Freeform 8"/>
          <p:cNvSpPr/>
          <p:nvPr userDrawn="1"/>
        </p:nvSpPr>
        <p:spPr>
          <a:xfrm>
            <a:off x="8684212" y="1066800"/>
            <a:ext cx="3291840"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62" tIns="34281" rIns="68562" bIns="34281" numCol="1" spcCol="0" rtlCol="0" fromWordArt="0" anchor="ctr" anchorCtr="0" forceAA="0" compatLnSpc="1">
            <a:prstTxWarp prst="textNoShape">
              <a:avLst/>
            </a:prstTxWarp>
            <a:noAutofit/>
          </a:bodyPr>
          <a:lstStyle/>
          <a:p>
            <a:pPr lvl="0" algn="ctr"/>
            <a:endParaRPr lang="en-GB" sz="1013"/>
          </a:p>
        </p:txBody>
      </p:sp>
      <p:sp>
        <p:nvSpPr>
          <p:cNvPr id="10" name="Text Placeholder 6"/>
          <p:cNvSpPr>
            <a:spLocks noGrp="1"/>
          </p:cNvSpPr>
          <p:nvPr>
            <p:ph type="body" sz="quarter" idx="14"/>
          </p:nvPr>
        </p:nvSpPr>
        <p:spPr>
          <a:xfrm>
            <a:off x="8698548" y="1066800"/>
            <a:ext cx="3291840" cy="466344"/>
          </a:xfrm>
          <a:prstGeom prst="rect">
            <a:avLst/>
          </a:prstGeom>
        </p:spPr>
        <p:txBody>
          <a:bodyPr anchor="b"/>
          <a:lstStyle>
            <a:lvl1pPr marL="0" indent="0" algn="ctr">
              <a:buNone/>
              <a:defRPr sz="1300" b="1"/>
            </a:lvl1pPr>
          </a:lstStyle>
          <a:p>
            <a:pPr lvl="0"/>
            <a:r>
              <a:rPr lang="en-US" dirty="0"/>
              <a:t>Edit Master text styles</a:t>
            </a:r>
            <a:endParaRPr lang="en-IN" dirty="0"/>
          </a:p>
        </p:txBody>
      </p:sp>
      <p:sp>
        <p:nvSpPr>
          <p:cNvPr id="11" name="Content Placeholder 7"/>
          <p:cNvSpPr>
            <a:spLocks noGrp="1"/>
          </p:cNvSpPr>
          <p:nvPr>
            <p:ph sz="quarter" idx="15"/>
          </p:nvPr>
        </p:nvSpPr>
        <p:spPr>
          <a:xfrm>
            <a:off x="8679371" y="1562100"/>
            <a:ext cx="3291840" cy="1965960"/>
          </a:xfrm>
          <a:prstGeom prst="rect">
            <a:avLst/>
          </a:prstGeom>
        </p:spPr>
        <p:txBody>
          <a:bodyPr/>
          <a:lstStyle>
            <a:lvl1pPr marL="228525" indent="-228525">
              <a:lnSpc>
                <a:spcPct val="100000"/>
              </a:lnSpc>
              <a:buFont typeface="Wingdings" panose="05000000000000000000" pitchFamily="2" charset="2"/>
              <a:buChar char="q"/>
              <a:defRPr sz="1200"/>
            </a:lvl1pPr>
            <a:lvl2pPr marL="457063" indent="-228525">
              <a:lnSpc>
                <a:spcPct val="100000"/>
              </a:lnSpc>
              <a:buFont typeface="Wingdings" panose="05000000000000000000" pitchFamily="2" charset="2"/>
              <a:buChar char="Ø"/>
              <a:defRPr sz="1100"/>
            </a:lvl2pPr>
            <a:lvl3pPr marL="685594" indent="-228525">
              <a:lnSpc>
                <a:spcPct val="100000"/>
              </a:lnSpc>
              <a:buFont typeface="Wingdings" panose="05000000000000000000" pitchFamily="2" charset="2"/>
              <a:buChar char="§"/>
              <a:defRPr sz="1000"/>
            </a:lvl3pPr>
            <a:lvl4pPr marL="914126" indent="-228525">
              <a:lnSpc>
                <a:spcPct val="100000"/>
              </a:lnSpc>
              <a:buFont typeface="Courier New" panose="02070309020205020404" pitchFamily="49" charset="0"/>
              <a:buChar char="o"/>
              <a:defRPr sz="900"/>
            </a:lvl4pPr>
            <a:lvl5pPr marL="1142657">
              <a:lnSpc>
                <a:spcPct val="100000"/>
              </a:lnSpc>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2" name="Freeform 11"/>
          <p:cNvSpPr/>
          <p:nvPr userDrawn="1"/>
        </p:nvSpPr>
        <p:spPr>
          <a:xfrm>
            <a:off x="8681740" y="3753803"/>
            <a:ext cx="3291840"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62" tIns="34281" rIns="68562" bIns="34281" numCol="1" spcCol="0" rtlCol="0" fromWordArt="0" anchor="ctr" anchorCtr="0" forceAA="0" compatLnSpc="1">
            <a:prstTxWarp prst="textNoShape">
              <a:avLst/>
            </a:prstTxWarp>
            <a:noAutofit/>
          </a:bodyPr>
          <a:lstStyle/>
          <a:p>
            <a:pPr lvl="0" algn="ctr"/>
            <a:endParaRPr lang="en-GB" sz="1013"/>
          </a:p>
        </p:txBody>
      </p:sp>
      <p:sp>
        <p:nvSpPr>
          <p:cNvPr id="13" name="Text Placeholder 6"/>
          <p:cNvSpPr>
            <a:spLocks noGrp="1"/>
          </p:cNvSpPr>
          <p:nvPr>
            <p:ph type="body" sz="quarter" idx="16"/>
          </p:nvPr>
        </p:nvSpPr>
        <p:spPr>
          <a:xfrm>
            <a:off x="8688754" y="3753803"/>
            <a:ext cx="3291840" cy="466344"/>
          </a:xfrm>
          <a:prstGeom prst="rect">
            <a:avLst/>
          </a:prstGeom>
        </p:spPr>
        <p:txBody>
          <a:bodyPr anchor="b"/>
          <a:lstStyle>
            <a:lvl1pPr marL="0" indent="0" algn="ctr">
              <a:buNone/>
              <a:defRPr sz="1300" b="1"/>
            </a:lvl1pPr>
          </a:lstStyle>
          <a:p>
            <a:pPr lvl="0"/>
            <a:r>
              <a:rPr lang="en-US" dirty="0"/>
              <a:t>Edit Master text styles</a:t>
            </a:r>
            <a:endParaRPr lang="en-IN" dirty="0"/>
          </a:p>
        </p:txBody>
      </p:sp>
      <p:sp>
        <p:nvSpPr>
          <p:cNvPr id="14" name="Content Placeholder 7"/>
          <p:cNvSpPr>
            <a:spLocks noGrp="1"/>
          </p:cNvSpPr>
          <p:nvPr>
            <p:ph sz="quarter" idx="17"/>
          </p:nvPr>
        </p:nvSpPr>
        <p:spPr>
          <a:xfrm>
            <a:off x="8679372" y="4249103"/>
            <a:ext cx="3291840" cy="1965960"/>
          </a:xfrm>
          <a:prstGeom prst="rect">
            <a:avLst/>
          </a:prstGeom>
        </p:spPr>
        <p:txBody>
          <a:bodyPr/>
          <a:lstStyle>
            <a:lvl1pPr marL="228525" indent="-228525">
              <a:lnSpc>
                <a:spcPct val="100000"/>
              </a:lnSpc>
              <a:buFont typeface="Wingdings" panose="05000000000000000000" pitchFamily="2" charset="2"/>
              <a:buChar char="q"/>
              <a:defRPr sz="1200"/>
            </a:lvl1pPr>
            <a:lvl2pPr marL="457063" indent="-228525">
              <a:lnSpc>
                <a:spcPct val="100000"/>
              </a:lnSpc>
              <a:buFont typeface="Wingdings" panose="05000000000000000000" pitchFamily="2" charset="2"/>
              <a:buChar char="Ø"/>
              <a:defRPr sz="1100"/>
            </a:lvl2pPr>
            <a:lvl3pPr marL="685594" indent="-228525">
              <a:lnSpc>
                <a:spcPct val="100000"/>
              </a:lnSpc>
              <a:buFont typeface="Wingdings" panose="05000000000000000000" pitchFamily="2" charset="2"/>
              <a:buChar char="§"/>
              <a:defRPr sz="1000"/>
            </a:lvl3pPr>
            <a:lvl4pPr marL="914126" indent="-228525">
              <a:lnSpc>
                <a:spcPct val="100000"/>
              </a:lnSpc>
              <a:buFont typeface="Courier New" panose="02070309020205020404" pitchFamily="49" charset="0"/>
              <a:buChar char="o"/>
              <a:defRPr sz="900"/>
            </a:lvl4pPr>
            <a:lvl5pPr marL="1142657">
              <a:lnSpc>
                <a:spcPct val="100000"/>
              </a:lnSpc>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5" name="Freeform 14"/>
          <p:cNvSpPr/>
          <p:nvPr userDrawn="1"/>
        </p:nvSpPr>
        <p:spPr>
          <a:xfrm>
            <a:off x="3059892" y="1066800"/>
            <a:ext cx="5303520"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62" tIns="34281" rIns="68562" bIns="34281" numCol="1" spcCol="0" rtlCol="0" fromWordArt="0" anchor="ctr" anchorCtr="0" forceAA="0" compatLnSpc="1">
            <a:prstTxWarp prst="textNoShape">
              <a:avLst/>
            </a:prstTxWarp>
            <a:noAutofit/>
          </a:bodyPr>
          <a:lstStyle/>
          <a:p>
            <a:pPr lvl="0" algn="ctr"/>
            <a:endParaRPr lang="en-GB" sz="1013"/>
          </a:p>
        </p:txBody>
      </p:sp>
      <p:sp>
        <p:nvSpPr>
          <p:cNvPr id="16" name="Text Placeholder 6"/>
          <p:cNvSpPr>
            <a:spLocks noGrp="1"/>
          </p:cNvSpPr>
          <p:nvPr>
            <p:ph type="body" sz="quarter" idx="18"/>
          </p:nvPr>
        </p:nvSpPr>
        <p:spPr>
          <a:xfrm>
            <a:off x="3059892" y="1066800"/>
            <a:ext cx="5303520" cy="466344"/>
          </a:xfrm>
          <a:prstGeom prst="rect">
            <a:avLst/>
          </a:prstGeom>
        </p:spPr>
        <p:txBody>
          <a:bodyPr anchor="b"/>
          <a:lstStyle>
            <a:lvl1pPr marL="0" indent="0" algn="ctr">
              <a:buNone/>
              <a:defRPr sz="1300" b="1"/>
            </a:lvl1pPr>
          </a:lstStyle>
          <a:p>
            <a:pPr lvl="0"/>
            <a:r>
              <a:rPr lang="en-US" dirty="0"/>
              <a:t>Edit Master text styles</a:t>
            </a:r>
            <a:endParaRPr lang="en-IN" dirty="0"/>
          </a:p>
        </p:txBody>
      </p:sp>
      <p:sp>
        <p:nvSpPr>
          <p:cNvPr id="17" name="Content Placeholder 7"/>
          <p:cNvSpPr>
            <a:spLocks noGrp="1"/>
          </p:cNvSpPr>
          <p:nvPr>
            <p:ph sz="quarter" idx="19"/>
          </p:nvPr>
        </p:nvSpPr>
        <p:spPr>
          <a:xfrm>
            <a:off x="3059892" y="1562100"/>
            <a:ext cx="5303520" cy="1965960"/>
          </a:xfrm>
          <a:prstGeom prst="rect">
            <a:avLst/>
          </a:prstGeom>
        </p:spPr>
        <p:txBody>
          <a:bodyPr/>
          <a:lstStyle>
            <a:lvl1pPr marL="228525" indent="-228525">
              <a:lnSpc>
                <a:spcPct val="100000"/>
              </a:lnSpc>
              <a:buFont typeface="Wingdings" panose="05000000000000000000" pitchFamily="2" charset="2"/>
              <a:buChar char="q"/>
              <a:defRPr sz="1200"/>
            </a:lvl1pPr>
            <a:lvl2pPr marL="457063" indent="-228525">
              <a:lnSpc>
                <a:spcPct val="100000"/>
              </a:lnSpc>
              <a:buFont typeface="Wingdings" panose="05000000000000000000" pitchFamily="2" charset="2"/>
              <a:buChar char="Ø"/>
              <a:defRPr sz="1100"/>
            </a:lvl2pPr>
            <a:lvl3pPr marL="685594" indent="-228525">
              <a:lnSpc>
                <a:spcPct val="100000"/>
              </a:lnSpc>
              <a:buFont typeface="Wingdings" panose="05000000000000000000" pitchFamily="2" charset="2"/>
              <a:buChar char="§"/>
              <a:defRPr sz="1000"/>
            </a:lvl3pPr>
            <a:lvl4pPr marL="914126" indent="-228525">
              <a:lnSpc>
                <a:spcPct val="100000"/>
              </a:lnSpc>
              <a:buFont typeface="Courier New" panose="02070309020205020404" pitchFamily="49" charset="0"/>
              <a:buChar char="o"/>
              <a:defRPr sz="900"/>
            </a:lvl4pPr>
            <a:lvl5pPr marL="1142657">
              <a:lnSpc>
                <a:spcPct val="100000"/>
              </a:lnSpc>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8" name="Freeform 17"/>
          <p:cNvSpPr/>
          <p:nvPr userDrawn="1"/>
        </p:nvSpPr>
        <p:spPr>
          <a:xfrm>
            <a:off x="3059892" y="3753803"/>
            <a:ext cx="5303520"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62" tIns="34281" rIns="68562" bIns="34281" numCol="1" spcCol="0" rtlCol="0" fromWordArt="0" anchor="ctr" anchorCtr="0" forceAA="0" compatLnSpc="1">
            <a:prstTxWarp prst="textNoShape">
              <a:avLst/>
            </a:prstTxWarp>
            <a:noAutofit/>
          </a:bodyPr>
          <a:lstStyle/>
          <a:p>
            <a:pPr lvl="0" algn="ctr"/>
            <a:endParaRPr lang="en-GB" sz="1013"/>
          </a:p>
        </p:txBody>
      </p:sp>
      <p:sp>
        <p:nvSpPr>
          <p:cNvPr id="19" name="Text Placeholder 6"/>
          <p:cNvSpPr>
            <a:spLocks noGrp="1"/>
          </p:cNvSpPr>
          <p:nvPr>
            <p:ph type="body" sz="quarter" idx="20"/>
          </p:nvPr>
        </p:nvSpPr>
        <p:spPr>
          <a:xfrm>
            <a:off x="3059892" y="3753803"/>
            <a:ext cx="5303520" cy="466344"/>
          </a:xfrm>
          <a:prstGeom prst="rect">
            <a:avLst/>
          </a:prstGeom>
        </p:spPr>
        <p:txBody>
          <a:bodyPr anchor="b"/>
          <a:lstStyle>
            <a:lvl1pPr marL="0" indent="0" algn="ctr">
              <a:buNone/>
              <a:defRPr sz="1300" b="1"/>
            </a:lvl1pPr>
          </a:lstStyle>
          <a:p>
            <a:pPr lvl="0"/>
            <a:r>
              <a:rPr lang="en-US" dirty="0"/>
              <a:t>Edit Master text styles</a:t>
            </a:r>
            <a:endParaRPr lang="en-IN" dirty="0"/>
          </a:p>
        </p:txBody>
      </p:sp>
      <p:sp>
        <p:nvSpPr>
          <p:cNvPr id="20" name="Content Placeholder 7"/>
          <p:cNvSpPr>
            <a:spLocks noGrp="1"/>
          </p:cNvSpPr>
          <p:nvPr>
            <p:ph sz="quarter" idx="21"/>
          </p:nvPr>
        </p:nvSpPr>
        <p:spPr>
          <a:xfrm>
            <a:off x="3059892" y="4249103"/>
            <a:ext cx="5303520" cy="1965960"/>
          </a:xfrm>
          <a:prstGeom prst="rect">
            <a:avLst/>
          </a:prstGeom>
        </p:spPr>
        <p:txBody>
          <a:bodyPr/>
          <a:lstStyle>
            <a:lvl1pPr marL="228525" indent="-228525">
              <a:lnSpc>
                <a:spcPct val="100000"/>
              </a:lnSpc>
              <a:buFont typeface="Wingdings" panose="05000000000000000000" pitchFamily="2" charset="2"/>
              <a:buChar char="q"/>
              <a:defRPr sz="1200"/>
            </a:lvl1pPr>
            <a:lvl2pPr marL="457063" indent="-228525">
              <a:lnSpc>
                <a:spcPct val="100000"/>
              </a:lnSpc>
              <a:buFont typeface="Wingdings" panose="05000000000000000000" pitchFamily="2" charset="2"/>
              <a:buChar char="Ø"/>
              <a:defRPr sz="1100"/>
            </a:lvl2pPr>
            <a:lvl3pPr marL="685594" indent="-228525">
              <a:lnSpc>
                <a:spcPct val="100000"/>
              </a:lnSpc>
              <a:buFont typeface="Wingdings" panose="05000000000000000000" pitchFamily="2" charset="2"/>
              <a:buChar char="§"/>
              <a:defRPr sz="1000"/>
            </a:lvl3pPr>
            <a:lvl4pPr marL="914126" indent="-228525">
              <a:lnSpc>
                <a:spcPct val="100000"/>
              </a:lnSpc>
              <a:buFont typeface="Courier New" panose="02070309020205020404" pitchFamily="49" charset="0"/>
              <a:buChar char="o"/>
              <a:defRPr sz="900"/>
            </a:lvl4pPr>
            <a:lvl5pPr marL="1142657">
              <a:lnSpc>
                <a:spcPct val="100000"/>
              </a:lnSpc>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5" name="Rectangle 4"/>
          <p:cNvSpPr/>
          <p:nvPr userDrawn="1"/>
        </p:nvSpPr>
        <p:spPr>
          <a:xfrm>
            <a:off x="161924" y="2087880"/>
            <a:ext cx="2286000" cy="914400"/>
          </a:xfrm>
          <a:prstGeom prst="rect">
            <a:avLst/>
          </a:prstGeom>
          <a:solidFill>
            <a:srgbClr val="00818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799"/>
          </a:p>
        </p:txBody>
      </p:sp>
      <p:sp>
        <p:nvSpPr>
          <p:cNvPr id="6" name="Isosceles Triangle 5"/>
          <p:cNvSpPr/>
          <p:nvPr userDrawn="1"/>
        </p:nvSpPr>
        <p:spPr>
          <a:xfrm rot="5400000">
            <a:off x="2209800" y="2402205"/>
            <a:ext cx="914400" cy="285750"/>
          </a:xfrm>
          <a:prstGeom prst="triangle">
            <a:avLst/>
          </a:prstGeom>
          <a:solidFill>
            <a:srgbClr val="9E7E0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799"/>
          </a:p>
        </p:txBody>
      </p:sp>
      <p:sp>
        <p:nvSpPr>
          <p:cNvPr id="8" name="Text Placeholder 7"/>
          <p:cNvSpPr>
            <a:spLocks noGrp="1"/>
          </p:cNvSpPr>
          <p:nvPr>
            <p:ph type="body" sz="quarter" idx="22"/>
          </p:nvPr>
        </p:nvSpPr>
        <p:spPr>
          <a:xfrm>
            <a:off x="228601" y="2162177"/>
            <a:ext cx="2105025" cy="771525"/>
          </a:xfrm>
          <a:prstGeom prst="rect">
            <a:avLst/>
          </a:prstGeom>
          <a:ln>
            <a:noFill/>
          </a:ln>
        </p:spPr>
        <p:txBody>
          <a:bodyPr anchor="ctr"/>
          <a:lstStyle>
            <a:lvl1pPr marL="0" indent="0" algn="ctr">
              <a:buNone/>
              <a:defRPr sz="1300" b="1">
                <a:solidFill>
                  <a:schemeClr val="bg1"/>
                </a:solidFill>
              </a:defRPr>
            </a:lvl1pPr>
          </a:lstStyle>
          <a:p>
            <a:pPr lvl="0"/>
            <a:r>
              <a:rPr lang="en-US" dirty="0"/>
              <a:t>Edit Master text styles</a:t>
            </a:r>
            <a:endParaRPr lang="en-IN" dirty="0"/>
          </a:p>
        </p:txBody>
      </p:sp>
      <p:sp>
        <p:nvSpPr>
          <p:cNvPr id="21" name="Rectangle 20"/>
          <p:cNvSpPr/>
          <p:nvPr userDrawn="1"/>
        </p:nvSpPr>
        <p:spPr>
          <a:xfrm>
            <a:off x="161924" y="4774883"/>
            <a:ext cx="2286000" cy="914400"/>
          </a:xfrm>
          <a:prstGeom prst="rect">
            <a:avLst/>
          </a:prstGeom>
          <a:solidFill>
            <a:srgbClr val="00818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799"/>
          </a:p>
        </p:txBody>
      </p:sp>
      <p:sp>
        <p:nvSpPr>
          <p:cNvPr id="22" name="Isosceles Triangle 21"/>
          <p:cNvSpPr/>
          <p:nvPr userDrawn="1"/>
        </p:nvSpPr>
        <p:spPr>
          <a:xfrm rot="5400000">
            <a:off x="2209800" y="5089208"/>
            <a:ext cx="914400" cy="285750"/>
          </a:xfrm>
          <a:prstGeom prst="triangle">
            <a:avLst/>
          </a:prstGeom>
          <a:solidFill>
            <a:srgbClr val="9E7E0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799"/>
          </a:p>
        </p:txBody>
      </p:sp>
      <p:sp>
        <p:nvSpPr>
          <p:cNvPr id="23" name="Text Placeholder 7"/>
          <p:cNvSpPr>
            <a:spLocks noGrp="1"/>
          </p:cNvSpPr>
          <p:nvPr>
            <p:ph type="body" sz="quarter" idx="23"/>
          </p:nvPr>
        </p:nvSpPr>
        <p:spPr>
          <a:xfrm>
            <a:off x="228601" y="4846323"/>
            <a:ext cx="2105025" cy="771525"/>
          </a:xfrm>
          <a:prstGeom prst="rect">
            <a:avLst/>
          </a:prstGeom>
          <a:ln>
            <a:noFill/>
          </a:ln>
        </p:spPr>
        <p:txBody>
          <a:bodyPr anchor="ctr"/>
          <a:lstStyle>
            <a:lvl1pPr marL="0" indent="0" algn="ctr">
              <a:buNone/>
              <a:defRPr sz="1300" b="1">
                <a:solidFill>
                  <a:schemeClr val="bg1"/>
                </a:solidFill>
              </a:defRPr>
            </a:lvl1pPr>
          </a:lstStyle>
          <a:p>
            <a:pPr lvl="0"/>
            <a:r>
              <a:rPr lang="en-US" dirty="0"/>
              <a:t>Edit Master text styles</a:t>
            </a:r>
            <a:endParaRPr lang="en-IN" dirty="0"/>
          </a:p>
        </p:txBody>
      </p:sp>
    </p:spTree>
    <p:extLst>
      <p:ext uri="{BB962C8B-B14F-4D97-AF65-F5344CB8AC3E}">
        <p14:creationId xmlns:p14="http://schemas.microsoft.com/office/powerpoint/2010/main" val="4047522383"/>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39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Footer Placeholder 2"/>
          <p:cNvSpPr>
            <a:spLocks noGrp="1"/>
          </p:cNvSpPr>
          <p:nvPr>
            <p:ph type="ftr" sz="quarter" idx="10"/>
          </p:nvPr>
        </p:nvSpPr>
        <p:spPr/>
        <p:txBody>
          <a:bodyPr/>
          <a:lstStyle/>
          <a:p>
            <a:r>
              <a:rPr lang="en-US" dirty="0"/>
              <a:t>©2025 Fact.MR, All Rights Reserved</a:t>
            </a:r>
          </a:p>
        </p:txBody>
      </p:sp>
      <p:sp>
        <p:nvSpPr>
          <p:cNvPr id="4" name="Slide Number Placeholder 3"/>
          <p:cNvSpPr>
            <a:spLocks noGrp="1"/>
          </p:cNvSpPr>
          <p:nvPr>
            <p:ph type="sldNum" sz="quarter" idx="11"/>
          </p:nvPr>
        </p:nvSpPr>
        <p:spPr/>
        <p:txBody>
          <a:bodyPr/>
          <a:lstStyle/>
          <a:p>
            <a:fld id="{4B17068C-EB94-40A3-A5F2-664CDD77FDAC}" type="slidenum">
              <a:rPr lang="en-US" smtClean="0"/>
              <a:pPr/>
              <a:t>‹#›</a:t>
            </a:fld>
            <a:endParaRPr lang="en-US" dirty="0"/>
          </a:p>
        </p:txBody>
      </p:sp>
      <p:sp>
        <p:nvSpPr>
          <p:cNvPr id="9" name="Freeform 8"/>
          <p:cNvSpPr/>
          <p:nvPr userDrawn="1"/>
        </p:nvSpPr>
        <p:spPr>
          <a:xfrm>
            <a:off x="8684212" y="1066800"/>
            <a:ext cx="3291840"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62" tIns="34281" rIns="68562" bIns="34281" numCol="1" spcCol="0" rtlCol="0" fromWordArt="0" anchor="ctr" anchorCtr="0" forceAA="0" compatLnSpc="1">
            <a:prstTxWarp prst="textNoShape">
              <a:avLst/>
            </a:prstTxWarp>
            <a:noAutofit/>
          </a:bodyPr>
          <a:lstStyle/>
          <a:p>
            <a:pPr lvl="0" algn="ctr"/>
            <a:endParaRPr lang="en-GB" sz="1013"/>
          </a:p>
        </p:txBody>
      </p:sp>
      <p:sp>
        <p:nvSpPr>
          <p:cNvPr id="10" name="Text Placeholder 6"/>
          <p:cNvSpPr>
            <a:spLocks noGrp="1"/>
          </p:cNvSpPr>
          <p:nvPr>
            <p:ph type="body" sz="quarter" idx="14"/>
          </p:nvPr>
        </p:nvSpPr>
        <p:spPr>
          <a:xfrm>
            <a:off x="8698548" y="1066800"/>
            <a:ext cx="3291840" cy="466344"/>
          </a:xfrm>
          <a:prstGeom prst="rect">
            <a:avLst/>
          </a:prstGeom>
        </p:spPr>
        <p:txBody>
          <a:bodyPr anchor="b"/>
          <a:lstStyle>
            <a:lvl1pPr marL="0" indent="0" algn="ctr">
              <a:buNone/>
              <a:defRPr sz="1300" b="1"/>
            </a:lvl1pPr>
          </a:lstStyle>
          <a:p>
            <a:pPr lvl="0"/>
            <a:r>
              <a:rPr lang="en-US" dirty="0"/>
              <a:t>Edit Master text styles</a:t>
            </a:r>
            <a:endParaRPr lang="en-IN" dirty="0"/>
          </a:p>
        </p:txBody>
      </p:sp>
      <p:sp>
        <p:nvSpPr>
          <p:cNvPr id="11" name="Content Placeholder 7"/>
          <p:cNvSpPr>
            <a:spLocks noGrp="1"/>
          </p:cNvSpPr>
          <p:nvPr>
            <p:ph sz="quarter" idx="15"/>
          </p:nvPr>
        </p:nvSpPr>
        <p:spPr>
          <a:xfrm>
            <a:off x="8679371" y="1562100"/>
            <a:ext cx="3291840" cy="1965960"/>
          </a:xfrm>
          <a:prstGeom prst="rect">
            <a:avLst/>
          </a:prstGeom>
        </p:spPr>
        <p:txBody>
          <a:bodyPr/>
          <a:lstStyle>
            <a:lvl1pPr marL="228525" indent="-228525">
              <a:lnSpc>
                <a:spcPct val="100000"/>
              </a:lnSpc>
              <a:buFont typeface="Wingdings" panose="05000000000000000000" pitchFamily="2" charset="2"/>
              <a:buChar char="q"/>
              <a:defRPr sz="1200"/>
            </a:lvl1pPr>
            <a:lvl2pPr marL="457063" indent="-228525">
              <a:lnSpc>
                <a:spcPct val="100000"/>
              </a:lnSpc>
              <a:buFont typeface="Wingdings" panose="05000000000000000000" pitchFamily="2" charset="2"/>
              <a:buChar char="Ø"/>
              <a:defRPr sz="1100"/>
            </a:lvl2pPr>
            <a:lvl3pPr marL="685594" indent="-228525">
              <a:lnSpc>
                <a:spcPct val="100000"/>
              </a:lnSpc>
              <a:buFont typeface="Wingdings" panose="05000000000000000000" pitchFamily="2" charset="2"/>
              <a:buChar char="§"/>
              <a:defRPr sz="1000"/>
            </a:lvl3pPr>
            <a:lvl4pPr marL="914126" indent="-228525">
              <a:lnSpc>
                <a:spcPct val="100000"/>
              </a:lnSpc>
              <a:buFont typeface="Courier New" panose="02070309020205020404" pitchFamily="49" charset="0"/>
              <a:buChar char="o"/>
              <a:defRPr sz="900"/>
            </a:lvl4pPr>
            <a:lvl5pPr marL="1142657">
              <a:lnSpc>
                <a:spcPct val="100000"/>
              </a:lnSpc>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5" name="Freeform 14"/>
          <p:cNvSpPr/>
          <p:nvPr userDrawn="1"/>
        </p:nvSpPr>
        <p:spPr>
          <a:xfrm>
            <a:off x="3062366" y="1066800"/>
            <a:ext cx="5303520"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62" tIns="34281" rIns="68562" bIns="34281" numCol="1" spcCol="0" rtlCol="0" fromWordArt="0" anchor="ctr" anchorCtr="0" forceAA="0" compatLnSpc="1">
            <a:prstTxWarp prst="textNoShape">
              <a:avLst/>
            </a:prstTxWarp>
            <a:noAutofit/>
          </a:bodyPr>
          <a:lstStyle/>
          <a:p>
            <a:pPr lvl="0" algn="ctr"/>
            <a:endParaRPr lang="en-GB" sz="1013"/>
          </a:p>
        </p:txBody>
      </p:sp>
      <p:sp>
        <p:nvSpPr>
          <p:cNvPr id="16" name="Text Placeholder 6"/>
          <p:cNvSpPr>
            <a:spLocks noGrp="1"/>
          </p:cNvSpPr>
          <p:nvPr>
            <p:ph type="body" sz="quarter" idx="18"/>
          </p:nvPr>
        </p:nvSpPr>
        <p:spPr>
          <a:xfrm>
            <a:off x="3062366" y="1066800"/>
            <a:ext cx="5303520" cy="466344"/>
          </a:xfrm>
          <a:prstGeom prst="rect">
            <a:avLst/>
          </a:prstGeom>
        </p:spPr>
        <p:txBody>
          <a:bodyPr anchor="b"/>
          <a:lstStyle>
            <a:lvl1pPr marL="0" indent="0" algn="ctr">
              <a:buNone/>
              <a:defRPr sz="1300" b="1"/>
            </a:lvl1pPr>
          </a:lstStyle>
          <a:p>
            <a:pPr lvl="0"/>
            <a:r>
              <a:rPr lang="en-US" dirty="0"/>
              <a:t>Edit Master text styles</a:t>
            </a:r>
            <a:endParaRPr lang="en-IN" dirty="0"/>
          </a:p>
        </p:txBody>
      </p:sp>
      <p:sp>
        <p:nvSpPr>
          <p:cNvPr id="17" name="Content Placeholder 7"/>
          <p:cNvSpPr>
            <a:spLocks noGrp="1"/>
          </p:cNvSpPr>
          <p:nvPr>
            <p:ph sz="quarter" idx="19"/>
          </p:nvPr>
        </p:nvSpPr>
        <p:spPr>
          <a:xfrm>
            <a:off x="3062366" y="1562100"/>
            <a:ext cx="5303520" cy="1965960"/>
          </a:xfrm>
          <a:prstGeom prst="rect">
            <a:avLst/>
          </a:prstGeom>
        </p:spPr>
        <p:txBody>
          <a:bodyPr/>
          <a:lstStyle>
            <a:lvl1pPr marL="228525" indent="-228525">
              <a:lnSpc>
                <a:spcPct val="100000"/>
              </a:lnSpc>
              <a:buFont typeface="Wingdings" panose="05000000000000000000" pitchFamily="2" charset="2"/>
              <a:buChar char="q"/>
              <a:defRPr sz="1200"/>
            </a:lvl1pPr>
            <a:lvl2pPr marL="457063" indent="-228525">
              <a:lnSpc>
                <a:spcPct val="100000"/>
              </a:lnSpc>
              <a:buFont typeface="Wingdings" panose="05000000000000000000" pitchFamily="2" charset="2"/>
              <a:buChar char="Ø"/>
              <a:defRPr sz="1100"/>
            </a:lvl2pPr>
            <a:lvl3pPr marL="685594" indent="-228525">
              <a:lnSpc>
                <a:spcPct val="100000"/>
              </a:lnSpc>
              <a:buFont typeface="Wingdings" panose="05000000000000000000" pitchFamily="2" charset="2"/>
              <a:buChar char="§"/>
              <a:defRPr sz="1000"/>
            </a:lvl3pPr>
            <a:lvl4pPr marL="914126" indent="-228525">
              <a:lnSpc>
                <a:spcPct val="100000"/>
              </a:lnSpc>
              <a:buFont typeface="Courier New" panose="02070309020205020404" pitchFamily="49" charset="0"/>
              <a:buChar char="o"/>
              <a:defRPr sz="900"/>
            </a:lvl4pPr>
            <a:lvl5pPr marL="1142657">
              <a:lnSpc>
                <a:spcPct val="100000"/>
              </a:lnSpc>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5" name="Rectangle 4"/>
          <p:cNvSpPr/>
          <p:nvPr userDrawn="1"/>
        </p:nvSpPr>
        <p:spPr>
          <a:xfrm>
            <a:off x="161924" y="2087880"/>
            <a:ext cx="2286000" cy="914400"/>
          </a:xfrm>
          <a:prstGeom prst="rect">
            <a:avLst/>
          </a:prstGeom>
          <a:solidFill>
            <a:srgbClr val="00818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799"/>
          </a:p>
        </p:txBody>
      </p:sp>
      <p:sp>
        <p:nvSpPr>
          <p:cNvPr id="6" name="Isosceles Triangle 5"/>
          <p:cNvSpPr/>
          <p:nvPr userDrawn="1"/>
        </p:nvSpPr>
        <p:spPr>
          <a:xfrm rot="5400000">
            <a:off x="2209800" y="2402205"/>
            <a:ext cx="914400" cy="285750"/>
          </a:xfrm>
          <a:prstGeom prst="triangle">
            <a:avLst/>
          </a:prstGeom>
          <a:solidFill>
            <a:srgbClr val="9E7E0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799"/>
          </a:p>
        </p:txBody>
      </p:sp>
      <p:sp>
        <p:nvSpPr>
          <p:cNvPr id="8" name="Text Placeholder 7"/>
          <p:cNvSpPr>
            <a:spLocks noGrp="1"/>
          </p:cNvSpPr>
          <p:nvPr>
            <p:ph type="body" sz="quarter" idx="22"/>
          </p:nvPr>
        </p:nvSpPr>
        <p:spPr>
          <a:xfrm>
            <a:off x="228601" y="2162177"/>
            <a:ext cx="2105025" cy="771525"/>
          </a:xfrm>
          <a:prstGeom prst="rect">
            <a:avLst/>
          </a:prstGeom>
          <a:ln>
            <a:noFill/>
          </a:ln>
        </p:spPr>
        <p:txBody>
          <a:bodyPr anchor="ctr"/>
          <a:lstStyle>
            <a:lvl1pPr marL="0" indent="0" algn="ctr">
              <a:buNone/>
              <a:defRPr sz="1300" b="1">
                <a:solidFill>
                  <a:schemeClr val="bg1"/>
                </a:solidFill>
              </a:defRPr>
            </a:lvl1pPr>
          </a:lstStyle>
          <a:p>
            <a:pPr lvl="0"/>
            <a:r>
              <a:rPr lang="en-US" dirty="0"/>
              <a:t>Edit Master text styles</a:t>
            </a:r>
            <a:endParaRPr lang="en-IN" dirty="0"/>
          </a:p>
        </p:txBody>
      </p:sp>
    </p:spTree>
    <p:extLst>
      <p:ext uri="{BB962C8B-B14F-4D97-AF65-F5344CB8AC3E}">
        <p14:creationId xmlns:p14="http://schemas.microsoft.com/office/powerpoint/2010/main" val="2916394270"/>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2" name="Title 1"/>
          <p:cNvSpPr>
            <a:spLocks noGrp="1"/>
          </p:cNvSpPr>
          <p:nvPr userDrawn="1">
            <p:ph type="title"/>
          </p:nvPr>
        </p:nvSpPr>
        <p:spPr bwMode="gray">
          <a:xfrm>
            <a:off x="152359" y="152401"/>
            <a:ext cx="10512862" cy="731520"/>
          </a:xfrm>
        </p:spPr>
        <p:txBody>
          <a:bodyPr>
            <a:noAutofit/>
          </a:bodyPr>
          <a:lstStyle>
            <a:lvl1pPr>
              <a:defRPr sz="1998"/>
            </a:lvl1pPr>
          </a:lstStyle>
          <a:p>
            <a:r>
              <a:rPr lang="en-US" noProof="0" dirty="0"/>
              <a:t>Click to edit Master title style</a:t>
            </a:r>
            <a:endParaRPr lang="en-GB" noProof="0" dirty="0"/>
          </a:p>
        </p:txBody>
      </p:sp>
      <p:sp>
        <p:nvSpPr>
          <p:cNvPr id="6" name="Text Placeholder 2"/>
          <p:cNvSpPr>
            <a:spLocks noGrp="1"/>
          </p:cNvSpPr>
          <p:nvPr>
            <p:ph type="body" idx="12"/>
          </p:nvPr>
        </p:nvSpPr>
        <p:spPr bwMode="gray">
          <a:xfrm>
            <a:off x="161070" y="1082037"/>
            <a:ext cx="11824561" cy="470578"/>
          </a:xfrm>
        </p:spPr>
        <p:txBody>
          <a:bodyPr anchor="b">
            <a:noAutofit/>
          </a:bodyPr>
          <a:lstStyle>
            <a:lvl1pPr marL="0" indent="0" algn="ctr">
              <a:buNone/>
              <a:defRPr sz="1300" b="1"/>
            </a:lvl1pPr>
            <a:lvl2pPr marL="456922" indent="0">
              <a:buNone/>
              <a:defRPr sz="1998" b="1"/>
            </a:lvl2pPr>
            <a:lvl3pPr marL="913843" indent="0">
              <a:buNone/>
              <a:defRPr sz="1798" b="1"/>
            </a:lvl3pPr>
            <a:lvl4pPr marL="1370765" indent="0">
              <a:buNone/>
              <a:defRPr sz="1600" b="1"/>
            </a:lvl4pPr>
            <a:lvl5pPr marL="1827686" indent="0">
              <a:buNone/>
              <a:defRPr sz="1600" b="1"/>
            </a:lvl5pPr>
            <a:lvl6pPr marL="2284606" indent="0">
              <a:buNone/>
              <a:defRPr sz="1600" b="1"/>
            </a:lvl6pPr>
            <a:lvl7pPr marL="2741528" indent="0">
              <a:buNone/>
              <a:defRPr sz="1600" b="1"/>
            </a:lvl7pPr>
            <a:lvl8pPr marL="3198450" indent="0">
              <a:buNone/>
              <a:defRPr sz="1600" b="1"/>
            </a:lvl8pPr>
            <a:lvl9pPr marL="3655371" indent="0">
              <a:buNone/>
              <a:defRPr sz="1600" b="1"/>
            </a:lvl9pPr>
          </a:lstStyle>
          <a:p>
            <a:pPr lvl="0"/>
            <a:r>
              <a:rPr lang="en-US" noProof="0" dirty="0"/>
              <a:t>Click to edit Master text styles</a:t>
            </a:r>
          </a:p>
        </p:txBody>
      </p:sp>
      <p:sp>
        <p:nvSpPr>
          <p:cNvPr id="8" name="Freeform 7"/>
          <p:cNvSpPr/>
          <p:nvPr userDrawn="1"/>
        </p:nvSpPr>
        <p:spPr>
          <a:xfrm>
            <a:off x="165909" y="1082037"/>
            <a:ext cx="11819716"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44" tIns="34272" rIns="68544" bIns="34272" numCol="1" spcCol="0" rtlCol="0" fromWordArt="0" anchor="ctr" anchorCtr="0" forceAA="0" compatLnSpc="1">
            <a:prstTxWarp prst="textNoShape">
              <a:avLst/>
            </a:prstTxWarp>
            <a:noAutofit/>
          </a:bodyPr>
          <a:lstStyle/>
          <a:p>
            <a:pPr marL="0" marR="0" lvl="0" indent="0" algn="ctr" defTabSz="914126" rtl="0" eaLnBrk="1" fontAlgn="auto" latinLnBrk="0" hangingPunct="1">
              <a:lnSpc>
                <a:spcPct val="100000"/>
              </a:lnSpc>
              <a:spcBef>
                <a:spcPts val="0"/>
              </a:spcBef>
              <a:spcAft>
                <a:spcPts val="0"/>
              </a:spcAft>
              <a:buClrTx/>
              <a:buSzTx/>
              <a:buFontTx/>
              <a:buNone/>
              <a:tabLst/>
              <a:defRPr/>
            </a:pPr>
            <a:endParaRPr kumimoji="0" lang="en-GB" sz="1013"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Footer Placeholder 2"/>
          <p:cNvSpPr>
            <a:spLocks noGrp="1"/>
          </p:cNvSpPr>
          <p:nvPr>
            <p:ph type="ftr" sz="quarter" idx="10"/>
          </p:nvPr>
        </p:nvSpPr>
        <p:spPr>
          <a:xfrm>
            <a:off x="152401" y="6513512"/>
            <a:ext cx="3466790" cy="269876"/>
          </a:xfrm>
        </p:spPr>
        <p:txBody>
          <a:bodyPr/>
          <a:lstStyle/>
          <a:p>
            <a:r>
              <a:rPr lang="en-US" dirty="0"/>
              <a:t>©2025 Fact.MR, All Rights Reserved</a:t>
            </a:r>
          </a:p>
        </p:txBody>
      </p:sp>
      <p:sp>
        <p:nvSpPr>
          <p:cNvPr id="10" name="Slide Number Placeholder 3"/>
          <p:cNvSpPr>
            <a:spLocks noGrp="1"/>
          </p:cNvSpPr>
          <p:nvPr>
            <p:ph type="sldNum" sz="quarter" idx="11"/>
          </p:nvPr>
        </p:nvSpPr>
        <p:spPr>
          <a:xfrm>
            <a:off x="11525250" y="6529578"/>
            <a:ext cx="457200" cy="237744"/>
          </a:xfrm>
        </p:spPr>
        <p:txBody>
          <a:bodyPr/>
          <a:lstStyle/>
          <a:p>
            <a:fld id="{4B17068C-EB94-40A3-A5F2-664CDD77FDAC}" type="slidenum">
              <a:rPr lang="en-US" smtClean="0"/>
              <a:pPr/>
              <a:t>‹#›</a:t>
            </a:fld>
            <a:endParaRPr lang="en-US" dirty="0"/>
          </a:p>
        </p:txBody>
      </p:sp>
    </p:spTree>
    <p:extLst>
      <p:ext uri="{BB962C8B-B14F-4D97-AF65-F5344CB8AC3E}">
        <p14:creationId xmlns:p14="http://schemas.microsoft.com/office/powerpoint/2010/main" val="3052315668"/>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3175" y="0"/>
            <a:ext cx="12192000" cy="6858000"/>
          </a:xfrm>
          <a:prstGeom prst="rect">
            <a:avLst/>
          </a:prstGeom>
        </p:spPr>
      </p:pic>
      <p:sp>
        <p:nvSpPr>
          <p:cNvPr id="6" name="Footer Placeholder 4"/>
          <p:cNvSpPr>
            <a:spLocks noGrp="1"/>
          </p:cNvSpPr>
          <p:nvPr>
            <p:ph type="ftr" sz="quarter" idx="3"/>
          </p:nvPr>
        </p:nvSpPr>
        <p:spPr bwMode="gray">
          <a:xfrm>
            <a:off x="4361017" y="6513512"/>
            <a:ext cx="3466790" cy="269876"/>
          </a:xfrm>
          <a:prstGeom prst="rect">
            <a:avLst/>
          </a:prstGeom>
        </p:spPr>
        <p:txBody>
          <a:bodyPr lIns="0" rIns="0" anchor="ctr">
            <a:noAutofit/>
          </a:bodyPr>
          <a:lstStyle>
            <a:lvl1pPr algn="l">
              <a:defRPr sz="1100">
                <a:solidFill>
                  <a:schemeClr val="tx1"/>
                </a:solidFill>
                <a:latin typeface="+mn-lt"/>
              </a:defRPr>
            </a:lvl1pPr>
          </a:lstStyle>
          <a:p>
            <a:pPr algn="ctr"/>
            <a:r>
              <a:rPr lang="en-US" dirty="0"/>
              <a:t>©2025 Fact.MR, All Rights Reserved</a:t>
            </a:r>
          </a:p>
        </p:txBody>
      </p:sp>
      <p:sp>
        <p:nvSpPr>
          <p:cNvPr id="3" name="Text Placeholder 2"/>
          <p:cNvSpPr>
            <a:spLocks noGrp="1"/>
          </p:cNvSpPr>
          <p:nvPr>
            <p:ph type="body" sz="quarter" idx="10"/>
          </p:nvPr>
        </p:nvSpPr>
        <p:spPr>
          <a:xfrm>
            <a:off x="160945" y="1219200"/>
            <a:ext cx="6400800" cy="1762125"/>
          </a:xfrm>
          <a:prstGeom prst="rect">
            <a:avLst/>
          </a:prstGeom>
        </p:spPr>
        <p:txBody>
          <a:bodyPr lIns="0" anchor="b"/>
          <a:lstStyle>
            <a:lvl1pPr marL="0" indent="0">
              <a:buNone/>
              <a:defRPr sz="3600" b="1">
                <a:solidFill>
                  <a:srgbClr val="002060"/>
                </a:solidFill>
              </a:defRPr>
            </a:lvl1pPr>
          </a:lstStyle>
          <a:p>
            <a:pPr lvl="0"/>
            <a:r>
              <a:rPr lang="en-US" dirty="0"/>
              <a:t>Edit Master text styles</a:t>
            </a:r>
            <a:endParaRPr lang="en-IN" dirty="0"/>
          </a:p>
        </p:txBody>
      </p:sp>
      <p:sp>
        <p:nvSpPr>
          <p:cNvPr id="7" name="Text Placeholder 2"/>
          <p:cNvSpPr>
            <a:spLocks noGrp="1"/>
          </p:cNvSpPr>
          <p:nvPr>
            <p:ph type="body" sz="quarter" idx="11"/>
          </p:nvPr>
        </p:nvSpPr>
        <p:spPr>
          <a:xfrm>
            <a:off x="160945" y="2990851"/>
            <a:ext cx="6400800" cy="1181100"/>
          </a:xfrm>
          <a:prstGeom prst="rect">
            <a:avLst/>
          </a:prstGeom>
        </p:spPr>
        <p:txBody>
          <a:bodyPr lIns="0" anchor="t"/>
          <a:lstStyle>
            <a:lvl1pPr marL="0" indent="0">
              <a:buNone/>
              <a:defRPr sz="2000" b="0">
                <a:solidFill>
                  <a:schemeClr val="tx1"/>
                </a:solidFill>
              </a:defRPr>
            </a:lvl1pPr>
          </a:lstStyle>
          <a:p>
            <a:pPr lvl="0"/>
            <a:r>
              <a:rPr lang="en-US" dirty="0"/>
              <a:t>Edit Master text styles</a:t>
            </a:r>
            <a:endParaRPr lang="en-IN" dirty="0"/>
          </a:p>
        </p:txBody>
      </p:sp>
      <p:pic>
        <p:nvPicPr>
          <p:cNvPr id="4" name="Picture 3">
            <a:extLst>
              <a:ext uri="{FF2B5EF4-FFF2-40B4-BE49-F238E27FC236}">
                <a16:creationId xmlns:a16="http://schemas.microsoft.com/office/drawing/2014/main" id="{960CAA14-6A07-E731-86BF-157E04148A7B}"/>
              </a:ext>
            </a:extLst>
          </p:cNvPr>
          <p:cNvPicPr/>
          <p:nvPr userDrawn="1"/>
        </p:nvPicPr>
        <p:blipFill>
          <a:blip r:embed="rId3" cstate="email">
            <a:extLst>
              <a:ext uri="{28A0092B-C50C-407E-A947-70E740481C1C}">
                <a14:useLocalDpi xmlns:a14="http://schemas.microsoft.com/office/drawing/2010/main"/>
              </a:ext>
            </a:extLst>
          </a:blip>
          <a:stretch>
            <a:fillRect/>
          </a:stretch>
        </p:blipFill>
        <p:spPr>
          <a:xfrm>
            <a:off x="160338" y="412713"/>
            <a:ext cx="1991485" cy="498500"/>
          </a:xfrm>
          <a:prstGeom prst="rect">
            <a:avLst/>
          </a:prstGeom>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150194367"/>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7_Comparison">
    <p:spTree>
      <p:nvGrpSpPr>
        <p:cNvPr id="1" name=""/>
        <p:cNvGrpSpPr/>
        <p:nvPr/>
      </p:nvGrpSpPr>
      <p:grpSpPr>
        <a:xfrm>
          <a:off x="0" y="0"/>
          <a:ext cx="0" cy="0"/>
          <a:chOff x="0" y="0"/>
          <a:chExt cx="0" cy="0"/>
        </a:xfrm>
      </p:grpSpPr>
      <p:sp>
        <p:nvSpPr>
          <p:cNvPr id="8" name="Footer Placeholder 4"/>
          <p:cNvSpPr>
            <a:spLocks noGrp="1"/>
          </p:cNvSpPr>
          <p:nvPr>
            <p:ph type="ftr" sz="quarter" idx="3"/>
          </p:nvPr>
        </p:nvSpPr>
        <p:spPr bwMode="gray">
          <a:xfrm>
            <a:off x="152400" y="6513512"/>
            <a:ext cx="3466790" cy="269876"/>
          </a:xfrm>
          <a:prstGeom prst="rect">
            <a:avLst/>
          </a:prstGeom>
        </p:spPr>
        <p:txBody>
          <a:bodyPr lIns="0" anchor="ctr">
            <a:noAutofit/>
          </a:bodyPr>
          <a:lstStyle>
            <a:lvl1pPr algn="l">
              <a:defRPr sz="1100">
                <a:solidFill>
                  <a:schemeClr val="bg1"/>
                </a:solidFill>
                <a:latin typeface="+mn-lt"/>
              </a:defRPr>
            </a:lvl1pPr>
          </a:lstStyle>
          <a:p>
            <a:r>
              <a:rPr lang="en-US" dirty="0"/>
              <a:t>©2025 Fact.MR, All Rights Reserved</a:t>
            </a:r>
          </a:p>
        </p:txBody>
      </p:sp>
      <p:sp>
        <p:nvSpPr>
          <p:cNvPr id="9" name="Slide Number Placeholder 5"/>
          <p:cNvSpPr>
            <a:spLocks noGrp="1"/>
          </p:cNvSpPr>
          <p:nvPr>
            <p:ph type="sldNum" sz="quarter" idx="4"/>
          </p:nvPr>
        </p:nvSpPr>
        <p:spPr bwMode="gray">
          <a:xfrm>
            <a:off x="11525250" y="6529578"/>
            <a:ext cx="457200" cy="237744"/>
          </a:xfrm>
          <a:prstGeom prst="rect">
            <a:avLst/>
          </a:prstGeom>
        </p:spPr>
        <p:txBody>
          <a:bodyPr>
            <a:noAutofit/>
          </a:bodyPr>
          <a:lstStyle>
            <a:lvl1pPr algn="ctr">
              <a:defRPr sz="1100">
                <a:solidFill>
                  <a:schemeClr val="bg1"/>
                </a:solidFill>
                <a:latin typeface="+mn-lt"/>
              </a:defRPr>
            </a:lvl1pPr>
          </a:lstStyle>
          <a:p>
            <a:fld id="{4B17068C-EB94-40A3-A5F2-664CDD77FDAC}" type="slidenum">
              <a:rPr lang="en-US" smtClean="0"/>
              <a:pPr/>
              <a:t>‹#›</a:t>
            </a:fld>
            <a:endParaRPr lang="en-US" dirty="0"/>
          </a:p>
        </p:txBody>
      </p:sp>
      <p:sp>
        <p:nvSpPr>
          <p:cNvPr id="2" name="Rectangle 1"/>
          <p:cNvSpPr/>
          <p:nvPr userDrawn="1"/>
        </p:nvSpPr>
        <p:spPr>
          <a:xfrm>
            <a:off x="-1" y="0"/>
            <a:ext cx="12188825" cy="62245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3" name="Picture 2">
            <a:extLst>
              <a:ext uri="{FF2B5EF4-FFF2-40B4-BE49-F238E27FC236}">
                <a16:creationId xmlns:a16="http://schemas.microsoft.com/office/drawing/2014/main" id="{224F0464-5A92-EE1E-3C62-1E6DB82C4314}"/>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0509684" y="290991"/>
            <a:ext cx="1603477" cy="408887"/>
          </a:xfrm>
          <a:prstGeom prst="rect">
            <a:avLst/>
          </a:prstGeom>
        </p:spPr>
      </p:pic>
    </p:spTree>
    <p:extLst>
      <p:ext uri="{BB962C8B-B14F-4D97-AF65-F5344CB8AC3E}">
        <p14:creationId xmlns:p14="http://schemas.microsoft.com/office/powerpoint/2010/main" val="1385925482"/>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41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Footer Placeholder 2"/>
          <p:cNvSpPr>
            <a:spLocks noGrp="1"/>
          </p:cNvSpPr>
          <p:nvPr>
            <p:ph type="ftr" sz="quarter" idx="10"/>
          </p:nvPr>
        </p:nvSpPr>
        <p:spPr/>
        <p:txBody>
          <a:bodyPr/>
          <a:lstStyle/>
          <a:p>
            <a:r>
              <a:rPr lang="en-US" dirty="0"/>
              <a:t>©2025 Fact.MR, All Rights Reserved</a:t>
            </a:r>
          </a:p>
        </p:txBody>
      </p:sp>
      <p:sp>
        <p:nvSpPr>
          <p:cNvPr id="4" name="Slide Number Placeholder 3"/>
          <p:cNvSpPr>
            <a:spLocks noGrp="1"/>
          </p:cNvSpPr>
          <p:nvPr>
            <p:ph type="sldNum" sz="quarter" idx="11"/>
          </p:nvPr>
        </p:nvSpPr>
        <p:spPr/>
        <p:txBody>
          <a:bodyPr/>
          <a:lstStyle/>
          <a:p>
            <a:fld id="{4B17068C-EB94-40A3-A5F2-664CDD77FDAC}" type="slidenum">
              <a:rPr lang="en-US" smtClean="0"/>
              <a:pPr/>
              <a:t>‹#›</a:t>
            </a:fld>
            <a:endParaRPr lang="en-US" dirty="0"/>
          </a:p>
        </p:txBody>
      </p:sp>
      <p:sp>
        <p:nvSpPr>
          <p:cNvPr id="5" name="Freeform 4"/>
          <p:cNvSpPr/>
          <p:nvPr userDrawn="1"/>
        </p:nvSpPr>
        <p:spPr>
          <a:xfrm>
            <a:off x="157241" y="1066800"/>
            <a:ext cx="3767328"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lvl="0" algn="ctr"/>
            <a:endParaRPr lang="en-GB" sz="1013"/>
          </a:p>
        </p:txBody>
      </p:sp>
      <p:sp>
        <p:nvSpPr>
          <p:cNvPr id="7" name="Text Placeholder 6"/>
          <p:cNvSpPr>
            <a:spLocks noGrp="1"/>
          </p:cNvSpPr>
          <p:nvPr>
            <p:ph type="body" sz="quarter" idx="12"/>
          </p:nvPr>
        </p:nvSpPr>
        <p:spPr>
          <a:xfrm>
            <a:off x="171576" y="1066800"/>
            <a:ext cx="3767328" cy="466344"/>
          </a:xfrm>
          <a:prstGeom prst="rect">
            <a:avLst/>
          </a:prstGeom>
        </p:spPr>
        <p:txBody>
          <a:bodyPr anchor="b"/>
          <a:lstStyle>
            <a:lvl1pPr marL="0" indent="0" algn="ctr">
              <a:buNone/>
              <a:defRPr sz="1300" b="1"/>
            </a:lvl1pPr>
          </a:lstStyle>
          <a:p>
            <a:pPr lvl="0"/>
            <a:r>
              <a:rPr lang="en-US" dirty="0"/>
              <a:t>Edit Master text styles</a:t>
            </a:r>
            <a:endParaRPr lang="en-IN" dirty="0"/>
          </a:p>
        </p:txBody>
      </p:sp>
      <p:sp>
        <p:nvSpPr>
          <p:cNvPr id="8" name="Content Placeholder 7"/>
          <p:cNvSpPr>
            <a:spLocks noGrp="1"/>
          </p:cNvSpPr>
          <p:nvPr>
            <p:ph sz="quarter" idx="13"/>
          </p:nvPr>
        </p:nvSpPr>
        <p:spPr>
          <a:xfrm>
            <a:off x="152400" y="1562100"/>
            <a:ext cx="3767328" cy="1965960"/>
          </a:xfrm>
          <a:prstGeom prst="rect">
            <a:avLst/>
          </a:prstGeom>
        </p:spPr>
        <p:txBody>
          <a:bodyPr/>
          <a:lstStyle>
            <a:lvl1pPr marL="228594" indent="-228594">
              <a:lnSpc>
                <a:spcPct val="100000"/>
              </a:lnSpc>
              <a:buFont typeface="Wingdings" panose="05000000000000000000" pitchFamily="2" charset="2"/>
              <a:buChar char="q"/>
              <a:defRPr sz="1200"/>
            </a:lvl1pPr>
            <a:lvl2pPr marL="457200" indent="-228594">
              <a:lnSpc>
                <a:spcPct val="100000"/>
              </a:lnSpc>
              <a:buFont typeface="Wingdings" panose="05000000000000000000" pitchFamily="2" charset="2"/>
              <a:buChar char="Ø"/>
              <a:defRPr sz="1100"/>
            </a:lvl2pPr>
            <a:lvl3pPr marL="685800" indent="-228594">
              <a:lnSpc>
                <a:spcPct val="100000"/>
              </a:lnSpc>
              <a:buFont typeface="Wingdings" panose="05000000000000000000" pitchFamily="2" charset="2"/>
              <a:buChar char="§"/>
              <a:defRPr sz="1000"/>
            </a:lvl3pPr>
            <a:lvl4pPr marL="914400" indent="-228594">
              <a:lnSpc>
                <a:spcPct val="100000"/>
              </a:lnSpc>
              <a:buFont typeface="Courier New" panose="02070309020205020404" pitchFamily="49" charset="0"/>
              <a:buChar char="o"/>
              <a:defRPr sz="900"/>
            </a:lvl4pPr>
            <a:lvl5pPr marL="1143000">
              <a:lnSpc>
                <a:spcPct val="100000"/>
              </a:lnSpc>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Freeform 8"/>
          <p:cNvSpPr/>
          <p:nvPr userDrawn="1"/>
        </p:nvSpPr>
        <p:spPr>
          <a:xfrm>
            <a:off x="4204525" y="1066800"/>
            <a:ext cx="7781100"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lvl="0" algn="ctr"/>
            <a:endParaRPr lang="en-GB" sz="1013"/>
          </a:p>
        </p:txBody>
      </p:sp>
      <p:sp>
        <p:nvSpPr>
          <p:cNvPr id="10" name="Text Placeholder 6"/>
          <p:cNvSpPr>
            <a:spLocks noGrp="1"/>
          </p:cNvSpPr>
          <p:nvPr>
            <p:ph type="body" sz="quarter" idx="14"/>
          </p:nvPr>
        </p:nvSpPr>
        <p:spPr>
          <a:xfrm>
            <a:off x="4204525" y="1066800"/>
            <a:ext cx="7781100" cy="466344"/>
          </a:xfrm>
          <a:prstGeom prst="rect">
            <a:avLst/>
          </a:prstGeom>
        </p:spPr>
        <p:txBody>
          <a:bodyPr anchor="b"/>
          <a:lstStyle>
            <a:lvl1pPr marL="0" indent="0" algn="ctr">
              <a:buNone/>
              <a:defRPr sz="1300" b="1"/>
            </a:lvl1pPr>
          </a:lstStyle>
          <a:p>
            <a:pPr lvl="0"/>
            <a:r>
              <a:rPr lang="en-US" dirty="0"/>
              <a:t>Edit Master text styles</a:t>
            </a:r>
            <a:endParaRPr lang="en-IN" dirty="0"/>
          </a:p>
        </p:txBody>
      </p:sp>
      <p:sp>
        <p:nvSpPr>
          <p:cNvPr id="11" name="Content Placeholder 7"/>
          <p:cNvSpPr>
            <a:spLocks noGrp="1"/>
          </p:cNvSpPr>
          <p:nvPr>
            <p:ph sz="quarter" idx="15"/>
          </p:nvPr>
        </p:nvSpPr>
        <p:spPr>
          <a:xfrm>
            <a:off x="4204525" y="1562100"/>
            <a:ext cx="7781100" cy="1965960"/>
          </a:xfrm>
          <a:prstGeom prst="rect">
            <a:avLst/>
          </a:prstGeom>
        </p:spPr>
        <p:txBody>
          <a:bodyPr/>
          <a:lstStyle>
            <a:lvl1pPr marL="228594" indent="-228594">
              <a:lnSpc>
                <a:spcPct val="100000"/>
              </a:lnSpc>
              <a:buFont typeface="Wingdings" panose="05000000000000000000" pitchFamily="2" charset="2"/>
              <a:buChar char="q"/>
              <a:defRPr sz="1200"/>
            </a:lvl1pPr>
            <a:lvl2pPr marL="457200" indent="-228594">
              <a:lnSpc>
                <a:spcPct val="100000"/>
              </a:lnSpc>
              <a:buFont typeface="Wingdings" panose="05000000000000000000" pitchFamily="2" charset="2"/>
              <a:buChar char="Ø"/>
              <a:defRPr sz="1100"/>
            </a:lvl2pPr>
            <a:lvl3pPr marL="685800" indent="-228594">
              <a:lnSpc>
                <a:spcPct val="100000"/>
              </a:lnSpc>
              <a:buFont typeface="Wingdings" panose="05000000000000000000" pitchFamily="2" charset="2"/>
              <a:buChar char="§"/>
              <a:defRPr sz="1000"/>
            </a:lvl3pPr>
            <a:lvl4pPr marL="914400" indent="-228594">
              <a:lnSpc>
                <a:spcPct val="100000"/>
              </a:lnSpc>
              <a:buFont typeface="Courier New" panose="02070309020205020404" pitchFamily="49" charset="0"/>
              <a:buChar char="o"/>
              <a:defRPr sz="900"/>
            </a:lvl4pPr>
            <a:lvl5pPr marL="1143000">
              <a:lnSpc>
                <a:spcPct val="100000"/>
              </a:lnSpc>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5" name="Freeform 14"/>
          <p:cNvSpPr/>
          <p:nvPr userDrawn="1"/>
        </p:nvSpPr>
        <p:spPr>
          <a:xfrm>
            <a:off x="157240" y="3763328"/>
            <a:ext cx="11833225"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lvl="0" algn="ctr"/>
            <a:endParaRPr lang="en-GB" sz="1013"/>
          </a:p>
        </p:txBody>
      </p:sp>
      <p:sp>
        <p:nvSpPr>
          <p:cNvPr id="16" name="Text Placeholder 6"/>
          <p:cNvSpPr>
            <a:spLocks noGrp="1"/>
          </p:cNvSpPr>
          <p:nvPr>
            <p:ph type="body" sz="quarter" idx="18"/>
          </p:nvPr>
        </p:nvSpPr>
        <p:spPr>
          <a:xfrm>
            <a:off x="171576" y="3763328"/>
            <a:ext cx="11814049" cy="466344"/>
          </a:xfrm>
          <a:prstGeom prst="rect">
            <a:avLst/>
          </a:prstGeom>
        </p:spPr>
        <p:txBody>
          <a:bodyPr anchor="b"/>
          <a:lstStyle>
            <a:lvl1pPr marL="0" indent="0" algn="ctr">
              <a:buNone/>
              <a:defRPr sz="1300" b="1"/>
            </a:lvl1pPr>
          </a:lstStyle>
          <a:p>
            <a:pPr lvl="0"/>
            <a:r>
              <a:rPr lang="en-US" dirty="0"/>
              <a:t>Edit Master text styles</a:t>
            </a:r>
            <a:endParaRPr lang="en-IN" dirty="0"/>
          </a:p>
        </p:txBody>
      </p:sp>
      <p:sp>
        <p:nvSpPr>
          <p:cNvPr id="17" name="Content Placeholder 7"/>
          <p:cNvSpPr>
            <a:spLocks noGrp="1"/>
          </p:cNvSpPr>
          <p:nvPr>
            <p:ph sz="quarter" idx="19"/>
          </p:nvPr>
        </p:nvSpPr>
        <p:spPr>
          <a:xfrm>
            <a:off x="152399" y="4258628"/>
            <a:ext cx="11833225" cy="1965960"/>
          </a:xfrm>
          <a:prstGeom prst="rect">
            <a:avLst/>
          </a:prstGeom>
        </p:spPr>
        <p:txBody>
          <a:bodyPr/>
          <a:lstStyle>
            <a:lvl1pPr marL="228594" indent="-228594">
              <a:lnSpc>
                <a:spcPct val="100000"/>
              </a:lnSpc>
              <a:buFont typeface="Wingdings" panose="05000000000000000000" pitchFamily="2" charset="2"/>
              <a:buChar char="q"/>
              <a:defRPr sz="1200"/>
            </a:lvl1pPr>
            <a:lvl2pPr marL="457200" indent="-228594">
              <a:lnSpc>
                <a:spcPct val="100000"/>
              </a:lnSpc>
              <a:buFont typeface="Wingdings" panose="05000000000000000000" pitchFamily="2" charset="2"/>
              <a:buChar char="Ø"/>
              <a:defRPr sz="1100"/>
            </a:lvl2pPr>
            <a:lvl3pPr marL="685800" indent="-228594">
              <a:lnSpc>
                <a:spcPct val="100000"/>
              </a:lnSpc>
              <a:buFont typeface="Wingdings" panose="05000000000000000000" pitchFamily="2" charset="2"/>
              <a:buChar char="§"/>
              <a:defRPr sz="1000"/>
            </a:lvl3pPr>
            <a:lvl4pPr marL="914400" indent="-228594">
              <a:lnSpc>
                <a:spcPct val="100000"/>
              </a:lnSpc>
              <a:buFont typeface="Courier New" panose="02070309020205020404" pitchFamily="49" charset="0"/>
              <a:buChar char="o"/>
              <a:defRPr sz="900"/>
            </a:lvl4pPr>
            <a:lvl5pPr marL="1143000">
              <a:lnSpc>
                <a:spcPct val="100000"/>
              </a:lnSpc>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1668732198"/>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userDrawn="1">
  <p:cSld name="16_Title and Content">
    <p:spTree>
      <p:nvGrpSpPr>
        <p:cNvPr id="1" name=""/>
        <p:cNvGrpSpPr/>
        <p:nvPr/>
      </p:nvGrpSpPr>
      <p:grpSpPr>
        <a:xfrm>
          <a:off x="0" y="0"/>
          <a:ext cx="0" cy="0"/>
          <a:chOff x="0" y="0"/>
          <a:chExt cx="0" cy="0"/>
        </a:xfrm>
      </p:grpSpPr>
      <p:sp>
        <p:nvSpPr>
          <p:cNvPr id="6" name="Rectangle 5"/>
          <p:cNvSpPr/>
          <p:nvPr userDrawn="1"/>
        </p:nvSpPr>
        <p:spPr>
          <a:xfrm>
            <a:off x="152361" y="1613578"/>
            <a:ext cx="2268916" cy="914400"/>
          </a:xfrm>
          <a:prstGeom prst="rect">
            <a:avLst/>
          </a:prstGeom>
          <a:solidFill>
            <a:srgbClr val="00818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901"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p:cNvSpPr>
            <a:spLocks noGrp="1"/>
          </p:cNvSpPr>
          <p:nvPr userDrawn="1">
            <p:ph idx="1"/>
          </p:nvPr>
        </p:nvSpPr>
        <p:spPr bwMode="gray">
          <a:xfrm>
            <a:off x="3142403" y="1613579"/>
            <a:ext cx="5264897" cy="1920240"/>
          </a:xfrm>
          <a:ln>
            <a:noFill/>
          </a:ln>
        </p:spPr>
        <p:txBody>
          <a:bodyPr lIns="91440"/>
          <a:lstStyle>
            <a:lvl1pPr marL="228531" indent="-228531" algn="just">
              <a:lnSpc>
                <a:spcPct val="100000"/>
              </a:lnSpc>
              <a:spcBef>
                <a:spcPts val="800"/>
              </a:spcBef>
              <a:spcAft>
                <a:spcPts val="800"/>
              </a:spcAft>
              <a:buFont typeface="Wingdings" panose="05000000000000000000" pitchFamily="2" charset="2"/>
              <a:buChar char="q"/>
              <a:defRPr sz="1200"/>
            </a:lvl1pPr>
            <a:lvl2pPr marL="457063" indent="-228531" algn="just">
              <a:lnSpc>
                <a:spcPct val="100000"/>
              </a:lnSpc>
              <a:spcBef>
                <a:spcPts val="700"/>
              </a:spcBef>
              <a:spcAft>
                <a:spcPts val="700"/>
              </a:spcAft>
              <a:buFont typeface="Wingdings" panose="05000000000000000000" pitchFamily="2" charset="2"/>
              <a:buChar char="Ø"/>
              <a:defRPr sz="1100"/>
            </a:lvl2pPr>
            <a:lvl3pPr marL="685594" indent="-228531" algn="just">
              <a:lnSpc>
                <a:spcPct val="100000"/>
              </a:lnSpc>
              <a:spcBef>
                <a:spcPts val="600"/>
              </a:spcBef>
              <a:spcAft>
                <a:spcPts val="600"/>
              </a:spcAft>
              <a:buFont typeface="Wingdings" panose="05000000000000000000" pitchFamily="2" charset="2"/>
              <a:buChar char="§"/>
              <a:defRPr sz="1000"/>
            </a:lvl3pPr>
            <a:lvl4pPr marL="914126" indent="-228531" algn="just">
              <a:lnSpc>
                <a:spcPct val="100000"/>
              </a:lnSpc>
              <a:spcBef>
                <a:spcPts val="500"/>
              </a:spcBef>
              <a:spcAft>
                <a:spcPts val="500"/>
              </a:spcAft>
              <a:buFont typeface="Courier New" panose="02070309020205020404" pitchFamily="49" charset="0"/>
              <a:buChar char="o"/>
              <a:defRPr sz="900"/>
            </a:lvl4pPr>
            <a:lvl5pPr marL="1142657" indent="-228531" algn="just">
              <a:lnSpc>
                <a:spcPct val="100000"/>
              </a:lnSpc>
              <a:spcBef>
                <a:spcPts val="400"/>
              </a:spcBef>
              <a:spcAft>
                <a:spcPts val="400"/>
              </a:spcAft>
              <a:defRPr sz="800"/>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GB" noProof="0" dirty="0"/>
          </a:p>
        </p:txBody>
      </p:sp>
      <p:sp>
        <p:nvSpPr>
          <p:cNvPr id="2" name="Title 1"/>
          <p:cNvSpPr>
            <a:spLocks noGrp="1"/>
          </p:cNvSpPr>
          <p:nvPr userDrawn="1">
            <p:ph type="title"/>
          </p:nvPr>
        </p:nvSpPr>
        <p:spPr bwMode="gray">
          <a:xfrm>
            <a:off x="152359" y="152400"/>
            <a:ext cx="10512862" cy="731520"/>
          </a:xfrm>
        </p:spPr>
        <p:txBody>
          <a:bodyPr>
            <a:noAutofit/>
          </a:bodyPr>
          <a:lstStyle>
            <a:lvl1pPr>
              <a:defRPr sz="1999"/>
            </a:lvl1pPr>
          </a:lstStyle>
          <a:p>
            <a:r>
              <a:rPr lang="en-US" noProof="0" dirty="0"/>
              <a:t>Click to edit Master title style</a:t>
            </a:r>
            <a:endParaRPr lang="en-GB" noProof="0" dirty="0"/>
          </a:p>
        </p:txBody>
      </p:sp>
      <p:sp>
        <p:nvSpPr>
          <p:cNvPr id="25" name="Text Placeholder 2"/>
          <p:cNvSpPr>
            <a:spLocks noGrp="1"/>
          </p:cNvSpPr>
          <p:nvPr>
            <p:ph type="body" idx="12"/>
          </p:nvPr>
        </p:nvSpPr>
        <p:spPr bwMode="gray">
          <a:xfrm>
            <a:off x="3142403" y="1143000"/>
            <a:ext cx="5264897" cy="470578"/>
          </a:xfrm>
        </p:spPr>
        <p:txBody>
          <a:bodyPr anchor="b">
            <a:noAutofit/>
          </a:bodyPr>
          <a:lstStyle>
            <a:lvl1pPr marL="0" indent="0" algn="ctr">
              <a:buNone/>
              <a:defRPr sz="1200" b="1"/>
            </a:lvl1pPr>
            <a:lvl2pPr marL="457059" indent="0">
              <a:buNone/>
              <a:defRPr sz="1999" b="1"/>
            </a:lvl2pPr>
            <a:lvl3pPr marL="914117" indent="0">
              <a:buNone/>
              <a:defRPr sz="1799" b="1"/>
            </a:lvl3pPr>
            <a:lvl4pPr marL="1371176" indent="0">
              <a:buNone/>
              <a:defRPr sz="1600" b="1"/>
            </a:lvl4pPr>
            <a:lvl5pPr marL="1828234" indent="0">
              <a:buNone/>
              <a:defRPr sz="1600" b="1"/>
            </a:lvl5pPr>
            <a:lvl6pPr marL="2285292" indent="0">
              <a:buNone/>
              <a:defRPr sz="1600" b="1"/>
            </a:lvl6pPr>
            <a:lvl7pPr marL="2742351" indent="0">
              <a:buNone/>
              <a:defRPr sz="1600" b="1"/>
            </a:lvl7pPr>
            <a:lvl8pPr marL="3199410" indent="0">
              <a:buNone/>
              <a:defRPr sz="1600" b="1"/>
            </a:lvl8pPr>
            <a:lvl9pPr marL="3656468" indent="0">
              <a:buNone/>
              <a:defRPr sz="1600" b="1"/>
            </a:lvl9pPr>
          </a:lstStyle>
          <a:p>
            <a:pPr lvl="0"/>
            <a:r>
              <a:rPr lang="en-US" noProof="0" dirty="0"/>
              <a:t>Click to edit Master text styles</a:t>
            </a:r>
          </a:p>
        </p:txBody>
      </p:sp>
      <p:sp>
        <p:nvSpPr>
          <p:cNvPr id="13" name="Freeform 12"/>
          <p:cNvSpPr/>
          <p:nvPr userDrawn="1"/>
        </p:nvSpPr>
        <p:spPr>
          <a:xfrm>
            <a:off x="3147244" y="1143000"/>
            <a:ext cx="5264897"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62" tIns="34281" rIns="68562" bIns="34281"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13"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Content Placeholder 2"/>
          <p:cNvSpPr>
            <a:spLocks noGrp="1"/>
          </p:cNvSpPr>
          <p:nvPr>
            <p:ph idx="15"/>
          </p:nvPr>
        </p:nvSpPr>
        <p:spPr bwMode="gray">
          <a:xfrm>
            <a:off x="3142403" y="4286475"/>
            <a:ext cx="5264897" cy="1920240"/>
          </a:xfrm>
          <a:ln>
            <a:noFill/>
          </a:ln>
        </p:spPr>
        <p:txBody>
          <a:bodyPr lIns="91440"/>
          <a:lstStyle>
            <a:lvl1pPr marL="228531" indent="-228531" algn="just">
              <a:lnSpc>
                <a:spcPct val="100000"/>
              </a:lnSpc>
              <a:spcBef>
                <a:spcPts val="800"/>
              </a:spcBef>
              <a:spcAft>
                <a:spcPts val="800"/>
              </a:spcAft>
              <a:buFont typeface="Wingdings" panose="05000000000000000000" pitchFamily="2" charset="2"/>
              <a:buChar char="q"/>
              <a:defRPr sz="1200"/>
            </a:lvl1pPr>
            <a:lvl2pPr marL="457063" indent="-228531" algn="just">
              <a:lnSpc>
                <a:spcPct val="100000"/>
              </a:lnSpc>
              <a:spcBef>
                <a:spcPts val="700"/>
              </a:spcBef>
              <a:spcAft>
                <a:spcPts val="700"/>
              </a:spcAft>
              <a:buFont typeface="Wingdings" panose="05000000000000000000" pitchFamily="2" charset="2"/>
              <a:buChar char="Ø"/>
              <a:defRPr sz="1100"/>
            </a:lvl2pPr>
            <a:lvl3pPr marL="685594" indent="-228531" algn="just">
              <a:lnSpc>
                <a:spcPct val="100000"/>
              </a:lnSpc>
              <a:spcBef>
                <a:spcPts val="600"/>
              </a:spcBef>
              <a:spcAft>
                <a:spcPts val="600"/>
              </a:spcAft>
              <a:buFont typeface="Wingdings" panose="05000000000000000000" pitchFamily="2" charset="2"/>
              <a:buChar char="§"/>
              <a:defRPr sz="1000"/>
            </a:lvl3pPr>
            <a:lvl4pPr marL="914126" indent="-228531" algn="just">
              <a:lnSpc>
                <a:spcPct val="100000"/>
              </a:lnSpc>
              <a:spcBef>
                <a:spcPts val="500"/>
              </a:spcBef>
              <a:spcAft>
                <a:spcPts val="500"/>
              </a:spcAft>
              <a:buFont typeface="Courier New" panose="02070309020205020404" pitchFamily="49" charset="0"/>
              <a:buChar char="o"/>
              <a:defRPr sz="900"/>
            </a:lvl4pPr>
            <a:lvl5pPr marL="1142657" indent="-228531" algn="just">
              <a:lnSpc>
                <a:spcPct val="100000"/>
              </a:lnSpc>
              <a:spcBef>
                <a:spcPts val="400"/>
              </a:spcBef>
              <a:spcAft>
                <a:spcPts val="400"/>
              </a:spcAft>
              <a:defRPr sz="800"/>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GB" noProof="0" dirty="0"/>
          </a:p>
        </p:txBody>
      </p:sp>
      <p:sp>
        <p:nvSpPr>
          <p:cNvPr id="15" name="Text Placeholder 2"/>
          <p:cNvSpPr>
            <a:spLocks noGrp="1"/>
          </p:cNvSpPr>
          <p:nvPr>
            <p:ph type="body" idx="16"/>
          </p:nvPr>
        </p:nvSpPr>
        <p:spPr bwMode="gray">
          <a:xfrm>
            <a:off x="3142403" y="3815896"/>
            <a:ext cx="5264897" cy="470578"/>
          </a:xfrm>
        </p:spPr>
        <p:txBody>
          <a:bodyPr anchor="b">
            <a:noAutofit/>
          </a:bodyPr>
          <a:lstStyle>
            <a:lvl1pPr marL="0" indent="0" algn="ctr">
              <a:buNone/>
              <a:defRPr sz="1200" b="1"/>
            </a:lvl1pPr>
            <a:lvl2pPr marL="457059" indent="0">
              <a:buNone/>
              <a:defRPr sz="1999" b="1"/>
            </a:lvl2pPr>
            <a:lvl3pPr marL="914117" indent="0">
              <a:buNone/>
              <a:defRPr sz="1799" b="1"/>
            </a:lvl3pPr>
            <a:lvl4pPr marL="1371176" indent="0">
              <a:buNone/>
              <a:defRPr sz="1600" b="1"/>
            </a:lvl4pPr>
            <a:lvl5pPr marL="1828234" indent="0">
              <a:buNone/>
              <a:defRPr sz="1600" b="1"/>
            </a:lvl5pPr>
            <a:lvl6pPr marL="2285292" indent="0">
              <a:buNone/>
              <a:defRPr sz="1600" b="1"/>
            </a:lvl6pPr>
            <a:lvl7pPr marL="2742351" indent="0">
              <a:buNone/>
              <a:defRPr sz="1600" b="1"/>
            </a:lvl7pPr>
            <a:lvl8pPr marL="3199410" indent="0">
              <a:buNone/>
              <a:defRPr sz="1600" b="1"/>
            </a:lvl8pPr>
            <a:lvl9pPr marL="3656468" indent="0">
              <a:buNone/>
              <a:defRPr sz="1600" b="1"/>
            </a:lvl9pPr>
          </a:lstStyle>
          <a:p>
            <a:pPr lvl="0"/>
            <a:r>
              <a:rPr lang="en-US" noProof="0"/>
              <a:t>Click to edit Master text styles</a:t>
            </a:r>
          </a:p>
        </p:txBody>
      </p:sp>
      <p:sp>
        <p:nvSpPr>
          <p:cNvPr id="16" name="Freeform 15"/>
          <p:cNvSpPr/>
          <p:nvPr userDrawn="1"/>
        </p:nvSpPr>
        <p:spPr>
          <a:xfrm>
            <a:off x="3147244" y="3815896"/>
            <a:ext cx="5264897"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62" tIns="34281" rIns="68562" bIns="34281"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13"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Content Placeholder 2"/>
          <p:cNvSpPr>
            <a:spLocks noGrp="1"/>
          </p:cNvSpPr>
          <p:nvPr>
            <p:ph idx="17"/>
          </p:nvPr>
        </p:nvSpPr>
        <p:spPr bwMode="gray">
          <a:xfrm>
            <a:off x="8723893" y="1613579"/>
            <a:ext cx="3312572" cy="1920240"/>
          </a:xfrm>
          <a:ln>
            <a:noFill/>
          </a:ln>
        </p:spPr>
        <p:txBody>
          <a:bodyPr lIns="91440"/>
          <a:lstStyle>
            <a:lvl1pPr marL="228531" indent="-228531" algn="just">
              <a:lnSpc>
                <a:spcPct val="100000"/>
              </a:lnSpc>
              <a:spcBef>
                <a:spcPts val="800"/>
              </a:spcBef>
              <a:spcAft>
                <a:spcPts val="800"/>
              </a:spcAft>
              <a:buFont typeface="Wingdings" panose="05000000000000000000" pitchFamily="2" charset="2"/>
              <a:buChar char="q"/>
              <a:defRPr sz="1200"/>
            </a:lvl1pPr>
            <a:lvl2pPr marL="457063" indent="-228531" algn="just">
              <a:lnSpc>
                <a:spcPct val="100000"/>
              </a:lnSpc>
              <a:spcBef>
                <a:spcPts val="700"/>
              </a:spcBef>
              <a:spcAft>
                <a:spcPts val="700"/>
              </a:spcAft>
              <a:buFont typeface="Wingdings" panose="05000000000000000000" pitchFamily="2" charset="2"/>
              <a:buChar char="Ø"/>
              <a:defRPr sz="1100"/>
            </a:lvl2pPr>
            <a:lvl3pPr marL="685594" indent="-228531" algn="just">
              <a:lnSpc>
                <a:spcPct val="100000"/>
              </a:lnSpc>
              <a:spcBef>
                <a:spcPts val="600"/>
              </a:spcBef>
              <a:spcAft>
                <a:spcPts val="600"/>
              </a:spcAft>
              <a:buFont typeface="Wingdings" panose="05000000000000000000" pitchFamily="2" charset="2"/>
              <a:buChar char="§"/>
              <a:defRPr sz="1000"/>
            </a:lvl3pPr>
            <a:lvl4pPr marL="914126" indent="-228531" algn="just">
              <a:lnSpc>
                <a:spcPct val="100000"/>
              </a:lnSpc>
              <a:spcBef>
                <a:spcPts val="500"/>
              </a:spcBef>
              <a:spcAft>
                <a:spcPts val="500"/>
              </a:spcAft>
              <a:buFont typeface="Courier New" panose="02070309020205020404" pitchFamily="49" charset="0"/>
              <a:buChar char="o"/>
              <a:defRPr sz="900"/>
            </a:lvl4pPr>
            <a:lvl5pPr marL="1142657" indent="-228531" algn="just">
              <a:lnSpc>
                <a:spcPct val="100000"/>
              </a:lnSpc>
              <a:spcBef>
                <a:spcPts val="400"/>
              </a:spcBef>
              <a:spcAft>
                <a:spcPts val="400"/>
              </a:spcAft>
              <a:defRPr sz="800"/>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GB" noProof="0" dirty="0"/>
          </a:p>
        </p:txBody>
      </p:sp>
      <p:sp>
        <p:nvSpPr>
          <p:cNvPr id="11" name="Text Placeholder 2"/>
          <p:cNvSpPr>
            <a:spLocks noGrp="1"/>
          </p:cNvSpPr>
          <p:nvPr>
            <p:ph type="body" idx="18"/>
          </p:nvPr>
        </p:nvSpPr>
        <p:spPr bwMode="gray">
          <a:xfrm>
            <a:off x="8723893" y="1143000"/>
            <a:ext cx="3312572" cy="470578"/>
          </a:xfrm>
        </p:spPr>
        <p:txBody>
          <a:bodyPr anchor="b">
            <a:noAutofit/>
          </a:bodyPr>
          <a:lstStyle>
            <a:lvl1pPr marL="0" indent="0" algn="ctr">
              <a:buNone/>
              <a:defRPr sz="1200" b="1"/>
            </a:lvl1pPr>
            <a:lvl2pPr marL="457059" indent="0">
              <a:buNone/>
              <a:defRPr sz="1999" b="1"/>
            </a:lvl2pPr>
            <a:lvl3pPr marL="914117" indent="0">
              <a:buNone/>
              <a:defRPr sz="1799" b="1"/>
            </a:lvl3pPr>
            <a:lvl4pPr marL="1371176" indent="0">
              <a:buNone/>
              <a:defRPr sz="1600" b="1"/>
            </a:lvl4pPr>
            <a:lvl5pPr marL="1828234" indent="0">
              <a:buNone/>
              <a:defRPr sz="1600" b="1"/>
            </a:lvl5pPr>
            <a:lvl6pPr marL="2285292" indent="0">
              <a:buNone/>
              <a:defRPr sz="1600" b="1"/>
            </a:lvl6pPr>
            <a:lvl7pPr marL="2742351" indent="0">
              <a:buNone/>
              <a:defRPr sz="1600" b="1"/>
            </a:lvl7pPr>
            <a:lvl8pPr marL="3199410" indent="0">
              <a:buNone/>
              <a:defRPr sz="1600" b="1"/>
            </a:lvl8pPr>
            <a:lvl9pPr marL="3656468" indent="0">
              <a:buNone/>
              <a:defRPr sz="1600" b="1"/>
            </a:lvl9pPr>
          </a:lstStyle>
          <a:p>
            <a:pPr lvl="0"/>
            <a:r>
              <a:rPr lang="en-US" noProof="0"/>
              <a:t>Click to edit Master text styles</a:t>
            </a:r>
          </a:p>
        </p:txBody>
      </p:sp>
      <p:sp>
        <p:nvSpPr>
          <p:cNvPr id="12" name="Freeform 11"/>
          <p:cNvSpPr/>
          <p:nvPr userDrawn="1"/>
        </p:nvSpPr>
        <p:spPr>
          <a:xfrm>
            <a:off x="8723893" y="1143000"/>
            <a:ext cx="3312572"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62" tIns="34281" rIns="68562" bIns="34281"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13"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 name="Content Placeholder 2"/>
          <p:cNvSpPr>
            <a:spLocks noGrp="1"/>
          </p:cNvSpPr>
          <p:nvPr>
            <p:ph idx="19"/>
          </p:nvPr>
        </p:nvSpPr>
        <p:spPr bwMode="gray">
          <a:xfrm>
            <a:off x="8723893" y="4286475"/>
            <a:ext cx="3312572" cy="1920240"/>
          </a:xfrm>
          <a:ln>
            <a:noFill/>
          </a:ln>
        </p:spPr>
        <p:txBody>
          <a:bodyPr lIns="91440"/>
          <a:lstStyle>
            <a:lvl1pPr marL="228531" indent="-228531" algn="just">
              <a:lnSpc>
                <a:spcPct val="100000"/>
              </a:lnSpc>
              <a:spcBef>
                <a:spcPts val="800"/>
              </a:spcBef>
              <a:spcAft>
                <a:spcPts val="800"/>
              </a:spcAft>
              <a:buFont typeface="Wingdings" panose="05000000000000000000" pitchFamily="2" charset="2"/>
              <a:buChar char="q"/>
              <a:defRPr sz="1200"/>
            </a:lvl1pPr>
            <a:lvl2pPr marL="457063" indent="-228531" algn="just">
              <a:lnSpc>
                <a:spcPct val="100000"/>
              </a:lnSpc>
              <a:spcBef>
                <a:spcPts val="700"/>
              </a:spcBef>
              <a:spcAft>
                <a:spcPts val="700"/>
              </a:spcAft>
              <a:buFont typeface="Wingdings" panose="05000000000000000000" pitchFamily="2" charset="2"/>
              <a:buChar char="Ø"/>
              <a:defRPr sz="1100"/>
            </a:lvl2pPr>
            <a:lvl3pPr marL="685594" indent="-228531" algn="just">
              <a:lnSpc>
                <a:spcPct val="100000"/>
              </a:lnSpc>
              <a:spcBef>
                <a:spcPts val="600"/>
              </a:spcBef>
              <a:spcAft>
                <a:spcPts val="600"/>
              </a:spcAft>
              <a:buFont typeface="Wingdings" panose="05000000000000000000" pitchFamily="2" charset="2"/>
              <a:buChar char="§"/>
              <a:defRPr sz="1000"/>
            </a:lvl3pPr>
            <a:lvl4pPr marL="914126" indent="-228531" algn="just">
              <a:lnSpc>
                <a:spcPct val="100000"/>
              </a:lnSpc>
              <a:spcBef>
                <a:spcPts val="500"/>
              </a:spcBef>
              <a:spcAft>
                <a:spcPts val="500"/>
              </a:spcAft>
              <a:buFont typeface="Courier New" panose="02070309020205020404" pitchFamily="49" charset="0"/>
              <a:buChar char="o"/>
              <a:defRPr sz="900"/>
            </a:lvl4pPr>
            <a:lvl5pPr marL="1142657" indent="-228531" algn="just">
              <a:lnSpc>
                <a:spcPct val="100000"/>
              </a:lnSpc>
              <a:spcBef>
                <a:spcPts val="400"/>
              </a:spcBef>
              <a:spcAft>
                <a:spcPts val="400"/>
              </a:spcAft>
              <a:defRPr sz="800"/>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GB" noProof="0" dirty="0"/>
          </a:p>
        </p:txBody>
      </p:sp>
      <p:sp>
        <p:nvSpPr>
          <p:cNvPr id="18" name="Text Placeholder 2"/>
          <p:cNvSpPr>
            <a:spLocks noGrp="1"/>
          </p:cNvSpPr>
          <p:nvPr>
            <p:ph type="body" idx="20"/>
          </p:nvPr>
        </p:nvSpPr>
        <p:spPr bwMode="gray">
          <a:xfrm>
            <a:off x="8723893" y="3815896"/>
            <a:ext cx="3312572" cy="470578"/>
          </a:xfrm>
        </p:spPr>
        <p:txBody>
          <a:bodyPr anchor="b">
            <a:noAutofit/>
          </a:bodyPr>
          <a:lstStyle>
            <a:lvl1pPr marL="0" indent="0" algn="ctr">
              <a:buNone/>
              <a:defRPr sz="1200" b="1"/>
            </a:lvl1pPr>
            <a:lvl2pPr marL="457059" indent="0">
              <a:buNone/>
              <a:defRPr sz="1999" b="1"/>
            </a:lvl2pPr>
            <a:lvl3pPr marL="914117" indent="0">
              <a:buNone/>
              <a:defRPr sz="1799" b="1"/>
            </a:lvl3pPr>
            <a:lvl4pPr marL="1371176" indent="0">
              <a:buNone/>
              <a:defRPr sz="1600" b="1"/>
            </a:lvl4pPr>
            <a:lvl5pPr marL="1828234" indent="0">
              <a:buNone/>
              <a:defRPr sz="1600" b="1"/>
            </a:lvl5pPr>
            <a:lvl6pPr marL="2285292" indent="0">
              <a:buNone/>
              <a:defRPr sz="1600" b="1"/>
            </a:lvl6pPr>
            <a:lvl7pPr marL="2742351" indent="0">
              <a:buNone/>
              <a:defRPr sz="1600" b="1"/>
            </a:lvl7pPr>
            <a:lvl8pPr marL="3199410" indent="0">
              <a:buNone/>
              <a:defRPr sz="1600" b="1"/>
            </a:lvl8pPr>
            <a:lvl9pPr marL="3656468" indent="0">
              <a:buNone/>
              <a:defRPr sz="1600" b="1"/>
            </a:lvl9pPr>
          </a:lstStyle>
          <a:p>
            <a:pPr lvl="0"/>
            <a:r>
              <a:rPr lang="en-US" noProof="0" dirty="0"/>
              <a:t>Click to edit Master text styles</a:t>
            </a:r>
          </a:p>
        </p:txBody>
      </p:sp>
      <p:sp>
        <p:nvSpPr>
          <p:cNvPr id="19" name="Freeform 18"/>
          <p:cNvSpPr/>
          <p:nvPr userDrawn="1"/>
        </p:nvSpPr>
        <p:spPr>
          <a:xfrm>
            <a:off x="8723893" y="3815896"/>
            <a:ext cx="3312572"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62" tIns="34281" rIns="68562" bIns="34281"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13"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 name="Text Placeholder 4"/>
          <p:cNvSpPr>
            <a:spLocks noGrp="1"/>
          </p:cNvSpPr>
          <p:nvPr>
            <p:ph type="body" sz="quarter" idx="21"/>
          </p:nvPr>
        </p:nvSpPr>
        <p:spPr>
          <a:xfrm>
            <a:off x="219938" y="1659298"/>
            <a:ext cx="2133759" cy="822960"/>
          </a:xfrm>
        </p:spPr>
        <p:txBody>
          <a:bodyPr anchor="ctr"/>
          <a:lstStyle>
            <a:lvl1pPr marL="0" indent="0" algn="ctr">
              <a:buNone/>
              <a:defRPr sz="1200" b="1">
                <a:solidFill>
                  <a:schemeClr val="bg1"/>
                </a:solidFill>
              </a:defRPr>
            </a:lvl1pPr>
            <a:lvl2pPr marL="457058" indent="0">
              <a:buNone/>
              <a:defRPr/>
            </a:lvl2pPr>
            <a:lvl3pPr marL="914117" indent="0">
              <a:buNone/>
              <a:defRPr/>
            </a:lvl3pPr>
            <a:lvl4pPr marL="1371176" indent="0">
              <a:buNone/>
              <a:defRPr/>
            </a:lvl4pPr>
            <a:lvl5pPr marL="1828233" indent="0">
              <a:buNone/>
              <a:defRPr/>
            </a:lvl5pPr>
          </a:lstStyle>
          <a:p>
            <a:pPr lvl="0"/>
            <a:r>
              <a:rPr lang="en-US"/>
              <a:t>Click to edit Master text styles</a:t>
            </a:r>
          </a:p>
        </p:txBody>
      </p:sp>
      <p:sp>
        <p:nvSpPr>
          <p:cNvPr id="7" name="Isosceles Triangle 6"/>
          <p:cNvSpPr/>
          <p:nvPr userDrawn="1"/>
        </p:nvSpPr>
        <p:spPr>
          <a:xfrm rot="5400000">
            <a:off x="2208249" y="1899871"/>
            <a:ext cx="914400" cy="341818"/>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901"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4" name="Rectangle 23"/>
          <p:cNvSpPr/>
          <p:nvPr userDrawn="1"/>
        </p:nvSpPr>
        <p:spPr>
          <a:xfrm>
            <a:off x="152361" y="4286475"/>
            <a:ext cx="2268916" cy="914400"/>
          </a:xfrm>
          <a:prstGeom prst="rect">
            <a:avLst/>
          </a:prstGeom>
          <a:solidFill>
            <a:srgbClr val="00818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901"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7" name="Text Placeholder 4"/>
          <p:cNvSpPr>
            <a:spLocks noGrp="1"/>
          </p:cNvSpPr>
          <p:nvPr>
            <p:ph type="body" sz="quarter" idx="22"/>
          </p:nvPr>
        </p:nvSpPr>
        <p:spPr>
          <a:xfrm>
            <a:off x="219938" y="4332195"/>
            <a:ext cx="2133759" cy="822960"/>
          </a:xfrm>
        </p:spPr>
        <p:txBody>
          <a:bodyPr anchor="ctr"/>
          <a:lstStyle>
            <a:lvl1pPr marL="0" indent="0" algn="ctr">
              <a:buNone/>
              <a:defRPr sz="1200" b="1">
                <a:solidFill>
                  <a:schemeClr val="bg1"/>
                </a:solidFill>
              </a:defRPr>
            </a:lvl1pPr>
            <a:lvl2pPr marL="457058" indent="0">
              <a:buNone/>
              <a:defRPr/>
            </a:lvl2pPr>
            <a:lvl3pPr marL="914117" indent="0">
              <a:buNone/>
              <a:defRPr/>
            </a:lvl3pPr>
            <a:lvl4pPr marL="1371176" indent="0">
              <a:buNone/>
              <a:defRPr/>
            </a:lvl4pPr>
            <a:lvl5pPr marL="1828233" indent="0">
              <a:buNone/>
              <a:defRPr/>
            </a:lvl5pPr>
          </a:lstStyle>
          <a:p>
            <a:pPr lvl="0"/>
            <a:r>
              <a:rPr lang="en-US"/>
              <a:t>Click to edit Master text styles</a:t>
            </a:r>
          </a:p>
        </p:txBody>
      </p:sp>
      <p:sp>
        <p:nvSpPr>
          <p:cNvPr id="28" name="Isosceles Triangle 27"/>
          <p:cNvSpPr/>
          <p:nvPr userDrawn="1"/>
        </p:nvSpPr>
        <p:spPr>
          <a:xfrm rot="5400000">
            <a:off x="2208249" y="4572768"/>
            <a:ext cx="914400" cy="341818"/>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901"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 name="Slide Number Placeholder 5"/>
          <p:cNvSpPr>
            <a:spLocks noGrp="1"/>
          </p:cNvSpPr>
          <p:nvPr>
            <p:ph type="sldNum" sz="quarter" idx="4"/>
          </p:nvPr>
        </p:nvSpPr>
        <p:spPr bwMode="gray">
          <a:xfrm>
            <a:off x="11610294" y="6423705"/>
            <a:ext cx="426171" cy="319995"/>
          </a:xfrm>
          <a:prstGeom prst="rect">
            <a:avLst/>
          </a:prstGeom>
        </p:spPr>
        <p:txBody>
          <a:bodyPr lIns="0" tIns="0" rIns="0" bIns="0" anchor="ctr" anchorCtr="0"/>
          <a:lstStyle>
            <a:lvl1pPr algn="ctr">
              <a:defRPr sz="1000">
                <a:solidFill>
                  <a:schemeClr val="tx1"/>
                </a:solidFill>
                <a:latin typeface="+mn-lt"/>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4B17068C-EB94-40A3-A5F2-664CDD77FDAC}" type="slidenum">
              <a:rPr kumimoji="0" lang="en-GB" sz="1000" b="0" i="0" u="none" strike="noStrike" kern="1200" cap="none" spc="0" normalizeH="0" baseline="0" noProof="0" smtClean="0">
                <a:ln>
                  <a:noFill/>
                </a:ln>
                <a:solidFill>
                  <a:prstClr val="black"/>
                </a:solidFill>
                <a:effectLst/>
                <a:uLnTx/>
                <a:uFillTx/>
                <a:latin typeface="Calibri" panose="020F0502020204030204"/>
                <a:ea typeface="+mn-ea"/>
                <a:cs typeface="+mn-cs"/>
              </a:rPr>
              <a:t>‹#›</a:t>
            </a:fld>
            <a:endParaRPr kumimoji="0" lang="en-GB"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16703142"/>
      </p:ext>
    </p:extLst>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userDrawn="1">
  <p:cSld name="17_Title and Content">
    <p:spTree>
      <p:nvGrpSpPr>
        <p:cNvPr id="1" name=""/>
        <p:cNvGrpSpPr/>
        <p:nvPr/>
      </p:nvGrpSpPr>
      <p:grpSpPr>
        <a:xfrm>
          <a:off x="0" y="0"/>
          <a:ext cx="0" cy="0"/>
          <a:chOff x="0" y="0"/>
          <a:chExt cx="0" cy="0"/>
        </a:xfrm>
      </p:grpSpPr>
      <p:sp>
        <p:nvSpPr>
          <p:cNvPr id="6" name="Rectangle 5"/>
          <p:cNvSpPr/>
          <p:nvPr userDrawn="1"/>
        </p:nvSpPr>
        <p:spPr>
          <a:xfrm>
            <a:off x="152361" y="1613578"/>
            <a:ext cx="2268916" cy="914400"/>
          </a:xfrm>
          <a:prstGeom prst="rect">
            <a:avLst/>
          </a:prstGeom>
          <a:solidFill>
            <a:srgbClr val="00818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901"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p:cNvSpPr>
            <a:spLocks noGrp="1"/>
          </p:cNvSpPr>
          <p:nvPr userDrawn="1">
            <p:ph idx="1"/>
          </p:nvPr>
        </p:nvSpPr>
        <p:spPr bwMode="gray">
          <a:xfrm>
            <a:off x="3142403" y="1613579"/>
            <a:ext cx="5264897" cy="1920240"/>
          </a:xfrm>
          <a:ln>
            <a:noFill/>
          </a:ln>
        </p:spPr>
        <p:txBody>
          <a:bodyPr lIns="91440"/>
          <a:lstStyle>
            <a:lvl1pPr marL="228531" indent="-228531" algn="just">
              <a:lnSpc>
                <a:spcPct val="100000"/>
              </a:lnSpc>
              <a:spcBef>
                <a:spcPts val="800"/>
              </a:spcBef>
              <a:spcAft>
                <a:spcPts val="800"/>
              </a:spcAft>
              <a:buFont typeface="Wingdings" panose="05000000000000000000" pitchFamily="2" charset="2"/>
              <a:buChar char="q"/>
              <a:defRPr sz="1200"/>
            </a:lvl1pPr>
            <a:lvl2pPr marL="457063" indent="-228531" algn="just">
              <a:lnSpc>
                <a:spcPct val="100000"/>
              </a:lnSpc>
              <a:spcBef>
                <a:spcPts val="700"/>
              </a:spcBef>
              <a:spcAft>
                <a:spcPts val="700"/>
              </a:spcAft>
              <a:buFont typeface="Wingdings" panose="05000000000000000000" pitchFamily="2" charset="2"/>
              <a:buChar char="Ø"/>
              <a:defRPr sz="1100"/>
            </a:lvl2pPr>
            <a:lvl3pPr marL="685594" indent="-228531" algn="just">
              <a:lnSpc>
                <a:spcPct val="100000"/>
              </a:lnSpc>
              <a:spcBef>
                <a:spcPts val="600"/>
              </a:spcBef>
              <a:spcAft>
                <a:spcPts val="600"/>
              </a:spcAft>
              <a:buFont typeface="Wingdings" panose="05000000000000000000" pitchFamily="2" charset="2"/>
              <a:buChar char="§"/>
              <a:defRPr sz="1000"/>
            </a:lvl3pPr>
            <a:lvl4pPr marL="914126" indent="-228531" algn="just">
              <a:lnSpc>
                <a:spcPct val="100000"/>
              </a:lnSpc>
              <a:spcBef>
                <a:spcPts val="500"/>
              </a:spcBef>
              <a:spcAft>
                <a:spcPts val="500"/>
              </a:spcAft>
              <a:buFont typeface="Courier New" panose="02070309020205020404" pitchFamily="49" charset="0"/>
              <a:buChar char="o"/>
              <a:defRPr sz="900"/>
            </a:lvl4pPr>
            <a:lvl5pPr marL="1142657" indent="-228531" algn="just">
              <a:lnSpc>
                <a:spcPct val="100000"/>
              </a:lnSpc>
              <a:spcBef>
                <a:spcPts val="400"/>
              </a:spcBef>
              <a:spcAft>
                <a:spcPts val="400"/>
              </a:spcAft>
              <a:defRPr sz="800"/>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GB" noProof="0" dirty="0"/>
          </a:p>
        </p:txBody>
      </p:sp>
      <p:sp>
        <p:nvSpPr>
          <p:cNvPr id="2" name="Title 1"/>
          <p:cNvSpPr>
            <a:spLocks noGrp="1"/>
          </p:cNvSpPr>
          <p:nvPr userDrawn="1">
            <p:ph type="title"/>
          </p:nvPr>
        </p:nvSpPr>
        <p:spPr bwMode="gray">
          <a:xfrm>
            <a:off x="152359" y="152400"/>
            <a:ext cx="10512862" cy="731520"/>
          </a:xfrm>
        </p:spPr>
        <p:txBody>
          <a:bodyPr>
            <a:noAutofit/>
          </a:bodyPr>
          <a:lstStyle>
            <a:lvl1pPr>
              <a:defRPr sz="1999"/>
            </a:lvl1pPr>
          </a:lstStyle>
          <a:p>
            <a:r>
              <a:rPr lang="en-US" noProof="0" dirty="0"/>
              <a:t>Click to edit Master title style</a:t>
            </a:r>
            <a:endParaRPr lang="en-GB" noProof="0" dirty="0"/>
          </a:p>
        </p:txBody>
      </p:sp>
      <p:sp>
        <p:nvSpPr>
          <p:cNvPr id="25" name="Text Placeholder 2"/>
          <p:cNvSpPr>
            <a:spLocks noGrp="1"/>
          </p:cNvSpPr>
          <p:nvPr>
            <p:ph type="body" idx="12"/>
          </p:nvPr>
        </p:nvSpPr>
        <p:spPr bwMode="gray">
          <a:xfrm>
            <a:off x="3142403" y="1143000"/>
            <a:ext cx="5264897" cy="470578"/>
          </a:xfrm>
        </p:spPr>
        <p:txBody>
          <a:bodyPr anchor="b">
            <a:noAutofit/>
          </a:bodyPr>
          <a:lstStyle>
            <a:lvl1pPr marL="0" indent="0" algn="ctr">
              <a:buNone/>
              <a:defRPr sz="1200" b="1"/>
            </a:lvl1pPr>
            <a:lvl2pPr marL="457059" indent="0">
              <a:buNone/>
              <a:defRPr sz="1999" b="1"/>
            </a:lvl2pPr>
            <a:lvl3pPr marL="914117" indent="0">
              <a:buNone/>
              <a:defRPr sz="1799" b="1"/>
            </a:lvl3pPr>
            <a:lvl4pPr marL="1371176" indent="0">
              <a:buNone/>
              <a:defRPr sz="1600" b="1"/>
            </a:lvl4pPr>
            <a:lvl5pPr marL="1828234" indent="0">
              <a:buNone/>
              <a:defRPr sz="1600" b="1"/>
            </a:lvl5pPr>
            <a:lvl6pPr marL="2285292" indent="0">
              <a:buNone/>
              <a:defRPr sz="1600" b="1"/>
            </a:lvl6pPr>
            <a:lvl7pPr marL="2742351" indent="0">
              <a:buNone/>
              <a:defRPr sz="1600" b="1"/>
            </a:lvl7pPr>
            <a:lvl8pPr marL="3199410" indent="0">
              <a:buNone/>
              <a:defRPr sz="1600" b="1"/>
            </a:lvl8pPr>
            <a:lvl9pPr marL="3656468" indent="0">
              <a:buNone/>
              <a:defRPr sz="1600" b="1"/>
            </a:lvl9pPr>
          </a:lstStyle>
          <a:p>
            <a:pPr lvl="0"/>
            <a:r>
              <a:rPr lang="en-US" noProof="0" dirty="0"/>
              <a:t>Click to edit Master text styles</a:t>
            </a:r>
          </a:p>
        </p:txBody>
      </p:sp>
      <p:sp>
        <p:nvSpPr>
          <p:cNvPr id="26" name="Slide Number Placeholder 5"/>
          <p:cNvSpPr>
            <a:spLocks noGrp="1"/>
          </p:cNvSpPr>
          <p:nvPr>
            <p:ph type="sldNum" sz="quarter" idx="4"/>
          </p:nvPr>
        </p:nvSpPr>
        <p:spPr bwMode="gray">
          <a:xfrm>
            <a:off x="11610294" y="6423705"/>
            <a:ext cx="426171" cy="319995"/>
          </a:xfrm>
          <a:prstGeom prst="rect">
            <a:avLst/>
          </a:prstGeom>
        </p:spPr>
        <p:txBody>
          <a:bodyPr lIns="0" tIns="0" rIns="0" bIns="0" anchor="ctr" anchorCtr="0"/>
          <a:lstStyle>
            <a:lvl1pPr algn="ctr">
              <a:defRPr sz="1000">
                <a:solidFill>
                  <a:schemeClr val="tx1"/>
                </a:solidFill>
                <a:latin typeface="+mn-lt"/>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4B17068C-EB94-40A3-A5F2-664CDD77FDAC}" type="slidenum">
              <a:rPr kumimoji="0" lang="en-GB" sz="1000" b="0" i="0" u="none" strike="noStrike" kern="1200" cap="none" spc="0" normalizeH="0" baseline="0" noProof="0" smtClean="0">
                <a:ln>
                  <a:noFill/>
                </a:ln>
                <a:solidFill>
                  <a:prstClr val="black"/>
                </a:solidFill>
                <a:effectLst/>
                <a:uLnTx/>
                <a:uFillTx/>
                <a:latin typeface="Calibri" panose="020F0502020204030204"/>
                <a:ea typeface="+mn-ea"/>
                <a:cs typeface="+mn-cs"/>
              </a:rPr>
              <a:t>‹#›</a:t>
            </a:fld>
            <a:endParaRPr kumimoji="0" lang="en-GB"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Freeform 12"/>
          <p:cNvSpPr/>
          <p:nvPr userDrawn="1"/>
        </p:nvSpPr>
        <p:spPr>
          <a:xfrm>
            <a:off x="3147244" y="1143000"/>
            <a:ext cx="5264897"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62" tIns="34281" rIns="68562" bIns="34281"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13"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Content Placeholder 2"/>
          <p:cNvSpPr>
            <a:spLocks noGrp="1"/>
          </p:cNvSpPr>
          <p:nvPr>
            <p:ph idx="17"/>
          </p:nvPr>
        </p:nvSpPr>
        <p:spPr bwMode="gray">
          <a:xfrm>
            <a:off x="8723893" y="1613579"/>
            <a:ext cx="3312572" cy="1920240"/>
          </a:xfrm>
          <a:ln>
            <a:noFill/>
          </a:ln>
        </p:spPr>
        <p:txBody>
          <a:bodyPr lIns="91440"/>
          <a:lstStyle>
            <a:lvl1pPr marL="228531" indent="-228531" algn="just">
              <a:lnSpc>
                <a:spcPct val="100000"/>
              </a:lnSpc>
              <a:spcBef>
                <a:spcPts val="800"/>
              </a:spcBef>
              <a:spcAft>
                <a:spcPts val="800"/>
              </a:spcAft>
              <a:buFont typeface="Wingdings" panose="05000000000000000000" pitchFamily="2" charset="2"/>
              <a:buChar char="q"/>
              <a:defRPr sz="1200"/>
            </a:lvl1pPr>
            <a:lvl2pPr marL="457063" indent="-228531" algn="just">
              <a:lnSpc>
                <a:spcPct val="100000"/>
              </a:lnSpc>
              <a:spcBef>
                <a:spcPts val="700"/>
              </a:spcBef>
              <a:spcAft>
                <a:spcPts val="700"/>
              </a:spcAft>
              <a:buFont typeface="Wingdings" panose="05000000000000000000" pitchFamily="2" charset="2"/>
              <a:buChar char="Ø"/>
              <a:defRPr sz="1100"/>
            </a:lvl2pPr>
            <a:lvl3pPr marL="685594" indent="-228531" algn="just">
              <a:lnSpc>
                <a:spcPct val="100000"/>
              </a:lnSpc>
              <a:spcBef>
                <a:spcPts val="600"/>
              </a:spcBef>
              <a:spcAft>
                <a:spcPts val="600"/>
              </a:spcAft>
              <a:buFont typeface="Wingdings" panose="05000000000000000000" pitchFamily="2" charset="2"/>
              <a:buChar char="§"/>
              <a:defRPr sz="1000"/>
            </a:lvl3pPr>
            <a:lvl4pPr marL="914126" indent="-228531" algn="just">
              <a:lnSpc>
                <a:spcPct val="100000"/>
              </a:lnSpc>
              <a:spcBef>
                <a:spcPts val="500"/>
              </a:spcBef>
              <a:spcAft>
                <a:spcPts val="500"/>
              </a:spcAft>
              <a:buFont typeface="Courier New" panose="02070309020205020404" pitchFamily="49" charset="0"/>
              <a:buChar char="o"/>
              <a:defRPr sz="900"/>
            </a:lvl4pPr>
            <a:lvl5pPr marL="1142657" indent="-228531" algn="just">
              <a:lnSpc>
                <a:spcPct val="100000"/>
              </a:lnSpc>
              <a:spcBef>
                <a:spcPts val="400"/>
              </a:spcBef>
              <a:spcAft>
                <a:spcPts val="400"/>
              </a:spcAft>
              <a:defRPr sz="800"/>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GB" noProof="0" dirty="0"/>
          </a:p>
        </p:txBody>
      </p:sp>
      <p:sp>
        <p:nvSpPr>
          <p:cNvPr id="11" name="Text Placeholder 2"/>
          <p:cNvSpPr>
            <a:spLocks noGrp="1"/>
          </p:cNvSpPr>
          <p:nvPr>
            <p:ph type="body" idx="18"/>
          </p:nvPr>
        </p:nvSpPr>
        <p:spPr bwMode="gray">
          <a:xfrm>
            <a:off x="8723893" y="1143000"/>
            <a:ext cx="3312572" cy="470578"/>
          </a:xfrm>
        </p:spPr>
        <p:txBody>
          <a:bodyPr anchor="b">
            <a:noAutofit/>
          </a:bodyPr>
          <a:lstStyle>
            <a:lvl1pPr marL="0" indent="0" algn="ctr">
              <a:buNone/>
              <a:defRPr sz="1200" b="1"/>
            </a:lvl1pPr>
            <a:lvl2pPr marL="457059" indent="0">
              <a:buNone/>
              <a:defRPr sz="1999" b="1"/>
            </a:lvl2pPr>
            <a:lvl3pPr marL="914117" indent="0">
              <a:buNone/>
              <a:defRPr sz="1799" b="1"/>
            </a:lvl3pPr>
            <a:lvl4pPr marL="1371176" indent="0">
              <a:buNone/>
              <a:defRPr sz="1600" b="1"/>
            </a:lvl4pPr>
            <a:lvl5pPr marL="1828234" indent="0">
              <a:buNone/>
              <a:defRPr sz="1600" b="1"/>
            </a:lvl5pPr>
            <a:lvl6pPr marL="2285292" indent="0">
              <a:buNone/>
              <a:defRPr sz="1600" b="1"/>
            </a:lvl6pPr>
            <a:lvl7pPr marL="2742351" indent="0">
              <a:buNone/>
              <a:defRPr sz="1600" b="1"/>
            </a:lvl7pPr>
            <a:lvl8pPr marL="3199410" indent="0">
              <a:buNone/>
              <a:defRPr sz="1600" b="1"/>
            </a:lvl8pPr>
            <a:lvl9pPr marL="3656468" indent="0">
              <a:buNone/>
              <a:defRPr sz="1600" b="1"/>
            </a:lvl9pPr>
          </a:lstStyle>
          <a:p>
            <a:pPr lvl="0"/>
            <a:r>
              <a:rPr lang="en-US" noProof="0"/>
              <a:t>Click to edit Master text styles</a:t>
            </a:r>
          </a:p>
        </p:txBody>
      </p:sp>
      <p:sp>
        <p:nvSpPr>
          <p:cNvPr id="12" name="Freeform 11"/>
          <p:cNvSpPr/>
          <p:nvPr userDrawn="1"/>
        </p:nvSpPr>
        <p:spPr>
          <a:xfrm>
            <a:off x="8723893" y="1143000"/>
            <a:ext cx="3312572"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62" tIns="34281" rIns="68562" bIns="34281"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13"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 name="Text Placeholder 4"/>
          <p:cNvSpPr>
            <a:spLocks noGrp="1"/>
          </p:cNvSpPr>
          <p:nvPr>
            <p:ph type="body" sz="quarter" idx="21"/>
          </p:nvPr>
        </p:nvSpPr>
        <p:spPr>
          <a:xfrm>
            <a:off x="219938" y="1659298"/>
            <a:ext cx="2133759" cy="822960"/>
          </a:xfrm>
        </p:spPr>
        <p:txBody>
          <a:bodyPr anchor="ctr"/>
          <a:lstStyle>
            <a:lvl1pPr marL="0" indent="0" algn="ctr">
              <a:buNone/>
              <a:defRPr sz="1200" b="1">
                <a:solidFill>
                  <a:schemeClr val="bg1"/>
                </a:solidFill>
              </a:defRPr>
            </a:lvl1pPr>
            <a:lvl2pPr marL="457058" indent="0">
              <a:buNone/>
              <a:defRPr/>
            </a:lvl2pPr>
            <a:lvl3pPr marL="914117" indent="0">
              <a:buNone/>
              <a:defRPr/>
            </a:lvl3pPr>
            <a:lvl4pPr marL="1371176" indent="0">
              <a:buNone/>
              <a:defRPr/>
            </a:lvl4pPr>
            <a:lvl5pPr marL="1828233" indent="0">
              <a:buNone/>
              <a:defRPr/>
            </a:lvl5pPr>
          </a:lstStyle>
          <a:p>
            <a:pPr lvl="0"/>
            <a:r>
              <a:rPr lang="en-US" dirty="0"/>
              <a:t>Click to edit Master text styles</a:t>
            </a:r>
          </a:p>
        </p:txBody>
      </p:sp>
      <p:sp>
        <p:nvSpPr>
          <p:cNvPr id="7" name="Isosceles Triangle 6"/>
          <p:cNvSpPr/>
          <p:nvPr userDrawn="1"/>
        </p:nvSpPr>
        <p:spPr>
          <a:xfrm rot="5400000">
            <a:off x="2208249" y="1899871"/>
            <a:ext cx="914400" cy="341818"/>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901"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16596580"/>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slideLayout" Target="../slideLayouts/slideLayout41.xml"/><Relationship Id="rId54"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65.xml"/><Relationship Id="rId18" Type="http://schemas.openxmlformats.org/officeDocument/2006/relationships/slideLayout" Target="../slideLayouts/slideLayout70.xml"/><Relationship Id="rId26" Type="http://schemas.openxmlformats.org/officeDocument/2006/relationships/slideLayout" Target="../slideLayouts/slideLayout78.xml"/><Relationship Id="rId39" Type="http://schemas.openxmlformats.org/officeDocument/2006/relationships/slideLayout" Target="../slideLayouts/slideLayout91.xml"/><Relationship Id="rId3" Type="http://schemas.openxmlformats.org/officeDocument/2006/relationships/slideLayout" Target="../slideLayouts/slideLayout55.xml"/><Relationship Id="rId21" Type="http://schemas.openxmlformats.org/officeDocument/2006/relationships/slideLayout" Target="../slideLayouts/slideLayout73.xml"/><Relationship Id="rId34" Type="http://schemas.openxmlformats.org/officeDocument/2006/relationships/slideLayout" Target="../slideLayouts/slideLayout86.xml"/><Relationship Id="rId42" Type="http://schemas.openxmlformats.org/officeDocument/2006/relationships/slideLayout" Target="../slideLayouts/slideLayout94.xml"/><Relationship Id="rId47" Type="http://schemas.openxmlformats.org/officeDocument/2006/relationships/slideLayout" Target="../slideLayouts/slideLayout99.xml"/><Relationship Id="rId50" Type="http://schemas.openxmlformats.org/officeDocument/2006/relationships/slideLayout" Target="../slideLayouts/slideLayout102.xml"/><Relationship Id="rId7" Type="http://schemas.openxmlformats.org/officeDocument/2006/relationships/slideLayout" Target="../slideLayouts/slideLayout59.xml"/><Relationship Id="rId12" Type="http://schemas.openxmlformats.org/officeDocument/2006/relationships/slideLayout" Target="../slideLayouts/slideLayout64.xml"/><Relationship Id="rId17" Type="http://schemas.openxmlformats.org/officeDocument/2006/relationships/slideLayout" Target="../slideLayouts/slideLayout69.xml"/><Relationship Id="rId25" Type="http://schemas.openxmlformats.org/officeDocument/2006/relationships/slideLayout" Target="../slideLayouts/slideLayout77.xml"/><Relationship Id="rId33" Type="http://schemas.openxmlformats.org/officeDocument/2006/relationships/slideLayout" Target="../slideLayouts/slideLayout85.xml"/><Relationship Id="rId38" Type="http://schemas.openxmlformats.org/officeDocument/2006/relationships/slideLayout" Target="../slideLayouts/slideLayout90.xml"/><Relationship Id="rId46" Type="http://schemas.openxmlformats.org/officeDocument/2006/relationships/slideLayout" Target="../slideLayouts/slideLayout98.xml"/><Relationship Id="rId2" Type="http://schemas.openxmlformats.org/officeDocument/2006/relationships/slideLayout" Target="../slideLayouts/slideLayout54.xml"/><Relationship Id="rId16" Type="http://schemas.openxmlformats.org/officeDocument/2006/relationships/slideLayout" Target="../slideLayouts/slideLayout68.xml"/><Relationship Id="rId20" Type="http://schemas.openxmlformats.org/officeDocument/2006/relationships/slideLayout" Target="../slideLayouts/slideLayout72.xml"/><Relationship Id="rId29" Type="http://schemas.openxmlformats.org/officeDocument/2006/relationships/slideLayout" Target="../slideLayouts/slideLayout81.xml"/><Relationship Id="rId41" Type="http://schemas.openxmlformats.org/officeDocument/2006/relationships/slideLayout" Target="../slideLayouts/slideLayout93.xml"/><Relationship Id="rId54" Type="http://schemas.openxmlformats.org/officeDocument/2006/relationships/image" Target="../media/image1.jpeg"/><Relationship Id="rId1" Type="http://schemas.openxmlformats.org/officeDocument/2006/relationships/slideLayout" Target="../slideLayouts/slideLayout53.xml"/><Relationship Id="rId6" Type="http://schemas.openxmlformats.org/officeDocument/2006/relationships/slideLayout" Target="../slideLayouts/slideLayout58.xml"/><Relationship Id="rId11" Type="http://schemas.openxmlformats.org/officeDocument/2006/relationships/slideLayout" Target="../slideLayouts/slideLayout63.xml"/><Relationship Id="rId24" Type="http://schemas.openxmlformats.org/officeDocument/2006/relationships/slideLayout" Target="../slideLayouts/slideLayout76.xml"/><Relationship Id="rId32" Type="http://schemas.openxmlformats.org/officeDocument/2006/relationships/slideLayout" Target="../slideLayouts/slideLayout84.xml"/><Relationship Id="rId37" Type="http://schemas.openxmlformats.org/officeDocument/2006/relationships/slideLayout" Target="../slideLayouts/slideLayout89.xml"/><Relationship Id="rId40" Type="http://schemas.openxmlformats.org/officeDocument/2006/relationships/slideLayout" Target="../slideLayouts/slideLayout92.xml"/><Relationship Id="rId45" Type="http://schemas.openxmlformats.org/officeDocument/2006/relationships/slideLayout" Target="../slideLayouts/slideLayout97.xml"/><Relationship Id="rId53" Type="http://schemas.openxmlformats.org/officeDocument/2006/relationships/theme" Target="../theme/theme2.xml"/><Relationship Id="rId5" Type="http://schemas.openxmlformats.org/officeDocument/2006/relationships/slideLayout" Target="../slideLayouts/slideLayout57.xml"/><Relationship Id="rId15" Type="http://schemas.openxmlformats.org/officeDocument/2006/relationships/slideLayout" Target="../slideLayouts/slideLayout67.xml"/><Relationship Id="rId23" Type="http://schemas.openxmlformats.org/officeDocument/2006/relationships/slideLayout" Target="../slideLayouts/slideLayout75.xml"/><Relationship Id="rId28" Type="http://schemas.openxmlformats.org/officeDocument/2006/relationships/slideLayout" Target="../slideLayouts/slideLayout80.xml"/><Relationship Id="rId36" Type="http://schemas.openxmlformats.org/officeDocument/2006/relationships/slideLayout" Target="../slideLayouts/slideLayout88.xml"/><Relationship Id="rId49" Type="http://schemas.openxmlformats.org/officeDocument/2006/relationships/slideLayout" Target="../slideLayouts/slideLayout101.xml"/><Relationship Id="rId10" Type="http://schemas.openxmlformats.org/officeDocument/2006/relationships/slideLayout" Target="../slideLayouts/slideLayout62.xml"/><Relationship Id="rId19" Type="http://schemas.openxmlformats.org/officeDocument/2006/relationships/slideLayout" Target="../slideLayouts/slideLayout71.xml"/><Relationship Id="rId31" Type="http://schemas.openxmlformats.org/officeDocument/2006/relationships/slideLayout" Target="../slideLayouts/slideLayout83.xml"/><Relationship Id="rId44" Type="http://schemas.openxmlformats.org/officeDocument/2006/relationships/slideLayout" Target="../slideLayouts/slideLayout96.xml"/><Relationship Id="rId52" Type="http://schemas.openxmlformats.org/officeDocument/2006/relationships/slideLayout" Target="../slideLayouts/slideLayout104.xml"/><Relationship Id="rId4" Type="http://schemas.openxmlformats.org/officeDocument/2006/relationships/slideLayout" Target="../slideLayouts/slideLayout56.xml"/><Relationship Id="rId9" Type="http://schemas.openxmlformats.org/officeDocument/2006/relationships/slideLayout" Target="../slideLayouts/slideLayout61.xml"/><Relationship Id="rId14" Type="http://schemas.openxmlformats.org/officeDocument/2006/relationships/slideLayout" Target="../slideLayouts/slideLayout66.xml"/><Relationship Id="rId22" Type="http://schemas.openxmlformats.org/officeDocument/2006/relationships/slideLayout" Target="../slideLayouts/slideLayout74.xml"/><Relationship Id="rId27" Type="http://schemas.openxmlformats.org/officeDocument/2006/relationships/slideLayout" Target="../slideLayouts/slideLayout79.xml"/><Relationship Id="rId30" Type="http://schemas.openxmlformats.org/officeDocument/2006/relationships/slideLayout" Target="../slideLayouts/slideLayout82.xml"/><Relationship Id="rId35" Type="http://schemas.openxmlformats.org/officeDocument/2006/relationships/slideLayout" Target="../slideLayouts/slideLayout87.xml"/><Relationship Id="rId43" Type="http://schemas.openxmlformats.org/officeDocument/2006/relationships/slideLayout" Target="../slideLayouts/slideLayout95.xml"/><Relationship Id="rId48" Type="http://schemas.openxmlformats.org/officeDocument/2006/relationships/slideLayout" Target="../slideLayouts/slideLayout100.xml"/><Relationship Id="rId8" Type="http://schemas.openxmlformats.org/officeDocument/2006/relationships/slideLayout" Target="../slideLayouts/slideLayout60.xml"/><Relationship Id="rId51" Type="http://schemas.openxmlformats.org/officeDocument/2006/relationships/slideLayout" Target="../slideLayouts/slideLayout10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 name="Rectangle 4"/>
          <p:cNvSpPr/>
          <p:nvPr userDrawn="1"/>
        </p:nvSpPr>
        <p:spPr>
          <a:xfrm>
            <a:off x="0" y="6438900"/>
            <a:ext cx="12188825" cy="419100"/>
          </a:xfrm>
          <a:prstGeom prst="rect">
            <a:avLst/>
          </a:prstGeom>
          <a:solidFill>
            <a:srgbClr val="007DB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Placeholder 1"/>
          <p:cNvSpPr>
            <a:spLocks noGrp="1"/>
          </p:cNvSpPr>
          <p:nvPr userDrawn="1">
            <p:ph type="title"/>
          </p:nvPr>
        </p:nvSpPr>
        <p:spPr bwMode="gray">
          <a:xfrm>
            <a:off x="152359" y="143854"/>
            <a:ext cx="10376059" cy="723900"/>
          </a:xfrm>
          <a:prstGeom prst="rect">
            <a:avLst/>
          </a:prstGeom>
        </p:spPr>
        <p:txBody>
          <a:bodyPr vert="horz" lIns="0" tIns="91440" rIns="91440" bIns="91440" rtlCol="0" anchor="b" anchorCtr="0">
            <a:noAutofit/>
          </a:bodyPr>
          <a:lstStyle/>
          <a:p>
            <a:r>
              <a:rPr lang="en-US" noProof="0" dirty="0"/>
              <a:t>Click to edit Master title style</a:t>
            </a:r>
          </a:p>
        </p:txBody>
      </p:sp>
      <p:sp>
        <p:nvSpPr>
          <p:cNvPr id="7" name="Footer Placeholder 4"/>
          <p:cNvSpPr>
            <a:spLocks noGrp="1"/>
          </p:cNvSpPr>
          <p:nvPr userDrawn="1">
            <p:ph type="ftr" sz="quarter" idx="3"/>
          </p:nvPr>
        </p:nvSpPr>
        <p:spPr bwMode="gray">
          <a:xfrm>
            <a:off x="152400" y="6513512"/>
            <a:ext cx="3466790" cy="269876"/>
          </a:xfrm>
          <a:prstGeom prst="rect">
            <a:avLst/>
          </a:prstGeom>
        </p:spPr>
        <p:txBody>
          <a:bodyPr lIns="0" anchor="ctr">
            <a:noAutofit/>
          </a:bodyPr>
          <a:lstStyle>
            <a:lvl1pPr algn="l">
              <a:defRPr sz="1100">
                <a:solidFill>
                  <a:schemeClr val="bg1"/>
                </a:solidFill>
                <a:latin typeface="+mn-lt"/>
              </a:defRPr>
            </a:lvl1pPr>
          </a:lstStyle>
          <a:p>
            <a:r>
              <a:rPr lang="en-US" dirty="0"/>
              <a:t>©2026 Fact.MR, All Rights Reserved</a:t>
            </a:r>
          </a:p>
        </p:txBody>
      </p:sp>
      <p:sp>
        <p:nvSpPr>
          <p:cNvPr id="8" name="Slide Number Placeholder 5"/>
          <p:cNvSpPr>
            <a:spLocks noGrp="1"/>
          </p:cNvSpPr>
          <p:nvPr userDrawn="1">
            <p:ph type="sldNum" sz="quarter" idx="4"/>
          </p:nvPr>
        </p:nvSpPr>
        <p:spPr bwMode="gray">
          <a:xfrm>
            <a:off x="11525250" y="6529578"/>
            <a:ext cx="457200" cy="237744"/>
          </a:xfrm>
          <a:prstGeom prst="rect">
            <a:avLst/>
          </a:prstGeom>
        </p:spPr>
        <p:txBody>
          <a:bodyPr>
            <a:noAutofit/>
          </a:bodyPr>
          <a:lstStyle>
            <a:lvl1pPr algn="ctr">
              <a:defRPr sz="1100">
                <a:solidFill>
                  <a:schemeClr val="bg1"/>
                </a:solidFill>
                <a:latin typeface="+mn-lt"/>
              </a:defRPr>
            </a:lvl1pPr>
          </a:lstStyle>
          <a:p>
            <a:fld id="{4B17068C-EB94-40A3-A5F2-664CDD77FDAC}" type="slidenum">
              <a:rPr lang="en-US" smtClean="0"/>
              <a:pPr/>
              <a:t>‹#›</a:t>
            </a:fld>
            <a:endParaRPr lang="en-US" dirty="0"/>
          </a:p>
        </p:txBody>
      </p:sp>
      <p:sp>
        <p:nvSpPr>
          <p:cNvPr id="9" name="Rectangle 8"/>
          <p:cNvSpPr/>
          <p:nvPr userDrawn="1"/>
        </p:nvSpPr>
        <p:spPr>
          <a:xfrm>
            <a:off x="165513" y="865796"/>
            <a:ext cx="3364674" cy="27432"/>
          </a:xfrm>
          <a:prstGeom prst="rect">
            <a:avLst/>
          </a:prstGeom>
          <a:solidFill>
            <a:srgbClr val="00B3E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Rectangle 9"/>
          <p:cNvSpPr/>
          <p:nvPr userDrawn="1"/>
        </p:nvSpPr>
        <p:spPr>
          <a:xfrm>
            <a:off x="-64" y="6388476"/>
            <a:ext cx="12188952" cy="24342"/>
          </a:xfrm>
          <a:prstGeom prst="rect">
            <a:avLst/>
          </a:prstGeom>
          <a:solidFill>
            <a:srgbClr val="00B3E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Rectangle 16"/>
          <p:cNvSpPr/>
          <p:nvPr userDrawn="1"/>
        </p:nvSpPr>
        <p:spPr>
          <a:xfrm>
            <a:off x="3602404" y="865796"/>
            <a:ext cx="3501293" cy="27432"/>
          </a:xfrm>
          <a:prstGeom prst="rect">
            <a:avLst/>
          </a:prstGeom>
          <a:solidFill>
            <a:srgbClr val="00B3E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Rectangle 17"/>
          <p:cNvSpPr/>
          <p:nvPr userDrawn="1"/>
        </p:nvSpPr>
        <p:spPr>
          <a:xfrm>
            <a:off x="7175913" y="865796"/>
            <a:ext cx="3364674" cy="27432"/>
          </a:xfrm>
          <a:prstGeom prst="rect">
            <a:avLst/>
          </a:prstGeom>
          <a:solidFill>
            <a:srgbClr val="00B3E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Rectangle 10"/>
          <p:cNvSpPr/>
          <p:nvPr userDrawn="1"/>
        </p:nvSpPr>
        <p:spPr bwMode="gray">
          <a:xfrm>
            <a:off x="-1071957" y="876300"/>
            <a:ext cx="899524" cy="418887"/>
          </a:xfrm>
          <a:prstGeom prst="rect">
            <a:avLst/>
          </a:prstGeom>
          <a:solidFill>
            <a:srgbClr val="2A5F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p>
        </p:txBody>
      </p:sp>
      <p:sp>
        <p:nvSpPr>
          <p:cNvPr id="12" name="Rectangle 11"/>
          <p:cNvSpPr/>
          <p:nvPr userDrawn="1"/>
        </p:nvSpPr>
        <p:spPr bwMode="gray">
          <a:xfrm>
            <a:off x="-1071957" y="1588016"/>
            <a:ext cx="899524" cy="418887"/>
          </a:xfrm>
          <a:prstGeom prst="rect">
            <a:avLst/>
          </a:prstGeom>
          <a:solidFill>
            <a:srgbClr val="9E7E0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p>
        </p:txBody>
      </p:sp>
      <p:sp>
        <p:nvSpPr>
          <p:cNvPr id="13" name="Rectangle 12"/>
          <p:cNvSpPr/>
          <p:nvPr userDrawn="1"/>
        </p:nvSpPr>
        <p:spPr bwMode="gray">
          <a:xfrm>
            <a:off x="-1071957" y="2299732"/>
            <a:ext cx="899524" cy="418887"/>
          </a:xfrm>
          <a:prstGeom prst="rect">
            <a:avLst/>
          </a:prstGeom>
          <a:solidFill>
            <a:srgbClr val="4031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p>
        </p:txBody>
      </p:sp>
      <p:sp>
        <p:nvSpPr>
          <p:cNvPr id="14" name="Rectangle 13"/>
          <p:cNvSpPr/>
          <p:nvPr userDrawn="1"/>
        </p:nvSpPr>
        <p:spPr bwMode="gray">
          <a:xfrm>
            <a:off x="-1071957" y="3011448"/>
            <a:ext cx="899524" cy="418887"/>
          </a:xfrm>
          <a:prstGeom prst="rect">
            <a:avLst/>
          </a:prstGeom>
          <a:solidFill>
            <a:srgbClr val="00818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p>
        </p:txBody>
      </p:sp>
      <p:sp>
        <p:nvSpPr>
          <p:cNvPr id="15" name="Rectangle 14"/>
          <p:cNvSpPr/>
          <p:nvPr userDrawn="1"/>
        </p:nvSpPr>
        <p:spPr bwMode="gray">
          <a:xfrm>
            <a:off x="-1071957" y="3723164"/>
            <a:ext cx="899524" cy="418887"/>
          </a:xfrm>
          <a:prstGeom prst="rect">
            <a:avLst/>
          </a:prstGeom>
          <a:solidFill>
            <a:srgbClr val="A3531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p>
        </p:txBody>
      </p:sp>
      <p:sp>
        <p:nvSpPr>
          <p:cNvPr id="16" name="Rectangle 15"/>
          <p:cNvSpPr/>
          <p:nvPr userDrawn="1"/>
        </p:nvSpPr>
        <p:spPr bwMode="gray">
          <a:xfrm>
            <a:off x="-1071957" y="5146596"/>
            <a:ext cx="899524" cy="418887"/>
          </a:xfrm>
          <a:prstGeom prst="rect">
            <a:avLst/>
          </a:prstGeom>
          <a:solidFill>
            <a:srgbClr val="7B84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p>
        </p:txBody>
      </p:sp>
      <p:sp>
        <p:nvSpPr>
          <p:cNvPr id="19" name="Rectangle 18"/>
          <p:cNvSpPr/>
          <p:nvPr userDrawn="1"/>
        </p:nvSpPr>
        <p:spPr bwMode="gray">
          <a:xfrm>
            <a:off x="-1071957" y="5858313"/>
            <a:ext cx="899524" cy="418887"/>
          </a:xfrm>
          <a:prstGeom prst="rect">
            <a:avLst/>
          </a:prstGeom>
          <a:solidFill>
            <a:srgbClr val="C55A1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p>
        </p:txBody>
      </p:sp>
      <p:sp>
        <p:nvSpPr>
          <p:cNvPr id="20" name="Rectangle 19"/>
          <p:cNvSpPr/>
          <p:nvPr userDrawn="1"/>
        </p:nvSpPr>
        <p:spPr bwMode="gray">
          <a:xfrm>
            <a:off x="-1071957" y="4434880"/>
            <a:ext cx="899524" cy="418887"/>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p>
        </p:txBody>
      </p:sp>
      <p:sp>
        <p:nvSpPr>
          <p:cNvPr id="21" name="Rectangle 20"/>
          <p:cNvSpPr/>
          <p:nvPr userDrawn="1"/>
        </p:nvSpPr>
        <p:spPr bwMode="gray">
          <a:xfrm>
            <a:off x="12354555" y="876300"/>
            <a:ext cx="899524" cy="418887"/>
          </a:xfrm>
          <a:prstGeom prst="rect">
            <a:avLst/>
          </a:prstGeom>
          <a:solidFill>
            <a:srgbClr val="2774B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p>
        </p:txBody>
      </p:sp>
      <p:sp>
        <p:nvSpPr>
          <p:cNvPr id="22" name="Rectangle 21"/>
          <p:cNvSpPr/>
          <p:nvPr userDrawn="1"/>
        </p:nvSpPr>
        <p:spPr bwMode="gray">
          <a:xfrm>
            <a:off x="12354555" y="1429857"/>
            <a:ext cx="899524" cy="418887"/>
          </a:xfrm>
          <a:prstGeom prst="rect">
            <a:avLst/>
          </a:prstGeom>
          <a:solidFill>
            <a:srgbClr val="3B82B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p>
        </p:txBody>
      </p:sp>
      <p:sp>
        <p:nvSpPr>
          <p:cNvPr id="23" name="Rectangle 22"/>
          <p:cNvSpPr/>
          <p:nvPr userDrawn="1"/>
        </p:nvSpPr>
        <p:spPr bwMode="gray">
          <a:xfrm>
            <a:off x="12354555" y="1983414"/>
            <a:ext cx="899524" cy="418887"/>
          </a:xfrm>
          <a:prstGeom prst="rect">
            <a:avLst/>
          </a:prstGeom>
          <a:solidFill>
            <a:srgbClr val="5AA0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p>
        </p:txBody>
      </p:sp>
      <p:sp>
        <p:nvSpPr>
          <p:cNvPr id="24" name="Rectangle 23"/>
          <p:cNvSpPr/>
          <p:nvPr userDrawn="1"/>
        </p:nvSpPr>
        <p:spPr bwMode="gray">
          <a:xfrm>
            <a:off x="12354555" y="2536971"/>
            <a:ext cx="899524" cy="418887"/>
          </a:xfrm>
          <a:prstGeom prst="rect">
            <a:avLst/>
          </a:prstGeom>
          <a:solidFill>
            <a:srgbClr val="69B1E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p>
        </p:txBody>
      </p:sp>
      <p:sp>
        <p:nvSpPr>
          <p:cNvPr id="25" name="Rectangle 24"/>
          <p:cNvSpPr/>
          <p:nvPr userDrawn="1"/>
        </p:nvSpPr>
        <p:spPr bwMode="gray">
          <a:xfrm>
            <a:off x="12354555" y="3090528"/>
            <a:ext cx="899524" cy="418887"/>
          </a:xfrm>
          <a:prstGeom prst="rect">
            <a:avLst/>
          </a:prstGeom>
          <a:solidFill>
            <a:srgbClr val="79C3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p>
        </p:txBody>
      </p:sp>
      <p:sp>
        <p:nvSpPr>
          <p:cNvPr id="26" name="Rectangle 25"/>
          <p:cNvSpPr/>
          <p:nvPr userDrawn="1"/>
        </p:nvSpPr>
        <p:spPr bwMode="gray">
          <a:xfrm>
            <a:off x="12354555" y="3644085"/>
            <a:ext cx="899524" cy="418887"/>
          </a:xfrm>
          <a:prstGeom prst="rect">
            <a:avLst/>
          </a:prstGeom>
          <a:solidFill>
            <a:srgbClr val="5859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p>
        </p:txBody>
      </p:sp>
      <p:sp>
        <p:nvSpPr>
          <p:cNvPr id="27" name="Rectangle 26"/>
          <p:cNvSpPr/>
          <p:nvPr userDrawn="1"/>
        </p:nvSpPr>
        <p:spPr bwMode="gray">
          <a:xfrm>
            <a:off x="12354555" y="4197642"/>
            <a:ext cx="899524" cy="418887"/>
          </a:xfrm>
          <a:prstGeom prst="rect">
            <a:avLst/>
          </a:prstGeom>
          <a:solidFill>
            <a:srgbClr val="8082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p>
        </p:txBody>
      </p:sp>
      <p:sp>
        <p:nvSpPr>
          <p:cNvPr id="28" name="Rectangle 27"/>
          <p:cNvSpPr/>
          <p:nvPr userDrawn="1"/>
        </p:nvSpPr>
        <p:spPr bwMode="gray">
          <a:xfrm>
            <a:off x="12354555" y="4751199"/>
            <a:ext cx="899524" cy="418887"/>
          </a:xfrm>
          <a:prstGeom prst="rect">
            <a:avLst/>
          </a:prstGeom>
          <a:solidFill>
            <a:srgbClr val="93959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p>
        </p:txBody>
      </p:sp>
      <p:sp>
        <p:nvSpPr>
          <p:cNvPr id="29" name="Rectangle 28"/>
          <p:cNvSpPr/>
          <p:nvPr userDrawn="1"/>
        </p:nvSpPr>
        <p:spPr bwMode="gray">
          <a:xfrm>
            <a:off x="12354555" y="5304756"/>
            <a:ext cx="899524" cy="418887"/>
          </a:xfrm>
          <a:prstGeom prst="rect">
            <a:avLst/>
          </a:prstGeom>
          <a:solidFill>
            <a:srgbClr val="BCBE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p>
        </p:txBody>
      </p:sp>
      <p:sp>
        <p:nvSpPr>
          <p:cNvPr id="30" name="Rectangle 29"/>
          <p:cNvSpPr/>
          <p:nvPr userDrawn="1"/>
        </p:nvSpPr>
        <p:spPr bwMode="gray">
          <a:xfrm>
            <a:off x="12354555" y="5858313"/>
            <a:ext cx="899524" cy="418887"/>
          </a:xfrm>
          <a:prstGeom prst="rect">
            <a:avLst/>
          </a:prstGeom>
          <a:solidFill>
            <a:srgbClr val="D1D3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p>
        </p:txBody>
      </p:sp>
      <p:pic>
        <p:nvPicPr>
          <p:cNvPr id="6" name="Picture 5">
            <a:extLst>
              <a:ext uri="{FF2B5EF4-FFF2-40B4-BE49-F238E27FC236}">
                <a16:creationId xmlns:a16="http://schemas.microsoft.com/office/drawing/2014/main" id="{B6F5C3B9-EDA3-07A0-375B-1932F3D794E2}"/>
              </a:ext>
            </a:extLst>
          </p:cNvPr>
          <p:cNvPicPr>
            <a:picLocks noChangeAspect="1"/>
          </p:cNvPicPr>
          <p:nvPr userDrawn="1"/>
        </p:nvPicPr>
        <p:blipFill>
          <a:blip r:embed="rId54" cstate="email">
            <a:extLst>
              <a:ext uri="{28A0092B-C50C-407E-A947-70E740481C1C}">
                <a14:useLocalDpi xmlns:a14="http://schemas.microsoft.com/office/drawing/2010/main"/>
              </a:ext>
            </a:extLst>
          </a:blip>
          <a:stretch>
            <a:fillRect/>
          </a:stretch>
        </p:blipFill>
        <p:spPr>
          <a:xfrm>
            <a:off x="10509684" y="290991"/>
            <a:ext cx="1603477" cy="408887"/>
          </a:xfrm>
          <a:prstGeom prst="rect">
            <a:avLst/>
          </a:prstGeom>
        </p:spPr>
      </p:pic>
    </p:spTree>
    <p:extLst>
      <p:ext uri="{BB962C8B-B14F-4D97-AF65-F5344CB8AC3E}">
        <p14:creationId xmlns:p14="http://schemas.microsoft.com/office/powerpoint/2010/main" val="412981272"/>
      </p:ext>
    </p:extLst>
  </p:cSld>
  <p:clrMap bg1="lt1" tx1="dk1" bg2="lt2" tx2="dk2" accent1="accent1" accent2="accent2" accent3="accent3" accent4="accent4" accent5="accent5" accent6="accent6" hlink="hlink" folHlink="folHlink"/>
  <p:sldLayoutIdLst>
    <p:sldLayoutId id="2147483919" r:id="rId1"/>
    <p:sldLayoutId id="2147483920" r:id="rId2"/>
    <p:sldLayoutId id="2147483921" r:id="rId3"/>
    <p:sldLayoutId id="2147483922" r:id="rId4"/>
    <p:sldLayoutId id="2147483923" r:id="rId5"/>
    <p:sldLayoutId id="2147483924" r:id="rId6"/>
    <p:sldLayoutId id="2147483925" r:id="rId7"/>
    <p:sldLayoutId id="2147483926" r:id="rId8"/>
    <p:sldLayoutId id="2147483927" r:id="rId9"/>
    <p:sldLayoutId id="2147483928" r:id="rId10"/>
    <p:sldLayoutId id="2147483929" r:id="rId11"/>
    <p:sldLayoutId id="2147483930" r:id="rId12"/>
    <p:sldLayoutId id="2147483931" r:id="rId13"/>
    <p:sldLayoutId id="2147483932" r:id="rId14"/>
    <p:sldLayoutId id="2147483933" r:id="rId15"/>
    <p:sldLayoutId id="2147483934" r:id="rId16"/>
    <p:sldLayoutId id="2147483935" r:id="rId17"/>
    <p:sldLayoutId id="2147483936" r:id="rId18"/>
    <p:sldLayoutId id="2147483937" r:id="rId19"/>
    <p:sldLayoutId id="2147483938" r:id="rId20"/>
    <p:sldLayoutId id="2147483939" r:id="rId21"/>
    <p:sldLayoutId id="2147483940" r:id="rId22"/>
    <p:sldLayoutId id="2147483941" r:id="rId23"/>
    <p:sldLayoutId id="2147483942" r:id="rId24"/>
    <p:sldLayoutId id="2147483943" r:id="rId25"/>
    <p:sldLayoutId id="2147483944" r:id="rId26"/>
    <p:sldLayoutId id="2147483945" r:id="rId27"/>
    <p:sldLayoutId id="2147483946" r:id="rId28"/>
    <p:sldLayoutId id="2147483947" r:id="rId29"/>
    <p:sldLayoutId id="2147483948" r:id="rId30"/>
    <p:sldLayoutId id="2147483949" r:id="rId31"/>
    <p:sldLayoutId id="2147483950" r:id="rId32"/>
    <p:sldLayoutId id="2147483951" r:id="rId33"/>
    <p:sldLayoutId id="2147483952" r:id="rId34"/>
    <p:sldLayoutId id="2147483953" r:id="rId35"/>
    <p:sldLayoutId id="2147483954" r:id="rId36"/>
    <p:sldLayoutId id="2147483955" r:id="rId37"/>
    <p:sldLayoutId id="2147483956" r:id="rId38"/>
    <p:sldLayoutId id="2147483957" r:id="rId39"/>
    <p:sldLayoutId id="2147483958" r:id="rId40"/>
    <p:sldLayoutId id="2147483959" r:id="rId41"/>
    <p:sldLayoutId id="2147483960" r:id="rId42"/>
    <p:sldLayoutId id="2147483961" r:id="rId43"/>
    <p:sldLayoutId id="2147483962" r:id="rId44"/>
    <p:sldLayoutId id="2147483963" r:id="rId45"/>
    <p:sldLayoutId id="2147483964" r:id="rId46"/>
    <p:sldLayoutId id="2147483965" r:id="rId47"/>
    <p:sldLayoutId id="2147483966" r:id="rId48"/>
    <p:sldLayoutId id="2147483967" r:id="rId49"/>
    <p:sldLayoutId id="2147483968" r:id="rId50"/>
    <p:sldLayoutId id="2147483969" r:id="rId51"/>
    <p:sldLayoutId id="2147483970" r:id="rId52"/>
  </p:sldLayoutIdLst>
  <p:hf hdr="0" dt="0"/>
  <p:txStyles>
    <p:titleStyle>
      <a:lvl1pPr algn="l" defTabSz="914379" rtl="0" eaLnBrk="1" latinLnBrk="0" hangingPunct="1">
        <a:lnSpc>
          <a:spcPct val="90000"/>
        </a:lnSpc>
        <a:spcBef>
          <a:spcPct val="0"/>
        </a:spcBef>
        <a:buNone/>
        <a:defRPr sz="2000" b="1" kern="1200">
          <a:solidFill>
            <a:schemeClr val="tx1"/>
          </a:solidFill>
          <a:latin typeface="+mn-lt"/>
          <a:ea typeface="+mj-ea"/>
          <a:cs typeface="+mj-cs"/>
        </a:defRPr>
      </a:lvl1pPr>
    </p:titleStyle>
    <p:bodyStyle>
      <a:lvl1pPr marL="228594" indent="-228594" algn="l" defTabSz="914379" rtl="0" eaLnBrk="1" latinLnBrk="0" hangingPunct="1">
        <a:lnSpc>
          <a:spcPct val="90000"/>
        </a:lnSpc>
        <a:spcBef>
          <a:spcPts val="1000"/>
        </a:spcBef>
        <a:buFont typeface="Wingdings" panose="05000000000000000000" pitchFamily="2" charset="2"/>
        <a:buChar char="§"/>
        <a:defRPr sz="1800" kern="1200">
          <a:solidFill>
            <a:schemeClr val="tx1"/>
          </a:solidFill>
          <a:latin typeface="+mn-lt"/>
          <a:ea typeface="+mn-ea"/>
          <a:cs typeface="+mn-cs"/>
        </a:defRPr>
      </a:lvl1pPr>
      <a:lvl2pPr marL="685784" indent="-228594" algn="l" defTabSz="914379" rtl="0" eaLnBrk="1" latinLnBrk="0" hangingPunct="1">
        <a:lnSpc>
          <a:spcPct val="90000"/>
        </a:lnSpc>
        <a:spcBef>
          <a:spcPts val="500"/>
        </a:spcBef>
        <a:buSzPct val="80000"/>
        <a:buFont typeface="Wingdings" panose="05000000000000000000" pitchFamily="2" charset="2"/>
        <a:buChar char=""/>
        <a:defRPr sz="1500" kern="1200">
          <a:solidFill>
            <a:schemeClr val="tx1"/>
          </a:solidFill>
          <a:latin typeface="+mn-lt"/>
          <a:ea typeface="+mn-ea"/>
          <a:cs typeface="+mn-cs"/>
        </a:defRPr>
      </a:lvl2pPr>
      <a:lvl3pPr marL="1142974" indent="-228594" algn="l" defTabSz="914379" rtl="0" eaLnBrk="1" latinLnBrk="0" hangingPunct="1">
        <a:lnSpc>
          <a:spcPct val="90000"/>
        </a:lnSpc>
        <a:spcBef>
          <a:spcPts val="500"/>
        </a:spcBef>
        <a:buFont typeface="Wingdings" panose="05000000000000000000" pitchFamily="2" charset="2"/>
        <a:buChar char="Ø"/>
        <a:defRPr sz="1200" kern="1200">
          <a:solidFill>
            <a:schemeClr val="tx1"/>
          </a:solidFill>
          <a:latin typeface="+mn-lt"/>
          <a:ea typeface="+mn-ea"/>
          <a:cs typeface="+mn-cs"/>
        </a:defRPr>
      </a:lvl3pPr>
      <a:lvl4pPr marL="1600163" indent="-228594" algn="l" defTabSz="914379" rtl="0" eaLnBrk="1" latinLnBrk="0" hangingPunct="1">
        <a:lnSpc>
          <a:spcPct val="90000"/>
        </a:lnSpc>
        <a:spcBef>
          <a:spcPts val="500"/>
        </a:spcBef>
        <a:buSzPct val="80000"/>
        <a:buFont typeface="Wingdings" panose="05000000000000000000" pitchFamily="2" charset="2"/>
        <a:buChar char="q"/>
        <a:defRPr sz="1000" kern="1200">
          <a:solidFill>
            <a:schemeClr val="tx1"/>
          </a:solidFill>
          <a:latin typeface="+mn-lt"/>
          <a:ea typeface="+mn-ea"/>
          <a:cs typeface="+mn-cs"/>
        </a:defRPr>
      </a:lvl4pPr>
      <a:lvl5pPr marL="2057353" indent="-228594" algn="l" defTabSz="914379" rtl="0" eaLnBrk="1" latinLnBrk="0" hangingPunct="1">
        <a:lnSpc>
          <a:spcPct val="90000"/>
        </a:lnSpc>
        <a:spcBef>
          <a:spcPts val="500"/>
        </a:spcBef>
        <a:buFont typeface="Arial" panose="020B0604020202020204" pitchFamily="34" charset="0"/>
        <a:buChar char="•"/>
        <a:defRPr sz="800" kern="1200">
          <a:solidFill>
            <a:schemeClr val="tx1"/>
          </a:solidFill>
          <a:latin typeface="+mn-lt"/>
          <a:ea typeface="+mn-ea"/>
          <a:cs typeface="+mn-cs"/>
        </a:defRPr>
      </a:lvl5pPr>
      <a:lvl6pPr marL="2514543" indent="-228594" algn="l" defTabSz="914379"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33" indent="-228594" algn="l" defTabSz="914379"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22" indent="-228594" algn="l" defTabSz="914379"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12" indent="-228594" algn="l" defTabSz="914379"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9" rtl="0" eaLnBrk="1" latinLnBrk="0" hangingPunct="1">
        <a:defRPr sz="1800" kern="1200">
          <a:solidFill>
            <a:schemeClr val="tx1"/>
          </a:solidFill>
          <a:latin typeface="+mn-lt"/>
          <a:ea typeface="+mn-ea"/>
          <a:cs typeface="+mn-cs"/>
        </a:defRPr>
      </a:lvl1pPr>
      <a:lvl2pPr marL="457190" algn="l" defTabSz="914379" rtl="0" eaLnBrk="1" latinLnBrk="0" hangingPunct="1">
        <a:defRPr sz="1800" kern="1200">
          <a:solidFill>
            <a:schemeClr val="tx1"/>
          </a:solidFill>
          <a:latin typeface="+mn-lt"/>
          <a:ea typeface="+mn-ea"/>
          <a:cs typeface="+mn-cs"/>
        </a:defRPr>
      </a:lvl2pPr>
      <a:lvl3pPr marL="914379" algn="l" defTabSz="914379" rtl="0" eaLnBrk="1" latinLnBrk="0" hangingPunct="1">
        <a:defRPr sz="1800" kern="1200">
          <a:solidFill>
            <a:schemeClr val="tx1"/>
          </a:solidFill>
          <a:latin typeface="+mn-lt"/>
          <a:ea typeface="+mn-ea"/>
          <a:cs typeface="+mn-cs"/>
        </a:defRPr>
      </a:lvl3pPr>
      <a:lvl4pPr marL="1371569" algn="l" defTabSz="914379" rtl="0" eaLnBrk="1" latinLnBrk="0" hangingPunct="1">
        <a:defRPr sz="1800" kern="1200">
          <a:solidFill>
            <a:schemeClr val="tx1"/>
          </a:solidFill>
          <a:latin typeface="+mn-lt"/>
          <a:ea typeface="+mn-ea"/>
          <a:cs typeface="+mn-cs"/>
        </a:defRPr>
      </a:lvl4pPr>
      <a:lvl5pPr marL="1828759" algn="l" defTabSz="914379" rtl="0" eaLnBrk="1" latinLnBrk="0" hangingPunct="1">
        <a:defRPr sz="1800" kern="1200">
          <a:solidFill>
            <a:schemeClr val="tx1"/>
          </a:solidFill>
          <a:latin typeface="+mn-lt"/>
          <a:ea typeface="+mn-ea"/>
          <a:cs typeface="+mn-cs"/>
        </a:defRPr>
      </a:lvl5pPr>
      <a:lvl6pPr marL="2285948" algn="l" defTabSz="914379" rtl="0" eaLnBrk="1" latinLnBrk="0" hangingPunct="1">
        <a:defRPr sz="1800" kern="1200">
          <a:solidFill>
            <a:schemeClr val="tx1"/>
          </a:solidFill>
          <a:latin typeface="+mn-lt"/>
          <a:ea typeface="+mn-ea"/>
          <a:cs typeface="+mn-cs"/>
        </a:defRPr>
      </a:lvl6pPr>
      <a:lvl7pPr marL="2743138" algn="l" defTabSz="914379" rtl="0" eaLnBrk="1" latinLnBrk="0" hangingPunct="1">
        <a:defRPr sz="1800" kern="1200">
          <a:solidFill>
            <a:schemeClr val="tx1"/>
          </a:solidFill>
          <a:latin typeface="+mn-lt"/>
          <a:ea typeface="+mn-ea"/>
          <a:cs typeface="+mn-cs"/>
        </a:defRPr>
      </a:lvl7pPr>
      <a:lvl8pPr marL="3200328" algn="l" defTabSz="914379" rtl="0" eaLnBrk="1" latinLnBrk="0" hangingPunct="1">
        <a:defRPr sz="1800" kern="1200">
          <a:solidFill>
            <a:schemeClr val="tx1"/>
          </a:solidFill>
          <a:latin typeface="+mn-lt"/>
          <a:ea typeface="+mn-ea"/>
          <a:cs typeface="+mn-cs"/>
        </a:defRPr>
      </a:lvl8pPr>
      <a:lvl9pPr marL="3657517" algn="l" defTabSz="914379"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 name="Rectangle 4"/>
          <p:cNvSpPr/>
          <p:nvPr userDrawn="1"/>
        </p:nvSpPr>
        <p:spPr>
          <a:xfrm>
            <a:off x="0" y="6438900"/>
            <a:ext cx="12188825" cy="419100"/>
          </a:xfrm>
          <a:prstGeom prst="rect">
            <a:avLst/>
          </a:prstGeom>
          <a:solidFill>
            <a:srgbClr val="007DB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Placeholder 1"/>
          <p:cNvSpPr>
            <a:spLocks noGrp="1"/>
          </p:cNvSpPr>
          <p:nvPr userDrawn="1">
            <p:ph type="title"/>
          </p:nvPr>
        </p:nvSpPr>
        <p:spPr bwMode="gray">
          <a:xfrm>
            <a:off x="152359" y="143854"/>
            <a:ext cx="10376059" cy="723900"/>
          </a:xfrm>
          <a:prstGeom prst="rect">
            <a:avLst/>
          </a:prstGeom>
        </p:spPr>
        <p:txBody>
          <a:bodyPr vert="horz" lIns="0" tIns="91440" rIns="91440" bIns="91440" rtlCol="0" anchor="b" anchorCtr="0">
            <a:noAutofit/>
          </a:bodyPr>
          <a:lstStyle/>
          <a:p>
            <a:r>
              <a:rPr lang="en-US" noProof="0" dirty="0"/>
              <a:t>Click to edit Master title style</a:t>
            </a:r>
          </a:p>
        </p:txBody>
      </p:sp>
      <p:sp>
        <p:nvSpPr>
          <p:cNvPr id="7" name="Footer Placeholder 4"/>
          <p:cNvSpPr>
            <a:spLocks noGrp="1"/>
          </p:cNvSpPr>
          <p:nvPr userDrawn="1">
            <p:ph type="ftr" sz="quarter" idx="3"/>
          </p:nvPr>
        </p:nvSpPr>
        <p:spPr bwMode="gray">
          <a:xfrm>
            <a:off x="152400" y="6513512"/>
            <a:ext cx="3466790" cy="269876"/>
          </a:xfrm>
          <a:prstGeom prst="rect">
            <a:avLst/>
          </a:prstGeom>
        </p:spPr>
        <p:txBody>
          <a:bodyPr lIns="0" anchor="ctr">
            <a:noAutofit/>
          </a:bodyPr>
          <a:lstStyle>
            <a:lvl1pPr algn="l">
              <a:defRPr sz="1100">
                <a:solidFill>
                  <a:schemeClr val="bg1"/>
                </a:solidFill>
                <a:latin typeface="+mn-lt"/>
              </a:defRPr>
            </a:lvl1pPr>
          </a:lstStyle>
          <a:p>
            <a:r>
              <a:rPr lang="en-US" dirty="0"/>
              <a:t>©2025 Fact.MR, All Rights Reserved</a:t>
            </a:r>
          </a:p>
        </p:txBody>
      </p:sp>
      <p:sp>
        <p:nvSpPr>
          <p:cNvPr id="8" name="Slide Number Placeholder 5"/>
          <p:cNvSpPr>
            <a:spLocks noGrp="1"/>
          </p:cNvSpPr>
          <p:nvPr userDrawn="1">
            <p:ph type="sldNum" sz="quarter" idx="4"/>
          </p:nvPr>
        </p:nvSpPr>
        <p:spPr bwMode="gray">
          <a:xfrm>
            <a:off x="11525250" y="6529578"/>
            <a:ext cx="457200" cy="237744"/>
          </a:xfrm>
          <a:prstGeom prst="rect">
            <a:avLst/>
          </a:prstGeom>
        </p:spPr>
        <p:txBody>
          <a:bodyPr>
            <a:noAutofit/>
          </a:bodyPr>
          <a:lstStyle>
            <a:lvl1pPr algn="ctr">
              <a:defRPr sz="1100">
                <a:solidFill>
                  <a:schemeClr val="bg1"/>
                </a:solidFill>
                <a:latin typeface="+mn-lt"/>
              </a:defRPr>
            </a:lvl1pPr>
          </a:lstStyle>
          <a:p>
            <a:fld id="{4B17068C-EB94-40A3-A5F2-664CDD77FDAC}" type="slidenum">
              <a:rPr lang="en-US" smtClean="0"/>
              <a:pPr/>
              <a:t>‹#›</a:t>
            </a:fld>
            <a:endParaRPr lang="en-US" dirty="0"/>
          </a:p>
        </p:txBody>
      </p:sp>
      <p:sp>
        <p:nvSpPr>
          <p:cNvPr id="9" name="Rectangle 8"/>
          <p:cNvSpPr/>
          <p:nvPr userDrawn="1"/>
        </p:nvSpPr>
        <p:spPr>
          <a:xfrm>
            <a:off x="165513" y="865796"/>
            <a:ext cx="3364674" cy="27432"/>
          </a:xfrm>
          <a:prstGeom prst="rect">
            <a:avLst/>
          </a:prstGeom>
          <a:solidFill>
            <a:srgbClr val="00B3E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Rectangle 9"/>
          <p:cNvSpPr/>
          <p:nvPr userDrawn="1"/>
        </p:nvSpPr>
        <p:spPr>
          <a:xfrm>
            <a:off x="-64" y="6388476"/>
            <a:ext cx="12188952" cy="24342"/>
          </a:xfrm>
          <a:prstGeom prst="rect">
            <a:avLst/>
          </a:prstGeom>
          <a:solidFill>
            <a:srgbClr val="00B3E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Rectangle 16"/>
          <p:cNvSpPr/>
          <p:nvPr userDrawn="1"/>
        </p:nvSpPr>
        <p:spPr>
          <a:xfrm>
            <a:off x="3602404" y="865796"/>
            <a:ext cx="3501293" cy="27432"/>
          </a:xfrm>
          <a:prstGeom prst="rect">
            <a:avLst/>
          </a:prstGeom>
          <a:solidFill>
            <a:srgbClr val="00B3E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Rectangle 17"/>
          <p:cNvSpPr/>
          <p:nvPr userDrawn="1"/>
        </p:nvSpPr>
        <p:spPr>
          <a:xfrm>
            <a:off x="7175913" y="865796"/>
            <a:ext cx="3364674" cy="27432"/>
          </a:xfrm>
          <a:prstGeom prst="rect">
            <a:avLst/>
          </a:prstGeom>
          <a:solidFill>
            <a:srgbClr val="00B3E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Rectangle 10"/>
          <p:cNvSpPr/>
          <p:nvPr userDrawn="1"/>
        </p:nvSpPr>
        <p:spPr bwMode="gray">
          <a:xfrm>
            <a:off x="-1071957" y="876300"/>
            <a:ext cx="899524" cy="418887"/>
          </a:xfrm>
          <a:prstGeom prst="rect">
            <a:avLst/>
          </a:prstGeom>
          <a:solidFill>
            <a:srgbClr val="2A5F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p>
        </p:txBody>
      </p:sp>
      <p:sp>
        <p:nvSpPr>
          <p:cNvPr id="12" name="Rectangle 11"/>
          <p:cNvSpPr/>
          <p:nvPr userDrawn="1"/>
        </p:nvSpPr>
        <p:spPr bwMode="gray">
          <a:xfrm>
            <a:off x="-1071957" y="1588016"/>
            <a:ext cx="899524" cy="418887"/>
          </a:xfrm>
          <a:prstGeom prst="rect">
            <a:avLst/>
          </a:prstGeom>
          <a:solidFill>
            <a:srgbClr val="9E7E0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p>
        </p:txBody>
      </p:sp>
      <p:sp>
        <p:nvSpPr>
          <p:cNvPr id="13" name="Rectangle 12"/>
          <p:cNvSpPr/>
          <p:nvPr userDrawn="1"/>
        </p:nvSpPr>
        <p:spPr bwMode="gray">
          <a:xfrm>
            <a:off x="-1071957" y="2299732"/>
            <a:ext cx="899524" cy="418887"/>
          </a:xfrm>
          <a:prstGeom prst="rect">
            <a:avLst/>
          </a:prstGeom>
          <a:solidFill>
            <a:srgbClr val="4031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p>
        </p:txBody>
      </p:sp>
      <p:sp>
        <p:nvSpPr>
          <p:cNvPr id="14" name="Rectangle 13"/>
          <p:cNvSpPr/>
          <p:nvPr userDrawn="1"/>
        </p:nvSpPr>
        <p:spPr bwMode="gray">
          <a:xfrm>
            <a:off x="-1071957" y="3011448"/>
            <a:ext cx="899524" cy="418887"/>
          </a:xfrm>
          <a:prstGeom prst="rect">
            <a:avLst/>
          </a:prstGeom>
          <a:solidFill>
            <a:srgbClr val="00818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p>
        </p:txBody>
      </p:sp>
      <p:sp>
        <p:nvSpPr>
          <p:cNvPr id="15" name="Rectangle 14"/>
          <p:cNvSpPr/>
          <p:nvPr userDrawn="1"/>
        </p:nvSpPr>
        <p:spPr bwMode="gray">
          <a:xfrm>
            <a:off x="-1071957" y="3723164"/>
            <a:ext cx="899524" cy="418887"/>
          </a:xfrm>
          <a:prstGeom prst="rect">
            <a:avLst/>
          </a:prstGeom>
          <a:solidFill>
            <a:srgbClr val="A3531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p>
        </p:txBody>
      </p:sp>
      <p:sp>
        <p:nvSpPr>
          <p:cNvPr id="16" name="Rectangle 15"/>
          <p:cNvSpPr/>
          <p:nvPr userDrawn="1"/>
        </p:nvSpPr>
        <p:spPr bwMode="gray">
          <a:xfrm>
            <a:off x="-1071957" y="5146596"/>
            <a:ext cx="899524" cy="418887"/>
          </a:xfrm>
          <a:prstGeom prst="rect">
            <a:avLst/>
          </a:prstGeom>
          <a:solidFill>
            <a:srgbClr val="7B84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p>
        </p:txBody>
      </p:sp>
      <p:sp>
        <p:nvSpPr>
          <p:cNvPr id="19" name="Rectangle 18"/>
          <p:cNvSpPr/>
          <p:nvPr userDrawn="1"/>
        </p:nvSpPr>
        <p:spPr bwMode="gray">
          <a:xfrm>
            <a:off x="-1071957" y="5858313"/>
            <a:ext cx="899524" cy="418887"/>
          </a:xfrm>
          <a:prstGeom prst="rect">
            <a:avLst/>
          </a:prstGeom>
          <a:solidFill>
            <a:srgbClr val="C55A1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p>
        </p:txBody>
      </p:sp>
      <p:sp>
        <p:nvSpPr>
          <p:cNvPr id="20" name="Rectangle 19"/>
          <p:cNvSpPr/>
          <p:nvPr userDrawn="1"/>
        </p:nvSpPr>
        <p:spPr bwMode="gray">
          <a:xfrm>
            <a:off x="-1071957" y="4434880"/>
            <a:ext cx="899524" cy="418887"/>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p>
        </p:txBody>
      </p:sp>
      <p:sp>
        <p:nvSpPr>
          <p:cNvPr id="21" name="Rectangle 20"/>
          <p:cNvSpPr/>
          <p:nvPr userDrawn="1"/>
        </p:nvSpPr>
        <p:spPr bwMode="gray">
          <a:xfrm>
            <a:off x="12354555" y="876300"/>
            <a:ext cx="899524" cy="418887"/>
          </a:xfrm>
          <a:prstGeom prst="rect">
            <a:avLst/>
          </a:prstGeom>
          <a:solidFill>
            <a:srgbClr val="2774B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p>
        </p:txBody>
      </p:sp>
      <p:sp>
        <p:nvSpPr>
          <p:cNvPr id="22" name="Rectangle 21"/>
          <p:cNvSpPr/>
          <p:nvPr userDrawn="1"/>
        </p:nvSpPr>
        <p:spPr bwMode="gray">
          <a:xfrm>
            <a:off x="12354555" y="1429857"/>
            <a:ext cx="899524" cy="418887"/>
          </a:xfrm>
          <a:prstGeom prst="rect">
            <a:avLst/>
          </a:prstGeom>
          <a:solidFill>
            <a:srgbClr val="3B82B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p>
        </p:txBody>
      </p:sp>
      <p:sp>
        <p:nvSpPr>
          <p:cNvPr id="23" name="Rectangle 22"/>
          <p:cNvSpPr/>
          <p:nvPr userDrawn="1"/>
        </p:nvSpPr>
        <p:spPr bwMode="gray">
          <a:xfrm>
            <a:off x="12354555" y="1983414"/>
            <a:ext cx="899524" cy="418887"/>
          </a:xfrm>
          <a:prstGeom prst="rect">
            <a:avLst/>
          </a:prstGeom>
          <a:solidFill>
            <a:srgbClr val="5AA0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p>
        </p:txBody>
      </p:sp>
      <p:sp>
        <p:nvSpPr>
          <p:cNvPr id="24" name="Rectangle 23"/>
          <p:cNvSpPr/>
          <p:nvPr userDrawn="1"/>
        </p:nvSpPr>
        <p:spPr bwMode="gray">
          <a:xfrm>
            <a:off x="12354555" y="2536971"/>
            <a:ext cx="899524" cy="418887"/>
          </a:xfrm>
          <a:prstGeom prst="rect">
            <a:avLst/>
          </a:prstGeom>
          <a:solidFill>
            <a:srgbClr val="69B1E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p>
        </p:txBody>
      </p:sp>
      <p:sp>
        <p:nvSpPr>
          <p:cNvPr id="25" name="Rectangle 24"/>
          <p:cNvSpPr/>
          <p:nvPr userDrawn="1"/>
        </p:nvSpPr>
        <p:spPr bwMode="gray">
          <a:xfrm>
            <a:off x="12354555" y="3090528"/>
            <a:ext cx="899524" cy="418887"/>
          </a:xfrm>
          <a:prstGeom prst="rect">
            <a:avLst/>
          </a:prstGeom>
          <a:solidFill>
            <a:srgbClr val="79C3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p>
        </p:txBody>
      </p:sp>
      <p:sp>
        <p:nvSpPr>
          <p:cNvPr id="26" name="Rectangle 25"/>
          <p:cNvSpPr/>
          <p:nvPr userDrawn="1"/>
        </p:nvSpPr>
        <p:spPr bwMode="gray">
          <a:xfrm>
            <a:off x="12354555" y="3644085"/>
            <a:ext cx="899524" cy="418887"/>
          </a:xfrm>
          <a:prstGeom prst="rect">
            <a:avLst/>
          </a:prstGeom>
          <a:solidFill>
            <a:srgbClr val="5859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p>
        </p:txBody>
      </p:sp>
      <p:sp>
        <p:nvSpPr>
          <p:cNvPr id="27" name="Rectangle 26"/>
          <p:cNvSpPr/>
          <p:nvPr userDrawn="1"/>
        </p:nvSpPr>
        <p:spPr bwMode="gray">
          <a:xfrm>
            <a:off x="12354555" y="4197642"/>
            <a:ext cx="899524" cy="418887"/>
          </a:xfrm>
          <a:prstGeom prst="rect">
            <a:avLst/>
          </a:prstGeom>
          <a:solidFill>
            <a:srgbClr val="8082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p>
        </p:txBody>
      </p:sp>
      <p:sp>
        <p:nvSpPr>
          <p:cNvPr id="28" name="Rectangle 27"/>
          <p:cNvSpPr/>
          <p:nvPr userDrawn="1"/>
        </p:nvSpPr>
        <p:spPr bwMode="gray">
          <a:xfrm>
            <a:off x="12354555" y="4751199"/>
            <a:ext cx="899524" cy="418887"/>
          </a:xfrm>
          <a:prstGeom prst="rect">
            <a:avLst/>
          </a:prstGeom>
          <a:solidFill>
            <a:srgbClr val="93959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p>
        </p:txBody>
      </p:sp>
      <p:sp>
        <p:nvSpPr>
          <p:cNvPr id="29" name="Rectangle 28"/>
          <p:cNvSpPr/>
          <p:nvPr userDrawn="1"/>
        </p:nvSpPr>
        <p:spPr bwMode="gray">
          <a:xfrm>
            <a:off x="12354555" y="5304756"/>
            <a:ext cx="899524" cy="418887"/>
          </a:xfrm>
          <a:prstGeom prst="rect">
            <a:avLst/>
          </a:prstGeom>
          <a:solidFill>
            <a:srgbClr val="BCBE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p>
        </p:txBody>
      </p:sp>
      <p:sp>
        <p:nvSpPr>
          <p:cNvPr id="30" name="Rectangle 29"/>
          <p:cNvSpPr/>
          <p:nvPr userDrawn="1"/>
        </p:nvSpPr>
        <p:spPr bwMode="gray">
          <a:xfrm>
            <a:off x="12354555" y="5858313"/>
            <a:ext cx="899524" cy="418887"/>
          </a:xfrm>
          <a:prstGeom prst="rect">
            <a:avLst/>
          </a:prstGeom>
          <a:solidFill>
            <a:srgbClr val="D1D3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p>
        </p:txBody>
      </p:sp>
      <p:pic>
        <p:nvPicPr>
          <p:cNvPr id="6" name="Picture 5">
            <a:extLst>
              <a:ext uri="{FF2B5EF4-FFF2-40B4-BE49-F238E27FC236}">
                <a16:creationId xmlns:a16="http://schemas.microsoft.com/office/drawing/2014/main" id="{B6F5C3B9-EDA3-07A0-375B-1932F3D794E2}"/>
              </a:ext>
            </a:extLst>
          </p:cNvPr>
          <p:cNvPicPr>
            <a:picLocks noChangeAspect="1"/>
          </p:cNvPicPr>
          <p:nvPr userDrawn="1"/>
        </p:nvPicPr>
        <p:blipFill>
          <a:blip r:embed="rId54" cstate="email">
            <a:extLst>
              <a:ext uri="{28A0092B-C50C-407E-A947-70E740481C1C}">
                <a14:useLocalDpi xmlns:a14="http://schemas.microsoft.com/office/drawing/2010/main"/>
              </a:ext>
            </a:extLst>
          </a:blip>
          <a:stretch>
            <a:fillRect/>
          </a:stretch>
        </p:blipFill>
        <p:spPr>
          <a:xfrm>
            <a:off x="10509684" y="290991"/>
            <a:ext cx="1603477" cy="408887"/>
          </a:xfrm>
          <a:prstGeom prst="rect">
            <a:avLst/>
          </a:prstGeom>
        </p:spPr>
      </p:pic>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836" r:id="rId1"/>
    <p:sldLayoutId id="2147483688" r:id="rId2"/>
    <p:sldLayoutId id="2147483686" r:id="rId3"/>
    <p:sldLayoutId id="2147483665" r:id="rId4"/>
    <p:sldLayoutId id="2147483687" r:id="rId5"/>
    <p:sldLayoutId id="2147483666" r:id="rId6"/>
    <p:sldLayoutId id="2147483899" r:id="rId7"/>
    <p:sldLayoutId id="2147483667" r:id="rId8"/>
    <p:sldLayoutId id="2147483668" r:id="rId9"/>
    <p:sldLayoutId id="2147483669" r:id="rId10"/>
    <p:sldLayoutId id="2147483670" r:id="rId11"/>
    <p:sldLayoutId id="2147483903" r:id="rId12"/>
    <p:sldLayoutId id="2147483902" r:id="rId13"/>
    <p:sldLayoutId id="2147483671" r:id="rId14"/>
    <p:sldLayoutId id="2147483898" r:id="rId15"/>
    <p:sldLayoutId id="2147483901" r:id="rId16"/>
    <p:sldLayoutId id="2147483904" r:id="rId17"/>
    <p:sldLayoutId id="2147483672" r:id="rId18"/>
    <p:sldLayoutId id="2147483674" r:id="rId19"/>
    <p:sldLayoutId id="2147483675" r:id="rId20"/>
    <p:sldLayoutId id="2147483676" r:id="rId21"/>
    <p:sldLayoutId id="2147483677" r:id="rId22"/>
    <p:sldLayoutId id="2147483900" r:id="rId23"/>
    <p:sldLayoutId id="2147483678" r:id="rId24"/>
    <p:sldLayoutId id="2147483679" r:id="rId25"/>
    <p:sldLayoutId id="2147483680" r:id="rId26"/>
    <p:sldLayoutId id="2147483681" r:id="rId27"/>
    <p:sldLayoutId id="2147483682" r:id="rId28"/>
    <p:sldLayoutId id="2147483683" r:id="rId29"/>
    <p:sldLayoutId id="2147483684" r:id="rId30"/>
    <p:sldLayoutId id="2147483685" r:id="rId31"/>
    <p:sldLayoutId id="2147483707" r:id="rId32"/>
    <p:sldLayoutId id="2147483708" r:id="rId33"/>
    <p:sldLayoutId id="2147483709" r:id="rId34"/>
    <p:sldLayoutId id="2147483710" r:id="rId35"/>
    <p:sldLayoutId id="2147483711" r:id="rId36"/>
    <p:sldLayoutId id="2147483712" r:id="rId37"/>
    <p:sldLayoutId id="2147483713" r:id="rId38"/>
    <p:sldLayoutId id="2147483714" r:id="rId39"/>
    <p:sldLayoutId id="2147483715" r:id="rId40"/>
    <p:sldLayoutId id="2147483716" r:id="rId41"/>
    <p:sldLayoutId id="2147483717" r:id="rId42"/>
    <p:sldLayoutId id="2147483718" r:id="rId43"/>
    <p:sldLayoutId id="2147483719" r:id="rId44"/>
    <p:sldLayoutId id="2147483720" r:id="rId45"/>
    <p:sldLayoutId id="2147483721" r:id="rId46"/>
    <p:sldLayoutId id="2147483724" r:id="rId47"/>
    <p:sldLayoutId id="2147483865" r:id="rId48"/>
    <p:sldLayoutId id="2147483869" r:id="rId49"/>
    <p:sldLayoutId id="2147483877" r:id="rId50"/>
    <p:sldLayoutId id="2147483893" r:id="rId51"/>
    <p:sldLayoutId id="2147483894" r:id="rId52"/>
  </p:sldLayoutIdLst>
  <p:hf hdr="0" dt="0"/>
  <p:txStyles>
    <p:titleStyle>
      <a:lvl1pPr algn="l" defTabSz="914379" rtl="0" eaLnBrk="1" latinLnBrk="0" hangingPunct="1">
        <a:lnSpc>
          <a:spcPct val="90000"/>
        </a:lnSpc>
        <a:spcBef>
          <a:spcPct val="0"/>
        </a:spcBef>
        <a:buNone/>
        <a:defRPr sz="2000" b="1" kern="1200">
          <a:solidFill>
            <a:srgbClr val="8C285C"/>
          </a:solidFill>
          <a:latin typeface="+mn-lt"/>
          <a:ea typeface="+mj-ea"/>
          <a:cs typeface="+mj-cs"/>
        </a:defRPr>
      </a:lvl1pPr>
    </p:titleStyle>
    <p:bodyStyle>
      <a:lvl1pPr marL="228594" indent="-228594" algn="l" defTabSz="914379" rtl="0" eaLnBrk="1" latinLnBrk="0" hangingPunct="1">
        <a:lnSpc>
          <a:spcPct val="90000"/>
        </a:lnSpc>
        <a:spcBef>
          <a:spcPts val="1000"/>
        </a:spcBef>
        <a:buFont typeface="Wingdings" panose="05000000000000000000" pitchFamily="2" charset="2"/>
        <a:buChar char="§"/>
        <a:defRPr sz="1800" kern="1200">
          <a:solidFill>
            <a:schemeClr val="tx1"/>
          </a:solidFill>
          <a:latin typeface="+mn-lt"/>
          <a:ea typeface="+mn-ea"/>
          <a:cs typeface="+mn-cs"/>
        </a:defRPr>
      </a:lvl1pPr>
      <a:lvl2pPr marL="685784" indent="-228594" algn="l" defTabSz="914379" rtl="0" eaLnBrk="1" latinLnBrk="0" hangingPunct="1">
        <a:lnSpc>
          <a:spcPct val="90000"/>
        </a:lnSpc>
        <a:spcBef>
          <a:spcPts val="500"/>
        </a:spcBef>
        <a:buSzPct val="80000"/>
        <a:buFont typeface="Wingdings" panose="05000000000000000000" pitchFamily="2" charset="2"/>
        <a:buChar char=""/>
        <a:defRPr sz="1500" kern="1200">
          <a:solidFill>
            <a:schemeClr val="tx1"/>
          </a:solidFill>
          <a:latin typeface="+mn-lt"/>
          <a:ea typeface="+mn-ea"/>
          <a:cs typeface="+mn-cs"/>
        </a:defRPr>
      </a:lvl2pPr>
      <a:lvl3pPr marL="1142974" indent="-228594" algn="l" defTabSz="914379" rtl="0" eaLnBrk="1" latinLnBrk="0" hangingPunct="1">
        <a:lnSpc>
          <a:spcPct val="90000"/>
        </a:lnSpc>
        <a:spcBef>
          <a:spcPts val="500"/>
        </a:spcBef>
        <a:buFont typeface="Wingdings" panose="05000000000000000000" pitchFamily="2" charset="2"/>
        <a:buChar char="Ø"/>
        <a:defRPr sz="1200" kern="1200">
          <a:solidFill>
            <a:schemeClr val="tx1"/>
          </a:solidFill>
          <a:latin typeface="+mn-lt"/>
          <a:ea typeface="+mn-ea"/>
          <a:cs typeface="+mn-cs"/>
        </a:defRPr>
      </a:lvl3pPr>
      <a:lvl4pPr marL="1600163" indent="-228594" algn="l" defTabSz="914379" rtl="0" eaLnBrk="1" latinLnBrk="0" hangingPunct="1">
        <a:lnSpc>
          <a:spcPct val="90000"/>
        </a:lnSpc>
        <a:spcBef>
          <a:spcPts val="500"/>
        </a:spcBef>
        <a:buSzPct val="80000"/>
        <a:buFont typeface="Wingdings" panose="05000000000000000000" pitchFamily="2" charset="2"/>
        <a:buChar char="q"/>
        <a:defRPr sz="1000" kern="1200">
          <a:solidFill>
            <a:schemeClr val="tx1"/>
          </a:solidFill>
          <a:latin typeface="+mn-lt"/>
          <a:ea typeface="+mn-ea"/>
          <a:cs typeface="+mn-cs"/>
        </a:defRPr>
      </a:lvl4pPr>
      <a:lvl5pPr marL="2057353" indent="-228594" algn="l" defTabSz="914379" rtl="0" eaLnBrk="1" latinLnBrk="0" hangingPunct="1">
        <a:lnSpc>
          <a:spcPct val="90000"/>
        </a:lnSpc>
        <a:spcBef>
          <a:spcPts val="500"/>
        </a:spcBef>
        <a:buFont typeface="Arial" panose="020B0604020202020204" pitchFamily="34" charset="0"/>
        <a:buChar char="•"/>
        <a:defRPr sz="800" kern="1200">
          <a:solidFill>
            <a:schemeClr val="tx1"/>
          </a:solidFill>
          <a:latin typeface="+mn-lt"/>
          <a:ea typeface="+mn-ea"/>
          <a:cs typeface="+mn-cs"/>
        </a:defRPr>
      </a:lvl5pPr>
      <a:lvl6pPr marL="2514543" indent="-228594" algn="l" defTabSz="914379"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33" indent="-228594" algn="l" defTabSz="914379"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22" indent="-228594" algn="l" defTabSz="914379"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12" indent="-228594" algn="l" defTabSz="914379"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9" rtl="0" eaLnBrk="1" latinLnBrk="0" hangingPunct="1">
        <a:defRPr sz="1800" kern="1200">
          <a:solidFill>
            <a:schemeClr val="tx1"/>
          </a:solidFill>
          <a:latin typeface="+mn-lt"/>
          <a:ea typeface="+mn-ea"/>
          <a:cs typeface="+mn-cs"/>
        </a:defRPr>
      </a:lvl1pPr>
      <a:lvl2pPr marL="457190" algn="l" defTabSz="914379" rtl="0" eaLnBrk="1" latinLnBrk="0" hangingPunct="1">
        <a:defRPr sz="1800" kern="1200">
          <a:solidFill>
            <a:schemeClr val="tx1"/>
          </a:solidFill>
          <a:latin typeface="+mn-lt"/>
          <a:ea typeface="+mn-ea"/>
          <a:cs typeface="+mn-cs"/>
        </a:defRPr>
      </a:lvl2pPr>
      <a:lvl3pPr marL="914379" algn="l" defTabSz="914379" rtl="0" eaLnBrk="1" latinLnBrk="0" hangingPunct="1">
        <a:defRPr sz="1800" kern="1200">
          <a:solidFill>
            <a:schemeClr val="tx1"/>
          </a:solidFill>
          <a:latin typeface="+mn-lt"/>
          <a:ea typeface="+mn-ea"/>
          <a:cs typeface="+mn-cs"/>
        </a:defRPr>
      </a:lvl3pPr>
      <a:lvl4pPr marL="1371569" algn="l" defTabSz="914379" rtl="0" eaLnBrk="1" latinLnBrk="0" hangingPunct="1">
        <a:defRPr sz="1800" kern="1200">
          <a:solidFill>
            <a:schemeClr val="tx1"/>
          </a:solidFill>
          <a:latin typeface="+mn-lt"/>
          <a:ea typeface="+mn-ea"/>
          <a:cs typeface="+mn-cs"/>
        </a:defRPr>
      </a:lvl4pPr>
      <a:lvl5pPr marL="1828759" algn="l" defTabSz="914379" rtl="0" eaLnBrk="1" latinLnBrk="0" hangingPunct="1">
        <a:defRPr sz="1800" kern="1200">
          <a:solidFill>
            <a:schemeClr val="tx1"/>
          </a:solidFill>
          <a:latin typeface="+mn-lt"/>
          <a:ea typeface="+mn-ea"/>
          <a:cs typeface="+mn-cs"/>
        </a:defRPr>
      </a:lvl5pPr>
      <a:lvl6pPr marL="2285948" algn="l" defTabSz="914379" rtl="0" eaLnBrk="1" latinLnBrk="0" hangingPunct="1">
        <a:defRPr sz="1800" kern="1200">
          <a:solidFill>
            <a:schemeClr val="tx1"/>
          </a:solidFill>
          <a:latin typeface="+mn-lt"/>
          <a:ea typeface="+mn-ea"/>
          <a:cs typeface="+mn-cs"/>
        </a:defRPr>
      </a:lvl6pPr>
      <a:lvl7pPr marL="2743138" algn="l" defTabSz="914379" rtl="0" eaLnBrk="1" latinLnBrk="0" hangingPunct="1">
        <a:defRPr sz="1800" kern="1200">
          <a:solidFill>
            <a:schemeClr val="tx1"/>
          </a:solidFill>
          <a:latin typeface="+mn-lt"/>
          <a:ea typeface="+mn-ea"/>
          <a:cs typeface="+mn-cs"/>
        </a:defRPr>
      </a:lvl7pPr>
      <a:lvl8pPr marL="3200328" algn="l" defTabSz="914379" rtl="0" eaLnBrk="1" latinLnBrk="0" hangingPunct="1">
        <a:defRPr sz="1800" kern="1200">
          <a:solidFill>
            <a:schemeClr val="tx1"/>
          </a:solidFill>
          <a:latin typeface="+mn-lt"/>
          <a:ea typeface="+mn-ea"/>
          <a:cs typeface="+mn-cs"/>
        </a:defRPr>
      </a:lvl8pPr>
      <a:lvl9pPr marL="3657517" algn="l" defTabSz="914379"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3.xml"/></Relationships>
</file>

<file path=ppt/slides/_rels/slide2.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image" Target="../media/image7.jpeg"/><Relationship Id="rId1" Type="http://schemas.openxmlformats.org/officeDocument/2006/relationships/slideLayout" Target="../slideLayouts/slideLayout57.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3.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5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Placeholder 7"/>
          <p:cNvSpPr>
            <a:spLocks noGrp="1"/>
          </p:cNvSpPr>
          <p:nvPr>
            <p:ph type="body" sz="quarter" idx="10"/>
          </p:nvPr>
        </p:nvSpPr>
        <p:spPr>
          <a:xfrm>
            <a:off x="5949415" y="1693544"/>
            <a:ext cx="6028353" cy="1135380"/>
          </a:xfrm>
        </p:spPr>
        <p:txBody>
          <a:bodyPr/>
          <a:lstStyle/>
          <a:p>
            <a:r>
              <a:rPr lang="en-US" sz="2800" dirty="0">
                <a:latin typeface="Aptos Display" panose="020B0004020202020204" pitchFamily="34" charset="0"/>
              </a:rPr>
              <a:t>RC &amp; CC Photo Printing Media Market</a:t>
            </a:r>
            <a:endParaRPr lang="en-IN" sz="2800" dirty="0">
              <a:latin typeface="Aptos Display" panose="020B0004020202020204" pitchFamily="34" charset="0"/>
            </a:endParaRPr>
          </a:p>
        </p:txBody>
      </p:sp>
      <p:grpSp>
        <p:nvGrpSpPr>
          <p:cNvPr id="10" name="Group 9"/>
          <p:cNvGrpSpPr/>
          <p:nvPr/>
        </p:nvGrpSpPr>
        <p:grpSpPr>
          <a:xfrm>
            <a:off x="5949416" y="2963228"/>
            <a:ext cx="6036689" cy="45720"/>
            <a:chOff x="838200" y="3714750"/>
            <a:chExt cx="6652260" cy="27432"/>
          </a:xfrm>
          <a:solidFill>
            <a:schemeClr val="bg2">
              <a:lumMod val="50000"/>
            </a:schemeClr>
          </a:solidFill>
        </p:grpSpPr>
        <p:sp>
          <p:nvSpPr>
            <p:cNvPr id="11" name="Rectangle 10"/>
            <p:cNvSpPr/>
            <p:nvPr userDrawn="1"/>
          </p:nvSpPr>
          <p:spPr>
            <a:xfrm>
              <a:off x="838200" y="3714750"/>
              <a:ext cx="2194560" cy="2743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Rectangle 11"/>
            <p:cNvSpPr/>
            <p:nvPr userDrawn="1"/>
          </p:nvSpPr>
          <p:spPr>
            <a:xfrm>
              <a:off x="3067050" y="3714750"/>
              <a:ext cx="2194560" cy="2743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Rectangle 12"/>
            <p:cNvSpPr/>
            <p:nvPr userDrawn="1"/>
          </p:nvSpPr>
          <p:spPr>
            <a:xfrm>
              <a:off x="5295900" y="3714750"/>
              <a:ext cx="2194560" cy="2743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3" name="Footer Placeholder 1">
            <a:extLst>
              <a:ext uri="{FF2B5EF4-FFF2-40B4-BE49-F238E27FC236}">
                <a16:creationId xmlns:a16="http://schemas.microsoft.com/office/drawing/2014/main" id="{7B717881-4573-0FDD-568A-2957EB8BEB84}"/>
              </a:ext>
            </a:extLst>
          </p:cNvPr>
          <p:cNvSpPr txBox="1">
            <a:spLocks/>
          </p:cNvSpPr>
          <p:nvPr/>
        </p:nvSpPr>
        <p:spPr bwMode="gray">
          <a:xfrm>
            <a:off x="5949415" y="1991358"/>
            <a:ext cx="4497605" cy="269876"/>
          </a:xfrm>
          <a:prstGeom prst="rect">
            <a:avLst/>
          </a:prstGeom>
        </p:spPr>
        <p:txBody>
          <a:bodyPr lIns="0" rIns="0" anchor="ctr">
            <a:noAutofit/>
          </a:bodyPr>
          <a:lstStyle>
            <a:defPPr>
              <a:defRPr lang="en-US"/>
            </a:defPPr>
            <a:lvl1pPr marL="0" algn="l" defTabSz="914400" rtl="0" eaLnBrk="1" latinLnBrk="0" hangingPunct="1">
              <a:defRPr sz="11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dirty="0">
                <a:solidFill>
                  <a:srgbClr val="461E96"/>
                </a:solidFill>
                <a:latin typeface="+mj-lt"/>
              </a:rPr>
              <a:t>RESEARCH PROPOSAL  |  COVERAGE  |  SCOPE OF WORK</a:t>
            </a:r>
          </a:p>
        </p:txBody>
      </p:sp>
      <p:sp>
        <p:nvSpPr>
          <p:cNvPr id="5" name="TextBox 4">
            <a:extLst>
              <a:ext uri="{FF2B5EF4-FFF2-40B4-BE49-F238E27FC236}">
                <a16:creationId xmlns:a16="http://schemas.microsoft.com/office/drawing/2014/main" id="{4FF7E7D1-13C0-09F6-FE4F-3E29CF81B660}"/>
              </a:ext>
            </a:extLst>
          </p:cNvPr>
          <p:cNvSpPr txBox="1"/>
          <p:nvPr/>
        </p:nvSpPr>
        <p:spPr>
          <a:xfrm>
            <a:off x="5851673" y="6468102"/>
            <a:ext cx="6364445" cy="246221"/>
          </a:xfrm>
          <a:prstGeom prst="rect">
            <a:avLst/>
          </a:prstGeom>
          <a:noFill/>
        </p:spPr>
        <p:txBody>
          <a:bodyPr wrap="square" rtlCol="0">
            <a:spAutoFit/>
          </a:bodyPr>
          <a:lstStyle/>
          <a:p>
            <a:r>
              <a:rPr lang="en-US" sz="1000" dirty="0">
                <a:solidFill>
                  <a:srgbClr val="461E96"/>
                </a:solidFill>
              </a:rPr>
              <a:t>MARKET STATISTICS | DEMAND FORECASTING | COMPETITION EVALUATION | TRENDS &amp; DYNAMICS | ADVISORY</a:t>
            </a:r>
            <a:endParaRPr lang="en-IN" sz="1000" dirty="0">
              <a:solidFill>
                <a:srgbClr val="461E96"/>
              </a:solidFill>
            </a:endParaRPr>
          </a:p>
        </p:txBody>
      </p:sp>
    </p:spTree>
    <p:extLst>
      <p:ext uri="{BB962C8B-B14F-4D97-AF65-F5344CB8AC3E}">
        <p14:creationId xmlns:p14="http://schemas.microsoft.com/office/powerpoint/2010/main" val="4371058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54DA8B-08E3-5C40-8E60-DAD96979F524}"/>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0FF216E4-8655-20ED-6557-5AF033D14335}"/>
              </a:ext>
            </a:extLst>
          </p:cNvPr>
          <p:cNvSpPr>
            <a:spLocks noGrp="1"/>
          </p:cNvSpPr>
          <p:nvPr>
            <p:ph type="ftr" sz="quarter" idx="3"/>
          </p:nvPr>
        </p:nvSpPr>
        <p:spPr/>
        <p:txBody>
          <a:bodyPr/>
          <a:lstStyle/>
          <a:p>
            <a:r>
              <a:rPr lang="en-US" dirty="0"/>
              <a:t>©2025 Fact.MR, All Rights Reserved</a:t>
            </a:r>
          </a:p>
        </p:txBody>
      </p:sp>
      <p:sp>
        <p:nvSpPr>
          <p:cNvPr id="3" name="Slide Number Placeholder 2">
            <a:extLst>
              <a:ext uri="{FF2B5EF4-FFF2-40B4-BE49-F238E27FC236}">
                <a16:creationId xmlns:a16="http://schemas.microsoft.com/office/drawing/2014/main" id="{9E3B9DD3-B8A4-FE0F-8B7F-B96284FF879A}"/>
              </a:ext>
            </a:extLst>
          </p:cNvPr>
          <p:cNvSpPr>
            <a:spLocks noGrp="1"/>
          </p:cNvSpPr>
          <p:nvPr>
            <p:ph type="sldNum" sz="quarter" idx="4"/>
          </p:nvPr>
        </p:nvSpPr>
        <p:spPr/>
        <p:txBody>
          <a:bodyPr/>
          <a:lstStyle/>
          <a:p>
            <a:fld id="{4B17068C-EB94-40A3-A5F2-664CDD77FDAC}" type="slidenum">
              <a:rPr lang="en-US" smtClean="0"/>
              <a:pPr/>
              <a:t>2</a:t>
            </a:fld>
            <a:endParaRPr lang="en-US" dirty="0"/>
          </a:p>
        </p:txBody>
      </p:sp>
      <p:pic>
        <p:nvPicPr>
          <p:cNvPr id="8" name="Picture 7" descr="ToC-Template-for-Fact.MR00">
            <a:extLst>
              <a:ext uri="{FF2B5EF4-FFF2-40B4-BE49-F238E27FC236}">
                <a16:creationId xmlns:a16="http://schemas.microsoft.com/office/drawing/2014/main" id="{E01E74BD-8C0C-2DA1-84BC-F0FB6B91C451}"/>
              </a:ext>
            </a:extLst>
          </p:cNvPr>
          <p:cNvPicPr/>
          <p:nvPr/>
        </p:nvPicPr>
        <p:blipFill>
          <a:blip r:embed="rId2" cstate="email">
            <a:extLst>
              <a:ext uri="{28A0092B-C50C-407E-A947-70E740481C1C}">
                <a14:useLocalDpi xmlns:a14="http://schemas.microsoft.com/office/drawing/2010/main"/>
              </a:ext>
            </a:extLst>
          </a:blip>
          <a:stretch>
            <a:fillRect/>
          </a:stretch>
        </p:blipFill>
        <p:spPr bwMode="auto">
          <a:xfrm>
            <a:off x="7355435" y="1400538"/>
            <a:ext cx="3843278" cy="4983148"/>
          </a:xfrm>
          <a:prstGeom prst="rect">
            <a:avLst/>
          </a:prstGeom>
          <a:noFill/>
        </p:spPr>
      </p:pic>
      <p:sp>
        <p:nvSpPr>
          <p:cNvPr id="10" name="TextBox 9">
            <a:extLst>
              <a:ext uri="{FF2B5EF4-FFF2-40B4-BE49-F238E27FC236}">
                <a16:creationId xmlns:a16="http://schemas.microsoft.com/office/drawing/2014/main" id="{5EEF0DCE-F017-96AA-8684-BEC3942CBEAD}"/>
              </a:ext>
            </a:extLst>
          </p:cNvPr>
          <p:cNvSpPr txBox="1"/>
          <p:nvPr/>
        </p:nvSpPr>
        <p:spPr>
          <a:xfrm>
            <a:off x="882588" y="1044750"/>
            <a:ext cx="6015923" cy="3941720"/>
          </a:xfrm>
          <a:prstGeom prst="rect">
            <a:avLst/>
          </a:prstGeom>
          <a:noFill/>
        </p:spPr>
        <p:txBody>
          <a:bodyPr wrap="square" rtlCol="0">
            <a:spAutoFit/>
          </a:bodyPr>
          <a:lstStyle/>
          <a:p>
            <a:pPr>
              <a:lnSpc>
                <a:spcPct val="150000"/>
              </a:lnSpc>
            </a:pPr>
            <a:r>
              <a:rPr lang="en-US" sz="1200" dirty="0">
                <a:solidFill>
                  <a:schemeClr val="tx1">
                    <a:lumMod val="75000"/>
                    <a:lumOff val="25000"/>
                  </a:schemeClr>
                </a:solidFill>
              </a:rPr>
              <a:t>Fact.MR is an independent, pure play market intelligence firm incorporated with an objective to deliver high quality, customized market research solutions that help our clients successfully go to the market equipped with actionable insights capable of impacting crucial business decisions. Our laser-like focus on providing fact-based solutions is underpinned by insights gleaned from over 100 million data points, painstakingly gathered over the last decade and consolidated among a diverse range of industry sectors. This has allowed us to patent a proven and tested research methodology where we analyze historical data and compare this with projections for the immediate future to arrive at accurate market forecasts. This approach enable us to deliver precise statistics, actionable strategic insights, and state of the art market research solutions. Besides in-depth primary and secondary research comprising focused interviews with industry experts and key market stakeholders, our analysts gather real-time data from a plethora of channels, including but not limited to POS, social media channels, annual reports, financial documents and filter this into our market estimates and forecasts to provide the latest updates shaping global markets.</a:t>
            </a:r>
          </a:p>
        </p:txBody>
      </p:sp>
      <p:sp>
        <p:nvSpPr>
          <p:cNvPr id="12" name="TextBox 11">
            <a:extLst>
              <a:ext uri="{FF2B5EF4-FFF2-40B4-BE49-F238E27FC236}">
                <a16:creationId xmlns:a16="http://schemas.microsoft.com/office/drawing/2014/main" id="{2F875F8A-B92D-B1E8-E4A0-3F2D58AFED8E}"/>
              </a:ext>
            </a:extLst>
          </p:cNvPr>
          <p:cNvSpPr txBox="1"/>
          <p:nvPr/>
        </p:nvSpPr>
        <p:spPr>
          <a:xfrm>
            <a:off x="2987329" y="5889088"/>
            <a:ext cx="1868627" cy="507831"/>
          </a:xfrm>
          <a:prstGeom prst="rect">
            <a:avLst/>
          </a:prstGeom>
          <a:noFill/>
        </p:spPr>
        <p:txBody>
          <a:bodyPr wrap="square" rtlCol="0">
            <a:spAutoFit/>
          </a:bodyPr>
          <a:lstStyle/>
          <a:p>
            <a:pPr algn="ctr"/>
            <a:r>
              <a:rPr lang="en-US" sz="1600" dirty="0">
                <a:solidFill>
                  <a:srgbClr val="0070C0"/>
                </a:solidFill>
              </a:rPr>
              <a:t>Call the Consultant</a:t>
            </a:r>
          </a:p>
          <a:p>
            <a:pPr algn="ctr"/>
            <a:r>
              <a:rPr lang="en-US" sz="1100" dirty="0">
                <a:solidFill>
                  <a:schemeClr val="tx1">
                    <a:lumMod val="50000"/>
                    <a:lumOff val="50000"/>
                  </a:schemeClr>
                </a:solidFill>
              </a:rPr>
              <a:t>(Fact.MR Brochure)</a:t>
            </a:r>
            <a:endParaRPr lang="en-IN" sz="1100" dirty="0">
              <a:solidFill>
                <a:schemeClr val="tx1">
                  <a:lumMod val="50000"/>
                  <a:lumOff val="50000"/>
                </a:schemeClr>
              </a:solidFill>
            </a:endParaRPr>
          </a:p>
        </p:txBody>
      </p:sp>
      <p:grpSp>
        <p:nvGrpSpPr>
          <p:cNvPr id="19" name="Group 18">
            <a:extLst>
              <a:ext uri="{FF2B5EF4-FFF2-40B4-BE49-F238E27FC236}">
                <a16:creationId xmlns:a16="http://schemas.microsoft.com/office/drawing/2014/main" id="{6FC95BD5-103D-EC7D-0762-E8FA100182AA}"/>
              </a:ext>
            </a:extLst>
          </p:cNvPr>
          <p:cNvGrpSpPr/>
          <p:nvPr/>
        </p:nvGrpSpPr>
        <p:grpSpPr>
          <a:xfrm>
            <a:off x="903497" y="5015496"/>
            <a:ext cx="5686658" cy="1498016"/>
            <a:chOff x="575436" y="5033127"/>
            <a:chExt cx="4928816" cy="1245790"/>
          </a:xfrm>
        </p:grpSpPr>
        <p:sp>
          <p:nvSpPr>
            <p:cNvPr id="20" name="TextBox 19">
              <a:extLst>
                <a:ext uri="{FF2B5EF4-FFF2-40B4-BE49-F238E27FC236}">
                  <a16:creationId xmlns:a16="http://schemas.microsoft.com/office/drawing/2014/main" id="{13451374-B269-CB11-A98A-6D9F03D23441}"/>
                </a:ext>
              </a:extLst>
            </p:cNvPr>
            <p:cNvSpPr txBox="1"/>
            <p:nvPr/>
          </p:nvSpPr>
          <p:spPr>
            <a:xfrm>
              <a:off x="588933" y="5755697"/>
              <a:ext cx="1698752" cy="523220"/>
            </a:xfrm>
            <a:prstGeom prst="rect">
              <a:avLst/>
            </a:prstGeom>
            <a:noFill/>
          </p:spPr>
          <p:txBody>
            <a:bodyPr wrap="square" rtlCol="0">
              <a:spAutoFit/>
            </a:bodyPr>
            <a:lstStyle/>
            <a:p>
              <a:pPr algn="ctr"/>
              <a:r>
                <a:rPr lang="en-US" sz="1600" dirty="0">
                  <a:solidFill>
                    <a:srgbClr val="0070C0"/>
                  </a:solidFill>
                </a:rPr>
                <a:t>Know us More</a:t>
              </a:r>
            </a:p>
            <a:p>
              <a:pPr algn="ctr"/>
              <a:r>
                <a:rPr lang="en-US" sz="1100" dirty="0">
                  <a:solidFill>
                    <a:schemeClr val="tx1">
                      <a:lumMod val="50000"/>
                      <a:lumOff val="50000"/>
                    </a:schemeClr>
                  </a:solidFill>
                </a:rPr>
                <a:t>(Fact.MR Brochure)</a:t>
              </a:r>
              <a:endParaRPr lang="en-IN" sz="1100" dirty="0">
                <a:solidFill>
                  <a:schemeClr val="tx1">
                    <a:lumMod val="50000"/>
                    <a:lumOff val="50000"/>
                  </a:schemeClr>
                </a:solidFill>
              </a:endParaRPr>
            </a:p>
          </p:txBody>
        </p:sp>
        <p:pic>
          <p:nvPicPr>
            <p:cNvPr id="21" name="Picture 20">
              <a:extLst>
                <a:ext uri="{FF2B5EF4-FFF2-40B4-BE49-F238E27FC236}">
                  <a16:creationId xmlns:a16="http://schemas.microsoft.com/office/drawing/2014/main" id="{D59C991B-2241-FA7A-2251-488489F042DC}"/>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900689" y="5316658"/>
              <a:ext cx="368270" cy="376276"/>
            </a:xfrm>
            <a:prstGeom prst="rect">
              <a:avLst/>
            </a:prstGeom>
          </p:spPr>
        </p:pic>
        <p:pic>
          <p:nvPicPr>
            <p:cNvPr id="22" name="Picture 21">
              <a:extLst>
                <a:ext uri="{FF2B5EF4-FFF2-40B4-BE49-F238E27FC236}">
                  <a16:creationId xmlns:a16="http://schemas.microsoft.com/office/drawing/2014/main" id="{DB412F43-34F2-C3C0-00D4-5D3338DBC414}"/>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2651180" y="5319802"/>
              <a:ext cx="360260" cy="383756"/>
            </a:xfrm>
            <a:prstGeom prst="rect">
              <a:avLst/>
            </a:prstGeom>
          </p:spPr>
        </p:pic>
        <p:pic>
          <p:nvPicPr>
            <p:cNvPr id="23" name="Picture 22">
              <a:extLst>
                <a:ext uri="{FF2B5EF4-FFF2-40B4-BE49-F238E27FC236}">
                  <a16:creationId xmlns:a16="http://schemas.microsoft.com/office/drawing/2014/main" id="{8B39B747-937C-A236-6CDF-8B3D46BEC40D}"/>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3396890" y="5319554"/>
              <a:ext cx="365683" cy="381583"/>
            </a:xfrm>
            <a:prstGeom prst="rect">
              <a:avLst/>
            </a:prstGeom>
          </p:spPr>
        </p:pic>
        <p:pic>
          <p:nvPicPr>
            <p:cNvPr id="24" name="Picture 23">
              <a:extLst>
                <a:ext uri="{FF2B5EF4-FFF2-40B4-BE49-F238E27FC236}">
                  <a16:creationId xmlns:a16="http://schemas.microsoft.com/office/drawing/2014/main" id="{F3086995-5A4E-4EE7-308B-3E2B194E93DB}"/>
                </a:ext>
              </a:extLst>
            </p:cNvPr>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1506566" y="5239119"/>
              <a:ext cx="475224" cy="498986"/>
            </a:xfrm>
            <a:prstGeom prst="rect">
              <a:avLst/>
            </a:prstGeom>
          </p:spPr>
        </p:pic>
        <p:pic>
          <p:nvPicPr>
            <p:cNvPr id="25" name="Picture 24">
              <a:extLst>
                <a:ext uri="{FF2B5EF4-FFF2-40B4-BE49-F238E27FC236}">
                  <a16:creationId xmlns:a16="http://schemas.microsoft.com/office/drawing/2014/main" id="{14F2E23C-3C22-6547-5ADF-D98658772CBC}"/>
                </a:ext>
              </a:extLst>
            </p:cNvPr>
            <p:cNvPicPr>
              <a:picLocks noChangeAspect="1"/>
            </p:cNvPicPr>
            <p:nvPr/>
          </p:nvPicPr>
          <p:blipFill>
            <a:blip r:embed="rId7" cstate="email">
              <a:extLst>
                <a:ext uri="{28A0092B-C50C-407E-A947-70E740481C1C}">
                  <a14:useLocalDpi xmlns:a14="http://schemas.microsoft.com/office/drawing/2010/main"/>
                </a:ext>
              </a:extLst>
            </a:blip>
            <a:stretch>
              <a:fillRect/>
            </a:stretch>
          </p:blipFill>
          <p:spPr>
            <a:xfrm>
              <a:off x="4575716" y="5238252"/>
              <a:ext cx="881478" cy="905302"/>
            </a:xfrm>
            <a:prstGeom prst="rect">
              <a:avLst/>
            </a:prstGeom>
          </p:spPr>
        </p:pic>
        <p:sp>
          <p:nvSpPr>
            <p:cNvPr id="26" name="Rectangle 25">
              <a:extLst>
                <a:ext uri="{FF2B5EF4-FFF2-40B4-BE49-F238E27FC236}">
                  <a16:creationId xmlns:a16="http://schemas.microsoft.com/office/drawing/2014/main" id="{9FE5E435-FC89-89EA-7009-D77D985EE62F}"/>
                </a:ext>
              </a:extLst>
            </p:cNvPr>
            <p:cNvSpPr/>
            <p:nvPr/>
          </p:nvSpPr>
          <p:spPr>
            <a:xfrm>
              <a:off x="4522231" y="5042620"/>
              <a:ext cx="982021" cy="17744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t>SCAN</a:t>
              </a:r>
              <a:endParaRPr lang="en-IN" sz="1000" dirty="0"/>
            </a:p>
          </p:txBody>
        </p:sp>
        <p:sp>
          <p:nvSpPr>
            <p:cNvPr id="27" name="Rectangle 26">
              <a:extLst>
                <a:ext uri="{FF2B5EF4-FFF2-40B4-BE49-F238E27FC236}">
                  <a16:creationId xmlns:a16="http://schemas.microsoft.com/office/drawing/2014/main" id="{0951F2F9-8062-17B3-B722-81CA49087CC9}"/>
                </a:ext>
              </a:extLst>
            </p:cNvPr>
            <p:cNvSpPr/>
            <p:nvPr/>
          </p:nvSpPr>
          <p:spPr>
            <a:xfrm>
              <a:off x="575436" y="5033127"/>
              <a:ext cx="3655744" cy="17744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t>CLICK</a:t>
              </a:r>
              <a:endParaRPr lang="en-IN" sz="1000" dirty="0"/>
            </a:p>
          </p:txBody>
        </p:sp>
      </p:grpSp>
      <p:sp>
        <p:nvSpPr>
          <p:cNvPr id="28" name="TextBox 27">
            <a:extLst>
              <a:ext uri="{FF2B5EF4-FFF2-40B4-BE49-F238E27FC236}">
                <a16:creationId xmlns:a16="http://schemas.microsoft.com/office/drawing/2014/main" id="{09DD9639-7994-B576-C300-A62477ED0561}"/>
              </a:ext>
            </a:extLst>
          </p:cNvPr>
          <p:cNvSpPr txBox="1"/>
          <p:nvPr/>
        </p:nvSpPr>
        <p:spPr>
          <a:xfrm>
            <a:off x="823897" y="532189"/>
            <a:ext cx="9894260" cy="284693"/>
          </a:xfrm>
          <a:prstGeom prst="rect">
            <a:avLst/>
          </a:prstGeom>
          <a:noFill/>
        </p:spPr>
        <p:txBody>
          <a:bodyPr wrap="square" rtlCol="0">
            <a:spAutoFit/>
          </a:bodyPr>
          <a:lstStyle/>
          <a:p>
            <a:r>
              <a:rPr lang="en-US" sz="1250" dirty="0">
                <a:solidFill>
                  <a:srgbClr val="0070C0"/>
                </a:solidFill>
              </a:rPr>
              <a:t>MARKET STATISTICS | DEMAND FORECASTING | COMPETITION EVALUATION | TRENDS &amp; DYNAMICS | PRICING DATA  |  ADVISORY  | CONSULTING</a:t>
            </a:r>
            <a:endParaRPr lang="en-IN" sz="1250" dirty="0">
              <a:solidFill>
                <a:srgbClr val="0070C0"/>
              </a:solidFill>
            </a:endParaRPr>
          </a:p>
        </p:txBody>
      </p:sp>
      <p:sp>
        <p:nvSpPr>
          <p:cNvPr id="29" name="TextBox 28">
            <a:extLst>
              <a:ext uri="{FF2B5EF4-FFF2-40B4-BE49-F238E27FC236}">
                <a16:creationId xmlns:a16="http://schemas.microsoft.com/office/drawing/2014/main" id="{8D98CB54-108E-88C4-13CA-F3F80064B81B}"/>
              </a:ext>
            </a:extLst>
          </p:cNvPr>
          <p:cNvSpPr txBox="1"/>
          <p:nvPr/>
        </p:nvSpPr>
        <p:spPr>
          <a:xfrm>
            <a:off x="7164663" y="1027258"/>
            <a:ext cx="3453384" cy="338554"/>
          </a:xfrm>
          <a:prstGeom prst="rect">
            <a:avLst/>
          </a:prstGeom>
          <a:noFill/>
        </p:spPr>
        <p:txBody>
          <a:bodyPr wrap="square" rtlCol="0">
            <a:spAutoFit/>
          </a:bodyPr>
          <a:lstStyle/>
          <a:p>
            <a:r>
              <a:rPr lang="en-US" sz="1600" dirty="0">
                <a:solidFill>
                  <a:srgbClr val="0070C0"/>
                </a:solidFill>
              </a:rPr>
              <a:t>Thank Your!! For Trusting Fact.MR</a:t>
            </a:r>
            <a:endParaRPr lang="en-IN" sz="1100" dirty="0">
              <a:solidFill>
                <a:schemeClr val="tx1">
                  <a:lumMod val="50000"/>
                  <a:lumOff val="50000"/>
                </a:schemeClr>
              </a:solidFill>
            </a:endParaRPr>
          </a:p>
        </p:txBody>
      </p:sp>
    </p:spTree>
    <p:extLst>
      <p:ext uri="{BB962C8B-B14F-4D97-AF65-F5344CB8AC3E}">
        <p14:creationId xmlns:p14="http://schemas.microsoft.com/office/powerpoint/2010/main" val="3070611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0792B2E1-BA9A-3A88-210A-A6E9BB2F3A0D}"/>
              </a:ext>
            </a:extLst>
          </p:cNvPr>
          <p:cNvSpPr>
            <a:spLocks noGrp="1"/>
          </p:cNvSpPr>
          <p:nvPr>
            <p:ph type="ftr" sz="quarter" idx="3"/>
          </p:nvPr>
        </p:nvSpPr>
        <p:spPr/>
        <p:txBody>
          <a:bodyPr/>
          <a:lstStyle/>
          <a:p>
            <a:r>
              <a:rPr lang="en-US"/>
              <a:t>©2025 Fact.MR, All Rights Reserved</a:t>
            </a:r>
            <a:endParaRPr lang="en-US" dirty="0"/>
          </a:p>
        </p:txBody>
      </p:sp>
      <p:sp>
        <p:nvSpPr>
          <p:cNvPr id="3" name="Slide Number Placeholder 2">
            <a:extLst>
              <a:ext uri="{FF2B5EF4-FFF2-40B4-BE49-F238E27FC236}">
                <a16:creationId xmlns:a16="http://schemas.microsoft.com/office/drawing/2014/main" id="{5DE0711B-48C2-1798-B72C-AFA734ED59C2}"/>
              </a:ext>
            </a:extLst>
          </p:cNvPr>
          <p:cNvSpPr>
            <a:spLocks noGrp="1"/>
          </p:cNvSpPr>
          <p:nvPr>
            <p:ph type="sldNum" sz="quarter" idx="4"/>
          </p:nvPr>
        </p:nvSpPr>
        <p:spPr/>
        <p:txBody>
          <a:bodyPr/>
          <a:lstStyle/>
          <a:p>
            <a:fld id="{4B17068C-EB94-40A3-A5F2-664CDD77FDAC}" type="slidenum">
              <a:rPr lang="en-US" smtClean="0"/>
              <a:pPr/>
              <a:t>3</a:t>
            </a:fld>
            <a:endParaRPr lang="en-US" dirty="0"/>
          </a:p>
        </p:txBody>
      </p:sp>
      <p:pic>
        <p:nvPicPr>
          <p:cNvPr id="4" name="Picture 3">
            <a:extLst>
              <a:ext uri="{FF2B5EF4-FFF2-40B4-BE49-F238E27FC236}">
                <a16:creationId xmlns:a16="http://schemas.microsoft.com/office/drawing/2014/main" id="{08A50285-99EB-6AE6-02AC-019726D162F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0058399" cy="6858000"/>
          </a:xfrm>
          <a:prstGeom prst="rect">
            <a:avLst/>
          </a:prstGeom>
        </p:spPr>
      </p:pic>
      <p:sp>
        <p:nvSpPr>
          <p:cNvPr id="6" name="Rectangle 5">
            <a:extLst>
              <a:ext uri="{FF2B5EF4-FFF2-40B4-BE49-F238E27FC236}">
                <a16:creationId xmlns:a16="http://schemas.microsoft.com/office/drawing/2014/main" id="{029B9271-A9D1-2B3F-65F7-8A09A85F6F61}"/>
              </a:ext>
            </a:extLst>
          </p:cNvPr>
          <p:cNvSpPr/>
          <p:nvPr/>
        </p:nvSpPr>
        <p:spPr>
          <a:xfrm>
            <a:off x="5151125" y="4115774"/>
            <a:ext cx="2212027" cy="1323439"/>
          </a:xfrm>
          <a:prstGeom prst="rect">
            <a:avLst/>
          </a:prstGeom>
        </p:spPr>
        <p:txBody>
          <a:bodyPr wrap="square">
            <a:spAutoFit/>
          </a:bodyPr>
          <a:lstStyle/>
          <a:p>
            <a:pPr algn="ctr"/>
            <a:r>
              <a:rPr lang="en-IN" sz="1600" dirty="0">
                <a:solidFill>
                  <a:schemeClr val="bg2">
                    <a:lumMod val="25000"/>
                  </a:schemeClr>
                </a:solidFill>
              </a:rPr>
              <a:t>11140 Rockville Pike, Suite 400, Rockville,</a:t>
            </a:r>
            <a:br>
              <a:rPr lang="en-IN" sz="1600" dirty="0">
                <a:solidFill>
                  <a:schemeClr val="bg2">
                    <a:lumMod val="25000"/>
                  </a:schemeClr>
                </a:solidFill>
              </a:rPr>
            </a:br>
            <a:r>
              <a:rPr lang="en-IN" sz="1600" dirty="0">
                <a:solidFill>
                  <a:schemeClr val="bg2">
                    <a:lumMod val="25000"/>
                  </a:schemeClr>
                </a:solidFill>
              </a:rPr>
              <a:t>MD 20852,</a:t>
            </a:r>
            <a:br>
              <a:rPr lang="en-IN" sz="1600" dirty="0">
                <a:solidFill>
                  <a:schemeClr val="bg2">
                    <a:lumMod val="25000"/>
                  </a:schemeClr>
                </a:solidFill>
              </a:rPr>
            </a:br>
            <a:r>
              <a:rPr lang="en-IN" sz="1600" dirty="0">
                <a:solidFill>
                  <a:schemeClr val="bg2">
                    <a:lumMod val="25000"/>
                  </a:schemeClr>
                </a:solidFill>
              </a:rPr>
              <a:t>United States</a:t>
            </a:r>
          </a:p>
          <a:p>
            <a:pPr algn="ctr"/>
            <a:r>
              <a:rPr lang="en-IN" sz="1600" dirty="0">
                <a:solidFill>
                  <a:schemeClr val="bg2">
                    <a:lumMod val="25000"/>
                  </a:schemeClr>
                </a:solidFill>
              </a:rPr>
              <a:t>Tel: +1 (628) 251-1583</a:t>
            </a:r>
          </a:p>
        </p:txBody>
      </p:sp>
      <p:sp>
        <p:nvSpPr>
          <p:cNvPr id="7" name="Rectangle 6">
            <a:extLst>
              <a:ext uri="{FF2B5EF4-FFF2-40B4-BE49-F238E27FC236}">
                <a16:creationId xmlns:a16="http://schemas.microsoft.com/office/drawing/2014/main" id="{571547CA-BD89-9E30-483A-7AEE46324227}"/>
              </a:ext>
            </a:extLst>
          </p:cNvPr>
          <p:cNvSpPr/>
          <p:nvPr/>
        </p:nvSpPr>
        <p:spPr>
          <a:xfrm>
            <a:off x="7989398" y="4115774"/>
            <a:ext cx="2348504" cy="1323439"/>
          </a:xfrm>
          <a:prstGeom prst="rect">
            <a:avLst/>
          </a:prstGeom>
        </p:spPr>
        <p:txBody>
          <a:bodyPr wrap="square">
            <a:spAutoFit/>
          </a:bodyPr>
          <a:lstStyle/>
          <a:p>
            <a:pPr algn="ctr"/>
            <a:r>
              <a:rPr lang="en-IN" sz="1600" dirty="0">
                <a:solidFill>
                  <a:schemeClr val="bg2">
                    <a:lumMod val="25000"/>
                  </a:schemeClr>
                </a:solidFill>
              </a:rPr>
              <a:t>Suite 9884, 27 Upper Pembroke Street,</a:t>
            </a:r>
          </a:p>
          <a:p>
            <a:pPr algn="ctr"/>
            <a:r>
              <a:rPr lang="en-IN" sz="1600" dirty="0">
                <a:solidFill>
                  <a:schemeClr val="bg2">
                    <a:lumMod val="25000"/>
                  </a:schemeClr>
                </a:solidFill>
              </a:rPr>
              <a:t>Dublin 2,</a:t>
            </a:r>
            <a:br>
              <a:rPr lang="en-IN" sz="1600" dirty="0">
                <a:solidFill>
                  <a:schemeClr val="bg2">
                    <a:lumMod val="25000"/>
                  </a:schemeClr>
                </a:solidFill>
              </a:rPr>
            </a:br>
            <a:r>
              <a:rPr lang="en-IN" sz="1600" dirty="0">
                <a:solidFill>
                  <a:schemeClr val="bg2">
                    <a:lumMod val="25000"/>
                  </a:schemeClr>
                </a:solidFill>
              </a:rPr>
              <a:t>Ireland</a:t>
            </a:r>
          </a:p>
          <a:p>
            <a:pPr algn="ctr"/>
            <a:r>
              <a:rPr lang="en-IN" sz="1600" dirty="0">
                <a:solidFill>
                  <a:schemeClr val="bg2">
                    <a:lumMod val="25000"/>
                  </a:schemeClr>
                </a:solidFill>
              </a:rPr>
              <a:t>Tel: +353-1-4434-232 (D)</a:t>
            </a:r>
          </a:p>
        </p:txBody>
      </p:sp>
    </p:spTree>
    <p:extLst>
      <p:ext uri="{BB962C8B-B14F-4D97-AF65-F5344CB8AC3E}">
        <p14:creationId xmlns:p14="http://schemas.microsoft.com/office/powerpoint/2010/main" val="4043274124"/>
      </p:ext>
    </p:extLst>
  </p:cSld>
  <p:clrMapOvr>
    <a:masterClrMapping/>
  </p:clrMapOvr>
</p:sld>
</file>

<file path=ppt/theme/theme1.xml><?xml version="1.0" encoding="utf-8"?>
<a:theme xmlns:a="http://schemas.openxmlformats.org/drawingml/2006/main" name="1_Office Theme">
  <a:themeElements>
    <a:clrScheme name="Custom 70">
      <a:dk1>
        <a:sysClr val="windowText" lastClr="000000"/>
      </a:dk1>
      <a:lt1>
        <a:sysClr val="window" lastClr="FFFFFF"/>
      </a:lt1>
      <a:dk2>
        <a:srgbClr val="000000"/>
      </a:dk2>
      <a:lt2>
        <a:srgbClr val="F8F8F8"/>
      </a:lt2>
      <a:accent1>
        <a:srgbClr val="3D85C6"/>
      </a:accent1>
      <a:accent2>
        <a:srgbClr val="9E7E0A"/>
      </a:accent2>
      <a:accent3>
        <a:srgbClr val="40315E"/>
      </a:accent3>
      <a:accent4>
        <a:srgbClr val="008189"/>
      </a:accent4>
      <a:accent5>
        <a:srgbClr val="A35313"/>
      </a:accent5>
      <a:accent6>
        <a:srgbClr val="5F5F5F"/>
      </a:accent6>
      <a:hlink>
        <a:srgbClr val="5F5F5F"/>
      </a:hlink>
      <a:folHlink>
        <a:srgbClr val="919191"/>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14 Fact.MR (11-7.5)" id="{8BF68DF8-6E6A-4686-A8B0-3CF682B685F8}" vid="{4249E3A2-157D-4E9C-95D3-22DEFD3554DD}"/>
    </a:ext>
  </a:extLst>
</a:theme>
</file>

<file path=ppt/theme/theme2.xml><?xml version="1.0" encoding="utf-8"?>
<a:theme xmlns:a="http://schemas.openxmlformats.org/drawingml/2006/main" name="Office Theme">
  <a:themeElements>
    <a:clrScheme name="Violet II">
      <a:dk1>
        <a:sysClr val="windowText" lastClr="000000"/>
      </a:dk1>
      <a:lt1>
        <a:sysClr val="window" lastClr="FFFFFF"/>
      </a:lt1>
      <a:dk2>
        <a:srgbClr val="632E62"/>
      </a:dk2>
      <a:lt2>
        <a:srgbClr val="EAE5EB"/>
      </a:lt2>
      <a:accent1>
        <a:srgbClr val="92278F"/>
      </a:accent1>
      <a:accent2>
        <a:srgbClr val="9B57D3"/>
      </a:accent2>
      <a:accent3>
        <a:srgbClr val="755DD9"/>
      </a:accent3>
      <a:accent4>
        <a:srgbClr val="665EB8"/>
      </a:accent4>
      <a:accent5>
        <a:srgbClr val="45A5ED"/>
      </a:accent5>
      <a:accent6>
        <a:srgbClr val="5982DB"/>
      </a:accent6>
      <a:hlink>
        <a:srgbClr val="0066FF"/>
      </a:hlink>
      <a:folHlink>
        <a:srgbClr val="666699"/>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14 Fact.MR (11-7.5)" id="{8BF68DF8-6E6A-4686-A8B0-3CF682B685F8}" vid="{4249E3A2-157D-4E9C-95D3-22DEFD3554DD}"/>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215</TotalTime>
  <Words>337</Words>
  <Application>Microsoft Office PowerPoint</Application>
  <PresentationFormat>Custom</PresentationFormat>
  <Paragraphs>21</Paragraphs>
  <Slides>3</Slides>
  <Notes>0</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3</vt:i4>
      </vt:variant>
    </vt:vector>
  </HeadingPairs>
  <TitlesOfParts>
    <vt:vector size="11" baseType="lpstr">
      <vt:lpstr>Aptos Display</vt:lpstr>
      <vt:lpstr>Arial</vt:lpstr>
      <vt:lpstr>Calibri</vt:lpstr>
      <vt:lpstr>Calibri Light</vt:lpstr>
      <vt:lpstr>Courier New</vt:lpstr>
      <vt:lpstr>Wingdings</vt:lpstr>
      <vt:lpstr>1_Office Theme</vt:lpstr>
      <vt:lpstr>Office Theme</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Shambhu N. Jha</dc:creator>
  <cp:lastModifiedBy>Shambhu N Jha</cp:lastModifiedBy>
  <cp:revision>25</cp:revision>
  <dcterms:created xsi:type="dcterms:W3CDTF">2026-08-18T12:33:55Z</dcterms:created>
  <dcterms:modified xsi:type="dcterms:W3CDTF">2026-10-14T10:41:20Z</dcterms:modified>
</cp:coreProperties>
</file>