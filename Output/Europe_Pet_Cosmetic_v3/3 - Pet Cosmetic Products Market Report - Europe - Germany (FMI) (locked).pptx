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0" r:id="rId262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9" r:id="rId271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12.xml"/><Relationship Id="rId255" Type="http://schemas.openxmlformats.org/officeDocument/2006/relationships/slide" Target="slides/slide13.xml"/><Relationship Id="rId256" Type="http://schemas.openxmlformats.org/officeDocument/2006/relationships/slide" Target="slides/slide14.xml"/><Relationship Id="rId257" Type="http://schemas.openxmlformats.org/officeDocument/2006/relationships/slide" Target="slides/slide15.xml"/><Relationship Id="rId258" Type="http://schemas.openxmlformats.org/officeDocument/2006/relationships/slide" Target="slides/slide16.xml"/><Relationship Id="rId259" Type="http://schemas.openxmlformats.org/officeDocument/2006/relationships/slide" Target="slides/slide17.xml"/><Relationship Id="rId260" Type="http://schemas.openxmlformats.org/officeDocument/2006/relationships/slide" Target="slides/slide18.xml"/><Relationship Id="rId261" Type="http://schemas.openxmlformats.org/officeDocument/2006/relationships/slide" Target="slides/slide19.xml"/><Relationship Id="rId262" Type="http://schemas.openxmlformats.org/officeDocument/2006/relationships/slide" Target="slides/slide11.xml"/><Relationship Id="rId263" Type="http://schemas.openxmlformats.org/officeDocument/2006/relationships/slide" Target="slides/slide21.xml"/><Relationship Id="rId264" Type="http://schemas.openxmlformats.org/officeDocument/2006/relationships/slide" Target="slides/slide22.xml"/><Relationship Id="rId265" Type="http://schemas.openxmlformats.org/officeDocument/2006/relationships/slide" Target="slides/slide23.xml"/><Relationship Id="rId266" Type="http://schemas.openxmlformats.org/officeDocument/2006/relationships/slide" Target="slides/slide24.xml"/><Relationship Id="rId267" Type="http://schemas.openxmlformats.org/officeDocument/2006/relationships/slide" Target="slides/slide25.xml"/><Relationship Id="rId268" Type="http://schemas.openxmlformats.org/officeDocument/2006/relationships/slide" Target="slides/slide26.xml"/><Relationship Id="rId269" Type="http://schemas.openxmlformats.org/officeDocument/2006/relationships/slide" Target="slides/slide27.xml"/><Relationship Id="rId270" Type="http://schemas.openxmlformats.org/officeDocument/2006/relationships/slide" Target="slides/slide28.xml"/><Relationship Id="rId271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6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Relationship Id="rId6" Type="http://schemas.openxmlformats.org/officeDocument/2006/relationships/image" Target="../media/image10.png"/><Relationship Id="rId7" Type="http://schemas.openxmlformats.org/officeDocument/2006/relationships/image" Target="../media/image11.png"/><Relationship Id="rId8" Type="http://schemas.openxmlformats.org/officeDocument/2006/relationships/image" Target="../media/image12.png"/><Relationship Id="rId9" Type="http://schemas.openxmlformats.org/officeDocument/2006/relationships/image" Target="../media/image13.png"/><Relationship Id="rId10" Type="http://schemas.openxmlformats.org/officeDocument/2006/relationships/image" Target="../media/image14.png"/><Relationship Id="rId11" Type="http://schemas.openxmlformats.org/officeDocument/2006/relationships/image" Target="../media/image15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7" Type="http://schemas.openxmlformats.org/officeDocument/2006/relationships/image" Target="../media/image21.png"/><Relationship Id="rId8" Type="http://schemas.openxmlformats.org/officeDocument/2006/relationships/image" Target="../media/image22.png"/><Relationship Id="rId9" Type="http://schemas.openxmlformats.org/officeDocument/2006/relationships/image" Target="../media/image23.png"/><Relationship Id="rId10" Type="http://schemas.openxmlformats.org/officeDocument/2006/relationships/image" Target="../media/image24.png"/><Relationship Id="rId11" Type="http://schemas.openxmlformats.org/officeDocument/2006/relationships/image" Target="../media/image25.png"/><Relationship Id="rId12" Type="http://schemas.openxmlformats.org/officeDocument/2006/relationships/image" Target="../media/image26.png"/><Relationship Id="rId13" Type="http://schemas.openxmlformats.org/officeDocument/2006/relationships/image" Target="../media/image27.png"/><Relationship Id="rId14" Type="http://schemas.openxmlformats.org/officeDocument/2006/relationships/image" Target="../media/image28.png"/><Relationship Id="rId15" Type="http://schemas.openxmlformats.org/officeDocument/2006/relationships/image" Target="../media/image29.png"/><Relationship Id="rId16" Type="http://schemas.openxmlformats.org/officeDocument/2006/relationships/image" Target="../media/image30.png"/><Relationship Id="rId17" Type="http://schemas.openxmlformats.org/officeDocument/2006/relationships/image" Target="../media/image31.png"/><Relationship Id="rId18" Type="http://schemas.openxmlformats.org/officeDocument/2006/relationships/image" Target="../media/image32.png"/><Relationship Id="rId19" Type="http://schemas.openxmlformats.org/officeDocument/2006/relationships/image" Target="../media/image33.png"/><Relationship Id="rId20" Type="http://schemas.openxmlformats.org/officeDocument/2006/relationships/image" Target="../media/image34.png"/><Relationship Id="rId21" Type="http://schemas.openxmlformats.org/officeDocument/2006/relationships/image" Target="../media/image35.png"/><Relationship Id="rId22" Type="http://schemas.openxmlformats.org/officeDocument/2006/relationships/image" Target="../media/image36.png"/><Relationship Id="rId23" Type="http://schemas.openxmlformats.org/officeDocument/2006/relationships/image" Target="../media/image37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8.png"/><Relationship Id="rId3" Type="http://schemas.openxmlformats.org/officeDocument/2006/relationships/image" Target="../media/image39.png"/><Relationship Id="rId4" Type="http://schemas.openxmlformats.org/officeDocument/2006/relationships/image" Target="../media/image40.png"/><Relationship Id="rId5" Type="http://schemas.openxmlformats.org/officeDocument/2006/relationships/image" Target="../media/image41.png"/><Relationship Id="rId6" Type="http://schemas.openxmlformats.org/officeDocument/2006/relationships/image" Target="../media/image42.png"/><Relationship Id="rId7" Type="http://schemas.openxmlformats.org/officeDocument/2006/relationships/image" Target="../media/image43.png"/><Relationship Id="rId8" Type="http://schemas.openxmlformats.org/officeDocument/2006/relationships/image" Target="../media/image44.png"/><Relationship Id="rId9" Type="http://schemas.openxmlformats.org/officeDocument/2006/relationships/image" Target="../media/image45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60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Relationship Id="rId5" Type="http://schemas.openxmlformats.org/officeDocument/2006/relationships/image" Target="../media/image63.png"/><Relationship Id="rId6" Type="http://schemas.openxmlformats.org/officeDocument/2006/relationships/image" Target="../media/image64.png"/><Relationship Id="rId7" Type="http://schemas.openxmlformats.org/officeDocument/2006/relationships/image" Target="../media/image65.png"/><Relationship Id="rId8" Type="http://schemas.openxmlformats.org/officeDocument/2006/relationships/image" Target="../media/image66.png"/><Relationship Id="rId9" Type="http://schemas.openxmlformats.org/officeDocument/2006/relationships/image" Target="../media/image67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95.png"/><Relationship Id="rId3" Type="http://schemas.openxmlformats.org/officeDocument/2006/relationships/image" Target="../media/image96.png"/><Relationship Id="rId4" Type="http://schemas.openxmlformats.org/officeDocument/2006/relationships/image" Target="../media/image97.png"/><Relationship Id="rId5" Type="http://schemas.openxmlformats.org/officeDocument/2006/relationships/image" Target="../media/image98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56.png"/><Relationship Id="rId3" Type="http://schemas.openxmlformats.org/officeDocument/2006/relationships/image" Target="../media/image157.png"/><Relationship Id="rId4" Type="http://schemas.openxmlformats.org/officeDocument/2006/relationships/image" Target="../media/image158.png"/><Relationship Id="rId5" Type="http://schemas.openxmlformats.org/officeDocument/2006/relationships/image" Target="../media/image159.png"/><Relationship Id="rId6" Type="http://schemas.openxmlformats.org/officeDocument/2006/relationships/image" Target="../media/image160.png"/><Relationship Id="rId7" Type="http://schemas.openxmlformats.org/officeDocument/2006/relationships/image" Target="../media/image161.png"/><Relationship Id="rId8" Type="http://schemas.openxmlformats.org/officeDocument/2006/relationships/image" Target="../media/image162.png"/><Relationship Id="rId9" Type="http://schemas.openxmlformats.org/officeDocument/2006/relationships/image" Target="../media/image163.png"/><Relationship Id="rId10" Type="http://schemas.openxmlformats.org/officeDocument/2006/relationships/image" Target="../media/image164.png"/><Relationship Id="rId11" Type="http://schemas.openxmlformats.org/officeDocument/2006/relationships/image" Target="../media/image165.png"/><Relationship Id="rId12" Type="http://schemas.openxmlformats.org/officeDocument/2006/relationships/image" Target="../media/image166.png"/><Relationship Id="rId13" Type="http://schemas.openxmlformats.org/officeDocument/2006/relationships/image" Target="../media/image167.png"/><Relationship Id="rId14" Type="http://schemas.openxmlformats.org/officeDocument/2006/relationships/image" Target="../media/image168.png"/><Relationship Id="rId15" Type="http://schemas.openxmlformats.org/officeDocument/2006/relationships/image" Target="../media/image169.png"/><Relationship Id="rId16" Type="http://schemas.openxmlformats.org/officeDocument/2006/relationships/image" Target="../media/image170.png"/><Relationship Id="rId17" Type="http://schemas.openxmlformats.org/officeDocument/2006/relationships/image" Target="../media/image171.png"/><Relationship Id="rId18" Type="http://schemas.openxmlformats.org/officeDocument/2006/relationships/image" Target="../media/image172.png"/><Relationship Id="rId19" Type="http://schemas.openxmlformats.org/officeDocument/2006/relationships/image" Target="../media/image173.png"/><Relationship Id="rId20" Type="http://schemas.openxmlformats.org/officeDocument/2006/relationships/image" Target="../media/image174.png"/><Relationship Id="rId21" Type="http://schemas.openxmlformats.org/officeDocument/2006/relationships/image" Target="../media/image175.png"/><Relationship Id="rId22" Type="http://schemas.openxmlformats.org/officeDocument/2006/relationships/image" Target="../media/image176.png"/><Relationship Id="rId23" Type="http://schemas.openxmlformats.org/officeDocument/2006/relationships/image" Target="../media/image177.png"/><Relationship Id="rId24" Type="http://schemas.openxmlformats.org/officeDocument/2006/relationships/image" Target="../media/image178.png"/><Relationship Id="rId25" Type="http://schemas.openxmlformats.org/officeDocument/2006/relationships/image" Target="../media/image179.png"/><Relationship Id="rId26" Type="http://schemas.openxmlformats.org/officeDocument/2006/relationships/image" Target="../media/image180.png"/><Relationship Id="rId27" Type="http://schemas.openxmlformats.org/officeDocument/2006/relationships/image" Target="../media/image181.png"/><Relationship Id="rId28" Type="http://schemas.openxmlformats.org/officeDocument/2006/relationships/image" Target="../media/image182.png"/><Relationship Id="rId29" Type="http://schemas.openxmlformats.org/officeDocument/2006/relationships/image" Target="../media/image183.png"/><Relationship Id="rId30" Type="http://schemas.openxmlformats.org/officeDocument/2006/relationships/image" Target="../media/image184.png"/><Relationship Id="rId31" Type="http://schemas.openxmlformats.org/officeDocument/2006/relationships/image" Target="../media/image185.png"/><Relationship Id="rId32" Type="http://schemas.openxmlformats.org/officeDocument/2006/relationships/image" Target="../media/image186.png"/><Relationship Id="rId33" Type="http://schemas.openxmlformats.org/officeDocument/2006/relationships/image" Target="../media/image187.png"/><Relationship Id="rId34" Type="http://schemas.openxmlformats.org/officeDocument/2006/relationships/image" Target="../media/image188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89.png"/><Relationship Id="rId3" Type="http://schemas.openxmlformats.org/officeDocument/2006/relationships/image" Target="../media/image190.png"/><Relationship Id="rId4" Type="http://schemas.openxmlformats.org/officeDocument/2006/relationships/image" Target="../media/image191.png"/><Relationship Id="rId5" Type="http://schemas.openxmlformats.org/officeDocument/2006/relationships/image" Target="../media/image192.png"/><Relationship Id="rId6" Type="http://schemas.openxmlformats.org/officeDocument/2006/relationships/image" Target="../media/image193.png"/><Relationship Id="rId7" Type="http://schemas.openxmlformats.org/officeDocument/2006/relationships/image" Target="../media/image194.png"/><Relationship Id="rId8" Type="http://schemas.openxmlformats.org/officeDocument/2006/relationships/image" Target="../media/image195.png"/><Relationship Id="rId9" Type="http://schemas.openxmlformats.org/officeDocument/2006/relationships/image" Target="../media/image196.png"/><Relationship Id="rId10" Type="http://schemas.openxmlformats.org/officeDocument/2006/relationships/image" Target="../media/image197.png"/><Relationship Id="rId11" Type="http://schemas.openxmlformats.org/officeDocument/2006/relationships/image" Target="../media/image198.png"/><Relationship Id="rId12" Type="http://schemas.openxmlformats.org/officeDocument/2006/relationships/image" Target="../media/image199.png"/><Relationship Id="rId13" Type="http://schemas.openxmlformats.org/officeDocument/2006/relationships/image" Target="../media/image200.png"/><Relationship Id="rId14" Type="http://schemas.openxmlformats.org/officeDocument/2006/relationships/image" Target="../media/image201.png"/><Relationship Id="rId15" Type="http://schemas.openxmlformats.org/officeDocument/2006/relationships/image" Target="../media/image202.png"/><Relationship Id="rId16" Type="http://schemas.openxmlformats.org/officeDocument/2006/relationships/image" Target="../media/image203.png"/><Relationship Id="rId17" Type="http://schemas.openxmlformats.org/officeDocument/2006/relationships/image" Target="../media/image204.png"/><Relationship Id="rId18" Type="http://schemas.openxmlformats.org/officeDocument/2006/relationships/image" Target="../media/image205.png"/><Relationship Id="rId19" Type="http://schemas.openxmlformats.org/officeDocument/2006/relationships/image" Target="../media/image206.png"/><Relationship Id="rId20" Type="http://schemas.openxmlformats.org/officeDocument/2006/relationships/image" Target="../media/image207.png"/><Relationship Id="rId21" Type="http://schemas.openxmlformats.org/officeDocument/2006/relationships/image" Target="../media/image208.png"/><Relationship Id="rId22" Type="http://schemas.openxmlformats.org/officeDocument/2006/relationships/image" Target="../media/image209.png"/><Relationship Id="rId23" Type="http://schemas.openxmlformats.org/officeDocument/2006/relationships/image" Target="../media/image210.png"/><Relationship Id="rId24" Type="http://schemas.openxmlformats.org/officeDocument/2006/relationships/image" Target="../media/image211.png"/><Relationship Id="rId25" Type="http://schemas.openxmlformats.org/officeDocument/2006/relationships/image" Target="../media/image212.png"/><Relationship Id="rId26" Type="http://schemas.openxmlformats.org/officeDocument/2006/relationships/image" Target="../media/image213.png"/><Relationship Id="rId27" Type="http://schemas.openxmlformats.org/officeDocument/2006/relationships/image" Target="../media/image214.png"/><Relationship Id="rId28" Type="http://schemas.openxmlformats.org/officeDocument/2006/relationships/image" Target="../media/image215.png"/><Relationship Id="rId29" Type="http://schemas.openxmlformats.org/officeDocument/2006/relationships/image" Target="../media/image216.png"/><Relationship Id="rId30" Type="http://schemas.openxmlformats.org/officeDocument/2006/relationships/image" Target="../media/image217.png"/><Relationship Id="rId31" Type="http://schemas.openxmlformats.org/officeDocument/2006/relationships/image" Target="../media/image218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229.png"/><Relationship Id="rId3" Type="http://schemas.openxmlformats.org/officeDocument/2006/relationships/image" Target="../media/image230.png"/><Relationship Id="rId4" Type="http://schemas.openxmlformats.org/officeDocument/2006/relationships/image" Target="../media/image231.png"/><Relationship Id="rId5" Type="http://schemas.openxmlformats.org/officeDocument/2006/relationships/image" Target="../media/image232.png"/><Relationship Id="rId6" Type="http://schemas.openxmlformats.org/officeDocument/2006/relationships/image" Target="../media/image233.png"/><Relationship Id="rId7" Type="http://schemas.openxmlformats.org/officeDocument/2006/relationships/image" Target="../media/image234.png"/><Relationship Id="rId8" Type="http://schemas.openxmlformats.org/officeDocument/2006/relationships/image" Target="../media/image235.png"/><Relationship Id="rId9" Type="http://schemas.openxmlformats.org/officeDocument/2006/relationships/image" Target="../media/image236.png"/><Relationship Id="rId10" Type="http://schemas.openxmlformats.org/officeDocument/2006/relationships/image" Target="../media/image237.png"/><Relationship Id="rId11" Type="http://schemas.openxmlformats.org/officeDocument/2006/relationships/image" Target="../media/image238.png"/><Relationship Id="rId12" Type="http://schemas.openxmlformats.org/officeDocument/2006/relationships/image" Target="../media/image239.png"/><Relationship Id="rId13" Type="http://schemas.openxmlformats.org/officeDocument/2006/relationships/image" Target="../media/image240.png"/><Relationship Id="rId14" Type="http://schemas.openxmlformats.org/officeDocument/2006/relationships/image" Target="../media/image241.png"/><Relationship Id="rId15" Type="http://schemas.openxmlformats.org/officeDocument/2006/relationships/image" Target="../media/image242.png"/><Relationship Id="rId16" Type="http://schemas.openxmlformats.org/officeDocument/2006/relationships/image" Target="../media/image243.png"/><Relationship Id="rId17" Type="http://schemas.openxmlformats.org/officeDocument/2006/relationships/image" Target="../media/image244.png"/><Relationship Id="rId18" Type="http://schemas.openxmlformats.org/officeDocument/2006/relationships/image" Target="../media/image245.png"/><Relationship Id="rId19" Type="http://schemas.openxmlformats.org/officeDocument/2006/relationships/image" Target="../media/image246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53.png"/><Relationship Id="rId3" Type="http://schemas.openxmlformats.org/officeDocument/2006/relationships/image" Target="../media/image254.png"/><Relationship Id="rId4" Type="http://schemas.openxmlformats.org/officeDocument/2006/relationships/image" Target="../media/image255.png"/><Relationship Id="rId5" Type="http://schemas.openxmlformats.org/officeDocument/2006/relationships/image" Target="../media/image256.png"/><Relationship Id="rId6" Type="http://schemas.openxmlformats.org/officeDocument/2006/relationships/image" Target="../media/image257.png"/><Relationship Id="rId7" Type="http://schemas.openxmlformats.org/officeDocument/2006/relationships/image" Target="../media/image258.png"/><Relationship Id="rId8" Type="http://schemas.openxmlformats.org/officeDocument/2006/relationships/image" Target="../media/image259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6.png"/><Relationship Id="rId3" Type="http://schemas.openxmlformats.org/officeDocument/2006/relationships/image" Target="../media/image277.png"/><Relationship Id="rId4" Type="http://schemas.openxmlformats.org/officeDocument/2006/relationships/image" Target="../media/image278.png"/><Relationship Id="rId5" Type="http://schemas.openxmlformats.org/officeDocument/2006/relationships/image" Target="../media/image279.png"/><Relationship Id="rId6" Type="http://schemas.openxmlformats.org/officeDocument/2006/relationships/image" Target="../media/image280.png"/><Relationship Id="rId7" Type="http://schemas.openxmlformats.org/officeDocument/2006/relationships/image" Target="../media/image281.png"/><Relationship Id="rId8" Type="http://schemas.openxmlformats.org/officeDocument/2006/relationships/image" Target="../media/image282.png"/><Relationship Id="rId9" Type="http://schemas.openxmlformats.org/officeDocument/2006/relationships/image" Target="../media/image283.png"/><Relationship Id="rId10" Type="http://schemas.openxmlformats.org/officeDocument/2006/relationships/image" Target="../media/image284.png"/><Relationship Id="rId11" Type="http://schemas.openxmlformats.org/officeDocument/2006/relationships/image" Target="../media/image285.png"/><Relationship Id="rId12" Type="http://schemas.openxmlformats.org/officeDocument/2006/relationships/image" Target="../media/image286.png"/><Relationship Id="rId13" Type="http://schemas.openxmlformats.org/officeDocument/2006/relationships/image" Target="../media/image287.png"/><Relationship Id="rId14" Type="http://schemas.openxmlformats.org/officeDocument/2006/relationships/image" Target="../media/image288.png"/><Relationship Id="rId15" Type="http://schemas.openxmlformats.org/officeDocument/2006/relationships/image" Target="../media/image289.png"/><Relationship Id="rId16" Type="http://schemas.openxmlformats.org/officeDocument/2006/relationships/image" Target="../media/image290.png"/><Relationship Id="rId17" Type="http://schemas.openxmlformats.org/officeDocument/2006/relationships/image" Target="../media/image291.png"/><Relationship Id="rId18" Type="http://schemas.openxmlformats.org/officeDocument/2006/relationships/image" Target="../media/image292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307.png"/><Relationship Id="rId3" Type="http://schemas.openxmlformats.org/officeDocument/2006/relationships/image" Target="../media/image308.png"/><Relationship Id="rId4" Type="http://schemas.openxmlformats.org/officeDocument/2006/relationships/image" Target="../media/image309.png"/><Relationship Id="rId5" Type="http://schemas.openxmlformats.org/officeDocument/2006/relationships/image" Target="../media/image310.png"/><Relationship Id="rId6" Type="http://schemas.openxmlformats.org/officeDocument/2006/relationships/image" Target="../media/image311.png"/><Relationship Id="rId7" Type="http://schemas.openxmlformats.org/officeDocument/2006/relationships/image" Target="../media/image312.png"/><Relationship Id="rId8" Type="http://schemas.openxmlformats.org/officeDocument/2006/relationships/image" Target="../media/image313.png"/><Relationship Id="rId9" Type="http://schemas.openxmlformats.org/officeDocument/2006/relationships/image" Target="../media/image314.png"/><Relationship Id="rId10" Type="http://schemas.openxmlformats.org/officeDocument/2006/relationships/image" Target="../media/image315.png"/><Relationship Id="rId11" Type="http://schemas.openxmlformats.org/officeDocument/2006/relationships/image" Target="../media/image316.png"/><Relationship Id="rId12" Type="http://schemas.openxmlformats.org/officeDocument/2006/relationships/image" Target="../media/image317.png"/><Relationship Id="rId13" Type="http://schemas.openxmlformats.org/officeDocument/2006/relationships/image" Target="../media/image318.png"/><Relationship Id="rId14" Type="http://schemas.openxmlformats.org/officeDocument/2006/relationships/image" Target="../media/image319.png"/><Relationship Id="rId15" Type="http://schemas.openxmlformats.org/officeDocument/2006/relationships/image" Target="../media/image320.png"/><Relationship Id="rId16" Type="http://schemas.openxmlformats.org/officeDocument/2006/relationships/image" Target="../media/image321.png"/><Relationship Id="rId17" Type="http://schemas.openxmlformats.org/officeDocument/2006/relationships/image" Target="../media/image322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327.png"/><Relationship Id="rId3" Type="http://schemas.openxmlformats.org/officeDocument/2006/relationships/image" Target="../media/image328.png"/><Relationship Id="rId4" Type="http://schemas.openxmlformats.org/officeDocument/2006/relationships/image" Target="../media/image329.png"/><Relationship Id="rId5" Type="http://schemas.openxmlformats.org/officeDocument/2006/relationships/image" Target="../media/image330.png"/><Relationship Id="rId6" Type="http://schemas.openxmlformats.org/officeDocument/2006/relationships/image" Target="../media/image331.png"/><Relationship Id="rId7" Type="http://schemas.openxmlformats.org/officeDocument/2006/relationships/image" Target="../media/image332.png"/><Relationship Id="rId8" Type="http://schemas.openxmlformats.org/officeDocument/2006/relationships/image" Target="../media/image333.png"/><Relationship Id="rId9" Type="http://schemas.openxmlformats.org/officeDocument/2006/relationships/image" Target="../media/image334.png"/><Relationship Id="rId10" Type="http://schemas.openxmlformats.org/officeDocument/2006/relationships/image" Target="../media/image335.png"/><Relationship Id="rId11" Type="http://schemas.openxmlformats.org/officeDocument/2006/relationships/image" Target="../media/image336.png"/><Relationship Id="rId12" Type="http://schemas.openxmlformats.org/officeDocument/2006/relationships/image" Target="../media/image337.png"/><Relationship Id="rId13" Type="http://schemas.openxmlformats.org/officeDocument/2006/relationships/image" Target="../media/image338.png"/><Relationship Id="rId14" Type="http://schemas.openxmlformats.org/officeDocument/2006/relationships/image" Target="../media/image339.png"/><Relationship Id="rId15" Type="http://schemas.openxmlformats.org/officeDocument/2006/relationships/image" Target="../media/image340.png"/><Relationship Id="rId16" Type="http://schemas.openxmlformats.org/officeDocument/2006/relationships/image" Target="../media/image341.png"/><Relationship Id="rId17" Type="http://schemas.openxmlformats.org/officeDocument/2006/relationships/image" Target="../media/image342.png"/><Relationship Id="rId18" Type="http://schemas.openxmlformats.org/officeDocument/2006/relationships/image" Target="../media/image343.png"/><Relationship Id="rId19" Type="http://schemas.openxmlformats.org/officeDocument/2006/relationships/image" Target="../media/image344.png"/><Relationship Id="rId20" Type="http://schemas.openxmlformats.org/officeDocument/2006/relationships/image" Target="../media/image345.png"/><Relationship Id="rId21" Type="http://schemas.openxmlformats.org/officeDocument/2006/relationships/image" Target="../media/image346.png"/><Relationship Id="rId22" Type="http://schemas.openxmlformats.org/officeDocument/2006/relationships/image" Target="../media/image347.png"/><Relationship Id="rId23" Type="http://schemas.openxmlformats.org/officeDocument/2006/relationships/image" Target="../media/image348.png"/><Relationship Id="rId24" Type="http://schemas.openxmlformats.org/officeDocument/2006/relationships/image" Target="../media/image349.png"/><Relationship Id="rId25" Type="http://schemas.openxmlformats.org/officeDocument/2006/relationships/image" Target="../media/image350.png"/><Relationship Id="rId26" Type="http://schemas.openxmlformats.org/officeDocument/2006/relationships/image" Target="../media/image351.png"/><Relationship Id="rId27" Type="http://schemas.openxmlformats.org/officeDocument/2006/relationships/image" Target="../media/image352.png"/><Relationship Id="rId28" Type="http://schemas.openxmlformats.org/officeDocument/2006/relationships/image" Target="../media/image353.png"/><Relationship Id="rId29" Type="http://schemas.openxmlformats.org/officeDocument/2006/relationships/image" Target="../media/image354.png"/><Relationship Id="rId30" Type="http://schemas.openxmlformats.org/officeDocument/2006/relationships/image" Target="../media/image355.png"/><Relationship Id="rId31" Type="http://schemas.openxmlformats.org/officeDocument/2006/relationships/image" Target="../media/image356.png"/><Relationship Id="rId32" Type="http://schemas.openxmlformats.org/officeDocument/2006/relationships/image" Target="../media/image357.png"/><Relationship Id="rId33" Type="http://schemas.openxmlformats.org/officeDocument/2006/relationships/image" Target="../media/image358.png"/><Relationship Id="rId34" Type="http://schemas.openxmlformats.org/officeDocument/2006/relationships/image" Target="../media/image359.png"/><Relationship Id="rId35" Type="http://schemas.openxmlformats.org/officeDocument/2006/relationships/image" Target="../media/image360.png"/><Relationship Id="rId36" Type="http://schemas.openxmlformats.org/officeDocument/2006/relationships/image" Target="../media/image361.png"/><Relationship Id="rId37" Type="http://schemas.openxmlformats.org/officeDocument/2006/relationships/image" Target="../media/image362.png"/><Relationship Id="rId38" Type="http://schemas.openxmlformats.org/officeDocument/2006/relationships/image" Target="../media/image363.png"/><Relationship Id="rId39" Type="http://schemas.openxmlformats.org/officeDocument/2006/relationships/image" Target="../media/image364.png"/><Relationship Id="rId40" Type="http://schemas.openxmlformats.org/officeDocument/2006/relationships/image" Target="../media/image365.png"/><Relationship Id="rId41" Type="http://schemas.openxmlformats.org/officeDocument/2006/relationships/image" Target="../media/image366.png"/><Relationship Id="rId42" Type="http://schemas.openxmlformats.org/officeDocument/2006/relationships/image" Target="../media/image367.png"/><Relationship Id="rId43" Type="http://schemas.openxmlformats.org/officeDocument/2006/relationships/image" Target="../media/image368.png"/><Relationship Id="rId44" Type="http://schemas.openxmlformats.org/officeDocument/2006/relationships/image" Target="../media/image369.png"/><Relationship Id="rId45" Type="http://schemas.openxmlformats.org/officeDocument/2006/relationships/image" Target="../media/image370.png"/><Relationship Id="rId46" Type="http://schemas.openxmlformats.org/officeDocument/2006/relationships/image" Target="../media/image371.png"/><Relationship Id="rId47" Type="http://schemas.openxmlformats.org/officeDocument/2006/relationships/image" Target="../media/image372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73.png"/><Relationship Id="rId3" Type="http://schemas.openxmlformats.org/officeDocument/2006/relationships/image" Target="../media/image374.png"/><Relationship Id="rId4" Type="http://schemas.openxmlformats.org/officeDocument/2006/relationships/image" Target="../media/image375.png"/><Relationship Id="rId5" Type="http://schemas.openxmlformats.org/officeDocument/2006/relationships/image" Target="../media/image376.png"/><Relationship Id="rId6" Type="http://schemas.openxmlformats.org/officeDocument/2006/relationships/image" Target="../media/image377.png"/><Relationship Id="rId7" Type="http://schemas.openxmlformats.org/officeDocument/2006/relationships/image" Target="../media/image378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404.png"/><Relationship Id="rId3" Type="http://schemas.openxmlformats.org/officeDocument/2006/relationships/image" Target="../media/image405.png"/><Relationship Id="rId4" Type="http://schemas.openxmlformats.org/officeDocument/2006/relationships/image" Target="../media/image406.png"/><Relationship Id="rId5" Type="http://schemas.openxmlformats.org/officeDocument/2006/relationships/image" Target="../media/image407.png"/><Relationship Id="rId6" Type="http://schemas.openxmlformats.org/officeDocument/2006/relationships/image" Target="../media/image408.png"/><Relationship Id="rId7" Type="http://schemas.openxmlformats.org/officeDocument/2006/relationships/image" Target="../media/image409.png"/><Relationship Id="rId8" Type="http://schemas.openxmlformats.org/officeDocument/2006/relationships/image" Target="../media/image410.png"/><Relationship Id="rId9" Type="http://schemas.openxmlformats.org/officeDocument/2006/relationships/image" Target="../media/image411.png"/><Relationship Id="rId10" Type="http://schemas.openxmlformats.org/officeDocument/2006/relationships/image" Target="../media/image412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421.png"/><Relationship Id="rId3" Type="http://schemas.openxmlformats.org/officeDocument/2006/relationships/image" Target="../media/image422.png"/><Relationship Id="rId4" Type="http://schemas.openxmlformats.org/officeDocument/2006/relationships/image" Target="../media/image423.png"/><Relationship Id="rId5" Type="http://schemas.openxmlformats.org/officeDocument/2006/relationships/image" Target="../media/image424.png"/><Relationship Id="rId6" Type="http://schemas.openxmlformats.org/officeDocument/2006/relationships/image" Target="../media/image425.png"/><Relationship Id="rId7" Type="http://schemas.openxmlformats.org/officeDocument/2006/relationships/image" Target="../media/image426.png"/><Relationship Id="rId8" Type="http://schemas.openxmlformats.org/officeDocument/2006/relationships/image" Target="../media/image427.png"/><Relationship Id="rId9" Type="http://schemas.openxmlformats.org/officeDocument/2006/relationships/image" Target="../media/image428.png"/><Relationship Id="rId10" Type="http://schemas.openxmlformats.org/officeDocument/2006/relationships/image" Target="../media/image429.png"/><Relationship Id="rId11" Type="http://schemas.openxmlformats.org/officeDocument/2006/relationships/image" Target="../media/image430.png"/><Relationship Id="rId12" Type="http://schemas.openxmlformats.org/officeDocument/2006/relationships/image" Target="../media/image431.png"/><Relationship Id="rId13" Type="http://schemas.openxmlformats.org/officeDocument/2006/relationships/image" Target="../media/image432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444.png"/><Relationship Id="rId3" Type="http://schemas.openxmlformats.org/officeDocument/2006/relationships/image" Target="../media/image445.png"/><Relationship Id="rId4" Type="http://schemas.openxmlformats.org/officeDocument/2006/relationships/image" Target="../media/image446.png"/><Relationship Id="rId5" Type="http://schemas.openxmlformats.org/officeDocument/2006/relationships/image" Target="../media/image447.png"/><Relationship Id="rId6" Type="http://schemas.openxmlformats.org/officeDocument/2006/relationships/image" Target="../media/image448.png"/><Relationship Id="rId7" Type="http://schemas.openxmlformats.org/officeDocument/2006/relationships/image" Target="../media/image449.png"/><Relationship Id="rId8" Type="http://schemas.openxmlformats.org/officeDocument/2006/relationships/image" Target="../media/image450.png"/><Relationship Id="rId9" Type="http://schemas.openxmlformats.org/officeDocument/2006/relationships/image" Target="../media/image451.png"/><Relationship Id="rId10" Type="http://schemas.openxmlformats.org/officeDocument/2006/relationships/image" Target="../media/image452.png"/><Relationship Id="rId11" Type="http://schemas.openxmlformats.org/officeDocument/2006/relationships/image" Target="../media/image453.png"/><Relationship Id="rId12" Type="http://schemas.openxmlformats.org/officeDocument/2006/relationships/image" Target="../media/image454.png"/><Relationship Id="rId13" Type="http://schemas.openxmlformats.org/officeDocument/2006/relationships/image" Target="../media/image455.png"/></Relationships>
</file>

<file path=ppt/charts/_rels/chart79.xml.rels><?xml version='1.0' encoding='UTF-8' standalone='yes'?>
<Relationships xmlns="http://schemas.openxmlformats.org/package/2006/relationships"><Relationship Id="rId2" Type="http://schemas.openxmlformats.org/officeDocument/2006/relationships/image" Target="../media/image475.png"/><Relationship Id="rId3" Type="http://schemas.openxmlformats.org/officeDocument/2006/relationships/image" Target="../media/image476.png"/><Relationship Id="rId4" Type="http://schemas.openxmlformats.org/officeDocument/2006/relationships/image" Target="../media/image477.png"/><Relationship Id="rId5" Type="http://schemas.openxmlformats.org/officeDocument/2006/relationships/image" Target="../media/image478.png"/><Relationship Id="rId6" Type="http://schemas.openxmlformats.org/officeDocument/2006/relationships/image" Target="../media/image479.png"/><Relationship Id="rId7" Type="http://schemas.openxmlformats.org/officeDocument/2006/relationships/image" Target="../media/image480.png"/><Relationship Id="rId8" Type="http://schemas.openxmlformats.org/officeDocument/2006/relationships/image" Target="../media/image481.png"/><Relationship Id="rId9" Type="http://schemas.openxmlformats.org/officeDocument/2006/relationships/image" Target="../media/image482.png"/><Relationship Id="rId10" Type="http://schemas.openxmlformats.org/officeDocument/2006/relationships/image" Target="../media/image483.png"/><Relationship Id="rId11" Type="http://schemas.openxmlformats.org/officeDocument/2006/relationships/image" Target="../media/image484.png"/><Relationship Id="rId12" Type="http://schemas.openxmlformats.org/officeDocument/2006/relationships/image" Target="../media/image485.png"/><Relationship Id="rId13" Type="http://schemas.openxmlformats.org/officeDocument/2006/relationships/image" Target="../media/image486.png"/><Relationship Id="rId14" Type="http://schemas.openxmlformats.org/officeDocument/2006/relationships/image" Target="../media/image487.png"/><Relationship Id="rId15" Type="http://schemas.openxmlformats.org/officeDocument/2006/relationships/image" Target="../media/image488.png"/><Relationship Id="rId16" Type="http://schemas.openxmlformats.org/officeDocument/2006/relationships/image" Target="../media/image489.png"/><Relationship Id="rId17" Type="http://schemas.openxmlformats.org/officeDocument/2006/relationships/image" Target="../media/image490.png"/></Relationships>
</file>

<file path=ppt/charts/_rels/chart80.xml.rels><?xml version='1.0' encoding='UTF-8' standalone='yes'?>
<Relationships xmlns="http://schemas.openxmlformats.org/package/2006/relationships"><Relationship Id="rId2" Type="http://schemas.openxmlformats.org/officeDocument/2006/relationships/image" Target="../media/image491.png"/></Relationships>
</file>

<file path=ppt/charts/_rels/chart82.xml.rels><?xml version='1.0' encoding='UTF-8' standalone='yes'?>
<Relationships xmlns="http://schemas.openxmlformats.org/package/2006/relationships"><Relationship Id="rId2" Type="http://schemas.openxmlformats.org/officeDocument/2006/relationships/image" Target="../media/image492.png"/></Relationships>
</file>

<file path=ppt/charts/_rels/chart83.xml.rels><?xml version='1.0' encoding='UTF-8' standalone='yes'?>
<Relationships xmlns="http://schemas.openxmlformats.org/package/2006/relationships"><Relationship Id="rId2" Type="http://schemas.openxmlformats.org/officeDocument/2006/relationships/image" Target="../media/image493.png"/><Relationship Id="rId3" Type="http://schemas.openxmlformats.org/officeDocument/2006/relationships/image" Target="../media/image494.png"/><Relationship Id="rId4" Type="http://schemas.openxmlformats.org/officeDocument/2006/relationships/image" Target="../media/image495.png"/><Relationship Id="rId5" Type="http://schemas.openxmlformats.org/officeDocument/2006/relationships/image" Target="../media/image496.png"/><Relationship Id="rId6" Type="http://schemas.openxmlformats.org/officeDocument/2006/relationships/image" Target="../media/image497.png"/><Relationship Id="rId7" Type="http://schemas.openxmlformats.org/officeDocument/2006/relationships/image" Target="../media/image498.png"/><Relationship Id="rId8" Type="http://schemas.openxmlformats.org/officeDocument/2006/relationships/image" Target="../media/image499.png"/><Relationship Id="rId9" Type="http://schemas.openxmlformats.org/officeDocument/2006/relationships/image" Target="../media/image500.png"/><Relationship Id="rId10" Type="http://schemas.openxmlformats.org/officeDocument/2006/relationships/image" Target="../media/image501.png"/><Relationship Id="rId11" Type="http://schemas.openxmlformats.org/officeDocument/2006/relationships/image" Target="../media/image502.png"/><Relationship Id="rId12" Type="http://schemas.openxmlformats.org/officeDocument/2006/relationships/image" Target="../media/image503.png"/><Relationship Id="rId13" Type="http://schemas.openxmlformats.org/officeDocument/2006/relationships/image" Target="../media/image504.png"/><Relationship Id="rId14" Type="http://schemas.openxmlformats.org/officeDocument/2006/relationships/image" Target="../media/image505.png"/><Relationship Id="rId15" Type="http://schemas.openxmlformats.org/officeDocument/2006/relationships/image" Target="../media/image506.png"/><Relationship Id="rId16" Type="http://schemas.openxmlformats.org/officeDocument/2006/relationships/image" Target="../media/image507.png"/><Relationship Id="rId17" Type="http://schemas.openxmlformats.org/officeDocument/2006/relationships/image" Target="../media/image508.png"/></Relationships>
</file>

<file path=ppt/charts/_rels/chart84.xml.rels><?xml version='1.0' encoding='UTF-8' standalone='yes'?>
<Relationships xmlns="http://schemas.openxmlformats.org/package/2006/relationships"><Relationship Id="rId2" Type="http://schemas.openxmlformats.org/officeDocument/2006/relationships/image" Target="../media/image509.png"/></Relationships>
</file>

<file path=ppt/charts/_rels/chart86.xml.rels><?xml version='1.0' encoding='UTF-8' standalone='yes'?>
<Relationships xmlns="http://schemas.openxmlformats.org/package/2006/relationships"><Relationship Id="rId2" Type="http://schemas.openxmlformats.org/officeDocument/2006/relationships/image" Target="../media/image510.png"/></Relationships>
</file>

<file path=ppt/charts/_rels/chart87.xml.rels><?xml version='1.0' encoding='UTF-8' standalone='yes'?>
<Relationships xmlns="http://schemas.openxmlformats.org/package/2006/relationships"><Relationship Id="rId2" Type="http://schemas.openxmlformats.org/officeDocument/2006/relationships/image" Target="../media/image511.png"/></Relationships>
</file>

<file path=ppt/charts/_rels/chart88.xml.rels><?xml version='1.0' encoding='UTF-8' standalone='yes'?>
<Relationships xmlns="http://schemas.openxmlformats.org/package/2006/relationships"><Relationship Id="rId2" Type="http://schemas.openxmlformats.org/officeDocument/2006/relationships/image" Target="../media/image512.png"/></Relationships>
</file>

<file path=ppt/charts/_rels/chart89.xml.rels><?xml version='1.0' encoding='UTF-8' standalone='yes'?>
<Relationships xmlns="http://schemas.openxmlformats.org/package/2006/relationships"><Relationship Id="rId2" Type="http://schemas.openxmlformats.org/officeDocument/2006/relationships/image" Target="../media/image513.png"/></Relationships>
</file>

<file path=ppt/charts/_rels/chart90.xml.rels><?xml version='1.0' encoding='UTF-8' standalone='yes'?>
<Relationships xmlns="http://schemas.openxmlformats.org/package/2006/relationships"><Relationship Id="rId2" Type="http://schemas.openxmlformats.org/officeDocument/2006/relationships/image" Target="../media/image514.png"/></Relationships>
</file>

<file path=ppt/charts/_rels/chart91.xml.rels><?xml version='1.0' encoding='UTF-8' standalone='yes'?>
<Relationships xmlns="http://schemas.openxmlformats.org/package/2006/relationships"><Relationship Id="rId2" Type="http://schemas.openxmlformats.org/officeDocument/2006/relationships/image" Target="../media/image515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516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517.png"/></Relationships>
</file>

<file path=ppt/charts/_rels/chart94.xml.rels><?xml version='1.0' encoding='UTF-8' standalone='yes'?>
<Relationships xmlns="http://schemas.openxmlformats.org/package/2006/relationships"><Relationship Id="rId2" Type="http://schemas.openxmlformats.org/officeDocument/2006/relationships/image" Target="../media/image518.png"/></Relationships>
</file>

<file path=ppt/charts/_rels/chart95.xml.rels><?xml version='1.0' encoding='UTF-8' standalone='yes'?>
<Relationships xmlns="http://schemas.openxmlformats.org/package/2006/relationships"><Relationship Id="rId2" Type="http://schemas.openxmlformats.org/officeDocument/2006/relationships/image" Target="../media/image519.png"/></Relationships>
</file>

<file path=ppt/charts/_rels/chart96.xml.rels><?xml version='1.0' encoding='UTF-8' standalone='yes'?>
<Relationships xmlns="http://schemas.openxmlformats.org/package/2006/relationships"><Relationship Id="rId2" Type="http://schemas.openxmlformats.org/officeDocument/2006/relationships/image" Target="../media/image520.png"/></Relationships>
</file>

<file path=ppt/charts/_rels/chart115.xml.rels><?xml version='1.0' encoding='UTF-8' standalone='yes'?>
<Relationships xmlns="http://schemas.openxmlformats.org/package/2006/relationships"><Relationship Id="rId2" Type="http://schemas.openxmlformats.org/officeDocument/2006/relationships/image" Target="../media/image831.png"/><Relationship Id="rId3" Type="http://schemas.openxmlformats.org/officeDocument/2006/relationships/image" Target="../media/image832.png"/><Relationship Id="rId4" Type="http://schemas.openxmlformats.org/officeDocument/2006/relationships/image" Target="../media/image833.png"/><Relationship Id="rId5" Type="http://schemas.openxmlformats.org/officeDocument/2006/relationships/image" Target="../media/image834.png"/><Relationship Id="rId6" Type="http://schemas.openxmlformats.org/officeDocument/2006/relationships/image" Target="../media/image835.png"/><Relationship Id="rId7" Type="http://schemas.openxmlformats.org/officeDocument/2006/relationships/image" Target="../media/image836.png"/><Relationship Id="rId8" Type="http://schemas.openxmlformats.org/officeDocument/2006/relationships/image" Target="../media/image837.png"/><Relationship Id="rId9" Type="http://schemas.openxmlformats.org/officeDocument/2006/relationships/image" Target="../media/image838.png"/><Relationship Id="rId10" Type="http://schemas.openxmlformats.org/officeDocument/2006/relationships/image" Target="../media/image839.png"/><Relationship Id="rId11" Type="http://schemas.openxmlformats.org/officeDocument/2006/relationships/image" Target="../media/image840.png"/></Relationships>
</file>

<file path=ppt/charts/_rels/chart116.xml.rels><?xml version='1.0' encoding='UTF-8' standalone='yes'?>
<Relationships xmlns="http://schemas.openxmlformats.org/package/2006/relationships"><Relationship Id="rId2" Type="http://schemas.openxmlformats.org/officeDocument/2006/relationships/image" Target="../media/image841.png"/><Relationship Id="rId3" Type="http://schemas.openxmlformats.org/officeDocument/2006/relationships/image" Target="../media/image842.png"/><Relationship Id="rId4" Type="http://schemas.openxmlformats.org/officeDocument/2006/relationships/image" Target="../media/image843.png"/><Relationship Id="rId5" Type="http://schemas.openxmlformats.org/officeDocument/2006/relationships/image" Target="../media/image844.png"/><Relationship Id="rId6" Type="http://schemas.openxmlformats.org/officeDocument/2006/relationships/image" Target="../media/image845.png"/><Relationship Id="rId7" Type="http://schemas.openxmlformats.org/officeDocument/2006/relationships/image" Target="../media/image846.png"/><Relationship Id="rId8" Type="http://schemas.openxmlformats.org/officeDocument/2006/relationships/image" Target="../media/image847.png"/><Relationship Id="rId9" Type="http://schemas.openxmlformats.org/officeDocument/2006/relationships/image" Target="../media/image848.png"/><Relationship Id="rId10" Type="http://schemas.openxmlformats.org/officeDocument/2006/relationships/image" Target="../media/image849.png"/><Relationship Id="rId11" Type="http://schemas.openxmlformats.org/officeDocument/2006/relationships/image" Target="../media/image850.png"/><Relationship Id="rId12" Type="http://schemas.openxmlformats.org/officeDocument/2006/relationships/image" Target="../media/image851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852.png"/><Relationship Id="rId3" Type="http://schemas.openxmlformats.org/officeDocument/2006/relationships/image" Target="../media/image853.png"/><Relationship Id="rId4" Type="http://schemas.openxmlformats.org/officeDocument/2006/relationships/image" Target="../media/image854.png"/><Relationship Id="rId5" Type="http://schemas.openxmlformats.org/officeDocument/2006/relationships/image" Target="../media/image855.png"/><Relationship Id="rId6" Type="http://schemas.openxmlformats.org/officeDocument/2006/relationships/image" Target="../media/image856.png"/><Relationship Id="rId7" Type="http://schemas.openxmlformats.org/officeDocument/2006/relationships/image" Target="../media/image857.png"/><Relationship Id="rId8" Type="http://schemas.openxmlformats.org/officeDocument/2006/relationships/image" Target="../media/image858.png"/><Relationship Id="rId9" Type="http://schemas.openxmlformats.org/officeDocument/2006/relationships/image" Target="../media/image859.png"/><Relationship Id="rId10" Type="http://schemas.openxmlformats.org/officeDocument/2006/relationships/image" Target="../media/image860.png"/><Relationship Id="rId11" Type="http://schemas.openxmlformats.org/officeDocument/2006/relationships/image" Target="../media/image861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862.png"/><Relationship Id="rId3" Type="http://schemas.openxmlformats.org/officeDocument/2006/relationships/image" Target="../media/image863.png"/><Relationship Id="rId4" Type="http://schemas.openxmlformats.org/officeDocument/2006/relationships/image" Target="../media/image864.png"/><Relationship Id="rId5" Type="http://schemas.openxmlformats.org/officeDocument/2006/relationships/image" Target="../media/image865.png"/><Relationship Id="rId6" Type="http://schemas.openxmlformats.org/officeDocument/2006/relationships/image" Target="../media/image866.png"/><Relationship Id="rId7" Type="http://schemas.openxmlformats.org/officeDocument/2006/relationships/image" Target="../media/image867.png"/><Relationship Id="rId8" Type="http://schemas.openxmlformats.org/officeDocument/2006/relationships/image" Target="../media/image868.png"/><Relationship Id="rId9" Type="http://schemas.openxmlformats.org/officeDocument/2006/relationships/image" Target="../media/image869.png"/><Relationship Id="rId10" Type="http://schemas.openxmlformats.org/officeDocument/2006/relationships/image" Target="../media/image870.png"/><Relationship Id="rId11" Type="http://schemas.openxmlformats.org/officeDocument/2006/relationships/image" Target="../media/image871.png"/><Relationship Id="rId12" Type="http://schemas.openxmlformats.org/officeDocument/2006/relationships/image" Target="../media/image872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873.png"/><Relationship Id="rId3" Type="http://schemas.openxmlformats.org/officeDocument/2006/relationships/image" Target="../media/image874.png"/><Relationship Id="rId4" Type="http://schemas.openxmlformats.org/officeDocument/2006/relationships/image" Target="../media/image875.png"/><Relationship Id="rId5" Type="http://schemas.openxmlformats.org/officeDocument/2006/relationships/image" Target="../media/image876.png"/><Relationship Id="rId6" Type="http://schemas.openxmlformats.org/officeDocument/2006/relationships/image" Target="../media/image877.png"/><Relationship Id="rId7" Type="http://schemas.openxmlformats.org/officeDocument/2006/relationships/image" Target="../media/image878.png"/><Relationship Id="rId8" Type="http://schemas.openxmlformats.org/officeDocument/2006/relationships/image" Target="../media/image879.png"/><Relationship Id="rId9" Type="http://schemas.openxmlformats.org/officeDocument/2006/relationships/image" Target="../media/image880.png"/><Relationship Id="rId10" Type="http://schemas.openxmlformats.org/officeDocument/2006/relationships/image" Target="../media/image881.png"/><Relationship Id="rId11" Type="http://schemas.openxmlformats.org/officeDocument/2006/relationships/image" Target="../media/image882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883.png"/><Relationship Id="rId3" Type="http://schemas.openxmlformats.org/officeDocument/2006/relationships/image" Target="../media/image884.png"/><Relationship Id="rId4" Type="http://schemas.openxmlformats.org/officeDocument/2006/relationships/image" Target="../media/image885.png"/><Relationship Id="rId5" Type="http://schemas.openxmlformats.org/officeDocument/2006/relationships/image" Target="../media/image886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887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888.png"/><Relationship Id="rId3" Type="http://schemas.openxmlformats.org/officeDocument/2006/relationships/image" Target="../media/image889.png"/><Relationship Id="rId4" Type="http://schemas.openxmlformats.org/officeDocument/2006/relationships/image" Target="../media/image890.png"/><Relationship Id="rId5" Type="http://schemas.openxmlformats.org/officeDocument/2006/relationships/image" Target="../media/image891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892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925.png"/><Relationship Id="rId3" Type="http://schemas.openxmlformats.org/officeDocument/2006/relationships/image" Target="../media/image926.png"/><Relationship Id="rId4" Type="http://schemas.openxmlformats.org/officeDocument/2006/relationships/image" Target="../media/image927.png"/><Relationship Id="rId5" Type="http://schemas.openxmlformats.org/officeDocument/2006/relationships/image" Target="../media/image928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929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930.png"/><Relationship Id="rId3" Type="http://schemas.openxmlformats.org/officeDocument/2006/relationships/image" Target="../media/image931.png"/><Relationship Id="rId4" Type="http://schemas.openxmlformats.org/officeDocument/2006/relationships/image" Target="../media/image932.png"/><Relationship Id="rId5" Type="http://schemas.openxmlformats.org/officeDocument/2006/relationships/image" Target="../media/image933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934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968.png"/><Relationship Id="rId3" Type="http://schemas.openxmlformats.org/officeDocument/2006/relationships/image" Target="../media/image969.png"/><Relationship Id="rId4" Type="http://schemas.openxmlformats.org/officeDocument/2006/relationships/image" Target="../media/image970.png"/><Relationship Id="rId5" Type="http://schemas.openxmlformats.org/officeDocument/2006/relationships/image" Target="../media/image971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972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973.png"/><Relationship Id="rId3" Type="http://schemas.openxmlformats.org/officeDocument/2006/relationships/image" Target="../media/image974.png"/><Relationship Id="rId4" Type="http://schemas.openxmlformats.org/officeDocument/2006/relationships/image" Target="../media/image975.png"/><Relationship Id="rId5" Type="http://schemas.openxmlformats.org/officeDocument/2006/relationships/image" Target="../media/image976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977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Volume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MMM&quot;;&quot;MMMMMMMM&quot;;&quot;M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&quot;;&quot;MMMMMMMM&quot;;&quot;M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&quot;;&quot;MMMMMMMM&quot;;&quot;M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&quot;;&quot;MMMMMMMM&quot;;&quot;M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&quot;;&quot;MMMMMMMM&quot;;&quot;M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&quot;;&quot;MMMMMMMM&quot;;&quot;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&quot;;&quot;MMMMMMMM&quot;;&quot;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&quot;;&quot;MMMMMMMM&quot;;&quot;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&quot;;&quot;MMMMMMMM&quot;;&quot;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&quot;;&quot;MMMMMMMM&quot;;&quot;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MMM&quot;;&quot;MMMMMMMM&quot;;&quot;M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MMM&quot;;&quot;MMMMMMMM&quot;;&quot;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MMM&quot;;&quot;MMMMMMMM&quot;;&quot;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MMM&quot;;&quot;MMMMMMMM&quot;;&quot;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MMM&quot;;&quot;MMMMMMMM&quot;;&quot;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24532.0</c:v>
                </c:pt>
                <c:pt idx="2">
                  <c:v>25736.0</c:v>
                </c:pt>
                <c:pt idx="3">
                  <c:v>26732.0</c:v>
                </c:pt>
                <c:pt idx="4">
                  <c:v>27888.0</c:v>
                </c:pt>
                <c:pt idx="5">
                  <c:v>29261.0</c:v>
                </c:pt>
                <c:pt idx="6">
                  <c:v>30690.0</c:v>
                </c:pt>
                <c:pt idx="7">
                  <c:v>32448.0</c:v>
                </c:pt>
                <c:pt idx="8">
                  <c:v>34176.0</c:v>
                </c:pt>
                <c:pt idx="9">
                  <c:v>36087.0</c:v>
                </c:pt>
                <c:pt idx="10">
                  <c:v>37894.0</c:v>
                </c:pt>
                <c:pt idx="11">
                  <c:v>39839.0</c:v>
                </c:pt>
                <c:pt idx="12">
                  <c:v>41841.0</c:v>
                </c:pt>
                <c:pt idx="13">
                  <c:v>44237.0</c:v>
                </c:pt>
                <c:pt idx="14">
                  <c:v>46329.0</c:v>
                </c:pt>
                <c:pt idx="15">
                  <c:v>48743.0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0598"/>
          <c:min val="0"/>
        </c:scaling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5.282875716221902</c:v>
                </c:pt>
                <c:pt idx="1">
                  <c:v>5.528600737066491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187180958186439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0.1819270394916239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328666105492786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Previous Year Value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1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&quot;;&quot;MMMMM&quot;;&quot;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&quot;;&quot;MMMMM&quot;;&quot;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M&quot;;&quot;MMMMM&quot;;&quot;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M&quot;;&quot;MMMMM&quot;;&quot;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M&quot;;&quot;MMMMM&quot;;&quot;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M&quot;;&quot;MMMMM&quot;;&quot;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M&quot;;&quot;MMMMM&quot;;&quot;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1">
                  <c:v>405.91600000000005</c:v>
                </c:pt>
                <c:pt idx="2">
                  <c:v>428.566</c:v>
                </c:pt>
                <c:pt idx="3">
                  <c:v>447.909</c:v>
                </c:pt>
                <c:pt idx="4">
                  <c:v>470.2289999999999</c:v>
                </c:pt>
                <c:pt idx="5">
                  <c:v>496.5279999999999</c:v>
                </c:pt>
                <c:pt idx="6">
                  <c:v>523.9780000000001</c:v>
                </c:pt>
                <c:pt idx="7">
                  <c:v>557.437</c:v>
                </c:pt>
                <c:pt idx="8">
                  <c:v>590.6650000000001</c:v>
                </c:pt>
                <c:pt idx="9">
                  <c:v>627.469</c:v>
                </c:pt>
                <c:pt idx="10">
                  <c:v>662.952</c:v>
                </c:pt>
                <c:pt idx="11">
                  <c:v>701.1880000000001</c:v>
                </c:pt>
                <c:pt idx="12">
                  <c:v>740.782</c:v>
                </c:pt>
                <c:pt idx="13">
                  <c:v>787.925</c:v>
                </c:pt>
                <c:pt idx="14">
                  <c:v>830.0680000000001</c:v>
                </c:pt>
                <c:pt idx="15">
                  <c:v>878.423</c:v>
                </c:pt>
              </c:numCache>
            </c:numRef>
          </c:val>
        </c:ser>
        <c:gapWidth val="219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1098"/>
          <c:min val="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Germany</c:v>
                </c:pt>
                <c:pt idx="1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5.914541845776666</c:v>
                </c:pt>
                <c:pt idx="1">
                  <c:v>6.0946929912261805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923100888594035"/>
          <c:min val="0.0"/>
        </c:scaling>
        <c:delete val="0"/>
        <c:axPos val="l"/>
        <c:numFmt formatCode="0&quot;%&quot;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3D85C6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0.16622760433123576</c:v>
                </c:pt>
              </c:numCache>
            </c:numRef>
          </c:val>
        </c:ser>
        <c:dLbls>
          <c:numFmt formatCode="0.0%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21277133354398178"/>
          <c:min val="0.0"/>
        </c:scaling>
        <c:delete val="0"/>
        <c:axPos val="b"/>
        <c:numFmt formatCode="0%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57.9139628395421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4442.64132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686.5808896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13.7073952813422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4698.94755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014.65286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99.1547431870548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4955.25378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342.724838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4.xml"/><Relationship Id="rId20" Type="http://schemas.openxmlformats.org/officeDocument/2006/relationships/slide" Target="slide218.xml"/><Relationship Id="rId21" Type="http://schemas.openxmlformats.org/officeDocument/2006/relationships/slide" Target="slide219.xml"/><Relationship Id="rId22" Type="http://schemas.openxmlformats.org/officeDocument/2006/relationships/slide" Target="slide228.xml"/><Relationship Id="rId23" Type="http://schemas.openxmlformats.org/officeDocument/2006/relationships/slide" Target="slide229.xml"/><Relationship Id="rId24" Type="http://schemas.openxmlformats.org/officeDocument/2006/relationships/slide" Target="slide243.xml"/><Relationship Id="rId25" Type="http://schemas.openxmlformats.org/officeDocument/2006/relationships/slide" Target="slide249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Relationship Id="rId5" Type="http://schemas.openxmlformats.org/officeDocument/2006/relationships/image" Target="../media/image3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Relationship Id="rId4" Type="http://schemas.openxmlformats.org/officeDocument/2006/relationships/image" Target="../media/image2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0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Relationship Id="rId7" Type="http://schemas.openxmlformats.org/officeDocument/2006/relationships/image" Target="../media/image46.png"/><Relationship Id="rId8" Type="http://schemas.openxmlformats.org/officeDocument/2006/relationships/image" Target="../media/image47.png"/><Relationship Id="rId9" Type="http://schemas.openxmlformats.org/officeDocument/2006/relationships/image" Target="../media/image48.png"/><Relationship Id="rId10" Type="http://schemas.openxmlformats.org/officeDocument/2006/relationships/image" Target="../media/image49.png"/><Relationship Id="rId11" Type="http://schemas.openxmlformats.org/officeDocument/2006/relationships/image" Target="../media/image50.png"/><Relationship Id="rId12" Type="http://schemas.openxmlformats.org/officeDocument/2006/relationships/image" Target="../media/image51.png"/><Relationship Id="rId13" Type="http://schemas.openxmlformats.org/officeDocument/2006/relationships/image" Target="../media/image52.png"/><Relationship Id="rId14" Type="http://schemas.openxmlformats.org/officeDocument/2006/relationships/image" Target="../media/image53.png"/><Relationship Id="rId15" Type="http://schemas.openxmlformats.org/officeDocument/2006/relationships/image" Target="../media/image54.png"/><Relationship Id="rId16" Type="http://schemas.openxmlformats.org/officeDocument/2006/relationships/image" Target="../media/image55.png"/><Relationship Id="rId17" Type="http://schemas.openxmlformats.org/officeDocument/2006/relationships/image" Target="../media/image56.png"/><Relationship Id="rId18" Type="http://schemas.openxmlformats.org/officeDocument/2006/relationships/image" Target="../media/image57.png"/><Relationship Id="rId19" Type="http://schemas.openxmlformats.org/officeDocument/2006/relationships/image" Target="../media/image58.png"/><Relationship Id="rId20" Type="http://schemas.openxmlformats.org/officeDocument/2006/relationships/image" Target="../media/image59.png"/><Relationship Id="rId21" Type="http://schemas.openxmlformats.org/officeDocument/2006/relationships/image" Target="../media/image68.png"/><Relationship Id="rId22" Type="http://schemas.openxmlformats.org/officeDocument/2006/relationships/image" Target="../media/image69.png"/><Relationship Id="rId23" Type="http://schemas.openxmlformats.org/officeDocument/2006/relationships/image" Target="../media/image70.png"/><Relationship Id="rId24" Type="http://schemas.openxmlformats.org/officeDocument/2006/relationships/image" Target="../media/image71.png"/><Relationship Id="rId25" Type="http://schemas.openxmlformats.org/officeDocument/2006/relationships/image" Target="../media/image72.png"/><Relationship Id="rId26" Type="http://schemas.openxmlformats.org/officeDocument/2006/relationships/image" Target="../media/image73.png"/><Relationship Id="rId27" Type="http://schemas.openxmlformats.org/officeDocument/2006/relationships/image" Target="../media/image74.png"/><Relationship Id="rId28" Type="http://schemas.openxmlformats.org/officeDocument/2006/relationships/image" Target="../media/image75.png"/><Relationship Id="rId29" Type="http://schemas.openxmlformats.org/officeDocument/2006/relationships/image" Target="../media/image76.png"/><Relationship Id="rId30" Type="http://schemas.openxmlformats.org/officeDocument/2006/relationships/image" Target="../media/image77.png"/><Relationship Id="rId31" Type="http://schemas.openxmlformats.org/officeDocument/2006/relationships/image" Target="../media/image78.png"/><Relationship Id="rId32" Type="http://schemas.openxmlformats.org/officeDocument/2006/relationships/image" Target="../media/image79.png"/><Relationship Id="rId33" Type="http://schemas.openxmlformats.org/officeDocument/2006/relationships/image" Target="../media/image80.png"/><Relationship Id="rId34" Type="http://schemas.openxmlformats.org/officeDocument/2006/relationships/image" Target="../media/image81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57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75.png"/><Relationship Id="rId10" Type="http://schemas.openxmlformats.org/officeDocument/2006/relationships/image" Target="../media/image76.png"/><Relationship Id="rId11" Type="http://schemas.openxmlformats.org/officeDocument/2006/relationships/image" Target="../media/image84.png"/><Relationship Id="rId12" Type="http://schemas.openxmlformats.org/officeDocument/2006/relationships/image" Target="../media/image85.png"/><Relationship Id="rId13" Type="http://schemas.openxmlformats.org/officeDocument/2006/relationships/image" Target="../media/image86.png"/><Relationship Id="rId14" Type="http://schemas.openxmlformats.org/officeDocument/2006/relationships/image" Target="../media/image87.png"/><Relationship Id="rId15" Type="http://schemas.openxmlformats.org/officeDocument/2006/relationships/image" Target="../media/image88.png"/><Relationship Id="rId16" Type="http://schemas.openxmlformats.org/officeDocument/2006/relationships/image" Target="../media/image2.png"/><Relationship Id="rId17" Type="http://schemas.openxmlformats.org/officeDocument/2006/relationships/image" Target="../media/image89.png"/><Relationship Id="rId18" Type="http://schemas.openxmlformats.org/officeDocument/2006/relationships/image" Target="../media/image53.png"/><Relationship Id="rId19" Type="http://schemas.openxmlformats.org/officeDocument/2006/relationships/image" Target="../media/image56.png"/><Relationship Id="rId20" Type="http://schemas.openxmlformats.org/officeDocument/2006/relationships/image" Target="../media/image90.png"/><Relationship Id="rId21" Type="http://schemas.openxmlformats.org/officeDocument/2006/relationships/image" Target="../media/image47.png"/><Relationship Id="rId22" Type="http://schemas.openxmlformats.org/officeDocument/2006/relationships/image" Target="../media/image48.png"/><Relationship Id="rId23" Type="http://schemas.openxmlformats.org/officeDocument/2006/relationships/image" Target="../media/image50.png"/><Relationship Id="rId24" Type="http://schemas.openxmlformats.org/officeDocument/2006/relationships/image" Target="../media/image51.png"/><Relationship Id="rId25" Type="http://schemas.openxmlformats.org/officeDocument/2006/relationships/image" Target="../media/image91.png"/><Relationship Id="rId26" Type="http://schemas.openxmlformats.org/officeDocument/2006/relationships/image" Target="../media/image92.png"/><Relationship Id="rId27" Type="http://schemas.openxmlformats.org/officeDocument/2006/relationships/image" Target="../media/image93.png"/><Relationship Id="rId28" Type="http://schemas.openxmlformats.org/officeDocument/2006/relationships/image" Target="../media/image72.png"/><Relationship Id="rId29" Type="http://schemas.openxmlformats.org/officeDocument/2006/relationships/image" Target="../media/image94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101.png"/><Relationship Id="rId5" Type="http://schemas.openxmlformats.org/officeDocument/2006/relationships/image" Target="../media/image102.png"/><Relationship Id="rId6" Type="http://schemas.openxmlformats.org/officeDocument/2006/relationships/image" Target="../media/image69.png"/><Relationship Id="rId7" Type="http://schemas.openxmlformats.org/officeDocument/2006/relationships/image" Target="../media/image103.png"/><Relationship Id="rId8" Type="http://schemas.openxmlformats.org/officeDocument/2006/relationships/image" Target="../media/image104.png"/><Relationship Id="rId9" Type="http://schemas.openxmlformats.org/officeDocument/2006/relationships/image" Target="../media/image72.png"/><Relationship Id="rId10" Type="http://schemas.openxmlformats.org/officeDocument/2006/relationships/image" Target="../media/image105.png"/><Relationship Id="rId11" Type="http://schemas.openxmlformats.org/officeDocument/2006/relationships/image" Target="../media/image106.png"/><Relationship Id="rId12" Type="http://schemas.openxmlformats.org/officeDocument/2006/relationships/image" Target="../media/image75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109.png"/><Relationship Id="rId16" Type="http://schemas.openxmlformats.org/officeDocument/2006/relationships/image" Target="../media/image110.png"/><Relationship Id="rId17" Type="http://schemas.openxmlformats.org/officeDocument/2006/relationships/image" Target="../media/image8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53.png"/><Relationship Id="rId21" Type="http://schemas.openxmlformats.org/officeDocument/2006/relationships/image" Target="../media/image113.png"/><Relationship Id="rId22" Type="http://schemas.openxmlformats.org/officeDocument/2006/relationships/image" Target="../media/image114.png"/><Relationship Id="rId23" Type="http://schemas.openxmlformats.org/officeDocument/2006/relationships/image" Target="../media/image91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115.png"/><Relationship Id="rId5" Type="http://schemas.openxmlformats.org/officeDocument/2006/relationships/image" Target="../media/image116.png"/><Relationship Id="rId6" Type="http://schemas.openxmlformats.org/officeDocument/2006/relationships/image" Target="../media/image47.png"/><Relationship Id="rId7" Type="http://schemas.openxmlformats.org/officeDocument/2006/relationships/image" Target="../media/image117.png"/><Relationship Id="rId8" Type="http://schemas.openxmlformats.org/officeDocument/2006/relationships/image" Target="../media/image118.png"/><Relationship Id="rId9" Type="http://schemas.openxmlformats.org/officeDocument/2006/relationships/image" Target="../media/image50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72.png"/><Relationship Id="rId13" Type="http://schemas.openxmlformats.org/officeDocument/2006/relationships/image" Target="../media/image121.png"/><Relationship Id="rId14" Type="http://schemas.openxmlformats.org/officeDocument/2006/relationships/image" Target="../media/image122.png"/><Relationship Id="rId15" Type="http://schemas.openxmlformats.org/officeDocument/2006/relationships/image" Target="../media/image123.png"/><Relationship Id="rId16" Type="http://schemas.openxmlformats.org/officeDocument/2006/relationships/image" Target="../media/image124.png"/><Relationship Id="rId17" Type="http://schemas.openxmlformats.org/officeDocument/2006/relationships/image" Target="../media/image125.png"/><Relationship Id="rId18" Type="http://schemas.openxmlformats.org/officeDocument/2006/relationships/image" Target="../media/image126.png"/><Relationship Id="rId19" Type="http://schemas.openxmlformats.org/officeDocument/2006/relationships/image" Target="../media/image127.png"/><Relationship Id="rId20" Type="http://schemas.openxmlformats.org/officeDocument/2006/relationships/image" Target="../media/image128.png"/><Relationship Id="rId21" Type="http://schemas.openxmlformats.org/officeDocument/2006/relationships/image" Target="../media/image129.png"/><Relationship Id="rId22" Type="http://schemas.openxmlformats.org/officeDocument/2006/relationships/image" Target="../media/image130.png"/><Relationship Id="rId23" Type="http://schemas.openxmlformats.org/officeDocument/2006/relationships/image" Target="../media/image131.png"/><Relationship Id="rId24" Type="http://schemas.openxmlformats.org/officeDocument/2006/relationships/image" Target="../media/image85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132.png"/><Relationship Id="rId5" Type="http://schemas.openxmlformats.org/officeDocument/2006/relationships/image" Target="../media/image133.png"/><Relationship Id="rId6" Type="http://schemas.openxmlformats.org/officeDocument/2006/relationships/image" Target="../media/image134.png"/><Relationship Id="rId7" Type="http://schemas.openxmlformats.org/officeDocument/2006/relationships/image" Target="../media/image135.png"/><Relationship Id="rId8" Type="http://schemas.openxmlformats.org/officeDocument/2006/relationships/image" Target="../media/image136.png"/><Relationship Id="rId9" Type="http://schemas.openxmlformats.org/officeDocument/2006/relationships/image" Target="../media/image129.png"/><Relationship Id="rId10" Type="http://schemas.openxmlformats.org/officeDocument/2006/relationships/image" Target="../media/image137.png"/><Relationship Id="rId11" Type="http://schemas.openxmlformats.org/officeDocument/2006/relationships/image" Target="../media/image138.png"/><Relationship Id="rId12" Type="http://schemas.openxmlformats.org/officeDocument/2006/relationships/image" Target="../media/image139.png"/><Relationship Id="rId13" Type="http://schemas.openxmlformats.org/officeDocument/2006/relationships/image" Target="../media/image140.png"/><Relationship Id="rId14" Type="http://schemas.openxmlformats.org/officeDocument/2006/relationships/image" Target="../media/image141.png"/><Relationship Id="rId15" Type="http://schemas.openxmlformats.org/officeDocument/2006/relationships/image" Target="../media/image53.png"/><Relationship Id="rId16" Type="http://schemas.openxmlformats.org/officeDocument/2006/relationships/image" Target="../media/image142.png"/><Relationship Id="rId17" Type="http://schemas.openxmlformats.org/officeDocument/2006/relationships/image" Target="../media/image143.png"/><Relationship Id="rId18" Type="http://schemas.openxmlformats.org/officeDocument/2006/relationships/image" Target="../media/image144.png"/><Relationship Id="rId19" Type="http://schemas.openxmlformats.org/officeDocument/2006/relationships/image" Target="../media/image145.png"/><Relationship Id="rId20" Type="http://schemas.openxmlformats.org/officeDocument/2006/relationships/image" Target="../media/image146.png"/><Relationship Id="rId21" Type="http://schemas.openxmlformats.org/officeDocument/2006/relationships/image" Target="../media/image147.png"/><Relationship Id="rId22" Type="http://schemas.openxmlformats.org/officeDocument/2006/relationships/image" Target="../media/image148.png"/><Relationship Id="rId23" Type="http://schemas.openxmlformats.org/officeDocument/2006/relationships/image" Target="../media/image85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49.png"/><Relationship Id="rId5" Type="http://schemas.openxmlformats.org/officeDocument/2006/relationships/image" Target="../media/image147.png"/><Relationship Id="rId6" Type="http://schemas.openxmlformats.org/officeDocument/2006/relationships/image" Target="../media/image150.png"/><Relationship Id="rId7" Type="http://schemas.openxmlformats.org/officeDocument/2006/relationships/image" Target="../media/image67.png"/><Relationship Id="rId8" Type="http://schemas.openxmlformats.org/officeDocument/2006/relationships/image" Target="../media/image151.png"/><Relationship Id="rId9" Type="http://schemas.openxmlformats.org/officeDocument/2006/relationships/image" Target="../media/image80.png"/><Relationship Id="rId10" Type="http://schemas.openxmlformats.org/officeDocument/2006/relationships/image" Target="../media/image152.png"/><Relationship Id="rId11" Type="http://schemas.openxmlformats.org/officeDocument/2006/relationships/image" Target="../media/image153.png"/><Relationship Id="rId12" Type="http://schemas.openxmlformats.org/officeDocument/2006/relationships/image" Target="../media/image58.png"/><Relationship Id="rId13" Type="http://schemas.openxmlformats.org/officeDocument/2006/relationships/image" Target="../media/image154.png"/><Relationship Id="rId14" Type="http://schemas.openxmlformats.org/officeDocument/2006/relationships/image" Target="../media/image155.png"/><Relationship Id="rId15" Type="http://schemas.openxmlformats.org/officeDocument/2006/relationships/image" Target="../media/image134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19.png"/><Relationship Id="rId5" Type="http://schemas.openxmlformats.org/officeDocument/2006/relationships/image" Target="../media/image220.png"/><Relationship Id="rId6" Type="http://schemas.openxmlformats.org/officeDocument/2006/relationships/image" Target="../media/image221.png"/><Relationship Id="rId7" Type="http://schemas.openxmlformats.org/officeDocument/2006/relationships/image" Target="../media/image222.png"/><Relationship Id="rId8" Type="http://schemas.openxmlformats.org/officeDocument/2006/relationships/image" Target="../media/image223.png"/><Relationship Id="rId9" Type="http://schemas.openxmlformats.org/officeDocument/2006/relationships/image" Target="../media/image144.png"/><Relationship Id="rId10" Type="http://schemas.openxmlformats.org/officeDocument/2006/relationships/image" Target="../media/image224.png"/><Relationship Id="rId11" Type="http://schemas.openxmlformats.org/officeDocument/2006/relationships/image" Target="../media/image97.png"/><Relationship Id="rId12" Type="http://schemas.openxmlformats.org/officeDocument/2006/relationships/image" Target="../media/image72.png"/><Relationship Id="rId13" Type="http://schemas.openxmlformats.org/officeDocument/2006/relationships/image" Target="../media/image225.png"/><Relationship Id="rId14" Type="http://schemas.openxmlformats.org/officeDocument/2006/relationships/image" Target="../media/image99.png"/><Relationship Id="rId15" Type="http://schemas.openxmlformats.org/officeDocument/2006/relationships/image" Target="../media/image85.png"/><Relationship Id="rId16" Type="http://schemas.openxmlformats.org/officeDocument/2006/relationships/image" Target="../media/image226.png"/><Relationship Id="rId17" Type="http://schemas.openxmlformats.org/officeDocument/2006/relationships/image" Target="../media/image98.png"/><Relationship Id="rId18" Type="http://schemas.openxmlformats.org/officeDocument/2006/relationships/image" Target="../media/image227.png"/><Relationship Id="rId19" Type="http://schemas.openxmlformats.org/officeDocument/2006/relationships/image" Target="../media/image228.png"/><Relationship Id="rId20" Type="http://schemas.openxmlformats.org/officeDocument/2006/relationships/image" Target="../media/image100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47.png"/><Relationship Id="rId5" Type="http://schemas.openxmlformats.org/officeDocument/2006/relationships/image" Target="../media/image248.png"/><Relationship Id="rId6" Type="http://schemas.openxmlformats.org/officeDocument/2006/relationships/image" Target="../media/image129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27.png"/><Relationship Id="rId10" Type="http://schemas.openxmlformats.org/officeDocument/2006/relationships/image" Target="../media/image251.png"/><Relationship Id="rId11" Type="http://schemas.openxmlformats.org/officeDocument/2006/relationships/image" Target="../media/image252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60.png"/><Relationship Id="rId5" Type="http://schemas.openxmlformats.org/officeDocument/2006/relationships/image" Target="../media/image261.png"/><Relationship Id="rId6" Type="http://schemas.openxmlformats.org/officeDocument/2006/relationships/image" Target="../media/image227.png"/><Relationship Id="rId7" Type="http://schemas.openxmlformats.org/officeDocument/2006/relationships/image" Target="../media/image262.png"/><Relationship Id="rId8" Type="http://schemas.openxmlformats.org/officeDocument/2006/relationships/image" Target="../media/image263.png"/><Relationship Id="rId9" Type="http://schemas.openxmlformats.org/officeDocument/2006/relationships/image" Target="../media/image129.png"/><Relationship Id="rId10" Type="http://schemas.openxmlformats.org/officeDocument/2006/relationships/image" Target="../media/image264.png"/><Relationship Id="rId11" Type="http://schemas.openxmlformats.org/officeDocument/2006/relationships/image" Target="../media/image265.png"/><Relationship Id="rId12" Type="http://schemas.openxmlformats.org/officeDocument/2006/relationships/image" Target="../media/image85.png"/><Relationship Id="rId13" Type="http://schemas.openxmlformats.org/officeDocument/2006/relationships/image" Target="../media/image266.png"/><Relationship Id="rId14" Type="http://schemas.openxmlformats.org/officeDocument/2006/relationships/image" Target="../media/image267.png"/><Relationship Id="rId15" Type="http://schemas.openxmlformats.org/officeDocument/2006/relationships/image" Target="../media/image134.png"/><Relationship Id="rId16" Type="http://schemas.openxmlformats.org/officeDocument/2006/relationships/image" Target="../media/image268.png"/><Relationship Id="rId17" Type="http://schemas.openxmlformats.org/officeDocument/2006/relationships/image" Target="../media/image269.png"/><Relationship Id="rId18" Type="http://schemas.openxmlformats.org/officeDocument/2006/relationships/image" Target="../media/image270.png"/><Relationship Id="rId19" Type="http://schemas.openxmlformats.org/officeDocument/2006/relationships/image" Target="../media/image271.png"/><Relationship Id="rId20" Type="http://schemas.openxmlformats.org/officeDocument/2006/relationships/image" Target="../media/image69.png"/><Relationship Id="rId21" Type="http://schemas.openxmlformats.org/officeDocument/2006/relationships/image" Target="../media/image272.png"/><Relationship Id="rId22" Type="http://schemas.openxmlformats.org/officeDocument/2006/relationships/image" Target="../media/image273.png"/><Relationship Id="rId23" Type="http://schemas.openxmlformats.org/officeDocument/2006/relationships/image" Target="../media/image274.png"/><Relationship Id="rId24" Type="http://schemas.openxmlformats.org/officeDocument/2006/relationships/image" Target="../media/image275.png"/><Relationship Id="rId25" Type="http://schemas.openxmlformats.org/officeDocument/2006/relationships/image" Target="../media/image75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93.png"/><Relationship Id="rId5" Type="http://schemas.openxmlformats.org/officeDocument/2006/relationships/image" Target="../media/image294.png"/><Relationship Id="rId6" Type="http://schemas.openxmlformats.org/officeDocument/2006/relationships/image" Target="../media/image129.png"/><Relationship Id="rId7" Type="http://schemas.openxmlformats.org/officeDocument/2006/relationships/image" Target="../media/image295.png"/><Relationship Id="rId8" Type="http://schemas.openxmlformats.org/officeDocument/2006/relationships/image" Target="../media/image296.png"/><Relationship Id="rId9" Type="http://schemas.openxmlformats.org/officeDocument/2006/relationships/image" Target="../media/image134.png"/><Relationship Id="rId10" Type="http://schemas.openxmlformats.org/officeDocument/2006/relationships/image" Target="../media/image297.png"/><Relationship Id="rId11" Type="http://schemas.openxmlformats.org/officeDocument/2006/relationships/image" Target="../media/image298.png"/><Relationship Id="rId12" Type="http://schemas.openxmlformats.org/officeDocument/2006/relationships/image" Target="../media/image227.png"/><Relationship Id="rId13" Type="http://schemas.openxmlformats.org/officeDocument/2006/relationships/image" Target="../media/image299.png"/><Relationship Id="rId14" Type="http://schemas.openxmlformats.org/officeDocument/2006/relationships/image" Target="../media/image300.png"/><Relationship Id="rId15" Type="http://schemas.openxmlformats.org/officeDocument/2006/relationships/image" Target="../media/image301.png"/><Relationship Id="rId16" Type="http://schemas.openxmlformats.org/officeDocument/2006/relationships/image" Target="../media/image302.png"/><Relationship Id="rId17" Type="http://schemas.openxmlformats.org/officeDocument/2006/relationships/image" Target="../media/image72.png"/><Relationship Id="rId18" Type="http://schemas.openxmlformats.org/officeDocument/2006/relationships/image" Target="../media/image303.png"/><Relationship Id="rId19" Type="http://schemas.openxmlformats.org/officeDocument/2006/relationships/image" Target="../media/image304.png"/><Relationship Id="rId20" Type="http://schemas.openxmlformats.org/officeDocument/2006/relationships/image" Target="../media/image305.png"/><Relationship Id="rId21" Type="http://schemas.openxmlformats.org/officeDocument/2006/relationships/image" Target="../media/image306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323.png"/><Relationship Id="rId5" Type="http://schemas.openxmlformats.org/officeDocument/2006/relationships/image" Target="../media/image324.png"/><Relationship Id="rId6" Type="http://schemas.openxmlformats.org/officeDocument/2006/relationships/image" Target="../media/image227.png"/><Relationship Id="rId7" Type="http://schemas.openxmlformats.org/officeDocument/2006/relationships/image" Target="../media/image325.png"/><Relationship Id="rId8" Type="http://schemas.openxmlformats.org/officeDocument/2006/relationships/image" Target="../media/image326.png"/><Relationship Id="rId9" Type="http://schemas.openxmlformats.org/officeDocument/2006/relationships/image" Target="../media/image134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379.png"/><Relationship Id="rId5" Type="http://schemas.openxmlformats.org/officeDocument/2006/relationships/image" Target="../media/image380.png"/><Relationship Id="rId6" Type="http://schemas.openxmlformats.org/officeDocument/2006/relationships/image" Target="../media/image381.png"/><Relationship Id="rId7" Type="http://schemas.openxmlformats.org/officeDocument/2006/relationships/image" Target="../media/image382.png"/><Relationship Id="rId8" Type="http://schemas.openxmlformats.org/officeDocument/2006/relationships/image" Target="../media/image383.png"/><Relationship Id="rId9" Type="http://schemas.openxmlformats.org/officeDocument/2006/relationships/image" Target="../media/image384.png"/><Relationship Id="rId10" Type="http://schemas.openxmlformats.org/officeDocument/2006/relationships/image" Target="../media/image385.png"/><Relationship Id="rId11" Type="http://schemas.openxmlformats.org/officeDocument/2006/relationships/image" Target="../media/image386.png"/><Relationship Id="rId12" Type="http://schemas.openxmlformats.org/officeDocument/2006/relationships/image" Target="../media/image387.png"/><Relationship Id="rId13" Type="http://schemas.openxmlformats.org/officeDocument/2006/relationships/image" Target="../media/image388.png"/><Relationship Id="rId14" Type="http://schemas.openxmlformats.org/officeDocument/2006/relationships/image" Target="../media/image389.png"/><Relationship Id="rId15" Type="http://schemas.openxmlformats.org/officeDocument/2006/relationships/image" Target="../media/image390.png"/><Relationship Id="rId16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384.png"/><Relationship Id="rId5" Type="http://schemas.openxmlformats.org/officeDocument/2006/relationships/image" Target="../media/image391.png"/><Relationship Id="rId6" Type="http://schemas.openxmlformats.org/officeDocument/2006/relationships/image" Target="../media/image392.png"/><Relationship Id="rId7" Type="http://schemas.openxmlformats.org/officeDocument/2006/relationships/image" Target="../media/image393.png"/><Relationship Id="rId8" Type="http://schemas.openxmlformats.org/officeDocument/2006/relationships/image" Target="../media/image394.png"/><Relationship Id="rId9" Type="http://schemas.openxmlformats.org/officeDocument/2006/relationships/image" Target="../media/image395.png"/><Relationship Id="rId10" Type="http://schemas.openxmlformats.org/officeDocument/2006/relationships/image" Target="../media/image396.png"/><Relationship Id="rId11" Type="http://schemas.openxmlformats.org/officeDocument/2006/relationships/image" Target="../media/image385.png"/><Relationship Id="rId12" Type="http://schemas.openxmlformats.org/officeDocument/2006/relationships/image" Target="../media/image383.png"/><Relationship Id="rId13" Type="http://schemas.openxmlformats.org/officeDocument/2006/relationships/image" Target="../media/image397.png"/><Relationship Id="rId1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98.png"/><Relationship Id="rId5" Type="http://schemas.openxmlformats.org/officeDocument/2006/relationships/image" Target="../media/image399.png"/><Relationship Id="rId6" Type="http://schemas.openxmlformats.org/officeDocument/2006/relationships/image" Target="../media/image227.png"/><Relationship Id="rId7" Type="http://schemas.openxmlformats.org/officeDocument/2006/relationships/image" Target="../media/image400.png"/><Relationship Id="rId8" Type="http://schemas.openxmlformats.org/officeDocument/2006/relationships/image" Target="../media/image401.png"/><Relationship Id="rId9" Type="http://schemas.openxmlformats.org/officeDocument/2006/relationships/image" Target="../media/image85.png"/><Relationship Id="rId10" Type="http://schemas.openxmlformats.org/officeDocument/2006/relationships/image" Target="../media/image402.png"/><Relationship Id="rId11" Type="http://schemas.openxmlformats.org/officeDocument/2006/relationships/image" Target="../media/image403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413.png"/><Relationship Id="rId5" Type="http://schemas.openxmlformats.org/officeDocument/2006/relationships/image" Target="../media/image414.png"/><Relationship Id="rId6" Type="http://schemas.openxmlformats.org/officeDocument/2006/relationships/image" Target="../media/image72.png"/><Relationship Id="rId7" Type="http://schemas.openxmlformats.org/officeDocument/2006/relationships/image" Target="../media/image415.png"/><Relationship Id="rId8" Type="http://schemas.openxmlformats.org/officeDocument/2006/relationships/image" Target="../media/image416.png"/><Relationship Id="rId9" Type="http://schemas.openxmlformats.org/officeDocument/2006/relationships/image" Target="../media/image85.png"/><Relationship Id="rId10" Type="http://schemas.openxmlformats.org/officeDocument/2006/relationships/image" Target="../media/image417.png"/><Relationship Id="rId11" Type="http://schemas.openxmlformats.org/officeDocument/2006/relationships/image" Target="../media/image418.png"/><Relationship Id="rId12" Type="http://schemas.openxmlformats.org/officeDocument/2006/relationships/image" Target="../media/image221.png"/><Relationship Id="rId13" Type="http://schemas.openxmlformats.org/officeDocument/2006/relationships/image" Target="../media/image419.png"/><Relationship Id="rId14" Type="http://schemas.openxmlformats.org/officeDocument/2006/relationships/image" Target="../media/image420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433.png"/><Relationship Id="rId5" Type="http://schemas.openxmlformats.org/officeDocument/2006/relationships/image" Target="../media/image434.png"/><Relationship Id="rId6" Type="http://schemas.openxmlformats.org/officeDocument/2006/relationships/image" Target="../media/image129.png"/><Relationship Id="rId7" Type="http://schemas.openxmlformats.org/officeDocument/2006/relationships/image" Target="../media/image435.png"/><Relationship Id="rId8" Type="http://schemas.openxmlformats.org/officeDocument/2006/relationships/image" Target="../media/image436.png"/><Relationship Id="rId9" Type="http://schemas.openxmlformats.org/officeDocument/2006/relationships/image" Target="../media/image75.png"/><Relationship Id="rId10" Type="http://schemas.openxmlformats.org/officeDocument/2006/relationships/image" Target="../media/image437.png"/><Relationship Id="rId11" Type="http://schemas.openxmlformats.org/officeDocument/2006/relationships/image" Target="../media/image438.png"/><Relationship Id="rId12" Type="http://schemas.openxmlformats.org/officeDocument/2006/relationships/image" Target="../media/image439.png"/><Relationship Id="rId13" Type="http://schemas.openxmlformats.org/officeDocument/2006/relationships/image" Target="../media/image440.png"/><Relationship Id="rId14" Type="http://schemas.openxmlformats.org/officeDocument/2006/relationships/image" Target="../media/image441.png"/><Relationship Id="rId15" Type="http://schemas.openxmlformats.org/officeDocument/2006/relationships/image" Target="../media/image72.png"/><Relationship Id="rId16" Type="http://schemas.openxmlformats.org/officeDocument/2006/relationships/image" Target="../media/image442.png"/><Relationship Id="rId17" Type="http://schemas.openxmlformats.org/officeDocument/2006/relationships/image" Target="../media/image443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456.png"/><Relationship Id="rId5" Type="http://schemas.openxmlformats.org/officeDocument/2006/relationships/image" Target="../media/image457.png"/><Relationship Id="rId6" Type="http://schemas.openxmlformats.org/officeDocument/2006/relationships/image" Target="../media/image458.png"/><Relationship Id="rId7" Type="http://schemas.openxmlformats.org/officeDocument/2006/relationships/image" Target="../media/image459.png"/><Relationship Id="rId8" Type="http://schemas.openxmlformats.org/officeDocument/2006/relationships/image" Target="../media/image460.png"/><Relationship Id="rId9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461.png"/><Relationship Id="rId6" Type="http://schemas.openxmlformats.org/officeDocument/2006/relationships/image" Target="../media/image462.png"/><Relationship Id="rId7" Type="http://schemas.openxmlformats.org/officeDocument/2006/relationships/image" Target="../media/image463.png"/><Relationship Id="rId8" Type="http://schemas.openxmlformats.org/officeDocument/2006/relationships/image" Target="../media/image464.png"/><Relationship Id="rId9" Type="http://schemas.openxmlformats.org/officeDocument/2006/relationships/image" Target="../media/image465.png"/><Relationship Id="rId10" Type="http://schemas.openxmlformats.org/officeDocument/2006/relationships/image" Target="../media/image466.png"/><Relationship Id="rId11" Type="http://schemas.openxmlformats.org/officeDocument/2006/relationships/image" Target="../media/image467.png"/><Relationship Id="rId12" Type="http://schemas.openxmlformats.org/officeDocument/2006/relationships/image" Target="../media/image468.png"/><Relationship Id="rId13" Type="http://schemas.openxmlformats.org/officeDocument/2006/relationships/image" Target="../media/image469.png"/><Relationship Id="rId14" Type="http://schemas.openxmlformats.org/officeDocument/2006/relationships/image" Target="../media/image470.png"/><Relationship Id="rId15" Type="http://schemas.openxmlformats.org/officeDocument/2006/relationships/image" Target="../media/image471.png"/><Relationship Id="rId16" Type="http://schemas.openxmlformats.org/officeDocument/2006/relationships/image" Target="../media/image472.png"/><Relationship Id="rId17" Type="http://schemas.openxmlformats.org/officeDocument/2006/relationships/image" Target="../media/image473.png"/><Relationship Id="rId18" Type="http://schemas.openxmlformats.org/officeDocument/2006/relationships/image" Target="../media/image474.png"/><Relationship Id="rId19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Relationship Id="rId7" Type="http://schemas.openxmlformats.org/officeDocument/2006/relationships/image" Target="../media/image521.png"/><Relationship Id="rId8" Type="http://schemas.openxmlformats.org/officeDocument/2006/relationships/image" Target="../media/image522.png"/><Relationship Id="rId9" Type="http://schemas.openxmlformats.org/officeDocument/2006/relationships/image" Target="../media/image523.png"/><Relationship Id="rId10" Type="http://schemas.openxmlformats.org/officeDocument/2006/relationships/image" Target="../media/image58.png"/><Relationship Id="rId11" Type="http://schemas.openxmlformats.org/officeDocument/2006/relationships/image" Target="../media/image524.png"/><Relationship Id="rId12" Type="http://schemas.openxmlformats.org/officeDocument/2006/relationships/image" Target="../media/image525.png"/><Relationship Id="rId13" Type="http://schemas.openxmlformats.org/officeDocument/2006/relationships/image" Target="../media/image526.png"/><Relationship Id="rId14" Type="http://schemas.openxmlformats.org/officeDocument/2006/relationships/image" Target="../media/image527.png"/><Relationship Id="rId15" Type="http://schemas.openxmlformats.org/officeDocument/2006/relationships/image" Target="../media/image528.png"/><Relationship Id="rId16" Type="http://schemas.openxmlformats.org/officeDocument/2006/relationships/image" Target="../media/image529.png"/><Relationship Id="rId17" Type="http://schemas.openxmlformats.org/officeDocument/2006/relationships/image" Target="../media/image530.png"/><Relationship Id="rId18" Type="http://schemas.openxmlformats.org/officeDocument/2006/relationships/image" Target="../media/image531.png"/><Relationship Id="rId19" Type="http://schemas.openxmlformats.org/officeDocument/2006/relationships/image" Target="../media/image532.png"/><Relationship Id="rId20" Type="http://schemas.openxmlformats.org/officeDocument/2006/relationships/image" Target="../media/image533.png"/><Relationship Id="rId21" Type="http://schemas.openxmlformats.org/officeDocument/2006/relationships/image" Target="../media/image534.png"/><Relationship Id="rId22" Type="http://schemas.openxmlformats.org/officeDocument/2006/relationships/image" Target="../media/image126.png"/><Relationship Id="rId23" Type="http://schemas.openxmlformats.org/officeDocument/2006/relationships/image" Target="../media/image474.png"/><Relationship Id="rId24" Type="http://schemas.openxmlformats.org/officeDocument/2006/relationships/image" Target="../media/image466.png"/><Relationship Id="rId25" Type="http://schemas.openxmlformats.org/officeDocument/2006/relationships/image" Target="../media/image535.png"/><Relationship Id="rId26" Type="http://schemas.openxmlformats.org/officeDocument/2006/relationships/image" Target="../media/image227.png"/><Relationship Id="rId27" Type="http://schemas.openxmlformats.org/officeDocument/2006/relationships/image" Target="../media/image536.png"/><Relationship Id="rId28" Type="http://schemas.openxmlformats.org/officeDocument/2006/relationships/image" Target="../media/image537.png"/><Relationship Id="rId29" Type="http://schemas.openxmlformats.org/officeDocument/2006/relationships/image" Target="../media/image538.png"/><Relationship Id="rId30" Type="http://schemas.openxmlformats.org/officeDocument/2006/relationships/image" Target="../media/image539.png"/><Relationship Id="rId31" Type="http://schemas.openxmlformats.org/officeDocument/2006/relationships/image" Target="../media/image540.png"/><Relationship Id="rId32" Type="http://schemas.openxmlformats.org/officeDocument/2006/relationships/image" Target="../media/image541.png"/><Relationship Id="rId33" Type="http://schemas.openxmlformats.org/officeDocument/2006/relationships/image" Target="../media/image129.png"/><Relationship Id="rId34" Type="http://schemas.openxmlformats.org/officeDocument/2006/relationships/image" Target="../media/image542.png"/><Relationship Id="rId35" Type="http://schemas.openxmlformats.org/officeDocument/2006/relationships/image" Target="../media/image543.png"/><Relationship Id="rId36" Type="http://schemas.openxmlformats.org/officeDocument/2006/relationships/image" Target="../media/image544.png"/><Relationship Id="rId37" Type="http://schemas.openxmlformats.org/officeDocument/2006/relationships/image" Target="../media/image545.png"/><Relationship Id="rId38" Type="http://schemas.openxmlformats.org/officeDocument/2006/relationships/image" Target="../media/image546.png"/><Relationship Id="rId39" Type="http://schemas.openxmlformats.org/officeDocument/2006/relationships/image" Target="../media/image547.png"/><Relationship Id="rId40" Type="http://schemas.openxmlformats.org/officeDocument/2006/relationships/image" Target="../media/image548.png"/><Relationship Id="rId41" Type="http://schemas.openxmlformats.org/officeDocument/2006/relationships/image" Target="../media/image549.png"/><Relationship Id="rId42" Type="http://schemas.openxmlformats.org/officeDocument/2006/relationships/image" Target="../media/image470.png"/><Relationship Id="rId43" Type="http://schemas.openxmlformats.org/officeDocument/2006/relationships/image" Target="../media/image550.png"/><Relationship Id="rId44" Type="http://schemas.openxmlformats.org/officeDocument/2006/relationships/image" Target="../media/image551.png"/><Relationship Id="rId45" Type="http://schemas.openxmlformats.org/officeDocument/2006/relationships/image" Target="../media/image552.png"/><Relationship Id="rId46" Type="http://schemas.openxmlformats.org/officeDocument/2006/relationships/image" Target="../media/image553.png"/><Relationship Id="rId47" Type="http://schemas.openxmlformats.org/officeDocument/2006/relationships/image" Target="../media/image69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Relationship Id="rId7" Type="http://schemas.openxmlformats.org/officeDocument/2006/relationships/image" Target="../media/image554.png"/><Relationship Id="rId8" Type="http://schemas.openxmlformats.org/officeDocument/2006/relationships/image" Target="../media/image555.png"/><Relationship Id="rId9" Type="http://schemas.openxmlformats.org/officeDocument/2006/relationships/image" Target="../media/image556.png"/><Relationship Id="rId10" Type="http://schemas.openxmlformats.org/officeDocument/2006/relationships/image" Target="../media/image134.png"/><Relationship Id="rId11" Type="http://schemas.openxmlformats.org/officeDocument/2006/relationships/image" Target="../media/image557.png"/><Relationship Id="rId12" Type="http://schemas.openxmlformats.org/officeDocument/2006/relationships/image" Target="../media/image558.png"/><Relationship Id="rId13" Type="http://schemas.openxmlformats.org/officeDocument/2006/relationships/image" Target="../media/image559.png"/><Relationship Id="rId14" Type="http://schemas.openxmlformats.org/officeDocument/2006/relationships/image" Target="../media/image144.png"/><Relationship Id="rId15" Type="http://schemas.openxmlformats.org/officeDocument/2006/relationships/image" Target="../media/image560.png"/><Relationship Id="rId16" Type="http://schemas.openxmlformats.org/officeDocument/2006/relationships/image" Target="../media/image561.png"/><Relationship Id="rId17" Type="http://schemas.openxmlformats.org/officeDocument/2006/relationships/image" Target="../media/image562.png"/><Relationship Id="rId18" Type="http://schemas.openxmlformats.org/officeDocument/2006/relationships/image" Target="../media/image563.png"/><Relationship Id="rId19" Type="http://schemas.openxmlformats.org/officeDocument/2006/relationships/image" Target="../media/image564.png"/><Relationship Id="rId20" Type="http://schemas.openxmlformats.org/officeDocument/2006/relationships/image" Target="../media/image565.png"/><Relationship Id="rId21" Type="http://schemas.openxmlformats.org/officeDocument/2006/relationships/image" Target="../media/image150.png"/><Relationship Id="rId22" Type="http://schemas.openxmlformats.org/officeDocument/2006/relationships/image" Target="../media/image566.png"/><Relationship Id="rId23" Type="http://schemas.openxmlformats.org/officeDocument/2006/relationships/image" Target="../media/image567.png"/><Relationship Id="rId24" Type="http://schemas.openxmlformats.org/officeDocument/2006/relationships/image" Target="../media/image568.png"/><Relationship Id="rId25" Type="http://schemas.openxmlformats.org/officeDocument/2006/relationships/image" Target="../media/image569.png"/><Relationship Id="rId26" Type="http://schemas.openxmlformats.org/officeDocument/2006/relationships/image" Target="../media/image570.png"/><Relationship Id="rId27" Type="http://schemas.openxmlformats.org/officeDocument/2006/relationships/image" Target="../media/image571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Relationship Id="rId7" Type="http://schemas.openxmlformats.org/officeDocument/2006/relationships/image" Target="../media/image572.png"/><Relationship Id="rId8" Type="http://schemas.openxmlformats.org/officeDocument/2006/relationships/image" Target="../media/image573.png"/><Relationship Id="rId9" Type="http://schemas.openxmlformats.org/officeDocument/2006/relationships/image" Target="../media/image559.png"/><Relationship Id="rId10" Type="http://schemas.openxmlformats.org/officeDocument/2006/relationships/image" Target="../media/image144.png"/><Relationship Id="rId11" Type="http://schemas.openxmlformats.org/officeDocument/2006/relationships/image" Target="../media/image574.png"/><Relationship Id="rId12" Type="http://schemas.openxmlformats.org/officeDocument/2006/relationships/image" Target="../media/image575.png"/><Relationship Id="rId13" Type="http://schemas.openxmlformats.org/officeDocument/2006/relationships/image" Target="../media/image576.png"/><Relationship Id="rId14" Type="http://schemas.openxmlformats.org/officeDocument/2006/relationships/image" Target="../media/image577.png"/><Relationship Id="rId15" Type="http://schemas.openxmlformats.org/officeDocument/2006/relationships/image" Target="../media/image578.png"/><Relationship Id="rId16" Type="http://schemas.openxmlformats.org/officeDocument/2006/relationships/image" Target="../media/image525.png"/><Relationship Id="rId17" Type="http://schemas.openxmlformats.org/officeDocument/2006/relationships/image" Target="../media/image579.png"/><Relationship Id="rId18" Type="http://schemas.openxmlformats.org/officeDocument/2006/relationships/image" Target="../media/image533.png"/><Relationship Id="rId19" Type="http://schemas.openxmlformats.org/officeDocument/2006/relationships/image" Target="../media/image129.png"/><Relationship Id="rId20" Type="http://schemas.openxmlformats.org/officeDocument/2006/relationships/image" Target="../media/image80.png"/><Relationship Id="rId21" Type="http://schemas.openxmlformats.org/officeDocument/2006/relationships/image" Target="../media/image580.png"/><Relationship Id="rId22" Type="http://schemas.openxmlformats.org/officeDocument/2006/relationships/image" Target="../media/image581.png"/><Relationship Id="rId23" Type="http://schemas.openxmlformats.org/officeDocument/2006/relationships/image" Target="../media/image582.png"/><Relationship Id="rId24" Type="http://schemas.openxmlformats.org/officeDocument/2006/relationships/image" Target="../media/image583.png"/><Relationship Id="rId25" Type="http://schemas.openxmlformats.org/officeDocument/2006/relationships/image" Target="../media/image584.png"/><Relationship Id="rId26" Type="http://schemas.openxmlformats.org/officeDocument/2006/relationships/image" Target="../media/image58.png"/><Relationship Id="rId27" Type="http://schemas.openxmlformats.org/officeDocument/2006/relationships/image" Target="../media/image585.png"/><Relationship Id="rId28" Type="http://schemas.openxmlformats.org/officeDocument/2006/relationships/image" Target="../media/image586.png"/><Relationship Id="rId29" Type="http://schemas.openxmlformats.org/officeDocument/2006/relationships/image" Target="../media/image587.png"/><Relationship Id="rId30" Type="http://schemas.openxmlformats.org/officeDocument/2006/relationships/image" Target="../media/image126.png"/><Relationship Id="rId31" Type="http://schemas.openxmlformats.org/officeDocument/2006/relationships/image" Target="../media/image531.png"/><Relationship Id="rId32" Type="http://schemas.openxmlformats.org/officeDocument/2006/relationships/image" Target="../media/image588.png"/><Relationship Id="rId33" Type="http://schemas.openxmlformats.org/officeDocument/2006/relationships/image" Target="../media/image589.png"/><Relationship Id="rId34" Type="http://schemas.openxmlformats.org/officeDocument/2006/relationships/image" Target="../media/image139.png"/><Relationship Id="rId35" Type="http://schemas.openxmlformats.org/officeDocument/2006/relationships/image" Target="../media/image590.png"/><Relationship Id="rId36" Type="http://schemas.openxmlformats.org/officeDocument/2006/relationships/image" Target="../media/image591.png"/><Relationship Id="rId37" Type="http://schemas.openxmlformats.org/officeDocument/2006/relationships/image" Target="../media/image69.png"/><Relationship Id="rId38" Type="http://schemas.openxmlformats.org/officeDocument/2006/relationships/image" Target="../media/image592.png"/><Relationship Id="rId39" Type="http://schemas.openxmlformats.org/officeDocument/2006/relationships/image" Target="../media/image593.png"/><Relationship Id="rId40" Type="http://schemas.openxmlformats.org/officeDocument/2006/relationships/image" Target="../media/image594.png"/><Relationship Id="rId41" Type="http://schemas.openxmlformats.org/officeDocument/2006/relationships/image" Target="../media/image595.png"/><Relationship Id="rId42" Type="http://schemas.openxmlformats.org/officeDocument/2006/relationships/image" Target="../media/image596.png"/><Relationship Id="rId43" Type="http://schemas.openxmlformats.org/officeDocument/2006/relationships/image" Target="../media/image597.png"/><Relationship Id="rId44" Type="http://schemas.openxmlformats.org/officeDocument/2006/relationships/image" Target="../media/image123.png"/><Relationship Id="rId45" Type="http://schemas.openxmlformats.org/officeDocument/2006/relationships/image" Target="../media/image544.png"/><Relationship Id="rId46" Type="http://schemas.openxmlformats.org/officeDocument/2006/relationships/image" Target="../media/image560.png"/><Relationship Id="rId47" Type="http://schemas.openxmlformats.org/officeDocument/2006/relationships/image" Target="../media/image598.png"/><Relationship Id="rId48" Type="http://schemas.openxmlformats.org/officeDocument/2006/relationships/image" Target="../media/image221.png"/><Relationship Id="rId49" Type="http://schemas.openxmlformats.org/officeDocument/2006/relationships/image" Target="../media/image599.png"/><Relationship Id="rId50" Type="http://schemas.openxmlformats.org/officeDocument/2006/relationships/image" Target="../media/image75.png"/><Relationship Id="rId51" Type="http://schemas.openxmlformats.org/officeDocument/2006/relationships/image" Target="../media/image600.png"/><Relationship Id="rId52" Type="http://schemas.openxmlformats.org/officeDocument/2006/relationships/image" Target="../media/image601.png"/><Relationship Id="rId53" Type="http://schemas.openxmlformats.org/officeDocument/2006/relationships/image" Target="../media/image602.png"/><Relationship Id="rId54" Type="http://schemas.openxmlformats.org/officeDocument/2006/relationships/image" Target="../media/image134.png"/><Relationship Id="rId55" Type="http://schemas.openxmlformats.org/officeDocument/2006/relationships/image" Target="../media/image603.png"/><Relationship Id="rId56" Type="http://schemas.openxmlformats.org/officeDocument/2006/relationships/image" Target="../media/image604.png"/><Relationship Id="rId57" Type="http://schemas.openxmlformats.org/officeDocument/2006/relationships/image" Target="../media/image549.png"/><Relationship Id="rId58" Type="http://schemas.openxmlformats.org/officeDocument/2006/relationships/image" Target="../media/image605.png"/><Relationship Id="rId59" Type="http://schemas.openxmlformats.org/officeDocument/2006/relationships/image" Target="../media/image606.png"/><Relationship Id="rId60" Type="http://schemas.openxmlformats.org/officeDocument/2006/relationships/image" Target="../media/image607.png"/><Relationship Id="rId61" Type="http://schemas.openxmlformats.org/officeDocument/2006/relationships/image" Target="../media/image608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Relationship Id="rId7" Type="http://schemas.openxmlformats.org/officeDocument/2006/relationships/image" Target="../media/image595.png"/><Relationship Id="rId8" Type="http://schemas.openxmlformats.org/officeDocument/2006/relationships/image" Target="../media/image609.png"/><Relationship Id="rId9" Type="http://schemas.openxmlformats.org/officeDocument/2006/relationships/image" Target="../media/image610.png"/><Relationship Id="rId10" Type="http://schemas.openxmlformats.org/officeDocument/2006/relationships/image" Target="../media/image139.png"/><Relationship Id="rId11" Type="http://schemas.openxmlformats.org/officeDocument/2006/relationships/image" Target="../media/image611.png"/><Relationship Id="rId12" Type="http://schemas.openxmlformats.org/officeDocument/2006/relationships/image" Target="../media/image612.png"/><Relationship Id="rId13" Type="http://schemas.openxmlformats.org/officeDocument/2006/relationships/image" Target="../media/image613.png"/><Relationship Id="rId14" Type="http://schemas.openxmlformats.org/officeDocument/2006/relationships/image" Target="../media/image75.png"/><Relationship Id="rId15" Type="http://schemas.openxmlformats.org/officeDocument/2006/relationships/image" Target="../media/image614.png"/><Relationship Id="rId16" Type="http://schemas.openxmlformats.org/officeDocument/2006/relationships/image" Target="../media/image615.png"/><Relationship Id="rId17" Type="http://schemas.openxmlformats.org/officeDocument/2006/relationships/image" Target="../media/image616.png"/><Relationship Id="rId18" Type="http://schemas.openxmlformats.org/officeDocument/2006/relationships/image" Target="../media/image72.png"/><Relationship Id="rId19" Type="http://schemas.openxmlformats.org/officeDocument/2006/relationships/image" Target="../media/image617.png"/><Relationship Id="rId20" Type="http://schemas.openxmlformats.org/officeDocument/2006/relationships/image" Target="../media/image618.png"/><Relationship Id="rId21" Type="http://schemas.openxmlformats.org/officeDocument/2006/relationships/image" Target="../media/image619.png"/><Relationship Id="rId22" Type="http://schemas.openxmlformats.org/officeDocument/2006/relationships/image" Target="../media/image53.png"/><Relationship Id="rId23" Type="http://schemas.openxmlformats.org/officeDocument/2006/relationships/image" Target="../media/image620.png"/><Relationship Id="rId24" Type="http://schemas.openxmlformats.org/officeDocument/2006/relationships/image" Target="../media/image621.png"/><Relationship Id="rId25" Type="http://schemas.openxmlformats.org/officeDocument/2006/relationships/image" Target="../media/image622.png"/><Relationship Id="rId26" Type="http://schemas.openxmlformats.org/officeDocument/2006/relationships/image" Target="../media/image623.png"/><Relationship Id="rId27" Type="http://schemas.openxmlformats.org/officeDocument/2006/relationships/image" Target="../media/image600.png"/><Relationship Id="rId28" Type="http://schemas.openxmlformats.org/officeDocument/2006/relationships/image" Target="../media/image529.png"/><Relationship Id="rId29" Type="http://schemas.openxmlformats.org/officeDocument/2006/relationships/image" Target="../media/image624.png"/><Relationship Id="rId30" Type="http://schemas.openxmlformats.org/officeDocument/2006/relationships/image" Target="../media/image539.png"/><Relationship Id="rId31" Type="http://schemas.openxmlformats.org/officeDocument/2006/relationships/image" Target="../media/image625.png"/><Relationship Id="rId32" Type="http://schemas.openxmlformats.org/officeDocument/2006/relationships/image" Target="../media/image581.png"/><Relationship Id="rId33" Type="http://schemas.openxmlformats.org/officeDocument/2006/relationships/image" Target="../media/image626.png"/><Relationship Id="rId34" Type="http://schemas.openxmlformats.org/officeDocument/2006/relationships/image" Target="../media/image594.png"/><Relationship Id="rId35" Type="http://schemas.openxmlformats.org/officeDocument/2006/relationships/image" Target="../media/image627.png"/><Relationship Id="rId36" Type="http://schemas.openxmlformats.org/officeDocument/2006/relationships/image" Target="../media/image574.png"/><Relationship Id="rId37" Type="http://schemas.openxmlformats.org/officeDocument/2006/relationships/image" Target="../media/image628.png"/><Relationship Id="rId38" Type="http://schemas.openxmlformats.org/officeDocument/2006/relationships/image" Target="../media/image629.png"/><Relationship Id="rId39" Type="http://schemas.openxmlformats.org/officeDocument/2006/relationships/image" Target="../media/image630.png"/><Relationship Id="rId40" Type="http://schemas.openxmlformats.org/officeDocument/2006/relationships/image" Target="../media/image631.png"/><Relationship Id="rId41" Type="http://schemas.openxmlformats.org/officeDocument/2006/relationships/image" Target="../media/image632.png"/><Relationship Id="rId42" Type="http://schemas.openxmlformats.org/officeDocument/2006/relationships/image" Target="../media/image633.png"/><Relationship Id="rId43" Type="http://schemas.openxmlformats.org/officeDocument/2006/relationships/image" Target="../media/image634.png"/><Relationship Id="rId44" Type="http://schemas.openxmlformats.org/officeDocument/2006/relationships/image" Target="../media/image635.png"/><Relationship Id="rId45" Type="http://schemas.openxmlformats.org/officeDocument/2006/relationships/image" Target="../media/image636.png"/><Relationship Id="rId46" Type="http://schemas.openxmlformats.org/officeDocument/2006/relationships/image" Target="../media/image637.png"/><Relationship Id="rId47" Type="http://schemas.openxmlformats.org/officeDocument/2006/relationships/image" Target="../media/image85.png"/><Relationship Id="rId48" Type="http://schemas.openxmlformats.org/officeDocument/2006/relationships/image" Target="../media/image638.png"/><Relationship Id="rId49" Type="http://schemas.openxmlformats.org/officeDocument/2006/relationships/image" Target="../media/image551.png"/><Relationship Id="rId50" Type="http://schemas.openxmlformats.org/officeDocument/2006/relationships/image" Target="../media/image639.png"/><Relationship Id="rId51" Type="http://schemas.openxmlformats.org/officeDocument/2006/relationships/image" Target="../media/image640.png"/><Relationship Id="rId52" Type="http://schemas.openxmlformats.org/officeDocument/2006/relationships/image" Target="../media/image583.png"/><Relationship Id="rId53" Type="http://schemas.openxmlformats.org/officeDocument/2006/relationships/image" Target="../media/image601.png"/><Relationship Id="rId54" Type="http://schemas.openxmlformats.org/officeDocument/2006/relationships/image" Target="../media/image641.png"/><Relationship Id="rId55" Type="http://schemas.openxmlformats.org/officeDocument/2006/relationships/image" Target="../media/image69.png"/><Relationship Id="rId56" Type="http://schemas.openxmlformats.org/officeDocument/2006/relationships/image" Target="../media/image47.png"/><Relationship Id="rId57" Type="http://schemas.openxmlformats.org/officeDocument/2006/relationships/image" Target="../media/image80.png"/><Relationship Id="rId58" Type="http://schemas.openxmlformats.org/officeDocument/2006/relationships/image" Target="../media/image64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Relationship Id="rId7" Type="http://schemas.openxmlformats.org/officeDocument/2006/relationships/image" Target="../media/image643.png"/><Relationship Id="rId8" Type="http://schemas.openxmlformats.org/officeDocument/2006/relationships/image" Target="../media/image644.png"/><Relationship Id="rId9" Type="http://schemas.openxmlformats.org/officeDocument/2006/relationships/image" Target="../media/image645.png"/><Relationship Id="rId10" Type="http://schemas.openxmlformats.org/officeDocument/2006/relationships/image" Target="../media/image69.png"/><Relationship Id="rId11" Type="http://schemas.openxmlformats.org/officeDocument/2006/relationships/image" Target="../media/image646.png"/><Relationship Id="rId12" Type="http://schemas.openxmlformats.org/officeDocument/2006/relationships/image" Target="../media/image593.png"/><Relationship Id="rId13" Type="http://schemas.openxmlformats.org/officeDocument/2006/relationships/image" Target="../media/image227.png"/><Relationship Id="rId14" Type="http://schemas.openxmlformats.org/officeDocument/2006/relationships/image" Target="../media/image647.png"/><Relationship Id="rId15" Type="http://schemas.openxmlformats.org/officeDocument/2006/relationships/image" Target="../media/image648.png"/><Relationship Id="rId16" Type="http://schemas.openxmlformats.org/officeDocument/2006/relationships/image" Target="../media/image649.png"/><Relationship Id="rId17" Type="http://schemas.openxmlformats.org/officeDocument/2006/relationships/image" Target="../media/image577.png"/><Relationship Id="rId18" Type="http://schemas.openxmlformats.org/officeDocument/2006/relationships/image" Target="../media/image650.png"/><Relationship Id="rId19" Type="http://schemas.openxmlformats.org/officeDocument/2006/relationships/image" Target="../media/image651.png"/><Relationship Id="rId20" Type="http://schemas.openxmlformats.org/officeDocument/2006/relationships/image" Target="../media/image126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388.png"/><Relationship Id="rId5" Type="http://schemas.openxmlformats.org/officeDocument/2006/relationships/image" Target="../media/image652.png"/><Relationship Id="rId6" Type="http://schemas.openxmlformats.org/officeDocument/2006/relationships/image" Target="../media/image653.png"/><Relationship Id="rId7" Type="http://schemas.openxmlformats.org/officeDocument/2006/relationships/image" Target="../media/image379.png"/><Relationship Id="rId8" Type="http://schemas.openxmlformats.org/officeDocument/2006/relationships/image" Target="../media/image389.png"/><Relationship Id="rId9" Type="http://schemas.openxmlformats.org/officeDocument/2006/relationships/image" Target="../media/image384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91.png"/><Relationship Id="rId13" Type="http://schemas.openxmlformats.org/officeDocument/2006/relationships/image" Target="../media/image382.png"/><Relationship Id="rId14" Type="http://schemas.openxmlformats.org/officeDocument/2006/relationships/image" Target="../media/image392.png"/><Relationship Id="rId15" Type="http://schemas.openxmlformats.org/officeDocument/2006/relationships/image" Target="../media/image654.png"/><Relationship Id="rId16" Type="http://schemas.openxmlformats.org/officeDocument/2006/relationships/image" Target="../media/image655.png"/><Relationship Id="rId17" Type="http://schemas.openxmlformats.org/officeDocument/2006/relationships/image" Target="../media/image390.png"/><Relationship Id="rId18" Type="http://schemas.openxmlformats.org/officeDocument/2006/relationships/image" Target="../media/image383.png"/><Relationship Id="rId19" Type="http://schemas.openxmlformats.org/officeDocument/2006/relationships/image" Target="../media/image2.png"/><Relationship Id="rId20" Type="http://schemas.openxmlformats.org/officeDocument/2006/relationships/image" Target="../media/image385.png"/><Relationship Id="rId21" Type="http://schemas.openxmlformats.org/officeDocument/2006/relationships/image" Target="../media/image380.png"/><Relationship Id="rId22" Type="http://schemas.openxmlformats.org/officeDocument/2006/relationships/image" Target="../media/image656.png"/><Relationship Id="rId23" Type="http://schemas.openxmlformats.org/officeDocument/2006/relationships/image" Target="../media/image394.png"/><Relationship Id="rId24" Type="http://schemas.openxmlformats.org/officeDocument/2006/relationships/image" Target="../media/image396.png"/><Relationship Id="rId25" Type="http://schemas.openxmlformats.org/officeDocument/2006/relationships/image" Target="../media/image397.png"/><Relationship Id="rId26" Type="http://schemas.openxmlformats.org/officeDocument/2006/relationships/image" Target="../media/image381.png"/><Relationship Id="rId27" Type="http://schemas.openxmlformats.org/officeDocument/2006/relationships/image" Target="../media/image657.png"/><Relationship Id="rId28" Type="http://schemas.openxmlformats.org/officeDocument/2006/relationships/image" Target="../media/image393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Relationship Id="rId7" Type="http://schemas.openxmlformats.org/officeDocument/2006/relationships/image" Target="../media/image658.png"/><Relationship Id="rId8" Type="http://schemas.openxmlformats.org/officeDocument/2006/relationships/image" Target="../media/image659.png"/><Relationship Id="rId9" Type="http://schemas.openxmlformats.org/officeDocument/2006/relationships/image" Target="../media/image660.png"/><Relationship Id="rId10" Type="http://schemas.openxmlformats.org/officeDocument/2006/relationships/image" Target="../media/image150.png"/><Relationship Id="rId11" Type="http://schemas.openxmlformats.org/officeDocument/2006/relationships/image" Target="../media/image661.png"/><Relationship Id="rId12" Type="http://schemas.openxmlformats.org/officeDocument/2006/relationships/image" Target="../media/image662.png"/><Relationship Id="rId13" Type="http://schemas.openxmlformats.org/officeDocument/2006/relationships/image" Target="../media/image69.png"/><Relationship Id="rId14" Type="http://schemas.openxmlformats.org/officeDocument/2006/relationships/image" Target="../media/image663.png"/><Relationship Id="rId15" Type="http://schemas.openxmlformats.org/officeDocument/2006/relationships/image" Target="../media/image664.png"/><Relationship Id="rId16" Type="http://schemas.openxmlformats.org/officeDocument/2006/relationships/image" Target="../media/image665.png"/><Relationship Id="rId17" Type="http://schemas.openxmlformats.org/officeDocument/2006/relationships/image" Target="../media/image53.png"/><Relationship Id="rId18" Type="http://schemas.openxmlformats.org/officeDocument/2006/relationships/image" Target="../media/image666.png"/><Relationship Id="rId19" Type="http://schemas.openxmlformats.org/officeDocument/2006/relationships/image" Target="../media/image667.png"/><Relationship Id="rId20" Type="http://schemas.openxmlformats.org/officeDocument/2006/relationships/image" Target="../media/image668.png"/><Relationship Id="rId21" Type="http://schemas.openxmlformats.org/officeDocument/2006/relationships/image" Target="../media/image569.png"/><Relationship Id="rId22" Type="http://schemas.openxmlformats.org/officeDocument/2006/relationships/image" Target="../media/image669.png"/><Relationship Id="rId23" Type="http://schemas.openxmlformats.org/officeDocument/2006/relationships/image" Target="../media/image577.png"/><Relationship Id="rId24" Type="http://schemas.openxmlformats.org/officeDocument/2006/relationships/image" Target="../media/image670.png"/><Relationship Id="rId25" Type="http://schemas.openxmlformats.org/officeDocument/2006/relationships/image" Target="../media/image671.png"/><Relationship Id="rId26" Type="http://schemas.openxmlformats.org/officeDocument/2006/relationships/image" Target="../media/image672.png"/><Relationship Id="rId27" Type="http://schemas.openxmlformats.org/officeDocument/2006/relationships/image" Target="../media/image134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Relationship Id="rId7" Type="http://schemas.openxmlformats.org/officeDocument/2006/relationships/image" Target="../media/image673.png"/><Relationship Id="rId8" Type="http://schemas.openxmlformats.org/officeDocument/2006/relationships/image" Target="../media/image674.png"/><Relationship Id="rId9" Type="http://schemas.openxmlformats.org/officeDocument/2006/relationships/image" Target="../media/image675.png"/><Relationship Id="rId10" Type="http://schemas.openxmlformats.org/officeDocument/2006/relationships/image" Target="../media/image129.png"/><Relationship Id="rId11" Type="http://schemas.openxmlformats.org/officeDocument/2006/relationships/image" Target="../media/image676.png"/><Relationship Id="rId12" Type="http://schemas.openxmlformats.org/officeDocument/2006/relationships/image" Target="../media/image677.png"/><Relationship Id="rId13" Type="http://schemas.openxmlformats.org/officeDocument/2006/relationships/image" Target="../media/image678.png"/><Relationship Id="rId14" Type="http://schemas.openxmlformats.org/officeDocument/2006/relationships/image" Target="../media/image75.png"/><Relationship Id="rId15" Type="http://schemas.openxmlformats.org/officeDocument/2006/relationships/image" Target="../media/image679.png"/><Relationship Id="rId16" Type="http://schemas.openxmlformats.org/officeDocument/2006/relationships/image" Target="../media/image680.png"/><Relationship Id="rId17" Type="http://schemas.openxmlformats.org/officeDocument/2006/relationships/image" Target="../media/image681.png"/><Relationship Id="rId18" Type="http://schemas.openxmlformats.org/officeDocument/2006/relationships/image" Target="../media/image439.png"/><Relationship Id="rId19" Type="http://schemas.openxmlformats.org/officeDocument/2006/relationships/image" Target="../media/image621.png"/><Relationship Id="rId20" Type="http://schemas.openxmlformats.org/officeDocument/2006/relationships/image" Target="../media/image581.png"/><Relationship Id="rId21" Type="http://schemas.openxmlformats.org/officeDocument/2006/relationships/image" Target="../media/image682.png"/><Relationship Id="rId22" Type="http://schemas.openxmlformats.org/officeDocument/2006/relationships/image" Target="../media/image588.png"/><Relationship Id="rId23" Type="http://schemas.openxmlformats.org/officeDocument/2006/relationships/image" Target="../media/image683.png"/><Relationship Id="rId24" Type="http://schemas.openxmlformats.org/officeDocument/2006/relationships/image" Target="../media/image684.png"/><Relationship Id="rId25" Type="http://schemas.openxmlformats.org/officeDocument/2006/relationships/image" Target="../media/image685.png"/><Relationship Id="rId26" Type="http://schemas.openxmlformats.org/officeDocument/2006/relationships/image" Target="../media/image126.png"/><Relationship Id="rId27" Type="http://schemas.openxmlformats.org/officeDocument/2006/relationships/image" Target="../media/image686.png"/><Relationship Id="rId28" Type="http://schemas.openxmlformats.org/officeDocument/2006/relationships/image" Target="../media/image687.png"/><Relationship Id="rId29" Type="http://schemas.openxmlformats.org/officeDocument/2006/relationships/image" Target="../media/image688.png"/><Relationship Id="rId30" Type="http://schemas.openxmlformats.org/officeDocument/2006/relationships/image" Target="../media/image72.png"/><Relationship Id="rId31" Type="http://schemas.openxmlformats.org/officeDocument/2006/relationships/image" Target="../media/image689.png"/><Relationship Id="rId32" Type="http://schemas.openxmlformats.org/officeDocument/2006/relationships/image" Target="../media/image690.png"/><Relationship Id="rId33" Type="http://schemas.openxmlformats.org/officeDocument/2006/relationships/image" Target="../media/image691.png"/><Relationship Id="rId34" Type="http://schemas.openxmlformats.org/officeDocument/2006/relationships/image" Target="../media/image594.png"/><Relationship Id="rId35" Type="http://schemas.openxmlformats.org/officeDocument/2006/relationships/image" Target="../media/image692.png"/><Relationship Id="rId36" Type="http://schemas.openxmlformats.org/officeDocument/2006/relationships/image" Target="../media/image625.png"/><Relationship Id="rId37" Type="http://schemas.openxmlformats.org/officeDocument/2006/relationships/image" Target="../media/image693.png"/><Relationship Id="rId38" Type="http://schemas.openxmlformats.org/officeDocument/2006/relationships/image" Target="../media/image694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Relationship Id="rId7" Type="http://schemas.openxmlformats.org/officeDocument/2006/relationships/image" Target="../media/image695.png"/><Relationship Id="rId8" Type="http://schemas.openxmlformats.org/officeDocument/2006/relationships/image" Target="../media/image696.png"/><Relationship Id="rId9" Type="http://schemas.openxmlformats.org/officeDocument/2006/relationships/image" Target="../media/image697.png"/><Relationship Id="rId10" Type="http://schemas.openxmlformats.org/officeDocument/2006/relationships/image" Target="../media/image533.png"/><Relationship Id="rId11" Type="http://schemas.openxmlformats.org/officeDocument/2006/relationships/image" Target="../media/image698.png"/><Relationship Id="rId12" Type="http://schemas.openxmlformats.org/officeDocument/2006/relationships/image" Target="../media/image699.png"/><Relationship Id="rId13" Type="http://schemas.openxmlformats.org/officeDocument/2006/relationships/image" Target="../media/image700.png"/><Relationship Id="rId14" Type="http://schemas.openxmlformats.org/officeDocument/2006/relationships/image" Target="../media/image123.png"/><Relationship Id="rId15" Type="http://schemas.openxmlformats.org/officeDocument/2006/relationships/image" Target="../media/image701.png"/><Relationship Id="rId16" Type="http://schemas.openxmlformats.org/officeDocument/2006/relationships/image" Target="../media/image702.png"/><Relationship Id="rId17" Type="http://schemas.openxmlformats.org/officeDocument/2006/relationships/image" Target="../media/image626.png"/><Relationship Id="rId18" Type="http://schemas.openxmlformats.org/officeDocument/2006/relationships/image" Target="../media/image577.png"/><Relationship Id="rId19" Type="http://schemas.openxmlformats.org/officeDocument/2006/relationships/image" Target="../media/image542.png"/><Relationship Id="rId20" Type="http://schemas.openxmlformats.org/officeDocument/2006/relationships/image" Target="../media/image470.png"/><Relationship Id="rId21" Type="http://schemas.openxmlformats.org/officeDocument/2006/relationships/image" Target="../media/image703.png"/><Relationship Id="rId22" Type="http://schemas.openxmlformats.org/officeDocument/2006/relationships/image" Target="../media/image623.png"/><Relationship Id="rId23" Type="http://schemas.openxmlformats.org/officeDocument/2006/relationships/image" Target="../media/image704.png"/><Relationship Id="rId24" Type="http://schemas.openxmlformats.org/officeDocument/2006/relationships/image" Target="../media/image705.png"/><Relationship Id="rId25" Type="http://schemas.openxmlformats.org/officeDocument/2006/relationships/image" Target="../media/image662.png"/><Relationship Id="rId26" Type="http://schemas.openxmlformats.org/officeDocument/2006/relationships/image" Target="../media/image69.png"/><Relationship Id="rId27" Type="http://schemas.openxmlformats.org/officeDocument/2006/relationships/image" Target="../media/image706.png"/><Relationship Id="rId28" Type="http://schemas.openxmlformats.org/officeDocument/2006/relationships/image" Target="../media/image707.png"/><Relationship Id="rId29" Type="http://schemas.openxmlformats.org/officeDocument/2006/relationships/image" Target="../media/image708.png"/><Relationship Id="rId30" Type="http://schemas.openxmlformats.org/officeDocument/2006/relationships/image" Target="../media/image58.png"/><Relationship Id="rId31" Type="http://schemas.openxmlformats.org/officeDocument/2006/relationships/image" Target="../media/image709.png"/><Relationship Id="rId32" Type="http://schemas.openxmlformats.org/officeDocument/2006/relationships/image" Target="../media/image663.png"/><Relationship Id="rId33" Type="http://schemas.openxmlformats.org/officeDocument/2006/relationships/image" Target="../media/image710.png"/><Relationship Id="rId34" Type="http://schemas.openxmlformats.org/officeDocument/2006/relationships/image" Target="../media/image605.png"/><Relationship Id="rId35" Type="http://schemas.openxmlformats.org/officeDocument/2006/relationships/image" Target="../media/image603.png"/><Relationship Id="rId36" Type="http://schemas.openxmlformats.org/officeDocument/2006/relationships/image" Target="../media/image711.png"/><Relationship Id="rId37" Type="http://schemas.openxmlformats.org/officeDocument/2006/relationships/image" Target="../media/image712.png"/><Relationship Id="rId38" Type="http://schemas.openxmlformats.org/officeDocument/2006/relationships/image" Target="../media/image570.png"/><Relationship Id="rId39" Type="http://schemas.openxmlformats.org/officeDocument/2006/relationships/image" Target="../media/image713.png"/><Relationship Id="rId40" Type="http://schemas.openxmlformats.org/officeDocument/2006/relationships/image" Target="../media/image543.png"/><Relationship Id="rId41" Type="http://schemas.openxmlformats.org/officeDocument/2006/relationships/image" Target="../media/image714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715.png"/><Relationship Id="rId5" Type="http://schemas.openxmlformats.org/officeDocument/2006/relationships/image" Target="../media/image590.png"/><Relationship Id="rId6" Type="http://schemas.openxmlformats.org/officeDocument/2006/relationships/image" Target="../media/image694.png"/><Relationship Id="rId7" Type="http://schemas.openxmlformats.org/officeDocument/2006/relationships/image" Target="../media/image716.png"/><Relationship Id="rId8" Type="http://schemas.openxmlformats.org/officeDocument/2006/relationships/image" Target="../media/image608.pn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457.png"/><Relationship Id="rId12" Type="http://schemas.openxmlformats.org/officeDocument/2006/relationships/image" Target="../media/image719.png"/><Relationship Id="rId13" Type="http://schemas.openxmlformats.org/officeDocument/2006/relationships/image" Target="../media/image547.png"/><Relationship Id="rId14" Type="http://schemas.openxmlformats.org/officeDocument/2006/relationships/image" Target="../media/image459.png"/><Relationship Id="rId15" Type="http://schemas.openxmlformats.org/officeDocument/2006/relationships/image" Target="../media/image458.png"/><Relationship Id="rId16" Type="http://schemas.openxmlformats.org/officeDocument/2006/relationships/image" Target="../media/image543.png"/><Relationship Id="rId17" Type="http://schemas.openxmlformats.org/officeDocument/2006/relationships/image" Target="../media/image720.png"/><Relationship Id="rId18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721.png"/><Relationship Id="rId6" Type="http://schemas.openxmlformats.org/officeDocument/2006/relationships/image" Target="../media/image722.png"/><Relationship Id="rId7" Type="http://schemas.openxmlformats.org/officeDocument/2006/relationships/image" Target="../media/image571.png"/><Relationship Id="rId8" Type="http://schemas.openxmlformats.org/officeDocument/2006/relationships/image" Target="../media/image464.png"/><Relationship Id="rId9" Type="http://schemas.openxmlformats.org/officeDocument/2006/relationships/image" Target="../media/image554.png"/><Relationship Id="rId10" Type="http://schemas.openxmlformats.org/officeDocument/2006/relationships/image" Target="../media/image723.png"/><Relationship Id="rId11" Type="http://schemas.openxmlformats.org/officeDocument/2006/relationships/image" Target="../media/image463.png"/><Relationship Id="rId12" Type="http://schemas.openxmlformats.org/officeDocument/2006/relationships/image" Target="../media/image724.png"/><Relationship Id="rId13" Type="http://schemas.openxmlformats.org/officeDocument/2006/relationships/image" Target="../media/image725.png"/><Relationship Id="rId14" Type="http://schemas.openxmlformats.org/officeDocument/2006/relationships/image" Target="../media/image726.png"/><Relationship Id="rId15" Type="http://schemas.openxmlformats.org/officeDocument/2006/relationships/image" Target="../media/image727.png"/><Relationship Id="rId16" Type="http://schemas.openxmlformats.org/officeDocument/2006/relationships/image" Target="../media/image471.png"/><Relationship Id="rId17" Type="http://schemas.openxmlformats.org/officeDocument/2006/relationships/image" Target="../media/image728.png"/><Relationship Id="rId18" Type="http://schemas.openxmlformats.org/officeDocument/2006/relationships/image" Target="../media/image729.png"/><Relationship Id="rId19" Type="http://schemas.openxmlformats.org/officeDocument/2006/relationships/image" Target="../media/image730.png"/><Relationship Id="rId20" Type="http://schemas.openxmlformats.org/officeDocument/2006/relationships/image" Target="../media/image731.png"/><Relationship Id="rId21" Type="http://schemas.openxmlformats.org/officeDocument/2006/relationships/image" Target="../media/image732.png"/><Relationship Id="rId22" Type="http://schemas.openxmlformats.org/officeDocument/2006/relationships/image" Target="../media/image733.png"/><Relationship Id="rId23" Type="http://schemas.openxmlformats.org/officeDocument/2006/relationships/image" Target="../media/image557.png"/><Relationship Id="rId24" Type="http://schemas.openxmlformats.org/officeDocument/2006/relationships/image" Target="../media/image560.png"/><Relationship Id="rId2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4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734.png"/><Relationship Id="rId5" Type="http://schemas.openxmlformats.org/officeDocument/2006/relationships/image" Target="../media/image735.png"/><Relationship Id="rId6" Type="http://schemas.openxmlformats.org/officeDocument/2006/relationships/image" Target="../media/image165.png"/><Relationship Id="rId7" Type="http://schemas.openxmlformats.org/officeDocument/2006/relationships/image" Target="../media/image245.png"/><Relationship Id="rId8" Type="http://schemas.openxmlformats.org/officeDocument/2006/relationships/image" Target="../media/image736.png"/><Relationship Id="rId9" Type="http://schemas.openxmlformats.org/officeDocument/2006/relationships/image" Target="../media/image737.png"/><Relationship Id="rId10" Type="http://schemas.openxmlformats.org/officeDocument/2006/relationships/image" Target="../media/image198.png"/><Relationship Id="rId11" Type="http://schemas.openxmlformats.org/officeDocument/2006/relationships/image" Target="../media/image738.png"/><Relationship Id="rId12" Type="http://schemas.openxmlformats.org/officeDocument/2006/relationships/image" Target="../media/image739.png"/><Relationship Id="rId13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740.png"/><Relationship Id="rId5" Type="http://schemas.openxmlformats.org/officeDocument/2006/relationships/image" Target="../media/image741.png"/><Relationship Id="rId6" Type="http://schemas.openxmlformats.org/officeDocument/2006/relationships/image" Target="../media/image742.png"/><Relationship Id="rId7" Type="http://schemas.openxmlformats.org/officeDocument/2006/relationships/image" Target="../media/image743.png"/><Relationship Id="rId8" Type="http://schemas.openxmlformats.org/officeDocument/2006/relationships/image" Target="../media/image2.png"/><Relationship Id="rId9" Type="http://schemas.openxmlformats.org/officeDocument/2006/relationships/image" Target="../media/image744.png"/><Relationship Id="rId10" Type="http://schemas.openxmlformats.org/officeDocument/2006/relationships/image" Target="../media/image745.png"/><Relationship Id="rId11" Type="http://schemas.openxmlformats.org/officeDocument/2006/relationships/image" Target="../media/image746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747.png"/><Relationship Id="rId5" Type="http://schemas.openxmlformats.org/officeDocument/2006/relationships/image" Target="../media/image748.png"/><Relationship Id="rId6" Type="http://schemas.openxmlformats.org/officeDocument/2006/relationships/image" Target="../media/image749.png"/><Relationship Id="rId7" Type="http://schemas.openxmlformats.org/officeDocument/2006/relationships/image" Target="../media/image750.png"/><Relationship Id="rId8" Type="http://schemas.openxmlformats.org/officeDocument/2006/relationships/image" Target="../media/image751.png"/><Relationship Id="rId9" Type="http://schemas.openxmlformats.org/officeDocument/2006/relationships/image" Target="../media/image752.png"/><Relationship Id="rId10" Type="http://schemas.openxmlformats.org/officeDocument/2006/relationships/image" Target="../media/image742.png"/><Relationship Id="rId11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753.png"/><Relationship Id="rId5" Type="http://schemas.openxmlformats.org/officeDocument/2006/relationships/image" Target="../media/image754.png"/><Relationship Id="rId6" Type="http://schemas.openxmlformats.org/officeDocument/2006/relationships/image" Target="../media/image755.png"/><Relationship Id="rId7" Type="http://schemas.openxmlformats.org/officeDocument/2006/relationships/image" Target="../media/image756.png"/><Relationship Id="rId8" Type="http://schemas.openxmlformats.org/officeDocument/2006/relationships/image" Target="../media/image757.png"/><Relationship Id="rId9" Type="http://schemas.openxmlformats.org/officeDocument/2006/relationships/image" Target="../media/image758.png"/><Relationship Id="rId10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759.png"/><Relationship Id="rId5" Type="http://schemas.openxmlformats.org/officeDocument/2006/relationships/image" Target="../media/image760.png"/><Relationship Id="rId6" Type="http://schemas.openxmlformats.org/officeDocument/2006/relationships/image" Target="../media/image761.png"/><Relationship Id="rId7" Type="http://schemas.openxmlformats.org/officeDocument/2006/relationships/image" Target="../media/image762.png"/><Relationship Id="rId8" Type="http://schemas.openxmlformats.org/officeDocument/2006/relationships/image" Target="../media/image763.png"/><Relationship Id="rId9" Type="http://schemas.openxmlformats.org/officeDocument/2006/relationships/image" Target="../media/image764.png"/><Relationship Id="rId10" Type="http://schemas.openxmlformats.org/officeDocument/2006/relationships/image" Target="../media/image765.png"/><Relationship Id="rId11" Type="http://schemas.openxmlformats.org/officeDocument/2006/relationships/image" Target="../media/image766.png"/><Relationship Id="rId12" Type="http://schemas.openxmlformats.org/officeDocument/2006/relationships/image" Target="../media/image767.png"/><Relationship Id="rId13" Type="http://schemas.openxmlformats.org/officeDocument/2006/relationships/image" Target="../media/image768.png"/><Relationship Id="rId14" Type="http://schemas.openxmlformats.org/officeDocument/2006/relationships/image" Target="../media/image769.png"/><Relationship Id="rId15" Type="http://schemas.openxmlformats.org/officeDocument/2006/relationships/image" Target="../media/image770.png"/><Relationship Id="rId16" Type="http://schemas.openxmlformats.org/officeDocument/2006/relationships/image" Target="../media/image771.png"/><Relationship Id="rId17" Type="http://schemas.openxmlformats.org/officeDocument/2006/relationships/image" Target="../media/image772.png"/><Relationship Id="rId18" Type="http://schemas.openxmlformats.org/officeDocument/2006/relationships/image" Target="../media/image773.png"/><Relationship Id="rId19" Type="http://schemas.openxmlformats.org/officeDocument/2006/relationships/image" Target="../media/image774.png"/><Relationship Id="rId20" Type="http://schemas.openxmlformats.org/officeDocument/2006/relationships/image" Target="../media/image775.png"/><Relationship Id="rId21" Type="http://schemas.openxmlformats.org/officeDocument/2006/relationships/image" Target="../media/image776.png"/><Relationship Id="rId22" Type="http://schemas.openxmlformats.org/officeDocument/2006/relationships/image" Target="../media/image777.png"/><Relationship Id="rId23" Type="http://schemas.openxmlformats.org/officeDocument/2006/relationships/image" Target="../media/image778.png"/><Relationship Id="rId24" Type="http://schemas.openxmlformats.org/officeDocument/2006/relationships/image" Target="../media/image779.png"/><Relationship Id="rId25" Type="http://schemas.openxmlformats.org/officeDocument/2006/relationships/image" Target="../media/image780.png"/><Relationship Id="rId26" Type="http://schemas.openxmlformats.org/officeDocument/2006/relationships/image" Target="../media/image781.png"/><Relationship Id="rId27" Type="http://schemas.openxmlformats.org/officeDocument/2006/relationships/image" Target="../media/image782.png"/><Relationship Id="rId28" Type="http://schemas.openxmlformats.org/officeDocument/2006/relationships/image" Target="../media/image783.png"/><Relationship Id="rId29" Type="http://schemas.openxmlformats.org/officeDocument/2006/relationships/image" Target="../media/image784.png"/><Relationship Id="rId30" Type="http://schemas.openxmlformats.org/officeDocument/2006/relationships/image" Target="../media/image785.png"/><Relationship Id="rId31" Type="http://schemas.openxmlformats.org/officeDocument/2006/relationships/image" Target="../media/image786.png"/><Relationship Id="rId32" Type="http://schemas.openxmlformats.org/officeDocument/2006/relationships/image" Target="../media/image787.png"/><Relationship Id="rId33" Type="http://schemas.openxmlformats.org/officeDocument/2006/relationships/image" Target="../media/image788.png"/><Relationship Id="rId3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789.png"/><Relationship Id="rId5" Type="http://schemas.openxmlformats.org/officeDocument/2006/relationships/image" Target="../media/image790.png"/><Relationship Id="rId6" Type="http://schemas.openxmlformats.org/officeDocument/2006/relationships/image" Target="../media/image791.png"/><Relationship Id="rId7" Type="http://schemas.openxmlformats.org/officeDocument/2006/relationships/image" Target="../media/image792.png"/><Relationship Id="rId8" Type="http://schemas.openxmlformats.org/officeDocument/2006/relationships/image" Target="../media/image793.png"/><Relationship Id="rId9" Type="http://schemas.openxmlformats.org/officeDocument/2006/relationships/image" Target="../media/image794.png"/><Relationship Id="rId10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795.png"/><Relationship Id="rId5" Type="http://schemas.openxmlformats.org/officeDocument/2006/relationships/image" Target="../media/image796.png"/><Relationship Id="rId6" Type="http://schemas.openxmlformats.org/officeDocument/2006/relationships/image" Target="../media/image797.png"/><Relationship Id="rId7" Type="http://schemas.openxmlformats.org/officeDocument/2006/relationships/image" Target="../media/image798.png"/><Relationship Id="rId8" Type="http://schemas.openxmlformats.org/officeDocument/2006/relationships/image" Target="../media/image638.png"/><Relationship Id="rId9" Type="http://schemas.openxmlformats.org/officeDocument/2006/relationships/image" Target="../media/image799.png"/><Relationship Id="rId10" Type="http://schemas.openxmlformats.org/officeDocument/2006/relationships/image" Target="../media/image561.png"/><Relationship Id="rId11" Type="http://schemas.openxmlformats.org/officeDocument/2006/relationships/image" Target="../media/image800.png"/><Relationship Id="rId12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801.png"/><Relationship Id="rId5" Type="http://schemas.openxmlformats.org/officeDocument/2006/relationships/image" Target="../media/image802.png"/><Relationship Id="rId6" Type="http://schemas.openxmlformats.org/officeDocument/2006/relationships/image" Target="../media/image803.png"/><Relationship Id="rId7" Type="http://schemas.openxmlformats.org/officeDocument/2006/relationships/image" Target="../media/image804.png"/><Relationship Id="rId8" Type="http://schemas.openxmlformats.org/officeDocument/2006/relationships/image" Target="../media/image805.png"/><Relationship Id="rId9" Type="http://schemas.openxmlformats.org/officeDocument/2006/relationships/image" Target="../media/image806.png"/><Relationship Id="rId10" Type="http://schemas.openxmlformats.org/officeDocument/2006/relationships/image" Target="../media/image807.png"/><Relationship Id="rId11" Type="http://schemas.openxmlformats.org/officeDocument/2006/relationships/image" Target="../media/image808.png"/><Relationship Id="rId12" Type="http://schemas.openxmlformats.org/officeDocument/2006/relationships/image" Target="../media/image809.png"/><Relationship Id="rId13" Type="http://schemas.openxmlformats.org/officeDocument/2006/relationships/image" Target="../media/image810.png"/><Relationship Id="rId14" Type="http://schemas.openxmlformats.org/officeDocument/2006/relationships/image" Target="../media/image811.png"/><Relationship Id="rId15" Type="http://schemas.openxmlformats.org/officeDocument/2006/relationships/image" Target="../media/image812.png"/><Relationship Id="rId16" Type="http://schemas.openxmlformats.org/officeDocument/2006/relationships/image" Target="../media/image813.png"/><Relationship Id="rId17" Type="http://schemas.openxmlformats.org/officeDocument/2006/relationships/image" Target="../media/image814.png"/><Relationship Id="rId18" Type="http://schemas.openxmlformats.org/officeDocument/2006/relationships/image" Target="../media/image815.png"/><Relationship Id="rId19" Type="http://schemas.openxmlformats.org/officeDocument/2006/relationships/image" Target="../media/image816.png"/><Relationship Id="rId20" Type="http://schemas.openxmlformats.org/officeDocument/2006/relationships/image" Target="../media/image817.png"/><Relationship Id="rId21" Type="http://schemas.openxmlformats.org/officeDocument/2006/relationships/image" Target="../media/image818.png"/><Relationship Id="rId22" Type="http://schemas.openxmlformats.org/officeDocument/2006/relationships/image" Target="../media/image819.png"/><Relationship Id="rId23" Type="http://schemas.openxmlformats.org/officeDocument/2006/relationships/image" Target="../media/image820.png"/><Relationship Id="rId24" Type="http://schemas.openxmlformats.org/officeDocument/2006/relationships/image" Target="../media/image821.png"/><Relationship Id="rId25" Type="http://schemas.openxmlformats.org/officeDocument/2006/relationships/image" Target="../media/image822.png"/><Relationship Id="rId26" Type="http://schemas.openxmlformats.org/officeDocument/2006/relationships/image" Target="../media/image823.png"/><Relationship Id="rId27" Type="http://schemas.openxmlformats.org/officeDocument/2006/relationships/image" Target="../media/image824.png"/><Relationship Id="rId28" Type="http://schemas.openxmlformats.org/officeDocument/2006/relationships/image" Target="../media/image825.png"/><Relationship Id="rId29" Type="http://schemas.openxmlformats.org/officeDocument/2006/relationships/image" Target="../media/image826.png"/><Relationship Id="rId30" Type="http://schemas.openxmlformats.org/officeDocument/2006/relationships/image" Target="../media/image827.png"/><Relationship Id="rId31" Type="http://schemas.openxmlformats.org/officeDocument/2006/relationships/image" Target="../media/image828.png"/><Relationship Id="rId32" Type="http://schemas.openxmlformats.org/officeDocument/2006/relationships/image" Target="../media/image829.png"/><Relationship Id="rId33" Type="http://schemas.openxmlformats.org/officeDocument/2006/relationships/image" Target="../media/image830.png"/><Relationship Id="rId3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notesSlide" Target="../notesSlides/notesSlide191.xml"/><Relationship Id="rId5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6.xml"/><Relationship Id="rId4" Type="http://schemas.openxmlformats.org/officeDocument/2006/relationships/chart" Target="../charts/chart117.xml"/><Relationship Id="rId5" Type="http://schemas.openxmlformats.org/officeDocument/2006/relationships/chart" Target="../charts/chart118.xml"/><Relationship Id="rId6" Type="http://schemas.openxmlformats.org/officeDocument/2006/relationships/notesSlide" Target="../notesSlides/notesSlide192.xml"/><Relationship Id="rId7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5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96.xml"/><Relationship Id="rId5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7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893.png"/><Relationship Id="rId5" Type="http://schemas.openxmlformats.org/officeDocument/2006/relationships/image" Target="../media/image894.png"/><Relationship Id="rId6" Type="http://schemas.openxmlformats.org/officeDocument/2006/relationships/image" Target="../media/image895.png"/><Relationship Id="rId7" Type="http://schemas.openxmlformats.org/officeDocument/2006/relationships/image" Target="../media/image896.png"/><Relationship Id="rId8" Type="http://schemas.openxmlformats.org/officeDocument/2006/relationships/image" Target="../media/image897.png"/><Relationship Id="rId9" Type="http://schemas.openxmlformats.org/officeDocument/2006/relationships/image" Target="../media/image898.png"/><Relationship Id="rId10" Type="http://schemas.openxmlformats.org/officeDocument/2006/relationships/image" Target="../media/image899.png"/><Relationship Id="rId11" Type="http://schemas.openxmlformats.org/officeDocument/2006/relationships/image" Target="../media/image900.png"/><Relationship Id="rId12" Type="http://schemas.openxmlformats.org/officeDocument/2006/relationships/image" Target="../media/image901.png"/><Relationship Id="rId13" Type="http://schemas.openxmlformats.org/officeDocument/2006/relationships/image" Target="../media/image902.png"/><Relationship Id="rId14" Type="http://schemas.openxmlformats.org/officeDocument/2006/relationships/image" Target="../media/image903.png"/><Relationship Id="rId15" Type="http://schemas.openxmlformats.org/officeDocument/2006/relationships/image" Target="../media/image904.png"/><Relationship Id="rId16" Type="http://schemas.openxmlformats.org/officeDocument/2006/relationships/image" Target="../media/image905.png"/><Relationship Id="rId17" Type="http://schemas.openxmlformats.org/officeDocument/2006/relationships/image" Target="../media/image906.png"/><Relationship Id="rId18" Type="http://schemas.openxmlformats.org/officeDocument/2006/relationships/image" Target="../media/image907.png"/><Relationship Id="rId19" Type="http://schemas.openxmlformats.org/officeDocument/2006/relationships/image" Target="../media/image908.png"/><Relationship Id="rId20" Type="http://schemas.openxmlformats.org/officeDocument/2006/relationships/image" Target="../media/image909.png"/><Relationship Id="rId21" Type="http://schemas.openxmlformats.org/officeDocument/2006/relationships/image" Target="../media/image910.png"/><Relationship Id="rId22" Type="http://schemas.openxmlformats.org/officeDocument/2006/relationships/image" Target="../media/image911.png"/><Relationship Id="rId23" Type="http://schemas.openxmlformats.org/officeDocument/2006/relationships/image" Target="../media/image912.png"/><Relationship Id="rId24" Type="http://schemas.openxmlformats.org/officeDocument/2006/relationships/image" Target="../media/image2.png"/><Relationship Id="rId25" Type="http://schemas.openxmlformats.org/officeDocument/2006/relationships/image" Target="../media/image913.png"/><Relationship Id="rId26" Type="http://schemas.openxmlformats.org/officeDocument/2006/relationships/image" Target="../media/image914.png"/><Relationship Id="rId27" Type="http://schemas.openxmlformats.org/officeDocument/2006/relationships/image" Target="../media/image586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581.png"/><Relationship Id="rId32" Type="http://schemas.openxmlformats.org/officeDocument/2006/relationships/image" Target="../media/image533.png"/><Relationship Id="rId33" Type="http://schemas.openxmlformats.org/officeDocument/2006/relationships/image" Target="../media/image532.png"/><Relationship Id="rId34" Type="http://schemas.openxmlformats.org/officeDocument/2006/relationships/image" Target="../media/image916.png"/><Relationship Id="rId35" Type="http://schemas.openxmlformats.org/officeDocument/2006/relationships/image" Target="../media/image917.png"/><Relationship Id="rId36" Type="http://schemas.openxmlformats.org/officeDocument/2006/relationships/image" Target="../media/image918.png"/><Relationship Id="rId37" Type="http://schemas.openxmlformats.org/officeDocument/2006/relationships/image" Target="../media/image919.png"/><Relationship Id="rId38" Type="http://schemas.openxmlformats.org/officeDocument/2006/relationships/image" Target="../media/image920.png"/><Relationship Id="rId39" Type="http://schemas.openxmlformats.org/officeDocument/2006/relationships/image" Target="../media/image921.png"/><Relationship Id="rId40" Type="http://schemas.openxmlformats.org/officeDocument/2006/relationships/image" Target="../media/image922.png"/><Relationship Id="rId41" Type="http://schemas.openxmlformats.org/officeDocument/2006/relationships/image" Target="../media/image923.png"/><Relationship Id="rId42" Type="http://schemas.openxmlformats.org/officeDocument/2006/relationships/image" Target="../media/image924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Relationship Id="rId4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chart" Target="../charts/chart126.xml"/><Relationship Id="rId6" Type="http://schemas.openxmlformats.org/officeDocument/2006/relationships/notesSlide" Target="../notesSlides/notesSlide200.xml"/><Relationship Id="rId7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7.xml"/><Relationship Id="rId4" Type="http://schemas.openxmlformats.org/officeDocument/2006/relationships/notesSlide" Target="../notesSlides/notesSlide201.xml"/><Relationship Id="rId5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935.png"/><Relationship Id="rId5" Type="http://schemas.openxmlformats.org/officeDocument/2006/relationships/image" Target="../media/image936.png"/><Relationship Id="rId6" Type="http://schemas.openxmlformats.org/officeDocument/2006/relationships/image" Target="../media/image937.png"/><Relationship Id="rId7" Type="http://schemas.openxmlformats.org/officeDocument/2006/relationships/image" Target="../media/image938.png"/><Relationship Id="rId8" Type="http://schemas.openxmlformats.org/officeDocument/2006/relationships/image" Target="../media/image939.png"/><Relationship Id="rId9" Type="http://schemas.openxmlformats.org/officeDocument/2006/relationships/image" Target="../media/image940.png"/><Relationship Id="rId10" Type="http://schemas.openxmlformats.org/officeDocument/2006/relationships/image" Target="../media/image941.png"/><Relationship Id="rId11" Type="http://schemas.openxmlformats.org/officeDocument/2006/relationships/image" Target="../media/image942.png"/><Relationship Id="rId12" Type="http://schemas.openxmlformats.org/officeDocument/2006/relationships/image" Target="../media/image943.png"/><Relationship Id="rId13" Type="http://schemas.openxmlformats.org/officeDocument/2006/relationships/image" Target="../media/image944.png"/><Relationship Id="rId14" Type="http://schemas.openxmlformats.org/officeDocument/2006/relationships/image" Target="../media/image945.png"/><Relationship Id="rId15" Type="http://schemas.openxmlformats.org/officeDocument/2006/relationships/image" Target="../media/image946.png"/><Relationship Id="rId16" Type="http://schemas.openxmlformats.org/officeDocument/2006/relationships/image" Target="../media/image947.png"/><Relationship Id="rId17" Type="http://schemas.openxmlformats.org/officeDocument/2006/relationships/image" Target="../media/image948.png"/><Relationship Id="rId18" Type="http://schemas.openxmlformats.org/officeDocument/2006/relationships/image" Target="../media/image949.png"/><Relationship Id="rId19" Type="http://schemas.openxmlformats.org/officeDocument/2006/relationships/image" Target="../media/image950.png"/><Relationship Id="rId20" Type="http://schemas.openxmlformats.org/officeDocument/2006/relationships/image" Target="../media/image951.png"/><Relationship Id="rId21" Type="http://schemas.openxmlformats.org/officeDocument/2006/relationships/image" Target="../media/image952.png"/><Relationship Id="rId22" Type="http://schemas.openxmlformats.org/officeDocument/2006/relationships/image" Target="../media/image953.png"/><Relationship Id="rId23" Type="http://schemas.openxmlformats.org/officeDocument/2006/relationships/image" Target="../media/image954.png"/><Relationship Id="rId24" Type="http://schemas.openxmlformats.org/officeDocument/2006/relationships/image" Target="../media/image2.png"/><Relationship Id="rId25" Type="http://schemas.openxmlformats.org/officeDocument/2006/relationships/image" Target="../media/image955.png"/><Relationship Id="rId26" Type="http://schemas.openxmlformats.org/officeDocument/2006/relationships/image" Target="../media/image956.png"/><Relationship Id="rId27" Type="http://schemas.openxmlformats.org/officeDocument/2006/relationships/image" Target="../media/image561.png"/><Relationship Id="rId28" Type="http://schemas.openxmlformats.org/officeDocument/2006/relationships/image" Target="../media/image915.png"/><Relationship Id="rId29" Type="http://schemas.openxmlformats.org/officeDocument/2006/relationships/image" Target="../media/image634.png"/><Relationship Id="rId30" Type="http://schemas.openxmlformats.org/officeDocument/2006/relationships/image" Target="../media/image712.png"/><Relationship Id="rId31" Type="http://schemas.openxmlformats.org/officeDocument/2006/relationships/image" Target="../media/image914.png"/><Relationship Id="rId32" Type="http://schemas.openxmlformats.org/officeDocument/2006/relationships/image" Target="../media/image957.png"/><Relationship Id="rId33" Type="http://schemas.openxmlformats.org/officeDocument/2006/relationships/image" Target="../media/image958.png"/><Relationship Id="rId34" Type="http://schemas.openxmlformats.org/officeDocument/2006/relationships/image" Target="../media/image959.png"/><Relationship Id="rId35" Type="http://schemas.openxmlformats.org/officeDocument/2006/relationships/image" Target="../media/image536.png"/><Relationship Id="rId36" Type="http://schemas.openxmlformats.org/officeDocument/2006/relationships/image" Target="../media/image621.png"/><Relationship Id="rId37" Type="http://schemas.openxmlformats.org/officeDocument/2006/relationships/image" Target="../media/image583.png"/><Relationship Id="rId38" Type="http://schemas.openxmlformats.org/officeDocument/2006/relationships/image" Target="../media/image960.png"/><Relationship Id="rId39" Type="http://schemas.openxmlformats.org/officeDocument/2006/relationships/image" Target="../media/image961.png"/><Relationship Id="rId40" Type="http://schemas.openxmlformats.org/officeDocument/2006/relationships/image" Target="../media/image962.png"/><Relationship Id="rId41" Type="http://schemas.openxmlformats.org/officeDocument/2006/relationships/image" Target="../media/image963.png"/><Relationship Id="rId42" Type="http://schemas.openxmlformats.org/officeDocument/2006/relationships/image" Target="../media/image964.png"/><Relationship Id="rId43" Type="http://schemas.openxmlformats.org/officeDocument/2006/relationships/image" Target="../media/image965.png"/><Relationship Id="rId44" Type="http://schemas.openxmlformats.org/officeDocument/2006/relationships/image" Target="../media/image966.png"/><Relationship Id="rId45" Type="http://schemas.openxmlformats.org/officeDocument/2006/relationships/image" Target="../media/image967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4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8.xml"/><Relationship Id="rId4" Type="http://schemas.openxmlformats.org/officeDocument/2006/relationships/chart" Target="../charts/chart129.xml"/><Relationship Id="rId5" Type="http://schemas.openxmlformats.org/officeDocument/2006/relationships/chart" Target="../charts/chart130.xml"/><Relationship Id="rId6" Type="http://schemas.openxmlformats.org/officeDocument/2006/relationships/notesSlide" Target="../notesSlides/notesSlide205.xml"/><Relationship Id="rId7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978.png"/><Relationship Id="rId5" Type="http://schemas.openxmlformats.org/officeDocument/2006/relationships/image" Target="../media/image979.png"/><Relationship Id="rId6" Type="http://schemas.openxmlformats.org/officeDocument/2006/relationships/image" Target="../media/image980.png"/><Relationship Id="rId7" Type="http://schemas.openxmlformats.org/officeDocument/2006/relationships/image" Target="../media/image981.png"/><Relationship Id="rId8" Type="http://schemas.openxmlformats.org/officeDocument/2006/relationships/image" Target="../media/image982.png"/><Relationship Id="rId9" Type="http://schemas.openxmlformats.org/officeDocument/2006/relationships/image" Target="../media/image983.png"/><Relationship Id="rId10" Type="http://schemas.openxmlformats.org/officeDocument/2006/relationships/image" Target="../media/image984.png"/><Relationship Id="rId11" Type="http://schemas.openxmlformats.org/officeDocument/2006/relationships/image" Target="../media/image985.png"/><Relationship Id="rId12" Type="http://schemas.openxmlformats.org/officeDocument/2006/relationships/image" Target="../media/image986.png"/><Relationship Id="rId13" Type="http://schemas.openxmlformats.org/officeDocument/2006/relationships/image" Target="../media/image987.png"/><Relationship Id="rId14" Type="http://schemas.openxmlformats.org/officeDocument/2006/relationships/image" Target="../media/image988.png"/><Relationship Id="rId15" Type="http://schemas.openxmlformats.org/officeDocument/2006/relationships/image" Target="../media/image989.png"/><Relationship Id="rId16" Type="http://schemas.openxmlformats.org/officeDocument/2006/relationships/image" Target="../media/image990.png"/><Relationship Id="rId17" Type="http://schemas.openxmlformats.org/officeDocument/2006/relationships/image" Target="../media/image991.png"/><Relationship Id="rId18" Type="http://schemas.openxmlformats.org/officeDocument/2006/relationships/image" Target="../media/image992.png"/><Relationship Id="rId19" Type="http://schemas.openxmlformats.org/officeDocument/2006/relationships/image" Target="../media/image993.png"/><Relationship Id="rId20" Type="http://schemas.openxmlformats.org/officeDocument/2006/relationships/image" Target="../media/image109.png"/><Relationship Id="rId21" Type="http://schemas.openxmlformats.org/officeDocument/2006/relationships/image" Target="../media/image994.png"/><Relationship Id="rId22" Type="http://schemas.openxmlformats.org/officeDocument/2006/relationships/image" Target="../media/image995.png"/><Relationship Id="rId23" Type="http://schemas.openxmlformats.org/officeDocument/2006/relationships/image" Target="../media/image996.png"/><Relationship Id="rId24" Type="http://schemas.openxmlformats.org/officeDocument/2006/relationships/image" Target="../media/image2.png"/><Relationship Id="rId25" Type="http://schemas.openxmlformats.org/officeDocument/2006/relationships/image" Target="../media/image997.png"/><Relationship Id="rId26" Type="http://schemas.openxmlformats.org/officeDocument/2006/relationships/image" Target="../media/image630.png"/><Relationship Id="rId27" Type="http://schemas.openxmlformats.org/officeDocument/2006/relationships/image" Target="../media/image585.png"/><Relationship Id="rId28" Type="http://schemas.openxmlformats.org/officeDocument/2006/relationships/image" Target="../media/image634.png"/><Relationship Id="rId29" Type="http://schemas.openxmlformats.org/officeDocument/2006/relationships/image" Target="../media/image712.png"/><Relationship Id="rId30" Type="http://schemas.openxmlformats.org/officeDocument/2006/relationships/image" Target="../media/image914.png"/><Relationship Id="rId31" Type="http://schemas.openxmlformats.org/officeDocument/2006/relationships/image" Target="../media/image957.png"/><Relationship Id="rId32" Type="http://schemas.openxmlformats.org/officeDocument/2006/relationships/image" Target="../media/image998.png"/><Relationship Id="rId33" Type="http://schemas.openxmlformats.org/officeDocument/2006/relationships/image" Target="../media/image999.png"/><Relationship Id="rId34" Type="http://schemas.openxmlformats.org/officeDocument/2006/relationships/image" Target="../media/image582.png"/><Relationship Id="rId35" Type="http://schemas.openxmlformats.org/officeDocument/2006/relationships/image" Target="../media/image537.png"/><Relationship Id="rId36" Type="http://schemas.openxmlformats.org/officeDocument/2006/relationships/image" Target="../media/image545.png"/><Relationship Id="rId37" Type="http://schemas.openxmlformats.org/officeDocument/2006/relationships/image" Target="../media/image1000.png"/><Relationship Id="rId38" Type="http://schemas.openxmlformats.org/officeDocument/2006/relationships/image" Target="../media/image1001.png"/><Relationship Id="rId39" Type="http://schemas.openxmlformats.org/officeDocument/2006/relationships/image" Target="../media/image1002.png"/><Relationship Id="rId40" Type="http://schemas.openxmlformats.org/officeDocument/2006/relationships/image" Target="../media/image1003.png"/><Relationship Id="rId41" Type="http://schemas.openxmlformats.org/officeDocument/2006/relationships/image" Target="../media/image1004.png"/><Relationship Id="rId42" Type="http://schemas.openxmlformats.org/officeDocument/2006/relationships/image" Target="../media/image1005.png"/><Relationship Id="rId43" Type="http://schemas.openxmlformats.org/officeDocument/2006/relationships/image" Target="../media/image1006.png"/><Relationship Id="rId44" Type="http://schemas.openxmlformats.org/officeDocument/2006/relationships/image" Target="../media/image1007.png"/><Relationship Id="rId45" Type="http://schemas.openxmlformats.org/officeDocument/2006/relationships/image" Target="../media/image1008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06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3_152___5_696_US__Mn_____CAGR_6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71072" y="1796357"/>
            <a:ext cx="5422335" cy="265429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57975" y="5943208"/>
            <a:ext cx="376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Linea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2909" y="593342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12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23563" y="4041476"/>
            <a:ext cx="564037" cy="265429"/>
          </a:xfrm>
          <a:prstGeom prst="rect">
            <a:avLst/>
          </a:prstGeom>
        </p:spPr>
      </p:pic>
      <p:pic>
        <p:nvPicPr>
          <p:cNvPr id="38" name="Picture 37" descr="7_3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486396" y="4041476"/>
            <a:ext cx="720450" cy="265429"/>
          </a:xfrm>
          <a:prstGeom prst="rect">
            <a:avLst/>
          </a:prstGeom>
        </p:spPr>
      </p:pic>
      <p:pic>
        <p:nvPicPr>
          <p:cNvPr id="39" name="Picture 38" descr="104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152094" y="4041476"/>
            <a:ext cx="876864" cy="265429"/>
          </a:xfrm>
          <a:prstGeom prst="rect">
            <a:avLst/>
          </a:prstGeom>
        </p:spPr>
      </p:pic>
      <p:pic>
        <p:nvPicPr>
          <p:cNvPr id="40" name="Picture 39" descr="11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923563" y="4380107"/>
            <a:ext cx="564037" cy="265429"/>
          </a:xfrm>
          <a:prstGeom prst="rect">
            <a:avLst/>
          </a:prstGeom>
        </p:spPr>
      </p:pic>
      <p:pic>
        <p:nvPicPr>
          <p:cNvPr id="41" name="Picture 40" descr="7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486396" y="4380107"/>
            <a:ext cx="720450" cy="265429"/>
          </a:xfrm>
          <a:prstGeom prst="rect">
            <a:avLst/>
          </a:prstGeom>
        </p:spPr>
      </p:pic>
      <p:pic>
        <p:nvPicPr>
          <p:cNvPr id="42" name="Picture 41" descr="90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230301" y="4380107"/>
            <a:ext cx="720450" cy="265429"/>
          </a:xfrm>
          <a:prstGeom prst="rect">
            <a:avLst/>
          </a:prstGeom>
        </p:spPr>
      </p:pic>
      <p:pic>
        <p:nvPicPr>
          <p:cNvPr id="43" name="Picture 42" descr="1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923563" y="4718738"/>
            <a:ext cx="564037" cy="265429"/>
          </a:xfrm>
          <a:prstGeom prst="rect">
            <a:avLst/>
          </a:prstGeom>
        </p:spPr>
      </p:pic>
      <p:pic>
        <p:nvPicPr>
          <p:cNvPr id="44" name="Picture 43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4718738"/>
            <a:ext cx="720450" cy="265429"/>
          </a:xfrm>
          <a:prstGeom prst="rect">
            <a:avLst/>
          </a:prstGeom>
        </p:spPr>
      </p:pic>
      <p:pic>
        <p:nvPicPr>
          <p:cNvPr id="45" name="Picture 44" descr="37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230301" y="4718738"/>
            <a:ext cx="720450" cy="265429"/>
          </a:xfrm>
          <a:prstGeom prst="rect">
            <a:avLst/>
          </a:prstGeom>
        </p:spPr>
      </p:pic>
      <p:pic>
        <p:nvPicPr>
          <p:cNvPr id="46" name="Picture 45" descr="11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923563" y="5057369"/>
            <a:ext cx="564037" cy="265429"/>
          </a:xfrm>
          <a:prstGeom prst="rect">
            <a:avLst/>
          </a:prstGeom>
        </p:spPr>
      </p:pic>
      <p:pic>
        <p:nvPicPr>
          <p:cNvPr id="47" name="Picture 46" descr="6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486396" y="5057369"/>
            <a:ext cx="720450" cy="265429"/>
          </a:xfrm>
          <a:prstGeom prst="rect">
            <a:avLst/>
          </a:prstGeom>
        </p:spPr>
      </p:pic>
      <p:pic>
        <p:nvPicPr>
          <p:cNvPr id="48" name="Picture 47" descr="1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152094" y="5057369"/>
            <a:ext cx="876864" cy="265429"/>
          </a:xfrm>
          <a:prstGeom prst="rect">
            <a:avLst/>
          </a:prstGeom>
        </p:spPr>
      </p:pic>
      <p:pic>
        <p:nvPicPr>
          <p:cNvPr id="49" name="Picture 48" descr="111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923563" y="5396000"/>
            <a:ext cx="564037" cy="265429"/>
          </a:xfrm>
          <a:prstGeom prst="rect">
            <a:avLst/>
          </a:prstGeom>
        </p:spPr>
      </p:pic>
      <p:pic>
        <p:nvPicPr>
          <p:cNvPr id="50" name="Picture 49" descr="6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486396" y="5396000"/>
            <a:ext cx="720450" cy="265429"/>
          </a:xfrm>
          <a:prstGeom prst="rect">
            <a:avLst/>
          </a:prstGeom>
        </p:spPr>
      </p:pic>
      <p:pic>
        <p:nvPicPr>
          <p:cNvPr id="51" name="Picture 50" descr="12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230301" y="5396000"/>
            <a:ext cx="720450" cy="265429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64" name="Picture 63" descr="1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567967" y="3852453"/>
            <a:ext cx="407623" cy="265429"/>
          </a:xfrm>
          <a:prstGeom prst="rect">
            <a:avLst/>
          </a:prstGeom>
        </p:spPr>
      </p:pic>
      <p:pic>
        <p:nvPicPr>
          <p:cNvPr id="65" name="Picture 64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3852453"/>
            <a:ext cx="720450" cy="265429"/>
          </a:xfrm>
          <a:prstGeom prst="rect">
            <a:avLst/>
          </a:prstGeom>
        </p:spPr>
      </p:pic>
      <p:pic>
        <p:nvPicPr>
          <p:cNvPr id="66" name="Picture 65" descr="406_8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012354" y="3852453"/>
            <a:ext cx="876864" cy="265429"/>
          </a:xfrm>
          <a:prstGeom prst="rect">
            <a:avLst/>
          </a:prstGeom>
        </p:spPr>
      </p:pic>
      <p:pic>
        <p:nvPicPr>
          <p:cNvPr id="67" name="Picture 66" descr="15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67967" y="4235118"/>
            <a:ext cx="407623" cy="265429"/>
          </a:xfrm>
          <a:prstGeom prst="rect">
            <a:avLst/>
          </a:prstGeom>
        </p:spPr>
      </p:pic>
      <p:pic>
        <p:nvPicPr>
          <p:cNvPr id="68" name="Picture 67" descr="5_8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38110" y="4235118"/>
            <a:ext cx="720450" cy="265429"/>
          </a:xfrm>
          <a:prstGeom prst="rect">
            <a:avLst/>
          </a:prstGeom>
        </p:spPr>
      </p:pic>
      <p:pic>
        <p:nvPicPr>
          <p:cNvPr id="69" name="Picture 68" descr="388_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012354" y="4235118"/>
            <a:ext cx="876864" cy="265429"/>
          </a:xfrm>
          <a:prstGeom prst="rect">
            <a:avLst/>
          </a:prstGeom>
        </p:spPr>
      </p:pic>
      <p:pic>
        <p:nvPicPr>
          <p:cNvPr id="70" name="Picture 69" descr="14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567967" y="4617783"/>
            <a:ext cx="407623" cy="265429"/>
          </a:xfrm>
          <a:prstGeom prst="rect">
            <a:avLst/>
          </a:prstGeom>
        </p:spPr>
      </p:pic>
      <p:pic>
        <p:nvPicPr>
          <p:cNvPr id="71" name="Picture 70" descr="6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0238110" y="4617783"/>
            <a:ext cx="720450" cy="265429"/>
          </a:xfrm>
          <a:prstGeom prst="rect">
            <a:avLst/>
          </a:prstGeom>
        </p:spPr>
      </p:pic>
      <p:pic>
        <p:nvPicPr>
          <p:cNvPr id="72" name="Picture 71" descr="358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1012354" y="4617783"/>
            <a:ext cx="876864" cy="265429"/>
          </a:xfrm>
          <a:prstGeom prst="rect">
            <a:avLst/>
          </a:prstGeom>
        </p:spPr>
      </p:pic>
      <p:pic>
        <p:nvPicPr>
          <p:cNvPr id="73" name="Picture 72" descr="1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9567967" y="5000448"/>
            <a:ext cx="407623" cy="265429"/>
          </a:xfrm>
          <a:prstGeom prst="rect">
            <a:avLst/>
          </a:prstGeom>
        </p:spPr>
      </p:pic>
      <p:pic>
        <p:nvPicPr>
          <p:cNvPr id="74" name="Picture 73" descr="5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38110" y="5000448"/>
            <a:ext cx="720450" cy="265429"/>
          </a:xfrm>
          <a:prstGeom prst="rect">
            <a:avLst/>
          </a:prstGeom>
        </p:spPr>
      </p:pic>
      <p:pic>
        <p:nvPicPr>
          <p:cNvPr id="75" name="Picture 74" descr="248_4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11012354" y="5000448"/>
            <a:ext cx="876864" cy="265429"/>
          </a:xfrm>
          <a:prstGeom prst="rect">
            <a:avLst/>
          </a:prstGeom>
        </p:spPr>
      </p:pic>
      <p:pic>
        <p:nvPicPr>
          <p:cNvPr id="76" name="Picture 75" descr="8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46174" y="5383113"/>
            <a:ext cx="251210" cy="265429"/>
          </a:xfrm>
          <a:prstGeom prst="rect">
            <a:avLst/>
          </a:prstGeom>
        </p:spPr>
      </p:pic>
      <p:pic>
        <p:nvPicPr>
          <p:cNvPr id="77" name="Picture 76" descr="6_7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238110" y="5383113"/>
            <a:ext cx="720450" cy="265429"/>
          </a:xfrm>
          <a:prstGeom prst="rect">
            <a:avLst/>
          </a:prstGeom>
        </p:spPr>
      </p:pic>
      <p:pic>
        <p:nvPicPr>
          <p:cNvPr id="78" name="Picture 77" descr="201_2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012354" y="5383113"/>
            <a:ext cx="876864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9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294663"/>
            <a:ext cx="564037" cy="265429"/>
          </a:xfrm>
          <a:prstGeom prst="rect">
            <a:avLst/>
          </a:prstGeom>
        </p:spPr>
      </p:pic>
      <p:pic>
        <p:nvPicPr>
          <p:cNvPr id="18" name="Picture 17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294663"/>
            <a:ext cx="720450" cy="265429"/>
          </a:xfrm>
          <a:prstGeom prst="rect">
            <a:avLst/>
          </a:prstGeom>
        </p:spPr>
      </p:pic>
      <p:pic>
        <p:nvPicPr>
          <p:cNvPr id="19" name="Picture 18" descr="201_2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39593" y="1294663"/>
            <a:ext cx="876864" cy="265429"/>
          </a:xfrm>
          <a:prstGeom prst="rect">
            <a:avLst/>
          </a:prstGeom>
        </p:spPr>
      </p:pic>
      <p:pic>
        <p:nvPicPr>
          <p:cNvPr id="20" name="Picture 19" descr="1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49715" y="1542618"/>
            <a:ext cx="564037" cy="265429"/>
          </a:xfrm>
          <a:prstGeom prst="rect">
            <a:avLst/>
          </a:prstGeom>
        </p:spPr>
      </p:pic>
      <p:pic>
        <p:nvPicPr>
          <p:cNvPr id="21" name="Picture 20" descr="6_7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94654" y="1542618"/>
            <a:ext cx="720450" cy="265429"/>
          </a:xfrm>
          <a:prstGeom prst="rect">
            <a:avLst/>
          </a:prstGeom>
        </p:spPr>
      </p:pic>
      <p:pic>
        <p:nvPicPr>
          <p:cNvPr id="22" name="Picture 21" descr="14_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17800" y="1542618"/>
            <a:ext cx="720450" cy="265429"/>
          </a:xfrm>
          <a:prstGeom prst="rect">
            <a:avLst/>
          </a:prstGeom>
        </p:spPr>
      </p:pic>
      <p:pic>
        <p:nvPicPr>
          <p:cNvPr id="23" name="Picture 22" descr="10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49715" y="1790573"/>
            <a:ext cx="564037" cy="265429"/>
          </a:xfrm>
          <a:prstGeom prst="rect">
            <a:avLst/>
          </a:prstGeom>
        </p:spPr>
      </p:pic>
      <p:pic>
        <p:nvPicPr>
          <p:cNvPr id="24" name="Picture 23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694654" y="1790573"/>
            <a:ext cx="720450" cy="265429"/>
          </a:xfrm>
          <a:prstGeom prst="rect">
            <a:avLst/>
          </a:prstGeom>
        </p:spPr>
      </p:pic>
      <p:pic>
        <p:nvPicPr>
          <p:cNvPr id="25" name="Picture 24" descr="358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39593" y="1790573"/>
            <a:ext cx="876864" cy="265429"/>
          </a:xfrm>
          <a:prstGeom prst="rect">
            <a:avLst/>
          </a:prstGeom>
        </p:spPr>
      </p:pic>
      <p:pic>
        <p:nvPicPr>
          <p:cNvPr id="26" name="Picture 25" descr="104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449715" y="2038528"/>
            <a:ext cx="564037" cy="265429"/>
          </a:xfrm>
          <a:prstGeom prst="rect">
            <a:avLst/>
          </a:prstGeom>
        </p:spPr>
      </p:pic>
      <p:pic>
        <p:nvPicPr>
          <p:cNvPr id="27" name="Picture 26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038528"/>
            <a:ext cx="720450" cy="265429"/>
          </a:xfrm>
          <a:prstGeom prst="rect">
            <a:avLst/>
          </a:prstGeom>
        </p:spPr>
      </p:pic>
      <p:pic>
        <p:nvPicPr>
          <p:cNvPr id="28" name="Picture 27" descr="2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17800" y="2038528"/>
            <a:ext cx="720450" cy="265429"/>
          </a:xfrm>
          <a:prstGeom prst="rect">
            <a:avLst/>
          </a:prstGeom>
        </p:spPr>
      </p:pic>
      <p:pic>
        <p:nvPicPr>
          <p:cNvPr id="29" name="Picture 28" descr="10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449715" y="2286483"/>
            <a:ext cx="564037" cy="265429"/>
          </a:xfrm>
          <a:prstGeom prst="rect">
            <a:avLst/>
          </a:prstGeom>
        </p:spPr>
      </p:pic>
      <p:pic>
        <p:nvPicPr>
          <p:cNvPr id="30" name="Picture 2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94654" y="2286483"/>
            <a:ext cx="720450" cy="265429"/>
          </a:xfrm>
          <a:prstGeom prst="rect">
            <a:avLst/>
          </a:prstGeom>
        </p:spPr>
      </p:pic>
      <p:pic>
        <p:nvPicPr>
          <p:cNvPr id="31" name="Picture 30" descr="42_3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017800" y="2286483"/>
            <a:ext cx="720450" cy="265429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33" name="Picture 32" descr="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428697" y="3218713"/>
            <a:ext cx="251210" cy="265429"/>
          </a:xfrm>
          <a:prstGeom prst="rect">
            <a:avLst/>
          </a:prstGeom>
        </p:spPr>
      </p:pic>
      <p:pic>
        <p:nvPicPr>
          <p:cNvPr id="34" name="Picture 33" descr="6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788195" y="3218713"/>
            <a:ext cx="720450" cy="265429"/>
          </a:xfrm>
          <a:prstGeom prst="rect">
            <a:avLst/>
          </a:prstGeom>
        </p:spPr>
      </p:pic>
      <p:pic>
        <p:nvPicPr>
          <p:cNvPr id="35" name="Picture 34" descr="133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304107" y="3218713"/>
            <a:ext cx="876864" cy="265429"/>
          </a:xfrm>
          <a:prstGeom prst="rect">
            <a:avLst/>
          </a:prstGeom>
        </p:spPr>
      </p:pic>
      <p:pic>
        <p:nvPicPr>
          <p:cNvPr id="36" name="Picture 35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466668"/>
            <a:ext cx="251210" cy="265429"/>
          </a:xfrm>
          <a:prstGeom prst="rect">
            <a:avLst/>
          </a:prstGeom>
        </p:spPr>
      </p:pic>
      <p:pic>
        <p:nvPicPr>
          <p:cNvPr id="37" name="Picture 36" descr="7_3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788195" y="3466668"/>
            <a:ext cx="720450" cy="265429"/>
          </a:xfrm>
          <a:prstGeom prst="rect">
            <a:avLst/>
          </a:prstGeom>
        </p:spPr>
      </p:pic>
      <p:pic>
        <p:nvPicPr>
          <p:cNvPr id="38" name="Picture 37" descr="104_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304107" y="3466668"/>
            <a:ext cx="876864" cy="265429"/>
          </a:xfrm>
          <a:prstGeom prst="rect">
            <a:avLst/>
          </a:prstGeom>
        </p:spPr>
      </p:pic>
      <p:pic>
        <p:nvPicPr>
          <p:cNvPr id="39" name="Picture 38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714623"/>
            <a:ext cx="251210" cy="265429"/>
          </a:xfrm>
          <a:prstGeom prst="rect">
            <a:avLst/>
          </a:prstGeom>
        </p:spPr>
      </p:pic>
      <p:pic>
        <p:nvPicPr>
          <p:cNvPr id="40" name="Picture 39" descr="7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788195" y="3714623"/>
            <a:ext cx="720450" cy="265429"/>
          </a:xfrm>
          <a:prstGeom prst="rect">
            <a:avLst/>
          </a:prstGeom>
        </p:spPr>
      </p:pic>
      <p:pic>
        <p:nvPicPr>
          <p:cNvPr id="41" name="Picture 40" descr="90_1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382314" y="3714623"/>
            <a:ext cx="720450" cy="265429"/>
          </a:xfrm>
          <a:prstGeom prst="rect">
            <a:avLst/>
          </a:prstGeom>
        </p:spPr>
      </p:pic>
      <p:pic>
        <p:nvPicPr>
          <p:cNvPr id="42" name="Picture 41" descr="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5428697" y="3962578"/>
            <a:ext cx="251210" cy="265429"/>
          </a:xfrm>
          <a:prstGeom prst="rect">
            <a:avLst/>
          </a:prstGeom>
        </p:spPr>
      </p:pic>
      <p:pic>
        <p:nvPicPr>
          <p:cNvPr id="43" name="Picture 42" descr="5_1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788195" y="3962578"/>
            <a:ext cx="720450" cy="265429"/>
          </a:xfrm>
          <a:prstGeom prst="rect">
            <a:avLst/>
          </a:prstGeom>
        </p:spPr>
      </p:pic>
      <p:pic>
        <p:nvPicPr>
          <p:cNvPr id="44" name="Picture 43" descr="89_7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382314" y="3962578"/>
            <a:ext cx="720450" cy="265429"/>
          </a:xfrm>
          <a:prstGeom prst="rect">
            <a:avLst/>
          </a:prstGeom>
        </p:spPr>
      </p:pic>
      <p:pic>
        <p:nvPicPr>
          <p:cNvPr id="45" name="Picture 44" descr="2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428697" y="4210533"/>
            <a:ext cx="251210" cy="265429"/>
          </a:xfrm>
          <a:prstGeom prst="rect">
            <a:avLst/>
          </a:prstGeom>
        </p:spPr>
      </p:pic>
      <p:pic>
        <p:nvPicPr>
          <p:cNvPr id="46" name="Picture 45" descr="5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7788195" y="4210533"/>
            <a:ext cx="720450" cy="265429"/>
          </a:xfrm>
          <a:prstGeom prst="rect">
            <a:avLst/>
          </a:prstGeom>
        </p:spPr>
      </p:pic>
      <p:pic>
        <p:nvPicPr>
          <p:cNvPr id="47" name="Picture 46" descr="62_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382314" y="4210533"/>
            <a:ext cx="720450" cy="26542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4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4_6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4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5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4_8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4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5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5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110" name="Picture 109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111" name="Picture 110" descr="__5_1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112" name="Picture 111" descr="__5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113" name="Picture 112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114" name="Picture 113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115" name="Picture 114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116" name="Picture 115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117" name="Picture 116" descr="__5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118" name="Picture 117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119" name="Picture 118" descr="__6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120" name="Picture 119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121" name="Picture 120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122" name="Picture 12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123" name="Picture 12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124" name="Picture 123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125" name="Picture 124" descr="__5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126" name="Picture 125" descr="__5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127" name="Picture 126" descr="__5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128" name="Picture 12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129" name="Picture 128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130" name="Picture 129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131" name="Picture 130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132" name="Picture 131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133" name="Picture 132" descr="__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134" name="Picture 133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135" name="Picture 134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136" name="Picture 135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137" name="Picture 136" descr="__6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138" name="Picture 137" descr="__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3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2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2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2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29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3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8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8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3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7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29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56_9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29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3_2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7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29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3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74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17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057970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225466" y="6050280"/>
            <a:ext cx="13779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523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3867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448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&amp; YoY Growth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44817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33950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29200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29200" y="2105025"/>
          <a:ext cx="3286125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8562975" y="1819275"/>
            <a:ext cx="34766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658225" y="1876425"/>
            <a:ext cx="328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Deviation from Regional Benchmark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658225" y="2363914"/>
            <a:ext cx="3286125" cy="86296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4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6" name="Chart 25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9" name="Chart 28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30" name="Rounded Rectangle 29"/>
          <p:cNvSpPr/>
          <p:nvPr/>
        </p:nvSpPr>
        <p:spPr>
          <a:xfrm>
            <a:off x="142875" y="5648325"/>
            <a:ext cx="3943350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Rounded Rectangle 30"/>
          <p:cNvSpPr/>
          <p:nvPr/>
        </p:nvSpPr>
        <p:spPr>
          <a:xfrm>
            <a:off x="4238625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8210550" y="5648325"/>
            <a:ext cx="38195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16505" y="2509837"/>
            <a:ext cx="183356" cy="266700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75557" y="2444876"/>
            <a:ext cx="251459" cy="36575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5080" y="4562475"/>
            <a:ext cx="183356" cy="266700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257175" y="596646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1606" y="5956680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3439102" y="596646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57175" y="613410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996845" y="6124320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3164341" y="613410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25291" y="6124320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492787" y="613410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35292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3775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405246" y="5966460"/>
            <a:ext cx="21479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352925" y="6134100"/>
            <a:ext cx="26243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in 2026; by 2036 that share 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25337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092833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8324850" y="588264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59880" y="58728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027376" y="5882640"/>
            <a:ext cx="1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324850" y="6050280"/>
            <a:ext cx="21004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 the Germany market grows to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373387" y="604050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40883" y="6050280"/>
            <a:ext cx="11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324850" y="6217920"/>
            <a:ext cx="7449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decade.</a:t>
            </a:r>
          </a:p>
        </p:txBody>
      </p:sp>
      <p:sp>
        <p:nvSpPr>
          <p:cNvPr id="62" name="lockshield_17"/>
          <p:cNvSpPr/>
          <p:nvPr/>
        </p:nvSpPr>
        <p:spPr>
          <a:xfrm>
            <a:off x="238125" y="2105025"/>
            <a:ext cx="444817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5029200" y="2105025"/>
            <a:ext cx="32861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6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lockshield_29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4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44_1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79615" y="1521650"/>
            <a:ext cx="876864" cy="265429"/>
          </a:xfrm>
          <a:prstGeom prst="rect">
            <a:avLst/>
          </a:prstGeom>
        </p:spPr>
      </p:pic>
      <p:pic>
        <p:nvPicPr>
          <p:cNvPr id="28" name="Picture 27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1521650"/>
            <a:ext cx="876864" cy="265429"/>
          </a:xfrm>
          <a:prstGeom prst="rect">
            <a:avLst/>
          </a:prstGeom>
        </p:spPr>
      </p:pic>
      <p:pic>
        <p:nvPicPr>
          <p:cNvPr id="29" name="Picture 28" descr="_376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87082" y="1521650"/>
            <a:ext cx="720450" cy="265429"/>
          </a:xfrm>
          <a:prstGeom prst="rect">
            <a:avLst/>
          </a:prstGeom>
        </p:spPr>
      </p:pic>
      <p:pic>
        <p:nvPicPr>
          <p:cNvPr id="30" name="Picture 29" descr="6_8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89376" y="1521650"/>
            <a:ext cx="720450" cy="265429"/>
          </a:xfrm>
          <a:prstGeom prst="rect">
            <a:avLst/>
          </a:prstGeom>
        </p:spPr>
      </p:pic>
      <p:pic>
        <p:nvPicPr>
          <p:cNvPr id="31" name="Picture 30" descr="15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79615" y="1861629"/>
            <a:ext cx="876864" cy="265429"/>
          </a:xfrm>
          <a:prstGeom prst="rect">
            <a:avLst/>
          </a:prstGeom>
        </p:spPr>
      </p:pic>
      <p:pic>
        <p:nvPicPr>
          <p:cNvPr id="32" name="Picture 31" descr="13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590923" y="1861629"/>
            <a:ext cx="876864" cy="265429"/>
          </a:xfrm>
          <a:prstGeom prst="rect">
            <a:avLst/>
          </a:prstGeom>
        </p:spPr>
      </p:pic>
      <p:pic>
        <p:nvPicPr>
          <p:cNvPr id="33" name="Picture 32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1861629"/>
            <a:ext cx="720450" cy="265429"/>
          </a:xfrm>
          <a:prstGeom prst="rect">
            <a:avLst/>
          </a:prstGeom>
        </p:spPr>
      </p:pic>
      <p:pic>
        <p:nvPicPr>
          <p:cNvPr id="34" name="Picture 33" descr="4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89376" y="1861629"/>
            <a:ext cx="720450" cy="265429"/>
          </a:xfrm>
          <a:prstGeom prst="rect">
            <a:avLst/>
          </a:prstGeom>
        </p:spPr>
      </p:pic>
      <p:pic>
        <p:nvPicPr>
          <p:cNvPr id="35" name="Picture 34" descr="11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79615" y="2201608"/>
            <a:ext cx="876864" cy="265429"/>
          </a:xfrm>
          <a:prstGeom prst="rect">
            <a:avLst/>
          </a:prstGeom>
        </p:spPr>
      </p:pic>
      <p:pic>
        <p:nvPicPr>
          <p:cNvPr id="36" name="Picture 35" descr="9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69130" y="2201608"/>
            <a:ext cx="720450" cy="265429"/>
          </a:xfrm>
          <a:prstGeom prst="rect">
            <a:avLst/>
          </a:prstGeom>
        </p:spPr>
      </p:pic>
      <p:pic>
        <p:nvPicPr>
          <p:cNvPr id="37" name="Picture 36" descr="_196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587082" y="2201608"/>
            <a:ext cx="720450" cy="265429"/>
          </a:xfrm>
          <a:prstGeom prst="rect">
            <a:avLst/>
          </a:prstGeom>
        </p:spPr>
      </p:pic>
      <p:pic>
        <p:nvPicPr>
          <p:cNvPr id="38" name="Picture 37" descr="3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89376" y="2201608"/>
            <a:ext cx="720450" cy="265429"/>
          </a:xfrm>
          <a:prstGeom prst="rect">
            <a:avLst/>
          </a:prstGeom>
        </p:spPr>
      </p:pic>
      <p:pic>
        <p:nvPicPr>
          <p:cNvPr id="39" name="Picture 38" descr="7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857822" y="2541587"/>
            <a:ext cx="720450" cy="265429"/>
          </a:xfrm>
          <a:prstGeom prst="rect">
            <a:avLst/>
          </a:prstGeom>
        </p:spPr>
      </p:pic>
      <p:pic>
        <p:nvPicPr>
          <p:cNvPr id="40" name="Picture 39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2541587"/>
            <a:ext cx="720450" cy="265429"/>
          </a:xfrm>
          <a:prstGeom prst="rect">
            <a:avLst/>
          </a:prstGeom>
        </p:spPr>
      </p:pic>
      <p:pic>
        <p:nvPicPr>
          <p:cNvPr id="41" name="Picture 40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2541587"/>
            <a:ext cx="564037" cy="265429"/>
          </a:xfrm>
          <a:prstGeom prst="rect">
            <a:avLst/>
          </a:prstGeom>
        </p:spPr>
      </p:pic>
      <p:pic>
        <p:nvPicPr>
          <p:cNvPr id="42" name="Picture 4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2541587"/>
            <a:ext cx="720450" cy="265429"/>
          </a:xfrm>
          <a:prstGeom prst="rect">
            <a:avLst/>
          </a:prstGeom>
        </p:spPr>
      </p:pic>
      <p:pic>
        <p:nvPicPr>
          <p:cNvPr id="43" name="Picture 42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2881566"/>
            <a:ext cx="876864" cy="265429"/>
          </a:xfrm>
          <a:prstGeom prst="rect">
            <a:avLst/>
          </a:prstGeom>
        </p:spPr>
      </p:pic>
      <p:pic>
        <p:nvPicPr>
          <p:cNvPr id="44" name="Picture 43" descr="13_4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90923" y="2881566"/>
            <a:ext cx="876864" cy="265429"/>
          </a:xfrm>
          <a:prstGeom prst="rect">
            <a:avLst/>
          </a:prstGeom>
        </p:spPr>
      </p:pic>
      <p:pic>
        <p:nvPicPr>
          <p:cNvPr id="45" name="Picture 44" descr="_17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5289" y="2881566"/>
            <a:ext cx="564037" cy="265429"/>
          </a:xfrm>
          <a:prstGeom prst="rect">
            <a:avLst/>
          </a:prstGeom>
        </p:spPr>
      </p:pic>
      <p:pic>
        <p:nvPicPr>
          <p:cNvPr id="46" name="Picture 45" descr="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89376" y="2881566"/>
            <a:ext cx="720450" cy="265429"/>
          </a:xfrm>
          <a:prstGeom prst="rect">
            <a:avLst/>
          </a:prstGeom>
        </p:spPr>
      </p:pic>
      <p:pic>
        <p:nvPicPr>
          <p:cNvPr id="47" name="Picture 46" descr="8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57822" y="3221545"/>
            <a:ext cx="720450" cy="265429"/>
          </a:xfrm>
          <a:prstGeom prst="rect">
            <a:avLst/>
          </a:prstGeom>
        </p:spPr>
      </p:pic>
      <p:pic>
        <p:nvPicPr>
          <p:cNvPr id="48" name="Picture 47" descr="8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69130" y="3221545"/>
            <a:ext cx="720450" cy="265429"/>
          </a:xfrm>
          <a:prstGeom prst="rect">
            <a:avLst/>
          </a:prstGeom>
        </p:spPr>
      </p:pic>
      <p:pic>
        <p:nvPicPr>
          <p:cNvPr id="49" name="Picture 48" descr="_53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65289" y="3221545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89376" y="3221545"/>
            <a:ext cx="720450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3" name="Picture 52" descr="44_2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79615" y="4407725"/>
            <a:ext cx="876864" cy="265429"/>
          </a:xfrm>
          <a:prstGeom prst="rect">
            <a:avLst/>
          </a:prstGeom>
        </p:spPr>
      </p:pic>
      <p:pic>
        <p:nvPicPr>
          <p:cNvPr id="54" name="Picture 53" descr="47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90923" y="4407725"/>
            <a:ext cx="876864" cy="265429"/>
          </a:xfrm>
          <a:prstGeom prst="rect">
            <a:avLst/>
          </a:prstGeom>
        </p:spPr>
      </p:pic>
      <p:pic>
        <p:nvPicPr>
          <p:cNvPr id="55" name="Picture 54" descr="_37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10587082" y="4407725"/>
            <a:ext cx="720450" cy="265429"/>
          </a:xfrm>
          <a:prstGeom prst="rect">
            <a:avLst/>
          </a:prstGeom>
        </p:spPr>
      </p:pic>
      <p:pic>
        <p:nvPicPr>
          <p:cNvPr id="56" name="Picture 55" descr="6_1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1389376" y="4407725"/>
            <a:ext cx="720450" cy="265429"/>
          </a:xfrm>
          <a:prstGeom prst="rect">
            <a:avLst/>
          </a:prstGeom>
        </p:spPr>
      </p:pic>
      <p:pic>
        <p:nvPicPr>
          <p:cNvPr id="57" name="Picture 56" descr="15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779615" y="4747704"/>
            <a:ext cx="876864" cy="265429"/>
          </a:xfrm>
          <a:prstGeom prst="rect">
            <a:avLst/>
          </a:prstGeom>
        </p:spPr>
      </p:pic>
      <p:pic>
        <p:nvPicPr>
          <p:cNvPr id="58" name="Picture 57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590923" y="4747704"/>
            <a:ext cx="876864" cy="265429"/>
          </a:xfrm>
          <a:prstGeom prst="rect">
            <a:avLst/>
          </a:prstGeom>
        </p:spPr>
      </p:pic>
      <p:pic>
        <p:nvPicPr>
          <p:cNvPr id="59" name="Picture 58" descr="_21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87082" y="4747704"/>
            <a:ext cx="720450" cy="265429"/>
          </a:xfrm>
          <a:prstGeom prst="rect">
            <a:avLst/>
          </a:prstGeom>
        </p:spPr>
      </p:pic>
      <p:pic>
        <p:nvPicPr>
          <p:cNvPr id="60" name="Picture 59" descr="3_7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11389376" y="4747704"/>
            <a:ext cx="720450" cy="265429"/>
          </a:xfrm>
          <a:prstGeom prst="rect">
            <a:avLst/>
          </a:prstGeom>
        </p:spPr>
      </p:pic>
      <p:pic>
        <p:nvPicPr>
          <p:cNvPr id="61" name="Picture 60" descr="11_1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8779615" y="5087683"/>
            <a:ext cx="876864" cy="265429"/>
          </a:xfrm>
          <a:prstGeom prst="rect">
            <a:avLst/>
          </a:prstGeom>
        </p:spPr>
      </p:pic>
      <p:pic>
        <p:nvPicPr>
          <p:cNvPr id="62" name="Picture 61" descr="9_2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9669130" y="5087683"/>
            <a:ext cx="720450" cy="265429"/>
          </a:xfrm>
          <a:prstGeom prst="rect">
            <a:avLst/>
          </a:prstGeom>
        </p:spPr>
      </p:pic>
      <p:pic>
        <p:nvPicPr>
          <p:cNvPr id="63" name="Picture 62" descr="_189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587082" y="5087683"/>
            <a:ext cx="720450" cy="265429"/>
          </a:xfrm>
          <a:prstGeom prst="rect">
            <a:avLst/>
          </a:prstGeom>
        </p:spPr>
      </p:pic>
      <p:pic>
        <p:nvPicPr>
          <p:cNvPr id="64" name="Picture 63" descr="3_3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389376" y="5087683"/>
            <a:ext cx="720450" cy="265429"/>
          </a:xfrm>
          <a:prstGeom prst="rect">
            <a:avLst/>
          </a:prstGeom>
        </p:spPr>
      </p:pic>
      <p:pic>
        <p:nvPicPr>
          <p:cNvPr id="65" name="Picture 64" descr="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8857822" y="5427662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669130" y="5427662"/>
            <a:ext cx="720450" cy="265429"/>
          </a:xfrm>
          <a:prstGeom prst="rect">
            <a:avLst/>
          </a:prstGeom>
        </p:spPr>
      </p:pic>
      <p:pic>
        <p:nvPicPr>
          <p:cNvPr id="67" name="Picture 66" descr="_3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65289" y="5427662"/>
            <a:ext cx="564037" cy="265429"/>
          </a:xfrm>
          <a:prstGeom prst="rect">
            <a:avLst/>
          </a:prstGeom>
        </p:spPr>
      </p:pic>
      <p:pic>
        <p:nvPicPr>
          <p:cNvPr id="68" name="Picture 67" descr="4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389376" y="5427662"/>
            <a:ext cx="720450" cy="265429"/>
          </a:xfrm>
          <a:prstGeom prst="rect">
            <a:avLst/>
          </a:prstGeom>
        </p:spPr>
      </p:pic>
      <p:pic>
        <p:nvPicPr>
          <p:cNvPr id="69" name="Picture 68" descr="13_2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779615" y="5767641"/>
            <a:ext cx="876864" cy="265429"/>
          </a:xfrm>
          <a:prstGeom prst="rect">
            <a:avLst/>
          </a:prstGeom>
        </p:spPr>
      </p:pic>
      <p:pic>
        <p:nvPicPr>
          <p:cNvPr id="70" name="Picture 69" descr="13_3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9590923" y="5767641"/>
            <a:ext cx="876864" cy="265429"/>
          </a:xfrm>
          <a:prstGeom prst="rect">
            <a:avLst/>
          </a:prstGeom>
        </p:spPr>
      </p:pic>
      <p:pic>
        <p:nvPicPr>
          <p:cNvPr id="71" name="Picture 70" descr="_1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0665289" y="5767641"/>
            <a:ext cx="564037" cy="265429"/>
          </a:xfrm>
          <a:prstGeom prst="rect">
            <a:avLst/>
          </a:prstGeom>
        </p:spPr>
      </p:pic>
      <p:pic>
        <p:nvPicPr>
          <p:cNvPr id="72" name="Picture 71" descr="5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89376" y="5767641"/>
            <a:ext cx="720450" cy="265429"/>
          </a:xfrm>
          <a:prstGeom prst="rect">
            <a:avLst/>
          </a:prstGeom>
        </p:spPr>
      </p:pic>
      <p:pic>
        <p:nvPicPr>
          <p:cNvPr id="73" name="Picture 72" descr="8_5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857822" y="6107620"/>
            <a:ext cx="720450" cy="265429"/>
          </a:xfrm>
          <a:prstGeom prst="rect">
            <a:avLst/>
          </a:prstGeom>
        </p:spPr>
      </p:pic>
      <p:pic>
        <p:nvPicPr>
          <p:cNvPr id="74" name="Picture 73" descr="9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669130" y="6107620"/>
            <a:ext cx="720450" cy="265429"/>
          </a:xfrm>
          <a:prstGeom prst="rect">
            <a:avLst/>
          </a:prstGeom>
        </p:spPr>
      </p:pic>
      <p:pic>
        <p:nvPicPr>
          <p:cNvPr id="75" name="Picture 74" descr="_54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665289" y="6107620"/>
            <a:ext cx="564037" cy="265429"/>
          </a:xfrm>
          <a:prstGeom prst="rect">
            <a:avLst/>
          </a:prstGeom>
        </p:spPr>
      </p:pic>
      <p:pic>
        <p:nvPicPr>
          <p:cNvPr id="76" name="Picture 75" descr="5_9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89376" y="6107620"/>
            <a:ext cx="720450" cy="265429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7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84191" y="1852294"/>
            <a:ext cx="876864" cy="265429"/>
          </a:xfrm>
          <a:prstGeom prst="rect">
            <a:avLst/>
          </a:prstGeom>
        </p:spPr>
      </p:pic>
      <p:pic>
        <p:nvPicPr>
          <p:cNvPr id="28" name="Picture 27" descr="56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732989" y="1852294"/>
            <a:ext cx="876864" cy="265429"/>
          </a:xfrm>
          <a:prstGeom prst="rect">
            <a:avLst/>
          </a:prstGeom>
        </p:spPr>
      </p:pic>
      <p:pic>
        <p:nvPicPr>
          <p:cNvPr id="29" name="Picture 28" descr="_14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60259" y="1852294"/>
            <a:ext cx="720450" cy="265429"/>
          </a:xfrm>
          <a:prstGeom prst="rect">
            <a:avLst/>
          </a:prstGeom>
        </p:spPr>
      </p:pic>
      <p:pic>
        <p:nvPicPr>
          <p:cNvPr id="30" name="Picture 29" descr="6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07148" y="1852294"/>
            <a:ext cx="720450" cy="265429"/>
          </a:xfrm>
          <a:prstGeom prst="rect">
            <a:avLst/>
          </a:prstGeom>
        </p:spPr>
      </p:pic>
      <p:pic>
        <p:nvPicPr>
          <p:cNvPr id="31" name="Picture 30" descr="32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984191" y="2467991"/>
            <a:ext cx="876864" cy="265429"/>
          </a:xfrm>
          <a:prstGeom prst="rect">
            <a:avLst/>
          </a:prstGeom>
        </p:spPr>
      </p:pic>
      <p:pic>
        <p:nvPicPr>
          <p:cNvPr id="32" name="Picture 31" descr="31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732989" y="2467991"/>
            <a:ext cx="876864" cy="265429"/>
          </a:xfrm>
          <a:prstGeom prst="rect">
            <a:avLst/>
          </a:prstGeom>
        </p:spPr>
      </p:pic>
      <p:pic>
        <p:nvPicPr>
          <p:cNvPr id="33" name="Picture 32" descr="_10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60259" y="2467991"/>
            <a:ext cx="720450" cy="265429"/>
          </a:xfrm>
          <a:prstGeom prst="rect">
            <a:avLst/>
          </a:prstGeom>
        </p:spPr>
      </p:pic>
      <p:pic>
        <p:nvPicPr>
          <p:cNvPr id="34" name="Picture 33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2467991"/>
            <a:ext cx="720450" cy="265429"/>
          </a:xfrm>
          <a:prstGeom prst="rect">
            <a:avLst/>
          </a:prstGeom>
        </p:spPr>
      </p:pic>
      <p:pic>
        <p:nvPicPr>
          <p:cNvPr id="35" name="Picture 34" descr="12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984191" y="3083687"/>
            <a:ext cx="876864" cy="265429"/>
          </a:xfrm>
          <a:prstGeom prst="rect">
            <a:avLst/>
          </a:prstGeom>
        </p:spPr>
      </p:pic>
      <p:pic>
        <p:nvPicPr>
          <p:cNvPr id="36" name="Picture 35" descr="12_3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732989" y="3083687"/>
            <a:ext cx="876864" cy="265429"/>
          </a:xfrm>
          <a:prstGeom prst="rect">
            <a:avLst/>
          </a:prstGeom>
        </p:spPr>
      </p:pic>
      <p:pic>
        <p:nvPicPr>
          <p:cNvPr id="37" name="Picture 36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3083687"/>
            <a:ext cx="564037" cy="265429"/>
          </a:xfrm>
          <a:prstGeom prst="rect">
            <a:avLst/>
          </a:prstGeom>
        </p:spPr>
      </p:pic>
      <p:pic>
        <p:nvPicPr>
          <p:cNvPr id="38" name="Picture 37" descr="5_6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07148" y="3083687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55_9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84191" y="4738370"/>
            <a:ext cx="876864" cy="265429"/>
          </a:xfrm>
          <a:prstGeom prst="rect">
            <a:avLst/>
          </a:prstGeom>
        </p:spPr>
      </p:pic>
      <p:pic>
        <p:nvPicPr>
          <p:cNvPr id="42" name="Picture 41" descr="57_3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732989" y="4738370"/>
            <a:ext cx="876864" cy="265429"/>
          </a:xfrm>
          <a:prstGeom prst="rect">
            <a:avLst/>
          </a:prstGeom>
        </p:spPr>
      </p:pic>
      <p:pic>
        <p:nvPicPr>
          <p:cNvPr id="43" name="Picture 42" descr="_139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60259" y="4738370"/>
            <a:ext cx="720450" cy="265429"/>
          </a:xfrm>
          <a:prstGeom prst="rect">
            <a:avLst/>
          </a:prstGeom>
        </p:spPr>
      </p:pic>
      <p:pic>
        <p:nvPicPr>
          <p:cNvPr id="44" name="Picture 43" descr="5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407148" y="4738370"/>
            <a:ext cx="720450" cy="265429"/>
          </a:xfrm>
          <a:prstGeom prst="rect">
            <a:avLst/>
          </a:prstGeom>
        </p:spPr>
      </p:pic>
      <p:pic>
        <p:nvPicPr>
          <p:cNvPr id="45" name="Picture 44" descr="31_3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84191" y="5354066"/>
            <a:ext cx="876864" cy="265429"/>
          </a:xfrm>
          <a:prstGeom prst="rect">
            <a:avLst/>
          </a:prstGeom>
        </p:spPr>
      </p:pic>
      <p:pic>
        <p:nvPicPr>
          <p:cNvPr id="46" name="Picture 45" descr="30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9732989" y="5354066"/>
            <a:ext cx="876864" cy="265429"/>
          </a:xfrm>
          <a:prstGeom prst="rect">
            <a:avLst/>
          </a:prstGeom>
        </p:spPr>
      </p:pic>
      <p:pic>
        <p:nvPicPr>
          <p:cNvPr id="47" name="Picture 46" descr="_99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38466" y="5354066"/>
            <a:ext cx="564037" cy="265429"/>
          </a:xfrm>
          <a:prstGeom prst="rect">
            <a:avLst/>
          </a:prstGeom>
        </p:spPr>
      </p:pic>
      <p:pic>
        <p:nvPicPr>
          <p:cNvPr id="48" name="Picture 47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354066"/>
            <a:ext cx="720450" cy="265429"/>
          </a:xfrm>
          <a:prstGeom prst="rect">
            <a:avLst/>
          </a:prstGeom>
        </p:spPr>
      </p:pic>
      <p:pic>
        <p:nvPicPr>
          <p:cNvPr id="49" name="Picture 48" descr="12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984191" y="5969762"/>
            <a:ext cx="876864" cy="265429"/>
          </a:xfrm>
          <a:prstGeom prst="rect">
            <a:avLst/>
          </a:prstGeom>
        </p:spPr>
      </p:pic>
      <p:pic>
        <p:nvPicPr>
          <p:cNvPr id="50" name="Picture 49" descr="12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9732989" y="5969762"/>
            <a:ext cx="876864" cy="265429"/>
          </a:xfrm>
          <a:prstGeom prst="rect">
            <a:avLst/>
          </a:prstGeom>
        </p:spPr>
      </p:pic>
      <p:pic>
        <p:nvPicPr>
          <p:cNvPr id="51" name="Picture 50" descr="_4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38466" y="5969762"/>
            <a:ext cx="564037" cy="265429"/>
          </a:xfrm>
          <a:prstGeom prst="rect">
            <a:avLst/>
          </a:prstGeom>
        </p:spPr>
      </p:pic>
      <p:pic>
        <p:nvPicPr>
          <p:cNvPr id="52" name="Picture 51" descr="4_9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07148" y="5969762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3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55416" y="1479153"/>
            <a:ext cx="876864" cy="265429"/>
          </a:xfrm>
          <a:prstGeom prst="rect">
            <a:avLst/>
          </a:prstGeom>
        </p:spPr>
      </p:pic>
      <p:pic>
        <p:nvPicPr>
          <p:cNvPr id="28" name="Picture 27" descr="32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11345" y="1479153"/>
            <a:ext cx="876864" cy="265429"/>
          </a:xfrm>
          <a:prstGeom prst="rect">
            <a:avLst/>
          </a:prstGeom>
        </p:spPr>
      </p:pic>
      <p:pic>
        <p:nvPicPr>
          <p:cNvPr id="29" name="Picture 28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1479153"/>
            <a:ext cx="720450" cy="265429"/>
          </a:xfrm>
          <a:prstGeom prst="rect">
            <a:avLst/>
          </a:prstGeom>
        </p:spPr>
      </p:pic>
      <p:pic>
        <p:nvPicPr>
          <p:cNvPr id="30" name="Picture 29" descr="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01410" y="1479153"/>
            <a:ext cx="720450" cy="265429"/>
          </a:xfrm>
          <a:prstGeom prst="rect">
            <a:avLst/>
          </a:prstGeom>
        </p:spPr>
      </p:pic>
      <p:pic>
        <p:nvPicPr>
          <p:cNvPr id="31" name="Picture 30" descr="21_4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55416" y="1734137"/>
            <a:ext cx="876864" cy="265429"/>
          </a:xfrm>
          <a:prstGeom prst="rect">
            <a:avLst/>
          </a:prstGeom>
        </p:spPr>
      </p:pic>
      <p:pic>
        <p:nvPicPr>
          <p:cNvPr id="32" name="Picture 31" descr="20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11345" y="1734137"/>
            <a:ext cx="876864" cy="265429"/>
          </a:xfrm>
          <a:prstGeom prst="rect">
            <a:avLst/>
          </a:prstGeom>
        </p:spPr>
      </p:pic>
      <p:pic>
        <p:nvPicPr>
          <p:cNvPr id="33" name="Picture 32" descr="_120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945481" y="1734137"/>
            <a:ext cx="720450" cy="265429"/>
          </a:xfrm>
          <a:prstGeom prst="rect">
            <a:avLst/>
          </a:prstGeom>
        </p:spPr>
      </p:pic>
      <p:pic>
        <p:nvPicPr>
          <p:cNvPr id="34" name="Picture 33" descr="5_3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01410" y="1734137"/>
            <a:ext cx="720450" cy="265429"/>
          </a:xfrm>
          <a:prstGeom prst="rect">
            <a:avLst/>
          </a:prstGeom>
        </p:spPr>
      </p:pic>
      <p:pic>
        <p:nvPicPr>
          <p:cNvPr id="35" name="Picture 34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1989121"/>
            <a:ext cx="876864" cy="265429"/>
          </a:xfrm>
          <a:prstGeom prst="rect">
            <a:avLst/>
          </a:prstGeom>
        </p:spPr>
      </p:pic>
      <p:pic>
        <p:nvPicPr>
          <p:cNvPr id="36" name="Picture 35" descr="13_1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11345" y="1989121"/>
            <a:ext cx="876864" cy="265429"/>
          </a:xfrm>
          <a:prstGeom prst="rect">
            <a:avLst/>
          </a:prstGeom>
        </p:spPr>
      </p:pic>
      <p:pic>
        <p:nvPicPr>
          <p:cNvPr id="37" name="Picture 36" descr="_167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945481" y="1989121"/>
            <a:ext cx="720450" cy="265429"/>
          </a:xfrm>
          <a:prstGeom prst="rect">
            <a:avLst/>
          </a:prstGeom>
        </p:spPr>
      </p:pic>
      <p:pic>
        <p:nvPicPr>
          <p:cNvPr id="38" name="Picture 37" descr="7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01410" y="1989121"/>
            <a:ext cx="720450" cy="265429"/>
          </a:xfrm>
          <a:prstGeom prst="rect">
            <a:avLst/>
          </a:prstGeom>
        </p:spPr>
      </p:pic>
      <p:pic>
        <p:nvPicPr>
          <p:cNvPr id="39" name="Picture 38" descr="6_1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633623" y="2244105"/>
            <a:ext cx="720450" cy="265429"/>
          </a:xfrm>
          <a:prstGeom prst="rect">
            <a:avLst/>
          </a:prstGeom>
        </p:spPr>
      </p:pic>
      <p:pic>
        <p:nvPicPr>
          <p:cNvPr id="40" name="Picture 39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789552" y="2244105"/>
            <a:ext cx="720450" cy="265429"/>
          </a:xfrm>
          <a:prstGeom prst="rect">
            <a:avLst/>
          </a:prstGeom>
        </p:spPr>
      </p:pic>
      <p:pic>
        <p:nvPicPr>
          <p:cNvPr id="41" name="Picture 40" descr="_66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023688" y="2244105"/>
            <a:ext cx="564037" cy="265429"/>
          </a:xfrm>
          <a:prstGeom prst="rect">
            <a:avLst/>
          </a:prstGeom>
        </p:spPr>
      </p:pic>
      <p:pic>
        <p:nvPicPr>
          <p:cNvPr id="42" name="Picture 41" descr="7_0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1410" y="2244105"/>
            <a:ext cx="720450" cy="265429"/>
          </a:xfrm>
          <a:prstGeom prst="rect">
            <a:avLst/>
          </a:prstGeom>
        </p:spPr>
      </p:pic>
      <p:pic>
        <p:nvPicPr>
          <p:cNvPr id="43" name="Picture 42" descr="8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3623" y="2499088"/>
            <a:ext cx="720450" cy="265429"/>
          </a:xfrm>
          <a:prstGeom prst="rect">
            <a:avLst/>
          </a:prstGeom>
        </p:spPr>
      </p:pic>
      <p:pic>
        <p:nvPicPr>
          <p:cNvPr id="44" name="Picture 43" descr="9_1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789552" y="2499088"/>
            <a:ext cx="720450" cy="265429"/>
          </a:xfrm>
          <a:prstGeom prst="rect">
            <a:avLst/>
          </a:prstGeom>
        </p:spPr>
      </p:pic>
      <p:pic>
        <p:nvPicPr>
          <p:cNvPr id="45" name="Picture 44" descr="_73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023688" y="2499088"/>
            <a:ext cx="564037" cy="265429"/>
          </a:xfrm>
          <a:prstGeom prst="rect">
            <a:avLst/>
          </a:prstGeom>
        </p:spPr>
      </p:pic>
      <p:pic>
        <p:nvPicPr>
          <p:cNvPr id="46" name="Picture 45" descr="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01410" y="2499088"/>
            <a:ext cx="720450" cy="265429"/>
          </a:xfrm>
          <a:prstGeom prst="rect">
            <a:avLst/>
          </a:prstGeom>
        </p:spPr>
      </p:pic>
      <p:pic>
        <p:nvPicPr>
          <p:cNvPr id="47" name="Picture 4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7555416" y="2754073"/>
            <a:ext cx="876864" cy="265429"/>
          </a:xfrm>
          <a:prstGeom prst="rect">
            <a:avLst/>
          </a:prstGeom>
        </p:spPr>
      </p:pic>
      <p:pic>
        <p:nvPicPr>
          <p:cNvPr id="48" name="Picture 47" descr="12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8711345" y="2754073"/>
            <a:ext cx="876864" cy="265429"/>
          </a:xfrm>
          <a:prstGeom prst="rect">
            <a:avLst/>
          </a:prstGeom>
        </p:spPr>
      </p:pic>
      <p:pic>
        <p:nvPicPr>
          <p:cNvPr id="49" name="Picture 48" descr="_56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023688" y="2754073"/>
            <a:ext cx="564037" cy="265429"/>
          </a:xfrm>
          <a:prstGeom prst="rect">
            <a:avLst/>
          </a:prstGeom>
        </p:spPr>
      </p:pic>
      <p:pic>
        <p:nvPicPr>
          <p:cNvPr id="50" name="Picture 49" descr="5_4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01410" y="2754073"/>
            <a:ext cx="720450" cy="265429"/>
          </a:xfrm>
          <a:prstGeom prst="rect">
            <a:avLst/>
          </a:prstGeom>
        </p:spPr>
      </p:pic>
      <p:pic>
        <p:nvPicPr>
          <p:cNvPr id="51" name="Picture 50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633623" y="3009057"/>
            <a:ext cx="720450" cy="265429"/>
          </a:xfrm>
          <a:prstGeom prst="rect">
            <a:avLst/>
          </a:prstGeom>
        </p:spPr>
      </p:pic>
      <p:pic>
        <p:nvPicPr>
          <p:cNvPr id="52" name="Picture 51" descr="3_6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8789552" y="3009057"/>
            <a:ext cx="720450" cy="265429"/>
          </a:xfrm>
          <a:prstGeom prst="rect">
            <a:avLst/>
          </a:prstGeom>
        </p:spPr>
      </p:pic>
      <p:pic>
        <p:nvPicPr>
          <p:cNvPr id="53" name="Picture 52" descr="_27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023688" y="3009057"/>
            <a:ext cx="564037" cy="265429"/>
          </a:xfrm>
          <a:prstGeom prst="rect">
            <a:avLst/>
          </a:prstGeom>
        </p:spPr>
      </p:pic>
      <p:pic>
        <p:nvPicPr>
          <p:cNvPr id="54" name="Picture 53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3009057"/>
            <a:ext cx="720450" cy="265429"/>
          </a:xfrm>
          <a:prstGeom prst="rect">
            <a:avLst/>
          </a:prstGeom>
        </p:spPr>
      </p:pic>
      <p:pic>
        <p:nvPicPr>
          <p:cNvPr id="55" name="Picture 54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7633623" y="3264041"/>
            <a:ext cx="720450" cy="265429"/>
          </a:xfrm>
          <a:prstGeom prst="rect">
            <a:avLst/>
          </a:prstGeom>
        </p:spPr>
      </p:pic>
      <p:pic>
        <p:nvPicPr>
          <p:cNvPr id="56" name="Picture 55" descr="3_2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789552" y="3264041"/>
            <a:ext cx="720450" cy="265429"/>
          </a:xfrm>
          <a:prstGeom prst="rect">
            <a:avLst/>
          </a:prstGeom>
        </p:spPr>
      </p:pic>
      <p:pic>
        <p:nvPicPr>
          <p:cNvPr id="57" name="Picture 56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3264041"/>
            <a:ext cx="407623" cy="265429"/>
          </a:xfrm>
          <a:prstGeom prst="rect">
            <a:avLst/>
          </a:prstGeom>
        </p:spPr>
      </p:pic>
      <p:pic>
        <p:nvPicPr>
          <p:cNvPr id="58" name="Picture 57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101410" y="3264041"/>
            <a:ext cx="720450" cy="265429"/>
          </a:xfrm>
          <a:prstGeom prst="rect">
            <a:avLst/>
          </a:prstGeom>
        </p:spPr>
      </p:pic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61" name="Picture 60" descr="33_5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7555416" y="4365228"/>
            <a:ext cx="876864" cy="265429"/>
          </a:xfrm>
          <a:prstGeom prst="rect">
            <a:avLst/>
          </a:prstGeom>
        </p:spPr>
      </p:pic>
      <p:pic>
        <p:nvPicPr>
          <p:cNvPr id="62" name="Picture 61" descr="32_5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711345" y="4365228"/>
            <a:ext cx="876864" cy="265429"/>
          </a:xfrm>
          <a:prstGeom prst="rect">
            <a:avLst/>
          </a:prstGeom>
        </p:spPr>
      </p:pic>
      <p:pic>
        <p:nvPicPr>
          <p:cNvPr id="63" name="Picture 62" descr="_103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945481" y="4365228"/>
            <a:ext cx="720450" cy="265429"/>
          </a:xfrm>
          <a:prstGeom prst="rect">
            <a:avLst/>
          </a:prstGeom>
        </p:spPr>
      </p:pic>
      <p:pic>
        <p:nvPicPr>
          <p:cNvPr id="64" name="Picture 63" descr="5_0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01410" y="4365228"/>
            <a:ext cx="720450" cy="265429"/>
          </a:xfrm>
          <a:prstGeom prst="rect">
            <a:avLst/>
          </a:prstGeom>
        </p:spPr>
      </p:pic>
      <p:pic>
        <p:nvPicPr>
          <p:cNvPr id="65" name="Picture 64" descr="21_8_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7555416" y="4620212"/>
            <a:ext cx="876864" cy="265429"/>
          </a:xfrm>
          <a:prstGeom prst="rect">
            <a:avLst/>
          </a:prstGeom>
        </p:spPr>
      </p:pic>
      <p:pic>
        <p:nvPicPr>
          <p:cNvPr id="66" name="Picture 65" descr="20_6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711345" y="4620212"/>
            <a:ext cx="876864" cy="265429"/>
          </a:xfrm>
          <a:prstGeom prst="rect">
            <a:avLst/>
          </a:prstGeom>
        </p:spPr>
      </p:pic>
      <p:pic>
        <p:nvPicPr>
          <p:cNvPr id="67" name="Picture 66" descr="_121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945481" y="4620212"/>
            <a:ext cx="720450" cy="265429"/>
          </a:xfrm>
          <a:prstGeom prst="rect">
            <a:avLst/>
          </a:prstGeom>
        </p:spPr>
      </p:pic>
      <p:pic>
        <p:nvPicPr>
          <p:cNvPr id="68" name="Picture 67" descr="4_7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1101410" y="4620212"/>
            <a:ext cx="720450" cy="265429"/>
          </a:xfrm>
          <a:prstGeom prst="rect">
            <a:avLst/>
          </a:prstGeom>
        </p:spPr>
      </p:pic>
      <p:pic>
        <p:nvPicPr>
          <p:cNvPr id="69" name="Picture 68" descr="11_1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7555416" y="4875195"/>
            <a:ext cx="876864" cy="265429"/>
          </a:xfrm>
          <a:prstGeom prst="rect">
            <a:avLst/>
          </a:prstGeom>
        </p:spPr>
      </p:pic>
      <p:pic>
        <p:nvPicPr>
          <p:cNvPr id="70" name="Picture 69" descr="12_7_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8711345" y="4875195"/>
            <a:ext cx="876864" cy="265429"/>
          </a:xfrm>
          <a:prstGeom prst="rect">
            <a:avLst/>
          </a:prstGeom>
        </p:spPr>
      </p:pic>
      <p:pic>
        <p:nvPicPr>
          <p:cNvPr id="71" name="Picture 70" descr="_163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9945481" y="4875195"/>
            <a:ext cx="720450" cy="265429"/>
          </a:xfrm>
          <a:prstGeom prst="rect">
            <a:avLst/>
          </a:prstGeom>
        </p:spPr>
      </p:pic>
      <p:pic>
        <p:nvPicPr>
          <p:cNvPr id="72" name="Picture 71" descr="6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101410" y="4875195"/>
            <a:ext cx="720450" cy="265429"/>
          </a:xfrm>
          <a:prstGeom prst="rect">
            <a:avLst/>
          </a:prstGeom>
        </p:spPr>
      </p:pic>
      <p:pic>
        <p:nvPicPr>
          <p:cNvPr id="73" name="Picture 72" descr="5_9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633623" y="5130180"/>
            <a:ext cx="720450" cy="265429"/>
          </a:xfrm>
          <a:prstGeom prst="rect">
            <a:avLst/>
          </a:prstGeom>
        </p:spPr>
      </p:pic>
      <p:pic>
        <p:nvPicPr>
          <p:cNvPr id="74" name="Picture 73" descr="6_5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789552" y="5130180"/>
            <a:ext cx="720450" cy="265429"/>
          </a:xfrm>
          <a:prstGeom prst="rect">
            <a:avLst/>
          </a:prstGeom>
        </p:spPr>
      </p:pic>
      <p:pic>
        <p:nvPicPr>
          <p:cNvPr id="75" name="Picture 74" descr="_64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10023688" y="5130180"/>
            <a:ext cx="564037" cy="265429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1101410" y="5130180"/>
            <a:ext cx="720450" cy="265429"/>
          </a:xfrm>
          <a:prstGeom prst="rect">
            <a:avLst/>
          </a:prstGeom>
        </p:spPr>
      </p:pic>
      <p:pic>
        <p:nvPicPr>
          <p:cNvPr id="77" name="Picture 76" descr="8_9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7633623" y="5385164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789552" y="5385164"/>
            <a:ext cx="720450" cy="265429"/>
          </a:xfrm>
          <a:prstGeom prst="rect">
            <a:avLst/>
          </a:prstGeom>
        </p:spPr>
      </p:pic>
      <p:pic>
        <p:nvPicPr>
          <p:cNvPr id="79" name="Picture 78" descr="_78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10023688" y="5385164"/>
            <a:ext cx="564037" cy="265429"/>
          </a:xfrm>
          <a:prstGeom prst="rect">
            <a:avLst/>
          </a:prstGeom>
        </p:spPr>
      </p:pic>
      <p:pic>
        <p:nvPicPr>
          <p:cNvPr id="80" name="Picture 79" descr="6_2_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1101410" y="5385164"/>
            <a:ext cx="720450" cy="265429"/>
          </a:xfrm>
          <a:prstGeom prst="rect">
            <a:avLst/>
          </a:prstGeom>
        </p:spPr>
      </p:pic>
      <p:pic>
        <p:nvPicPr>
          <p:cNvPr id="81" name="Picture 80" descr="11_5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5416" y="5640148"/>
            <a:ext cx="876864" cy="265429"/>
          </a:xfrm>
          <a:prstGeom prst="rect">
            <a:avLst/>
          </a:prstGeom>
        </p:spPr>
      </p:pic>
      <p:pic>
        <p:nvPicPr>
          <p:cNvPr id="82" name="Picture 81" descr="11_0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8711345" y="5640148"/>
            <a:ext cx="876864" cy="265429"/>
          </a:xfrm>
          <a:prstGeom prst="rect">
            <a:avLst/>
          </a:prstGeom>
        </p:spPr>
      </p:pic>
      <p:pic>
        <p:nvPicPr>
          <p:cNvPr id="83" name="Picture 82" descr="_51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10023688" y="5640148"/>
            <a:ext cx="564037" cy="265429"/>
          </a:xfrm>
          <a:prstGeom prst="rect">
            <a:avLst/>
          </a:prstGeom>
        </p:spPr>
      </p:pic>
      <p:pic>
        <p:nvPicPr>
          <p:cNvPr id="84" name="Picture 83" descr="4_8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11101410" y="5640148"/>
            <a:ext cx="720450" cy="265429"/>
          </a:xfrm>
          <a:prstGeom prst="rect">
            <a:avLst/>
          </a:prstGeom>
        </p:spPr>
      </p:pic>
      <p:pic>
        <p:nvPicPr>
          <p:cNvPr id="85" name="Picture 84" descr="4_2_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7633623" y="5895132"/>
            <a:ext cx="720450" cy="265429"/>
          </a:xfrm>
          <a:prstGeom prst="rect">
            <a:avLst/>
          </a:prstGeom>
        </p:spPr>
      </p:pic>
      <p:pic>
        <p:nvPicPr>
          <p:cNvPr id="86" name="Picture 85" descr="3_9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789552" y="5895132"/>
            <a:ext cx="720450" cy="265429"/>
          </a:xfrm>
          <a:prstGeom prst="rect">
            <a:avLst/>
          </a:prstGeom>
        </p:spPr>
      </p:pic>
      <p:pic>
        <p:nvPicPr>
          <p:cNvPr id="87" name="Picture 86" descr="_29_605E5C.png"/>
          <p:cNvPicPr>
            <a:picLocks noChangeAspect="1"/>
          </p:cNvPicPr>
          <p:nvPr/>
        </p:nvPicPr>
        <p:blipFill>
          <a:blip r:embed="rId59"/>
          <a:stretch>
            <a:fillRect/>
          </a:stretch>
        </p:blipFill>
        <p:spPr>
          <a:xfrm>
            <a:off x="10023688" y="5895132"/>
            <a:ext cx="564037" cy="265429"/>
          </a:xfrm>
          <a:prstGeom prst="rect">
            <a:avLst/>
          </a:prstGeom>
        </p:spPr>
      </p:pic>
      <p:pic>
        <p:nvPicPr>
          <p:cNvPr id="88" name="Picture 87" descr="4_5__605E5C.png"/>
          <p:cNvPicPr>
            <a:picLocks noChangeAspect="1"/>
          </p:cNvPicPr>
          <p:nvPr/>
        </p:nvPicPr>
        <p:blipFill>
          <a:blip r:embed="rId60"/>
          <a:stretch>
            <a:fillRect/>
          </a:stretch>
        </p:blipFill>
        <p:spPr>
          <a:xfrm>
            <a:off x="11101410" y="5895132"/>
            <a:ext cx="720450" cy="265429"/>
          </a:xfrm>
          <a:prstGeom prst="rect">
            <a:avLst/>
          </a:prstGeom>
        </p:spPr>
      </p:pic>
      <p:pic>
        <p:nvPicPr>
          <p:cNvPr id="89" name="Picture 88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7633623" y="6150116"/>
            <a:ext cx="720450" cy="265429"/>
          </a:xfrm>
          <a:prstGeom prst="rect">
            <a:avLst/>
          </a:prstGeom>
        </p:spPr>
      </p:pic>
      <p:pic>
        <p:nvPicPr>
          <p:cNvPr id="90" name="Picture 89" descr="3_1__605E5C.png"/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8789552" y="6150116"/>
            <a:ext cx="720450" cy="265429"/>
          </a:xfrm>
          <a:prstGeom prst="rect">
            <a:avLst/>
          </a:prstGeom>
        </p:spPr>
      </p:pic>
      <p:pic>
        <p:nvPicPr>
          <p:cNvPr id="91" name="Picture 90" descr="_2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101895" y="6150116"/>
            <a:ext cx="407623" cy="265429"/>
          </a:xfrm>
          <a:prstGeom prst="rect">
            <a:avLst/>
          </a:prstGeom>
        </p:spPr>
      </p:pic>
      <p:pic>
        <p:nvPicPr>
          <p:cNvPr id="92" name="Picture 91" descr="5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01410" y="6150116"/>
            <a:ext cx="720450" cy="265429"/>
          </a:xfrm>
          <a:prstGeom prst="rect">
            <a:avLst/>
          </a:prstGeom>
        </p:spPr>
      </p:pic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9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21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3147" y="1497366"/>
            <a:ext cx="876864" cy="265429"/>
          </a:xfrm>
          <a:prstGeom prst="rect">
            <a:avLst/>
          </a:prstGeom>
        </p:spPr>
      </p:pic>
      <p:pic>
        <p:nvPicPr>
          <p:cNvPr id="28" name="Picture 27" descr="20_4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472322" y="1497366"/>
            <a:ext cx="876864" cy="265429"/>
          </a:xfrm>
          <a:prstGeom prst="rect">
            <a:avLst/>
          </a:prstGeom>
        </p:spPr>
      </p:pic>
      <p:pic>
        <p:nvPicPr>
          <p:cNvPr id="29" name="Picture 28" descr="_138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522639" y="1497366"/>
            <a:ext cx="720450" cy="265429"/>
          </a:xfrm>
          <a:prstGeom prst="rect">
            <a:avLst/>
          </a:prstGeom>
        </p:spPr>
      </p:pic>
      <p:pic>
        <p:nvPicPr>
          <p:cNvPr id="30" name="Picture 29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1497366"/>
            <a:ext cx="720450" cy="265429"/>
          </a:xfrm>
          <a:prstGeom prst="rect">
            <a:avLst/>
          </a:prstGeom>
        </p:spPr>
      </p:pic>
      <p:pic>
        <p:nvPicPr>
          <p:cNvPr id="31" name="Picture 30" descr="16_6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613147" y="1788777"/>
            <a:ext cx="876864" cy="265429"/>
          </a:xfrm>
          <a:prstGeom prst="rect">
            <a:avLst/>
          </a:prstGeom>
        </p:spPr>
      </p:pic>
      <p:pic>
        <p:nvPicPr>
          <p:cNvPr id="32" name="Picture 31" descr="17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472322" y="1788777"/>
            <a:ext cx="876864" cy="265429"/>
          </a:xfrm>
          <a:prstGeom prst="rect">
            <a:avLst/>
          </a:prstGeom>
        </p:spPr>
      </p:pic>
      <p:pic>
        <p:nvPicPr>
          <p:cNvPr id="33" name="Picture 32" descr="_8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00846" y="1788777"/>
            <a:ext cx="564037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72267" y="1788777"/>
            <a:ext cx="720450" cy="265429"/>
          </a:xfrm>
          <a:prstGeom prst="rect">
            <a:avLst/>
          </a:prstGeom>
        </p:spPr>
      </p:pic>
      <p:pic>
        <p:nvPicPr>
          <p:cNvPr id="35" name="Picture 34" descr="14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613147" y="2080188"/>
            <a:ext cx="876864" cy="265429"/>
          </a:xfrm>
          <a:prstGeom prst="rect">
            <a:avLst/>
          </a:prstGeom>
        </p:spPr>
      </p:pic>
      <p:pic>
        <p:nvPicPr>
          <p:cNvPr id="36" name="Picture 35" descr="14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472322" y="2080188"/>
            <a:ext cx="876864" cy="265429"/>
          </a:xfrm>
          <a:prstGeom prst="rect">
            <a:avLst/>
          </a:prstGeom>
        </p:spPr>
      </p:pic>
      <p:pic>
        <p:nvPicPr>
          <p:cNvPr id="37" name="Picture 3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2080188"/>
            <a:ext cx="564037" cy="265429"/>
          </a:xfrm>
          <a:prstGeom prst="rect">
            <a:avLst/>
          </a:prstGeom>
        </p:spPr>
      </p:pic>
      <p:pic>
        <p:nvPicPr>
          <p:cNvPr id="38" name="Picture 37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2080188"/>
            <a:ext cx="720450" cy="265429"/>
          </a:xfrm>
          <a:prstGeom prst="rect">
            <a:avLst/>
          </a:prstGeom>
        </p:spPr>
      </p:pic>
      <p:pic>
        <p:nvPicPr>
          <p:cNvPr id="39" name="Picture 38" descr="20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613147" y="2371599"/>
            <a:ext cx="876864" cy="265429"/>
          </a:xfrm>
          <a:prstGeom prst="rect">
            <a:avLst/>
          </a:prstGeom>
        </p:spPr>
      </p:pic>
      <p:pic>
        <p:nvPicPr>
          <p:cNvPr id="40" name="Picture 39" descr="22_7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472322" y="2371599"/>
            <a:ext cx="876864" cy="265429"/>
          </a:xfrm>
          <a:prstGeom prst="rect">
            <a:avLst/>
          </a:prstGeom>
        </p:spPr>
      </p:pic>
      <p:pic>
        <p:nvPicPr>
          <p:cNvPr id="41" name="Picture 40" descr="_200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522639" y="2371599"/>
            <a:ext cx="720450" cy="265429"/>
          </a:xfrm>
          <a:prstGeom prst="rect">
            <a:avLst/>
          </a:prstGeom>
        </p:spPr>
      </p:pic>
      <p:pic>
        <p:nvPicPr>
          <p:cNvPr id="42" name="Picture 41" descr="6_9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72267" y="2371599"/>
            <a:ext cx="720450" cy="265429"/>
          </a:xfrm>
          <a:prstGeom prst="rect">
            <a:avLst/>
          </a:prstGeom>
        </p:spPr>
      </p:pic>
      <p:pic>
        <p:nvPicPr>
          <p:cNvPr id="43" name="Picture 42" descr="10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613147" y="2663010"/>
            <a:ext cx="876864" cy="265429"/>
          </a:xfrm>
          <a:prstGeom prst="rect">
            <a:avLst/>
          </a:prstGeom>
        </p:spPr>
      </p:pic>
      <p:pic>
        <p:nvPicPr>
          <p:cNvPr id="44" name="Picture 43" descr="8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550529" y="2663010"/>
            <a:ext cx="720450" cy="265429"/>
          </a:xfrm>
          <a:prstGeom prst="rect">
            <a:avLst/>
          </a:prstGeom>
        </p:spPr>
      </p:pic>
      <p:pic>
        <p:nvPicPr>
          <p:cNvPr id="45" name="Picture 44" descr="_134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522639" y="2663010"/>
            <a:ext cx="720450" cy="265429"/>
          </a:xfrm>
          <a:prstGeom prst="rect">
            <a:avLst/>
          </a:prstGeom>
        </p:spPr>
      </p:pic>
      <p:pic>
        <p:nvPicPr>
          <p:cNvPr id="46" name="Picture 45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2663010"/>
            <a:ext cx="720450" cy="265429"/>
          </a:xfrm>
          <a:prstGeom prst="rect">
            <a:avLst/>
          </a:prstGeom>
        </p:spPr>
      </p:pic>
      <p:pic>
        <p:nvPicPr>
          <p:cNvPr id="47" name="Picture 46" descr="8_9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691354" y="2954421"/>
            <a:ext cx="720450" cy="265429"/>
          </a:xfrm>
          <a:prstGeom prst="rect">
            <a:avLst/>
          </a:prstGeom>
        </p:spPr>
      </p:pic>
      <p:pic>
        <p:nvPicPr>
          <p:cNvPr id="48" name="Picture 47" descr="9_4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550529" y="2954421"/>
            <a:ext cx="720450" cy="265429"/>
          </a:xfrm>
          <a:prstGeom prst="rect">
            <a:avLst/>
          </a:prstGeom>
        </p:spPr>
      </p:pic>
      <p:pic>
        <p:nvPicPr>
          <p:cNvPr id="49" name="Picture 48" descr="_5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00846" y="2954421"/>
            <a:ext cx="564037" cy="265429"/>
          </a:xfrm>
          <a:prstGeom prst="rect">
            <a:avLst/>
          </a:prstGeom>
        </p:spPr>
      </p:pic>
      <p:pic>
        <p:nvPicPr>
          <p:cNvPr id="50" name="Picture 49" descr="6_6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72267" y="2954421"/>
            <a:ext cx="720450" cy="265429"/>
          </a:xfrm>
          <a:prstGeom prst="rect">
            <a:avLst/>
          </a:prstGeom>
        </p:spPr>
      </p:pic>
      <p:pic>
        <p:nvPicPr>
          <p:cNvPr id="51" name="Picture 50" descr="7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691354" y="3245832"/>
            <a:ext cx="720450" cy="265429"/>
          </a:xfrm>
          <a:prstGeom prst="rect">
            <a:avLst/>
          </a:prstGeom>
        </p:spPr>
      </p:pic>
      <p:pic>
        <p:nvPicPr>
          <p:cNvPr id="52" name="Picture 51" descr="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550529" y="3245832"/>
            <a:ext cx="720450" cy="265429"/>
          </a:xfrm>
          <a:prstGeom prst="rect">
            <a:avLst/>
          </a:prstGeom>
        </p:spPr>
      </p:pic>
      <p:pic>
        <p:nvPicPr>
          <p:cNvPr id="53" name="Picture 52" descr="_6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00846" y="3245832"/>
            <a:ext cx="564037" cy="265429"/>
          </a:xfrm>
          <a:prstGeom prst="rect">
            <a:avLst/>
          </a:prstGeom>
        </p:spPr>
      </p:pic>
      <p:pic>
        <p:nvPicPr>
          <p:cNvPr id="54" name="Picture 53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72267" y="3245832"/>
            <a:ext cx="720450" cy="265429"/>
          </a:xfrm>
          <a:prstGeom prst="rect">
            <a:avLst/>
          </a:prstGeom>
        </p:spPr>
      </p:pic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57" name="Picture 56" descr="22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613147" y="4383441"/>
            <a:ext cx="876864" cy="265429"/>
          </a:xfrm>
          <a:prstGeom prst="rect">
            <a:avLst/>
          </a:prstGeom>
        </p:spPr>
      </p:pic>
      <p:pic>
        <p:nvPicPr>
          <p:cNvPr id="58" name="Picture 57" descr="21_4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472322" y="4383441"/>
            <a:ext cx="876864" cy="265429"/>
          </a:xfrm>
          <a:prstGeom prst="rect">
            <a:avLst/>
          </a:prstGeom>
        </p:spPr>
      </p:pic>
      <p:pic>
        <p:nvPicPr>
          <p:cNvPr id="59" name="Picture 58" descr="_142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522639" y="4383441"/>
            <a:ext cx="720450" cy="265429"/>
          </a:xfrm>
          <a:prstGeom prst="rect">
            <a:avLst/>
          </a:prstGeom>
        </p:spPr>
      </p:pic>
      <p:pic>
        <p:nvPicPr>
          <p:cNvPr id="60" name="Picture 59" descr="4_6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72267" y="4383441"/>
            <a:ext cx="720450" cy="265429"/>
          </a:xfrm>
          <a:prstGeom prst="rect">
            <a:avLst/>
          </a:prstGeom>
        </p:spPr>
      </p:pic>
      <p:pic>
        <p:nvPicPr>
          <p:cNvPr id="61" name="Picture 60" descr="16_8_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8613147" y="4674852"/>
            <a:ext cx="876864" cy="265429"/>
          </a:xfrm>
          <a:prstGeom prst="rect">
            <a:avLst/>
          </a:prstGeom>
        </p:spPr>
      </p:pic>
      <p:pic>
        <p:nvPicPr>
          <p:cNvPr id="62" name="Picture 61" descr="17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9472322" y="4674852"/>
            <a:ext cx="876864" cy="265429"/>
          </a:xfrm>
          <a:prstGeom prst="rect">
            <a:avLst/>
          </a:prstGeom>
        </p:spPr>
      </p:pic>
      <p:pic>
        <p:nvPicPr>
          <p:cNvPr id="63" name="Picture 62" descr="_9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600846" y="4674852"/>
            <a:ext cx="564037" cy="265429"/>
          </a:xfrm>
          <a:prstGeom prst="rect">
            <a:avLst/>
          </a:prstGeom>
        </p:spPr>
      </p:pic>
      <p:pic>
        <p:nvPicPr>
          <p:cNvPr id="64" name="Picture 63" descr="5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72267" y="4674852"/>
            <a:ext cx="720450" cy="265429"/>
          </a:xfrm>
          <a:prstGeom prst="rect">
            <a:avLst/>
          </a:prstGeom>
        </p:spPr>
      </p:pic>
      <p:pic>
        <p:nvPicPr>
          <p:cNvPr id="65" name="Picture 64" descr="14_1_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8613147" y="4966263"/>
            <a:ext cx="876864" cy="265429"/>
          </a:xfrm>
          <a:prstGeom prst="rect">
            <a:avLst/>
          </a:prstGeom>
        </p:spPr>
      </p:pic>
      <p:pic>
        <p:nvPicPr>
          <p:cNvPr id="66" name="Picture 65" descr="14_0_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9472322" y="4966263"/>
            <a:ext cx="876864" cy="265429"/>
          </a:xfrm>
          <a:prstGeom prst="rect">
            <a:avLst/>
          </a:prstGeom>
        </p:spPr>
      </p:pic>
      <p:pic>
        <p:nvPicPr>
          <p:cNvPr id="67" name="Picture 66" descr="_10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600846" y="4966263"/>
            <a:ext cx="564037" cy="265429"/>
          </a:xfrm>
          <a:prstGeom prst="rect">
            <a:avLst/>
          </a:prstGeom>
        </p:spPr>
      </p:pic>
      <p:pic>
        <p:nvPicPr>
          <p:cNvPr id="68" name="Picture 67" descr="5_2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72267" y="4966263"/>
            <a:ext cx="720450" cy="265429"/>
          </a:xfrm>
          <a:prstGeom prst="rect">
            <a:avLst/>
          </a:prstGeom>
        </p:spPr>
      </p:pic>
      <p:pic>
        <p:nvPicPr>
          <p:cNvPr id="69" name="Picture 68" descr="20_1_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8613147" y="5257674"/>
            <a:ext cx="876864" cy="265429"/>
          </a:xfrm>
          <a:prstGeom prst="rect">
            <a:avLst/>
          </a:prstGeom>
        </p:spPr>
      </p:pic>
      <p:pic>
        <p:nvPicPr>
          <p:cNvPr id="70" name="Picture 69" descr="22_0_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9472322" y="5257674"/>
            <a:ext cx="876864" cy="265429"/>
          </a:xfrm>
          <a:prstGeom prst="rect">
            <a:avLst/>
          </a:prstGeom>
        </p:spPr>
      </p:pic>
      <p:pic>
        <p:nvPicPr>
          <p:cNvPr id="71" name="Picture 70" descr="_197_605E5C.png"/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522639" y="5257674"/>
            <a:ext cx="720450" cy="265429"/>
          </a:xfrm>
          <a:prstGeom prst="rect">
            <a:avLst/>
          </a:prstGeom>
        </p:spPr>
      </p:pic>
      <p:pic>
        <p:nvPicPr>
          <p:cNvPr id="72" name="Picture 71" descr="6_3__605E5C.png"/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11372267" y="5257674"/>
            <a:ext cx="720450" cy="265429"/>
          </a:xfrm>
          <a:prstGeom prst="rect">
            <a:avLst/>
          </a:prstGeom>
        </p:spPr>
      </p:pic>
      <p:pic>
        <p:nvPicPr>
          <p:cNvPr id="73" name="Picture 72" descr="9_8__605E5C.png"/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8691354" y="5549085"/>
            <a:ext cx="720450" cy="265429"/>
          </a:xfrm>
          <a:prstGeom prst="rect">
            <a:avLst/>
          </a:prstGeom>
        </p:spPr>
      </p:pic>
      <p:pic>
        <p:nvPicPr>
          <p:cNvPr id="74" name="Picture 73" descr="8_5__605E5C.png"/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9550529" y="5549085"/>
            <a:ext cx="720450" cy="265429"/>
          </a:xfrm>
          <a:prstGeom prst="rect">
            <a:avLst/>
          </a:prstGeom>
        </p:spPr>
      </p:pic>
      <p:pic>
        <p:nvPicPr>
          <p:cNvPr id="75" name="Picture 74" descr="_132_605E5C.png"/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0522639" y="5549085"/>
            <a:ext cx="720450" cy="265429"/>
          </a:xfrm>
          <a:prstGeom prst="rect">
            <a:avLst/>
          </a:prstGeom>
        </p:spPr>
      </p:pic>
      <p:pic>
        <p:nvPicPr>
          <p:cNvPr id="76" name="Picture 75" descr="3_8__605E5C.png"/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>
            <a:off x="11372267" y="5549085"/>
            <a:ext cx="720450" cy="265429"/>
          </a:xfrm>
          <a:prstGeom prst="rect">
            <a:avLst/>
          </a:prstGeom>
        </p:spPr>
      </p:pic>
      <p:pic>
        <p:nvPicPr>
          <p:cNvPr id="77" name="Picture 76" descr="9_1__605E5C.png"/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>
            <a:off x="8691354" y="5840496"/>
            <a:ext cx="720450" cy="265429"/>
          </a:xfrm>
          <a:prstGeom prst="rect">
            <a:avLst/>
          </a:prstGeom>
        </p:spPr>
      </p:pic>
      <p:pic>
        <p:nvPicPr>
          <p:cNvPr id="78" name="Picture 77" descr="9_7__605E5C.png"/>
          <p:cNvPicPr>
            <a:picLocks noChangeAspect="1"/>
          </p:cNvPicPr>
          <p:nvPr/>
        </p:nvPicPr>
        <p:blipFill>
          <a:blip r:embed="rId53"/>
          <a:stretch>
            <a:fillRect/>
          </a:stretch>
        </p:blipFill>
        <p:spPr>
          <a:xfrm>
            <a:off x="9550529" y="5840496"/>
            <a:ext cx="720450" cy="265429"/>
          </a:xfrm>
          <a:prstGeom prst="rect">
            <a:avLst/>
          </a:prstGeom>
        </p:spPr>
      </p:pic>
      <p:pic>
        <p:nvPicPr>
          <p:cNvPr id="79" name="Picture 78" descr="_59_605E5C.png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0600846" y="5840496"/>
            <a:ext cx="564037" cy="265429"/>
          </a:xfrm>
          <a:prstGeom prst="rect">
            <a:avLst/>
          </a:prstGeom>
        </p:spPr>
      </p:pic>
      <p:pic>
        <p:nvPicPr>
          <p:cNvPr id="80" name="Picture 79" descr="5_9__605E5C.png"/>
          <p:cNvPicPr>
            <a:picLocks noChangeAspect="1"/>
          </p:cNvPicPr>
          <p:nvPr/>
        </p:nvPicPr>
        <p:blipFill>
          <a:blip r:embed="rId55"/>
          <a:stretch>
            <a:fillRect/>
          </a:stretch>
        </p:blipFill>
        <p:spPr>
          <a:xfrm>
            <a:off x="11372267" y="5840496"/>
            <a:ext cx="720450" cy="265429"/>
          </a:xfrm>
          <a:prstGeom prst="rect">
            <a:avLst/>
          </a:prstGeom>
        </p:spPr>
      </p:pic>
      <p:pic>
        <p:nvPicPr>
          <p:cNvPr id="81" name="Picture 80" descr="7_3__605E5C.png"/>
          <p:cNvPicPr>
            <a:picLocks noChangeAspect="1"/>
          </p:cNvPicPr>
          <p:nvPr/>
        </p:nvPicPr>
        <p:blipFill>
          <a:blip r:embed="rId56"/>
          <a:stretch>
            <a:fillRect/>
          </a:stretch>
        </p:blipFill>
        <p:spPr>
          <a:xfrm>
            <a:off x="8691354" y="6131907"/>
            <a:ext cx="720450" cy="265429"/>
          </a:xfrm>
          <a:prstGeom prst="rect">
            <a:avLst/>
          </a:prstGeom>
        </p:spPr>
      </p:pic>
      <p:pic>
        <p:nvPicPr>
          <p:cNvPr id="82" name="Picture 81" descr="6_7__605E5C.png"/>
          <p:cNvPicPr>
            <a:picLocks noChangeAspect="1"/>
          </p:cNvPicPr>
          <p:nvPr/>
        </p:nvPicPr>
        <p:blipFill>
          <a:blip r:embed="rId57"/>
          <a:stretch>
            <a:fillRect/>
          </a:stretch>
        </p:blipFill>
        <p:spPr>
          <a:xfrm>
            <a:off x="9550529" y="6131907"/>
            <a:ext cx="720450" cy="265429"/>
          </a:xfrm>
          <a:prstGeom prst="rect">
            <a:avLst/>
          </a:prstGeom>
        </p:spPr>
      </p:pic>
      <p:pic>
        <p:nvPicPr>
          <p:cNvPr id="83" name="Picture 82" descr="_62_605E5C.png"/>
          <p:cNvPicPr>
            <a:picLocks noChangeAspect="1"/>
          </p:cNvPicPr>
          <p:nvPr/>
        </p:nvPicPr>
        <p:blipFill>
          <a:blip r:embed="rId58"/>
          <a:stretch>
            <a:fillRect/>
          </a:stretch>
        </p:blipFill>
        <p:spPr>
          <a:xfrm>
            <a:off x="10600846" y="6131907"/>
            <a:ext cx="564037" cy="265429"/>
          </a:xfrm>
          <a:prstGeom prst="rect">
            <a:avLst/>
          </a:prstGeom>
        </p:spPr>
      </p:pic>
      <p:pic>
        <p:nvPicPr>
          <p:cNvPr id="84" name="Picture 83" descr="4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72267" y="6131907"/>
            <a:ext cx="720450" cy="265429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86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7_7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83797" y="1861629"/>
            <a:ext cx="876864" cy="265429"/>
          </a:xfrm>
          <a:prstGeom prst="rect">
            <a:avLst/>
          </a:prstGeom>
        </p:spPr>
      </p:pic>
      <p:pic>
        <p:nvPicPr>
          <p:cNvPr id="28" name="Picture 27" descr="67_5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45903" y="1861629"/>
            <a:ext cx="876864" cy="265429"/>
          </a:xfrm>
          <a:prstGeom prst="rect">
            <a:avLst/>
          </a:prstGeom>
        </p:spPr>
      </p:pic>
      <p:pic>
        <p:nvPicPr>
          <p:cNvPr id="29" name="Picture 28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1861629"/>
            <a:ext cx="564037" cy="265429"/>
          </a:xfrm>
          <a:prstGeom prst="rect">
            <a:avLst/>
          </a:prstGeom>
        </p:spPr>
      </p:pic>
      <p:pic>
        <p:nvPicPr>
          <p:cNvPr id="30" name="Picture 29" descr="5_9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048322" y="1861629"/>
            <a:ext cx="720450" cy="265429"/>
          </a:xfrm>
          <a:prstGeom prst="rect">
            <a:avLst/>
          </a:prstGeom>
        </p:spPr>
      </p:pic>
      <p:pic>
        <p:nvPicPr>
          <p:cNvPr id="31" name="Picture 30" descr="32_3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83797" y="2881566"/>
            <a:ext cx="876864" cy="265429"/>
          </a:xfrm>
          <a:prstGeom prst="rect">
            <a:avLst/>
          </a:prstGeom>
        </p:spPr>
      </p:pic>
      <p:pic>
        <p:nvPicPr>
          <p:cNvPr id="32" name="Picture 31" descr="32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445903" y="2881566"/>
            <a:ext cx="876864" cy="265429"/>
          </a:xfrm>
          <a:prstGeom prst="rect">
            <a:avLst/>
          </a:prstGeom>
        </p:spPr>
      </p:pic>
      <p:pic>
        <p:nvPicPr>
          <p:cNvPr id="33" name="Picture 32" descr="_1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64423" y="2881566"/>
            <a:ext cx="564037" cy="265429"/>
          </a:xfrm>
          <a:prstGeom prst="rect">
            <a:avLst/>
          </a:prstGeom>
        </p:spPr>
      </p:pic>
      <p:pic>
        <p:nvPicPr>
          <p:cNvPr id="34" name="Picture 33" descr="6_0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048322" y="2881566"/>
            <a:ext cx="720450" cy="265429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37" name="Picture 36" descr="69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83797" y="4747704"/>
            <a:ext cx="876864" cy="265429"/>
          </a:xfrm>
          <a:prstGeom prst="rect">
            <a:avLst/>
          </a:prstGeom>
        </p:spPr>
      </p:pic>
      <p:pic>
        <p:nvPicPr>
          <p:cNvPr id="38" name="Picture 37" descr="6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445903" y="4747704"/>
            <a:ext cx="876864" cy="265429"/>
          </a:xfrm>
          <a:prstGeom prst="rect">
            <a:avLst/>
          </a:prstGeom>
        </p:spPr>
      </p:pic>
      <p:pic>
        <p:nvPicPr>
          <p:cNvPr id="39" name="Picture 38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4747704"/>
            <a:ext cx="564037" cy="265429"/>
          </a:xfrm>
          <a:prstGeom prst="rect">
            <a:avLst/>
          </a:prstGeom>
        </p:spPr>
      </p:pic>
      <p:pic>
        <p:nvPicPr>
          <p:cNvPr id="40" name="Picture 39" descr="5_3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048322" y="4747704"/>
            <a:ext cx="720450" cy="265429"/>
          </a:xfrm>
          <a:prstGeom prst="rect">
            <a:avLst/>
          </a:prstGeom>
        </p:spPr>
      </p:pic>
      <p:pic>
        <p:nvPicPr>
          <p:cNvPr id="41" name="Picture 40" descr="30_8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183797" y="5767641"/>
            <a:ext cx="876864" cy="265429"/>
          </a:xfrm>
          <a:prstGeom prst="rect">
            <a:avLst/>
          </a:prstGeom>
        </p:spPr>
      </p:pic>
      <p:pic>
        <p:nvPicPr>
          <p:cNvPr id="42" name="Picture 41" descr="31_0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445903" y="5767641"/>
            <a:ext cx="876864" cy="265429"/>
          </a:xfrm>
          <a:prstGeom prst="rect">
            <a:avLst/>
          </a:prstGeom>
        </p:spPr>
      </p:pic>
      <p:pic>
        <p:nvPicPr>
          <p:cNvPr id="43" name="Picture 42" descr="_2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864423" y="5767641"/>
            <a:ext cx="564037" cy="265429"/>
          </a:xfrm>
          <a:prstGeom prst="rect">
            <a:avLst/>
          </a:prstGeom>
        </p:spPr>
      </p:pic>
      <p:pic>
        <p:nvPicPr>
          <p:cNvPr id="44" name="Picture 43" descr="5_4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1048322" y="5767641"/>
            <a:ext cx="720450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46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502" y="1475867"/>
            <a:ext cx="1033277" cy="265429"/>
          </a:xfrm>
          <a:prstGeom prst="rect">
            <a:avLst/>
          </a:prstGeom>
        </p:spPr>
      </p:pic>
      <p:pic>
        <p:nvPicPr>
          <p:cNvPr id="21" name="Picture 20" descr="__3_8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61396" y="1475867"/>
            <a:ext cx="1033277" cy="265429"/>
          </a:xfrm>
          <a:prstGeom prst="rect">
            <a:avLst/>
          </a:prstGeom>
        </p:spPr>
      </p:pic>
      <p:pic>
        <p:nvPicPr>
          <p:cNvPr id="22" name="Picture 21" descr="__4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9290" y="1475867"/>
            <a:ext cx="1033277" cy="265429"/>
          </a:xfrm>
          <a:prstGeom prst="rect">
            <a:avLst/>
          </a:prstGeom>
        </p:spPr>
      </p:pic>
      <p:pic>
        <p:nvPicPr>
          <p:cNvPr id="23" name="Picture 22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7184" y="1475867"/>
            <a:ext cx="1033277" cy="265429"/>
          </a:xfrm>
          <a:prstGeom prst="rect">
            <a:avLst/>
          </a:prstGeom>
        </p:spPr>
      </p:pic>
      <p:pic>
        <p:nvPicPr>
          <p:cNvPr id="24" name="Picture 23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75078" y="1475867"/>
            <a:ext cx="1033277" cy="265429"/>
          </a:xfrm>
          <a:prstGeom prst="rect">
            <a:avLst/>
          </a:prstGeom>
        </p:spPr>
      </p:pic>
      <p:pic>
        <p:nvPicPr>
          <p:cNvPr id="25" name="Picture 24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12972" y="1475867"/>
            <a:ext cx="1033277" cy="265429"/>
          </a:xfrm>
          <a:prstGeom prst="rect">
            <a:avLst/>
          </a:prstGeom>
        </p:spPr>
      </p:pic>
      <p:pic>
        <p:nvPicPr>
          <p:cNvPr id="26" name="Picture 25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250866" y="1475867"/>
            <a:ext cx="1033277" cy="265429"/>
          </a:xfrm>
          <a:prstGeom prst="rect">
            <a:avLst/>
          </a:prstGeom>
        </p:spPr>
      </p:pic>
      <p:pic>
        <p:nvPicPr>
          <p:cNvPr id="27" name="Picture 26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760" y="1475867"/>
            <a:ext cx="1033277" cy="265429"/>
          </a:xfrm>
          <a:prstGeom prst="rect">
            <a:avLst/>
          </a:prstGeom>
        </p:spPr>
      </p:pic>
      <p:pic>
        <p:nvPicPr>
          <p:cNvPr id="28" name="Picture 2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726654" y="1475867"/>
            <a:ext cx="1033277" cy="265429"/>
          </a:xfrm>
          <a:prstGeom prst="rect">
            <a:avLst/>
          </a:prstGeom>
        </p:spPr>
      </p:pic>
      <p:pic>
        <p:nvPicPr>
          <p:cNvPr id="29" name="Picture 28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64548" y="1475867"/>
            <a:ext cx="1033277" cy="265429"/>
          </a:xfrm>
          <a:prstGeom prst="rect">
            <a:avLst/>
          </a:prstGeom>
        </p:spPr>
      </p:pic>
      <p:pic>
        <p:nvPicPr>
          <p:cNvPr id="30" name="Picture 29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02442" y="1475867"/>
            <a:ext cx="1033277" cy="265429"/>
          </a:xfrm>
          <a:prstGeom prst="rect">
            <a:avLst/>
          </a:prstGeom>
        </p:spPr>
      </p:pic>
      <p:pic>
        <p:nvPicPr>
          <p:cNvPr id="31" name="Picture 30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40336" y="1475867"/>
            <a:ext cx="1033277" cy="265429"/>
          </a:xfrm>
          <a:prstGeom prst="rect">
            <a:avLst/>
          </a:prstGeom>
        </p:spPr>
      </p:pic>
      <p:pic>
        <p:nvPicPr>
          <p:cNvPr id="32" name="Picture 31" descr="__4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678230" y="1475867"/>
            <a:ext cx="1033277" cy="265429"/>
          </a:xfrm>
          <a:prstGeom prst="rect">
            <a:avLst/>
          </a:prstGeom>
        </p:spPr>
      </p:pic>
      <p:pic>
        <p:nvPicPr>
          <p:cNvPr id="33" name="Picture 32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16124" y="1475867"/>
            <a:ext cx="1033277" cy="265429"/>
          </a:xfrm>
          <a:prstGeom prst="rect">
            <a:avLst/>
          </a:prstGeom>
        </p:spPr>
      </p:pic>
      <p:pic>
        <p:nvPicPr>
          <p:cNvPr id="34" name="Picture 33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54018" y="1475867"/>
            <a:ext cx="1033277" cy="265429"/>
          </a:xfrm>
          <a:prstGeom prst="rect">
            <a:avLst/>
          </a:prstGeom>
        </p:spPr>
      </p:pic>
      <p:pic>
        <p:nvPicPr>
          <p:cNvPr id="35" name="Picture 34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3502" y="1724279"/>
            <a:ext cx="1033277" cy="265429"/>
          </a:xfrm>
          <a:prstGeom prst="rect">
            <a:avLst/>
          </a:prstGeom>
        </p:spPr>
      </p:pic>
      <p:pic>
        <p:nvPicPr>
          <p:cNvPr id="36" name="Picture 35" descr="__3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561396" y="1724279"/>
            <a:ext cx="1033277" cy="265429"/>
          </a:xfrm>
          <a:prstGeom prst="rect">
            <a:avLst/>
          </a:prstGeom>
        </p:spPr>
      </p:pic>
      <p:pic>
        <p:nvPicPr>
          <p:cNvPr id="37" name="Picture 36" descr="__4_4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299290" y="1724279"/>
            <a:ext cx="1033277" cy="265429"/>
          </a:xfrm>
          <a:prstGeom prst="rect">
            <a:avLst/>
          </a:prstGeom>
        </p:spPr>
      </p:pic>
      <p:pic>
        <p:nvPicPr>
          <p:cNvPr id="38" name="Picture 3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037184" y="1724279"/>
            <a:ext cx="1033277" cy="265429"/>
          </a:xfrm>
          <a:prstGeom prst="rect">
            <a:avLst/>
          </a:prstGeom>
        </p:spPr>
      </p:pic>
      <p:pic>
        <p:nvPicPr>
          <p:cNvPr id="39" name="Picture 38" descr="__4_9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5078" y="1724279"/>
            <a:ext cx="1033277" cy="265429"/>
          </a:xfrm>
          <a:prstGeom prst="rect">
            <a:avLst/>
          </a:prstGeom>
        </p:spPr>
      </p:pic>
      <p:pic>
        <p:nvPicPr>
          <p:cNvPr id="40" name="Picture 39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12972" y="1724279"/>
            <a:ext cx="1033277" cy="265429"/>
          </a:xfrm>
          <a:prstGeom prst="rect">
            <a:avLst/>
          </a:prstGeom>
        </p:spPr>
      </p:pic>
      <p:pic>
        <p:nvPicPr>
          <p:cNvPr id="41" name="Picture 40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0866" y="1724279"/>
            <a:ext cx="1033277" cy="265429"/>
          </a:xfrm>
          <a:prstGeom prst="rect">
            <a:avLst/>
          </a:prstGeom>
        </p:spPr>
      </p:pic>
      <p:pic>
        <p:nvPicPr>
          <p:cNvPr id="42" name="Picture 41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988760" y="1724279"/>
            <a:ext cx="1033277" cy="265429"/>
          </a:xfrm>
          <a:prstGeom prst="rect">
            <a:avLst/>
          </a:prstGeom>
        </p:spPr>
      </p:pic>
      <p:pic>
        <p:nvPicPr>
          <p:cNvPr id="43" name="Picture 42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26654" y="1724279"/>
            <a:ext cx="1033277" cy="265429"/>
          </a:xfrm>
          <a:prstGeom prst="rect">
            <a:avLst/>
          </a:prstGeom>
        </p:spPr>
      </p:pic>
      <p:pic>
        <p:nvPicPr>
          <p:cNvPr id="44" name="Picture 43" descr="__5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464548" y="1724279"/>
            <a:ext cx="1033277" cy="265429"/>
          </a:xfrm>
          <a:prstGeom prst="rect">
            <a:avLst/>
          </a:prstGeom>
        </p:spPr>
      </p:pic>
      <p:pic>
        <p:nvPicPr>
          <p:cNvPr id="45" name="Picture 44" descr="__5_1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202442" y="1724279"/>
            <a:ext cx="1033277" cy="265429"/>
          </a:xfrm>
          <a:prstGeom prst="rect">
            <a:avLst/>
          </a:prstGeom>
        </p:spPr>
      </p:pic>
      <p:pic>
        <p:nvPicPr>
          <p:cNvPr id="46" name="Picture 45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940336" y="1724279"/>
            <a:ext cx="1033277" cy="265429"/>
          </a:xfrm>
          <a:prstGeom prst="rect">
            <a:avLst/>
          </a:prstGeom>
        </p:spPr>
      </p:pic>
      <p:pic>
        <p:nvPicPr>
          <p:cNvPr id="47" name="Picture 46" descr="__4_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78230" y="1724279"/>
            <a:ext cx="1033277" cy="265429"/>
          </a:xfrm>
          <a:prstGeom prst="rect">
            <a:avLst/>
          </a:prstGeom>
        </p:spPr>
      </p:pic>
      <p:pic>
        <p:nvPicPr>
          <p:cNvPr id="48" name="Picture 47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416124" y="1724279"/>
            <a:ext cx="1033277" cy="265429"/>
          </a:xfrm>
          <a:prstGeom prst="rect">
            <a:avLst/>
          </a:prstGeom>
        </p:spPr>
      </p:pic>
      <p:pic>
        <p:nvPicPr>
          <p:cNvPr id="49" name="Picture 48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54018" y="1724279"/>
            <a:ext cx="1033277" cy="265429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51" name="Picture 50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3502" y="2818892"/>
            <a:ext cx="1033277" cy="265429"/>
          </a:xfrm>
          <a:prstGeom prst="rect">
            <a:avLst/>
          </a:prstGeom>
        </p:spPr>
      </p:pic>
      <p:pic>
        <p:nvPicPr>
          <p:cNvPr id="52" name="Picture 51" descr="__4_5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561396" y="2818892"/>
            <a:ext cx="1033277" cy="265429"/>
          </a:xfrm>
          <a:prstGeom prst="rect">
            <a:avLst/>
          </a:prstGeom>
        </p:spPr>
      </p:pic>
      <p:pic>
        <p:nvPicPr>
          <p:cNvPr id="53" name="Picture 52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2818892"/>
            <a:ext cx="1033277" cy="265429"/>
          </a:xfrm>
          <a:prstGeom prst="rect">
            <a:avLst/>
          </a:prstGeom>
        </p:spPr>
      </p:pic>
      <p:pic>
        <p:nvPicPr>
          <p:cNvPr id="54" name="Picture 53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37184" y="2818892"/>
            <a:ext cx="1033277" cy="265429"/>
          </a:xfrm>
          <a:prstGeom prst="rect">
            <a:avLst/>
          </a:prstGeom>
        </p:spPr>
      </p:pic>
      <p:pic>
        <p:nvPicPr>
          <p:cNvPr id="55" name="Picture 54" descr="__5_5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775078" y="2818892"/>
            <a:ext cx="1033277" cy="265429"/>
          </a:xfrm>
          <a:prstGeom prst="rect">
            <a:avLst/>
          </a:prstGeom>
        </p:spPr>
      </p:pic>
      <p:pic>
        <p:nvPicPr>
          <p:cNvPr id="56" name="Picture 55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12972" y="2818892"/>
            <a:ext cx="1033277" cy="265429"/>
          </a:xfrm>
          <a:prstGeom prst="rect">
            <a:avLst/>
          </a:prstGeom>
        </p:spPr>
      </p:pic>
      <p:pic>
        <p:nvPicPr>
          <p:cNvPr id="57" name="Picture 56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0866" y="2818892"/>
            <a:ext cx="1033277" cy="265429"/>
          </a:xfrm>
          <a:prstGeom prst="rect">
            <a:avLst/>
          </a:prstGeom>
        </p:spPr>
      </p:pic>
      <p:pic>
        <p:nvPicPr>
          <p:cNvPr id="58" name="Picture 57" descr="__6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88760" y="2818892"/>
            <a:ext cx="1033277" cy="265429"/>
          </a:xfrm>
          <a:prstGeom prst="rect">
            <a:avLst/>
          </a:prstGeom>
        </p:spPr>
      </p:pic>
      <p:pic>
        <p:nvPicPr>
          <p:cNvPr id="59" name="Picture 58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726654" y="2818892"/>
            <a:ext cx="1033277" cy="265429"/>
          </a:xfrm>
          <a:prstGeom prst="rect">
            <a:avLst/>
          </a:prstGeom>
        </p:spPr>
      </p:pic>
      <p:pic>
        <p:nvPicPr>
          <p:cNvPr id="60" name="Picture 59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64548" y="2818892"/>
            <a:ext cx="1033277" cy="265429"/>
          </a:xfrm>
          <a:prstGeom prst="rect">
            <a:avLst/>
          </a:prstGeom>
        </p:spPr>
      </p:pic>
      <p:pic>
        <p:nvPicPr>
          <p:cNvPr id="61" name="Picture 60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02442" y="2818892"/>
            <a:ext cx="1033277" cy="265429"/>
          </a:xfrm>
          <a:prstGeom prst="rect">
            <a:avLst/>
          </a:prstGeom>
        </p:spPr>
      </p:pic>
      <p:pic>
        <p:nvPicPr>
          <p:cNvPr id="62" name="Picture 61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940336" y="2818892"/>
            <a:ext cx="1033277" cy="265429"/>
          </a:xfrm>
          <a:prstGeom prst="rect">
            <a:avLst/>
          </a:prstGeom>
        </p:spPr>
      </p:pic>
      <p:pic>
        <p:nvPicPr>
          <p:cNvPr id="63" name="Picture 62" descr="__5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78230" y="2818892"/>
            <a:ext cx="1033277" cy="265429"/>
          </a:xfrm>
          <a:prstGeom prst="rect">
            <a:avLst/>
          </a:prstGeom>
        </p:spPr>
      </p:pic>
      <p:pic>
        <p:nvPicPr>
          <p:cNvPr id="64" name="Picture 63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16124" y="2818892"/>
            <a:ext cx="1033277" cy="265429"/>
          </a:xfrm>
          <a:prstGeom prst="rect">
            <a:avLst/>
          </a:prstGeom>
        </p:spPr>
      </p:pic>
      <p:pic>
        <p:nvPicPr>
          <p:cNvPr id="65" name="Picture 64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154018" y="2818892"/>
            <a:ext cx="1033277" cy="265429"/>
          </a:xfrm>
          <a:prstGeom prst="rect">
            <a:avLst/>
          </a:prstGeom>
        </p:spPr>
      </p:pic>
      <p:pic>
        <p:nvPicPr>
          <p:cNvPr id="66" name="Picture 65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3502" y="3067304"/>
            <a:ext cx="1033277" cy="265429"/>
          </a:xfrm>
          <a:prstGeom prst="rect">
            <a:avLst/>
          </a:prstGeom>
        </p:spPr>
      </p:pic>
      <p:pic>
        <p:nvPicPr>
          <p:cNvPr id="67" name="Picture 66" descr="__4_6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561396" y="3067304"/>
            <a:ext cx="1033277" cy="265429"/>
          </a:xfrm>
          <a:prstGeom prst="rect">
            <a:avLst/>
          </a:prstGeom>
        </p:spPr>
      </p:pic>
      <p:pic>
        <p:nvPicPr>
          <p:cNvPr id="68" name="Picture 67" descr="__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299290" y="3067304"/>
            <a:ext cx="1033277" cy="265429"/>
          </a:xfrm>
          <a:prstGeom prst="rect">
            <a:avLst/>
          </a:prstGeom>
        </p:spPr>
      </p:pic>
      <p:pic>
        <p:nvPicPr>
          <p:cNvPr id="69" name="Picture 68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37184" y="3067304"/>
            <a:ext cx="1033277" cy="265429"/>
          </a:xfrm>
          <a:prstGeom prst="rect">
            <a:avLst/>
          </a:prstGeom>
        </p:spPr>
      </p:pic>
      <p:pic>
        <p:nvPicPr>
          <p:cNvPr id="70" name="Picture 69" descr="__5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775078" y="3067304"/>
            <a:ext cx="1033277" cy="265429"/>
          </a:xfrm>
          <a:prstGeom prst="rect">
            <a:avLst/>
          </a:prstGeom>
        </p:spPr>
      </p:pic>
      <p:pic>
        <p:nvPicPr>
          <p:cNvPr id="71" name="Picture 70" descr="__6_5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512972" y="3067304"/>
            <a:ext cx="1033277" cy="265429"/>
          </a:xfrm>
          <a:prstGeom prst="rect">
            <a:avLst/>
          </a:prstGeom>
        </p:spPr>
      </p:pic>
      <p:pic>
        <p:nvPicPr>
          <p:cNvPr id="72" name="Picture 71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5250866" y="3067304"/>
            <a:ext cx="1033277" cy="265429"/>
          </a:xfrm>
          <a:prstGeom prst="rect">
            <a:avLst/>
          </a:prstGeom>
        </p:spPr>
      </p:pic>
      <p:pic>
        <p:nvPicPr>
          <p:cNvPr id="73" name="Picture 72" descr="__6_3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988760" y="3067304"/>
            <a:ext cx="1033277" cy="265429"/>
          </a:xfrm>
          <a:prstGeom prst="rect">
            <a:avLst/>
          </a:prstGeom>
        </p:spPr>
      </p:pic>
      <p:pic>
        <p:nvPicPr>
          <p:cNvPr id="74" name="Picture 73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654" y="3067304"/>
            <a:ext cx="1033277" cy="265429"/>
          </a:xfrm>
          <a:prstGeom prst="rect">
            <a:avLst/>
          </a:prstGeom>
        </p:spPr>
      </p:pic>
      <p:pic>
        <p:nvPicPr>
          <p:cNvPr id="75" name="Picture 74" descr="__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464548" y="3067304"/>
            <a:ext cx="1033277" cy="265429"/>
          </a:xfrm>
          <a:prstGeom prst="rect">
            <a:avLst/>
          </a:prstGeom>
        </p:spPr>
      </p:pic>
      <p:pic>
        <p:nvPicPr>
          <p:cNvPr id="76" name="Picture 75" descr="__5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02442" y="3067304"/>
            <a:ext cx="1033277" cy="265429"/>
          </a:xfrm>
          <a:prstGeom prst="rect">
            <a:avLst/>
          </a:prstGeom>
        </p:spPr>
      </p:pic>
      <p:pic>
        <p:nvPicPr>
          <p:cNvPr id="77" name="Picture 76" descr="__6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940336" y="3067304"/>
            <a:ext cx="1033277" cy="265429"/>
          </a:xfrm>
          <a:prstGeom prst="rect">
            <a:avLst/>
          </a:prstGeom>
        </p:spPr>
      </p:pic>
      <p:pic>
        <p:nvPicPr>
          <p:cNvPr id="78" name="Picture 77" descr="__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678230" y="3067304"/>
            <a:ext cx="1033277" cy="265429"/>
          </a:xfrm>
          <a:prstGeom prst="rect">
            <a:avLst/>
          </a:prstGeom>
        </p:spPr>
      </p:pic>
      <p:pic>
        <p:nvPicPr>
          <p:cNvPr id="79" name="Picture 78" descr="__5_9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416124" y="3067304"/>
            <a:ext cx="1033277" cy="265429"/>
          </a:xfrm>
          <a:prstGeom prst="rect">
            <a:avLst/>
          </a:prstGeom>
        </p:spPr>
      </p:pic>
      <p:pic>
        <p:nvPicPr>
          <p:cNvPr id="80" name="Picture 79" descr="__6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11154018" y="3067304"/>
            <a:ext cx="1033277" cy="265429"/>
          </a:xfrm>
          <a:prstGeom prst="rect">
            <a:avLst/>
          </a:prstGeom>
        </p:spPr>
      </p:pic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60_0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30661" y="1691640"/>
            <a:ext cx="876864" cy="265429"/>
          </a:xfrm>
          <a:prstGeom prst="rect">
            <a:avLst/>
          </a:prstGeom>
        </p:spPr>
      </p:pic>
      <p:pic>
        <p:nvPicPr>
          <p:cNvPr id="28" name="Picture 27" descr="57_7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27292" y="1691640"/>
            <a:ext cx="876864" cy="265429"/>
          </a:xfrm>
          <a:prstGeom prst="rect">
            <a:avLst/>
          </a:prstGeom>
        </p:spPr>
      </p:pic>
      <p:pic>
        <p:nvPicPr>
          <p:cNvPr id="29" name="Picture 28" descr="_2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06844" y="1691640"/>
            <a:ext cx="720450" cy="265429"/>
          </a:xfrm>
          <a:prstGeom prst="rect">
            <a:avLst/>
          </a:prstGeom>
        </p:spPr>
      </p:pic>
      <p:pic>
        <p:nvPicPr>
          <p:cNvPr id="30" name="Picture 29" descr="5_5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4623" y="1691640"/>
            <a:ext cx="720450" cy="265429"/>
          </a:xfrm>
          <a:prstGeom prst="rect">
            <a:avLst/>
          </a:prstGeom>
        </p:spPr>
      </p:pic>
      <p:pic>
        <p:nvPicPr>
          <p:cNvPr id="31" name="Picture 30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2371598"/>
            <a:ext cx="876864" cy="265429"/>
          </a:xfrm>
          <a:prstGeom prst="rect">
            <a:avLst/>
          </a:prstGeom>
        </p:spPr>
      </p:pic>
      <p:pic>
        <p:nvPicPr>
          <p:cNvPr id="32" name="Picture 31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2371598"/>
            <a:ext cx="876864" cy="265429"/>
          </a:xfrm>
          <a:prstGeom prst="rect">
            <a:avLst/>
          </a:prstGeom>
        </p:spPr>
      </p:pic>
      <p:pic>
        <p:nvPicPr>
          <p:cNvPr id="33" name="Picture 32" descr="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763258" y="2371598"/>
            <a:ext cx="407623" cy="265429"/>
          </a:xfrm>
          <a:prstGeom prst="rect">
            <a:avLst/>
          </a:prstGeom>
        </p:spPr>
      </p:pic>
      <p:pic>
        <p:nvPicPr>
          <p:cNvPr id="34" name="Picture 33" descr="5_9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1394623" y="2371598"/>
            <a:ext cx="720450" cy="265429"/>
          </a:xfrm>
          <a:prstGeom prst="rect">
            <a:avLst/>
          </a:prstGeom>
        </p:spPr>
      </p:pic>
      <p:pic>
        <p:nvPicPr>
          <p:cNvPr id="35" name="Picture 34" descr="23_9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30661" y="3051556"/>
            <a:ext cx="876864" cy="265429"/>
          </a:xfrm>
          <a:prstGeom prst="rect">
            <a:avLst/>
          </a:prstGeom>
        </p:spPr>
      </p:pic>
      <p:pic>
        <p:nvPicPr>
          <p:cNvPr id="36" name="Picture 35" descr="2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627292" y="3051556"/>
            <a:ext cx="876864" cy="265429"/>
          </a:xfrm>
          <a:prstGeom prst="rect">
            <a:avLst/>
          </a:prstGeom>
        </p:spPr>
      </p:pic>
      <p:pic>
        <p:nvPicPr>
          <p:cNvPr id="37" name="Picture 36" descr="_22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606844" y="3051556"/>
            <a:ext cx="720450" cy="265429"/>
          </a:xfrm>
          <a:prstGeom prst="rect">
            <a:avLst/>
          </a:prstGeom>
        </p:spPr>
      </p:pic>
      <p:pic>
        <p:nvPicPr>
          <p:cNvPr id="38" name="Picture 37" descr="6_9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1394623" y="3051556"/>
            <a:ext cx="720450" cy="26542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1" name="Picture 40" descr="60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830661" y="4577715"/>
            <a:ext cx="876864" cy="265429"/>
          </a:xfrm>
          <a:prstGeom prst="rect">
            <a:avLst/>
          </a:prstGeom>
        </p:spPr>
      </p:pic>
      <p:pic>
        <p:nvPicPr>
          <p:cNvPr id="42" name="Picture 41" descr="58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627292" y="4577715"/>
            <a:ext cx="876864" cy="265429"/>
          </a:xfrm>
          <a:prstGeom prst="rect">
            <a:avLst/>
          </a:prstGeom>
        </p:spPr>
      </p:pic>
      <p:pic>
        <p:nvPicPr>
          <p:cNvPr id="43" name="Picture 42" descr="_22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6844" y="4577715"/>
            <a:ext cx="720450" cy="265429"/>
          </a:xfrm>
          <a:prstGeom prst="rect">
            <a:avLst/>
          </a:prstGeom>
        </p:spPr>
      </p:pic>
      <p:pic>
        <p:nvPicPr>
          <p:cNvPr id="44" name="Picture 43" descr="4_9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394623" y="4577715"/>
            <a:ext cx="720450" cy="265429"/>
          </a:xfrm>
          <a:prstGeom prst="rect">
            <a:avLst/>
          </a:prstGeom>
        </p:spPr>
      </p:pic>
      <p:pic>
        <p:nvPicPr>
          <p:cNvPr id="45" name="Picture 44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30661" y="5257673"/>
            <a:ext cx="876864" cy="265429"/>
          </a:xfrm>
          <a:prstGeom prst="rect">
            <a:avLst/>
          </a:prstGeom>
        </p:spPr>
      </p:pic>
      <p:pic>
        <p:nvPicPr>
          <p:cNvPr id="46" name="Picture 45" descr="16_1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7292" y="5257673"/>
            <a:ext cx="876864" cy="265429"/>
          </a:xfrm>
          <a:prstGeom prst="rect">
            <a:avLst/>
          </a:prstGeom>
        </p:spPr>
      </p:pic>
      <p:pic>
        <p:nvPicPr>
          <p:cNvPr id="47" name="Picture 46" descr="_6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63258" y="5257673"/>
            <a:ext cx="407623" cy="265429"/>
          </a:xfrm>
          <a:prstGeom prst="rect">
            <a:avLst/>
          </a:prstGeom>
        </p:spPr>
      </p:pic>
      <p:pic>
        <p:nvPicPr>
          <p:cNvPr id="48" name="Picture 47" descr="5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1394623" y="5257673"/>
            <a:ext cx="720450" cy="265429"/>
          </a:xfrm>
          <a:prstGeom prst="rect">
            <a:avLst/>
          </a:prstGeom>
        </p:spPr>
      </p:pic>
      <p:pic>
        <p:nvPicPr>
          <p:cNvPr id="49" name="Picture 48" descr="23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30661" y="5937631"/>
            <a:ext cx="876864" cy="265429"/>
          </a:xfrm>
          <a:prstGeom prst="rect">
            <a:avLst/>
          </a:prstGeom>
        </p:spPr>
      </p:pic>
      <p:pic>
        <p:nvPicPr>
          <p:cNvPr id="50" name="Picture 49" descr="25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27292" y="5937631"/>
            <a:ext cx="876864" cy="265429"/>
          </a:xfrm>
          <a:prstGeom prst="rect">
            <a:avLst/>
          </a:prstGeom>
        </p:spPr>
      </p:pic>
      <p:pic>
        <p:nvPicPr>
          <p:cNvPr id="51" name="Picture 50" descr="_222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0606844" y="5937631"/>
            <a:ext cx="720450" cy="265429"/>
          </a:xfrm>
          <a:prstGeom prst="rect">
            <a:avLst/>
          </a:prstGeom>
        </p:spPr>
      </p:pic>
      <p:pic>
        <p:nvPicPr>
          <p:cNvPr id="52" name="Picture 51" descr="6_2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1394623" y="5937631"/>
            <a:ext cx="720450" cy="265429"/>
          </a:xfrm>
          <a:prstGeom prst="rect">
            <a:avLst/>
          </a:prstGeom>
        </p:spPr>
      </p:pic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54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24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70649" y="1606645"/>
            <a:ext cx="876864" cy="265429"/>
          </a:xfrm>
          <a:prstGeom prst="rect">
            <a:avLst/>
          </a:prstGeom>
        </p:spPr>
      </p:pic>
      <p:pic>
        <p:nvPicPr>
          <p:cNvPr id="28" name="Picture 27" descr="24_6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655781" y="1606645"/>
            <a:ext cx="876864" cy="265429"/>
          </a:xfrm>
          <a:prstGeom prst="rect">
            <a:avLst/>
          </a:prstGeom>
        </p:spPr>
      </p:pic>
      <p:pic>
        <p:nvPicPr>
          <p:cNvPr id="29" name="Picture 28" descr="_34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00530" y="1606645"/>
            <a:ext cx="564037" cy="265429"/>
          </a:xfrm>
          <a:prstGeom prst="rect">
            <a:avLst/>
          </a:prstGeom>
        </p:spPr>
      </p:pic>
      <p:pic>
        <p:nvPicPr>
          <p:cNvPr id="30" name="Picture 29" descr="6_1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398732" y="1606645"/>
            <a:ext cx="720450" cy="265429"/>
          </a:xfrm>
          <a:prstGeom prst="rect">
            <a:avLst/>
          </a:prstGeom>
        </p:spPr>
      </p:pic>
      <p:pic>
        <p:nvPicPr>
          <p:cNvPr id="31" name="Picture 30" descr="40_7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870649" y="2116613"/>
            <a:ext cx="876864" cy="265429"/>
          </a:xfrm>
          <a:prstGeom prst="rect">
            <a:avLst/>
          </a:prstGeom>
        </p:spPr>
      </p:pic>
      <p:pic>
        <p:nvPicPr>
          <p:cNvPr id="32" name="Picture 31" descr="42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655781" y="2116613"/>
            <a:ext cx="876864" cy="265429"/>
          </a:xfrm>
          <a:prstGeom prst="rect">
            <a:avLst/>
          </a:prstGeom>
        </p:spPr>
      </p:pic>
      <p:pic>
        <p:nvPicPr>
          <p:cNvPr id="33" name="Picture 32" descr="_20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622323" y="2116613"/>
            <a:ext cx="720450" cy="265429"/>
          </a:xfrm>
          <a:prstGeom prst="rect">
            <a:avLst/>
          </a:prstGeom>
        </p:spPr>
      </p:pic>
      <p:pic>
        <p:nvPicPr>
          <p:cNvPr id="34" name="Picture 33" descr="6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398732" y="2116613"/>
            <a:ext cx="720450" cy="265429"/>
          </a:xfrm>
          <a:prstGeom prst="rect">
            <a:avLst/>
          </a:prstGeom>
        </p:spPr>
      </p:pic>
      <p:pic>
        <p:nvPicPr>
          <p:cNvPr id="35" name="Picture 34" descr="2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870649" y="2626580"/>
            <a:ext cx="876864" cy="265429"/>
          </a:xfrm>
          <a:prstGeom prst="rect">
            <a:avLst/>
          </a:prstGeom>
        </p:spPr>
      </p:pic>
      <p:pic>
        <p:nvPicPr>
          <p:cNvPr id="36" name="Picture 35" descr="25_6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655781" y="2626580"/>
            <a:ext cx="876864" cy="265429"/>
          </a:xfrm>
          <a:prstGeom prst="rect">
            <a:avLst/>
          </a:prstGeom>
        </p:spPr>
      </p:pic>
      <p:pic>
        <p:nvPicPr>
          <p:cNvPr id="37" name="Picture 36" descr="_6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00530" y="2626580"/>
            <a:ext cx="564037" cy="265429"/>
          </a:xfrm>
          <a:prstGeom prst="rect">
            <a:avLst/>
          </a:prstGeom>
        </p:spPr>
      </p:pic>
      <p:pic>
        <p:nvPicPr>
          <p:cNvPr id="38" name="Picture 37" descr="5_7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398732" y="2626580"/>
            <a:ext cx="720450" cy="265429"/>
          </a:xfrm>
          <a:prstGeom prst="rect">
            <a:avLst/>
          </a:prstGeom>
        </p:spPr>
      </p:pic>
      <p:pic>
        <p:nvPicPr>
          <p:cNvPr id="39" name="Picture 38" descr="8_7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948856" y="3136549"/>
            <a:ext cx="720450" cy="265429"/>
          </a:xfrm>
          <a:prstGeom prst="rect">
            <a:avLst/>
          </a:prstGeom>
        </p:spPr>
      </p:pic>
      <p:pic>
        <p:nvPicPr>
          <p:cNvPr id="40" name="Picture 39" descr="7_0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733988" y="3136549"/>
            <a:ext cx="720450" cy="265429"/>
          </a:xfrm>
          <a:prstGeom prst="rect">
            <a:avLst/>
          </a:prstGeom>
        </p:spPr>
      </p:pic>
      <p:pic>
        <p:nvPicPr>
          <p:cNvPr id="41" name="Picture 40" descr="_17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2323" y="3136549"/>
            <a:ext cx="720450" cy="265429"/>
          </a:xfrm>
          <a:prstGeom prst="rect">
            <a:avLst/>
          </a:prstGeom>
        </p:spPr>
      </p:pic>
      <p:pic>
        <p:nvPicPr>
          <p:cNvPr id="42" name="Picture 41" descr="3_6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398732" y="3136549"/>
            <a:ext cx="720450" cy="26542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5" name="Picture 44" descr="24_8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870649" y="4492720"/>
            <a:ext cx="876864" cy="265429"/>
          </a:xfrm>
          <a:prstGeom prst="rect">
            <a:avLst/>
          </a:prstGeom>
        </p:spPr>
      </p:pic>
      <p:pic>
        <p:nvPicPr>
          <p:cNvPr id="46" name="Picture 45" descr="25_2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55781" y="4492720"/>
            <a:ext cx="876864" cy="265429"/>
          </a:xfrm>
          <a:prstGeom prst="rect">
            <a:avLst/>
          </a:prstGeom>
        </p:spPr>
      </p:pic>
      <p:pic>
        <p:nvPicPr>
          <p:cNvPr id="47" name="Picture 46" descr="_36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700530" y="4492720"/>
            <a:ext cx="564037" cy="265429"/>
          </a:xfrm>
          <a:prstGeom prst="rect">
            <a:avLst/>
          </a:prstGeom>
        </p:spPr>
      </p:pic>
      <p:pic>
        <p:nvPicPr>
          <p:cNvPr id="48" name="Picture 47" descr="5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398732" y="4492720"/>
            <a:ext cx="720450" cy="265429"/>
          </a:xfrm>
          <a:prstGeom prst="rect">
            <a:avLst/>
          </a:prstGeom>
        </p:spPr>
      </p:pic>
      <p:pic>
        <p:nvPicPr>
          <p:cNvPr id="49" name="Picture 48" descr="41_7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70649" y="5002688"/>
            <a:ext cx="876864" cy="265429"/>
          </a:xfrm>
          <a:prstGeom prst="rect">
            <a:avLst/>
          </a:prstGeom>
        </p:spPr>
      </p:pic>
      <p:pic>
        <p:nvPicPr>
          <p:cNvPr id="50" name="Picture 49" descr="43_8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655781" y="5002688"/>
            <a:ext cx="876864" cy="265429"/>
          </a:xfrm>
          <a:prstGeom prst="rect">
            <a:avLst/>
          </a:prstGeom>
        </p:spPr>
      </p:pic>
      <p:pic>
        <p:nvPicPr>
          <p:cNvPr id="51" name="Picture 50" descr="_20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22323" y="5002688"/>
            <a:ext cx="720450" cy="265429"/>
          </a:xfrm>
          <a:prstGeom prst="rect">
            <a:avLst/>
          </a:prstGeom>
        </p:spPr>
      </p:pic>
      <p:pic>
        <p:nvPicPr>
          <p:cNvPr id="52" name="Picture 51" descr="5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398732" y="5002688"/>
            <a:ext cx="720450" cy="265429"/>
          </a:xfrm>
          <a:prstGeom prst="rect">
            <a:avLst/>
          </a:prstGeom>
        </p:spPr>
      </p:pic>
      <p:pic>
        <p:nvPicPr>
          <p:cNvPr id="53" name="Picture 52" descr="24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870649" y="5512656"/>
            <a:ext cx="876864" cy="265429"/>
          </a:xfrm>
          <a:prstGeom prst="rect">
            <a:avLst/>
          </a:prstGeom>
        </p:spPr>
      </p:pic>
      <p:pic>
        <p:nvPicPr>
          <p:cNvPr id="54" name="Picture 53" descr="23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655781" y="5512656"/>
            <a:ext cx="876864" cy="265429"/>
          </a:xfrm>
          <a:prstGeom prst="rect">
            <a:avLst/>
          </a:prstGeom>
        </p:spPr>
      </p:pic>
      <p:pic>
        <p:nvPicPr>
          <p:cNvPr id="55" name="Picture 54" descr="_58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700530" y="5512656"/>
            <a:ext cx="564037" cy="265429"/>
          </a:xfrm>
          <a:prstGeom prst="rect">
            <a:avLst/>
          </a:prstGeom>
        </p:spPr>
      </p:pic>
      <p:pic>
        <p:nvPicPr>
          <p:cNvPr id="56" name="Picture 55" descr="5_0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398732" y="5512656"/>
            <a:ext cx="720450" cy="265429"/>
          </a:xfrm>
          <a:prstGeom prst="rect">
            <a:avLst/>
          </a:prstGeom>
        </p:spPr>
      </p:pic>
      <p:pic>
        <p:nvPicPr>
          <p:cNvPr id="57" name="Picture 56" descr="9_5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8948856" y="6022624"/>
            <a:ext cx="720450" cy="265429"/>
          </a:xfrm>
          <a:prstGeom prst="rect">
            <a:avLst/>
          </a:prstGeom>
        </p:spPr>
      </p:pic>
      <p:pic>
        <p:nvPicPr>
          <p:cNvPr id="58" name="Picture 57" descr="7_6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9733988" y="6022624"/>
            <a:ext cx="720450" cy="265429"/>
          </a:xfrm>
          <a:prstGeom prst="rect">
            <a:avLst/>
          </a:prstGeom>
        </p:spPr>
      </p:pic>
      <p:pic>
        <p:nvPicPr>
          <p:cNvPr id="59" name="Picture 58" descr="_186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622323" y="6022624"/>
            <a:ext cx="720450" cy="265429"/>
          </a:xfrm>
          <a:prstGeom prst="rect">
            <a:avLst/>
          </a:prstGeom>
        </p:spPr>
      </p:pic>
      <p:pic>
        <p:nvPicPr>
          <p:cNvPr id="60" name="Picture 59" descr="3_0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1398732" y="6022624"/>
            <a:ext cx="720450" cy="265429"/>
          </a:xfrm>
          <a:prstGeom prst="rect">
            <a:avLst/>
          </a:prstGeom>
        </p:spPr>
      </p:pic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62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36_6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67808" y="1555648"/>
            <a:ext cx="876864" cy="265429"/>
          </a:xfrm>
          <a:prstGeom prst="rect">
            <a:avLst/>
          </a:prstGeom>
        </p:spPr>
      </p:pic>
      <p:pic>
        <p:nvPicPr>
          <p:cNvPr id="28" name="Picture 27" descr="41_9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077339" y="1555648"/>
            <a:ext cx="876864" cy="265429"/>
          </a:xfrm>
          <a:prstGeom prst="rect">
            <a:avLst/>
          </a:prstGeom>
        </p:spPr>
      </p:pic>
      <p:pic>
        <p:nvPicPr>
          <p:cNvPr id="29" name="Picture 28" descr="_53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165077" y="1555648"/>
            <a:ext cx="720450" cy="265429"/>
          </a:xfrm>
          <a:prstGeom prst="rect">
            <a:avLst/>
          </a:prstGeom>
        </p:spPr>
      </p:pic>
      <p:pic>
        <p:nvPicPr>
          <p:cNvPr id="30" name="Picture 29" descr="7_4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74608" y="1555648"/>
            <a:ext cx="720450" cy="265429"/>
          </a:xfrm>
          <a:prstGeom prst="rect">
            <a:avLst/>
          </a:prstGeom>
        </p:spPr>
      </p:pic>
      <p:pic>
        <p:nvPicPr>
          <p:cNvPr id="31" name="Picture 30" descr="25_0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067808" y="1963623"/>
            <a:ext cx="876864" cy="265429"/>
          </a:xfrm>
          <a:prstGeom prst="rect">
            <a:avLst/>
          </a:prstGeom>
        </p:spPr>
      </p:pic>
      <p:pic>
        <p:nvPicPr>
          <p:cNvPr id="32" name="Picture 31" descr="22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77339" y="1963623"/>
            <a:ext cx="876864" cy="265429"/>
          </a:xfrm>
          <a:prstGeom prst="rect">
            <a:avLst/>
          </a:prstGeom>
        </p:spPr>
      </p:pic>
      <p:pic>
        <p:nvPicPr>
          <p:cNvPr id="33" name="Picture 32" descr="_26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5077" y="1963623"/>
            <a:ext cx="720450" cy="265429"/>
          </a:xfrm>
          <a:prstGeom prst="rect">
            <a:avLst/>
          </a:prstGeom>
        </p:spPr>
      </p:pic>
      <p:pic>
        <p:nvPicPr>
          <p:cNvPr id="34" name="Picture 33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1963623"/>
            <a:ext cx="720450" cy="265429"/>
          </a:xfrm>
          <a:prstGeom prst="rect">
            <a:avLst/>
          </a:prstGeom>
        </p:spPr>
      </p:pic>
      <p:pic>
        <p:nvPicPr>
          <p:cNvPr id="35" name="Picture 3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2371598"/>
            <a:ext cx="876864" cy="265429"/>
          </a:xfrm>
          <a:prstGeom prst="rect">
            <a:avLst/>
          </a:prstGeom>
        </p:spPr>
      </p:pic>
      <p:pic>
        <p:nvPicPr>
          <p:cNvPr id="36" name="Picture 35" descr="10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077339" y="2371598"/>
            <a:ext cx="876864" cy="265429"/>
          </a:xfrm>
          <a:prstGeom prst="rect">
            <a:avLst/>
          </a:prstGeom>
        </p:spPr>
      </p:pic>
      <p:pic>
        <p:nvPicPr>
          <p:cNvPr id="37" name="Picture 36" descr="_6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243284" y="2371598"/>
            <a:ext cx="564037" cy="265429"/>
          </a:xfrm>
          <a:prstGeom prst="rect">
            <a:avLst/>
          </a:prstGeom>
        </p:spPr>
      </p:pic>
      <p:pic>
        <p:nvPicPr>
          <p:cNvPr id="38" name="Picture 3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2371598"/>
            <a:ext cx="720450" cy="265429"/>
          </a:xfrm>
          <a:prstGeom prst="rect">
            <a:avLst/>
          </a:prstGeom>
        </p:spPr>
      </p:pic>
      <p:pic>
        <p:nvPicPr>
          <p:cNvPr id="39" name="Picture 38" descr="15_4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067808" y="2779573"/>
            <a:ext cx="876864" cy="265429"/>
          </a:xfrm>
          <a:prstGeom prst="rect">
            <a:avLst/>
          </a:prstGeom>
        </p:spPr>
      </p:pic>
      <p:pic>
        <p:nvPicPr>
          <p:cNvPr id="40" name="Picture 39" descr="13_3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077339" y="2779573"/>
            <a:ext cx="876864" cy="265429"/>
          </a:xfrm>
          <a:prstGeom prst="rect">
            <a:avLst/>
          </a:prstGeom>
        </p:spPr>
      </p:pic>
      <p:pic>
        <p:nvPicPr>
          <p:cNvPr id="41" name="Picture 40" descr="_207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165077" y="2779573"/>
            <a:ext cx="720450" cy="265429"/>
          </a:xfrm>
          <a:prstGeom prst="rect">
            <a:avLst/>
          </a:prstGeom>
        </p:spPr>
      </p:pic>
      <p:pic>
        <p:nvPicPr>
          <p:cNvPr id="42" name="Picture 41" descr="4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74608" y="2779573"/>
            <a:ext cx="720450" cy="265429"/>
          </a:xfrm>
          <a:prstGeom prst="rect">
            <a:avLst/>
          </a:prstGeom>
        </p:spPr>
      </p:pic>
      <p:pic>
        <p:nvPicPr>
          <p:cNvPr id="43" name="Picture 42" descr="11_7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067808" y="3187548"/>
            <a:ext cx="876864" cy="265429"/>
          </a:xfrm>
          <a:prstGeom prst="rect">
            <a:avLst/>
          </a:prstGeom>
        </p:spPr>
      </p:pic>
      <p:pic>
        <p:nvPicPr>
          <p:cNvPr id="44" name="Picture 43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077339" y="3187548"/>
            <a:ext cx="876864" cy="265429"/>
          </a:xfrm>
          <a:prstGeom prst="rect">
            <a:avLst/>
          </a:prstGeom>
        </p:spPr>
      </p:pic>
      <p:pic>
        <p:nvPicPr>
          <p:cNvPr id="45" name="Picture 44" descr="_5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321491" y="3187548"/>
            <a:ext cx="407623" cy="265429"/>
          </a:xfrm>
          <a:prstGeom prst="rect">
            <a:avLst/>
          </a:prstGeom>
        </p:spPr>
      </p:pic>
      <p:pic>
        <p:nvPicPr>
          <p:cNvPr id="46" name="Picture 45" descr="5_9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74608" y="3187548"/>
            <a:ext cx="720450" cy="26542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49" name="Picture 48" descr="35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067808" y="4441723"/>
            <a:ext cx="876864" cy="265429"/>
          </a:xfrm>
          <a:prstGeom prst="rect">
            <a:avLst/>
          </a:prstGeom>
        </p:spPr>
      </p:pic>
      <p:pic>
        <p:nvPicPr>
          <p:cNvPr id="50" name="Picture 49" descr="40_9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9077339" y="4441723"/>
            <a:ext cx="876864" cy="265429"/>
          </a:xfrm>
          <a:prstGeom prst="rect">
            <a:avLst/>
          </a:prstGeom>
        </p:spPr>
      </p:pic>
      <p:pic>
        <p:nvPicPr>
          <p:cNvPr id="51" name="Picture 50" descr="_538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165077" y="4441723"/>
            <a:ext cx="720450" cy="265429"/>
          </a:xfrm>
          <a:prstGeom prst="rect">
            <a:avLst/>
          </a:prstGeom>
        </p:spPr>
      </p:pic>
      <p:pic>
        <p:nvPicPr>
          <p:cNvPr id="52" name="Picture 51" descr="6_8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11174608" y="4441723"/>
            <a:ext cx="720450" cy="265429"/>
          </a:xfrm>
          <a:prstGeom prst="rect">
            <a:avLst/>
          </a:prstGeom>
        </p:spPr>
      </p:pic>
      <p:pic>
        <p:nvPicPr>
          <p:cNvPr id="53" name="Picture 52" descr="26_6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067808" y="4849698"/>
            <a:ext cx="876864" cy="265429"/>
          </a:xfrm>
          <a:prstGeom prst="rect">
            <a:avLst/>
          </a:prstGeom>
        </p:spPr>
      </p:pic>
      <p:pic>
        <p:nvPicPr>
          <p:cNvPr id="54" name="Picture 53" descr="23_9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077339" y="4849698"/>
            <a:ext cx="876864" cy="265429"/>
          </a:xfrm>
          <a:prstGeom prst="rect">
            <a:avLst/>
          </a:prstGeom>
        </p:spPr>
      </p:pic>
      <p:pic>
        <p:nvPicPr>
          <p:cNvPr id="55" name="Picture 54" descr="_271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165077" y="4849698"/>
            <a:ext cx="720450" cy="265429"/>
          </a:xfrm>
          <a:prstGeom prst="rect">
            <a:avLst/>
          </a:prstGeom>
        </p:spPr>
      </p:pic>
      <p:pic>
        <p:nvPicPr>
          <p:cNvPr id="56" name="Picture 55" descr="4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11174608" y="4849698"/>
            <a:ext cx="720450" cy="265429"/>
          </a:xfrm>
          <a:prstGeom prst="rect">
            <a:avLst/>
          </a:prstGeom>
        </p:spPr>
      </p:pic>
      <p:pic>
        <p:nvPicPr>
          <p:cNvPr id="57" name="Picture 56" descr="11_6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067808" y="5257673"/>
            <a:ext cx="876864" cy="265429"/>
          </a:xfrm>
          <a:prstGeom prst="rect">
            <a:avLst/>
          </a:prstGeom>
        </p:spPr>
      </p:pic>
      <p:pic>
        <p:nvPicPr>
          <p:cNvPr id="58" name="Picture 57" descr="11_0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9077339" y="5257673"/>
            <a:ext cx="876864" cy="265429"/>
          </a:xfrm>
          <a:prstGeom prst="rect">
            <a:avLst/>
          </a:prstGeom>
        </p:spPr>
      </p:pic>
      <p:pic>
        <p:nvPicPr>
          <p:cNvPr id="59" name="Picture 58" descr="_6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243284" y="5257673"/>
            <a:ext cx="564037" cy="265429"/>
          </a:xfrm>
          <a:prstGeom prst="rect">
            <a:avLst/>
          </a:prstGeom>
        </p:spPr>
      </p:pic>
      <p:pic>
        <p:nvPicPr>
          <p:cNvPr id="60" name="Picture 59" descr="4_7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74608" y="5257673"/>
            <a:ext cx="720450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8067808" y="5665648"/>
            <a:ext cx="876864" cy="265429"/>
          </a:xfrm>
          <a:prstGeom prst="rect">
            <a:avLst/>
          </a:prstGeom>
        </p:spPr>
      </p:pic>
      <p:pic>
        <p:nvPicPr>
          <p:cNvPr id="62" name="Picture 61" descr="12_9_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077339" y="5665648"/>
            <a:ext cx="876864" cy="265429"/>
          </a:xfrm>
          <a:prstGeom prst="rect">
            <a:avLst/>
          </a:prstGeom>
        </p:spPr>
      </p:pic>
      <p:pic>
        <p:nvPicPr>
          <p:cNvPr id="63" name="Picture 62" descr="_20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0165077" y="5665648"/>
            <a:ext cx="720450" cy="265429"/>
          </a:xfrm>
          <a:prstGeom prst="rect">
            <a:avLst/>
          </a:prstGeom>
        </p:spPr>
      </p:pic>
      <p:pic>
        <p:nvPicPr>
          <p:cNvPr id="64" name="Picture 63" descr="3_7_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174608" y="5665648"/>
            <a:ext cx="720450" cy="265429"/>
          </a:xfrm>
          <a:prstGeom prst="rect">
            <a:avLst/>
          </a:prstGeom>
        </p:spPr>
      </p:pic>
      <p:pic>
        <p:nvPicPr>
          <p:cNvPr id="65" name="Picture 64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67808" y="6073623"/>
            <a:ext cx="876864" cy="265429"/>
          </a:xfrm>
          <a:prstGeom prst="rect">
            <a:avLst/>
          </a:prstGeom>
        </p:spPr>
      </p:pic>
      <p:pic>
        <p:nvPicPr>
          <p:cNvPr id="66" name="Picture 65" descr="11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77339" y="6073623"/>
            <a:ext cx="876864" cy="265429"/>
          </a:xfrm>
          <a:prstGeom prst="rect">
            <a:avLst/>
          </a:prstGeom>
        </p:spPr>
      </p:pic>
      <p:pic>
        <p:nvPicPr>
          <p:cNvPr id="67" name="Picture 66" descr="_1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321491" y="6073623"/>
            <a:ext cx="407623" cy="265429"/>
          </a:xfrm>
          <a:prstGeom prst="rect">
            <a:avLst/>
          </a:prstGeom>
        </p:spPr>
      </p:pic>
      <p:pic>
        <p:nvPicPr>
          <p:cNvPr id="68" name="Picture 67" descr="5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174608" y="6073623"/>
            <a:ext cx="720450" cy="265429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7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_4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99602" y="1721636"/>
            <a:ext cx="720450" cy="265429"/>
          </a:xfrm>
          <a:prstGeom prst="rect">
            <a:avLst/>
          </a:prstGeom>
        </p:spPr>
      </p:pic>
      <p:pic>
        <p:nvPicPr>
          <p:cNvPr id="16" name="Picture 15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1510" y="1721636"/>
            <a:ext cx="720450" cy="265429"/>
          </a:xfrm>
          <a:prstGeom prst="rect">
            <a:avLst/>
          </a:prstGeom>
        </p:spPr>
      </p:pic>
      <p:pic>
        <p:nvPicPr>
          <p:cNvPr id="17" name="Picture 16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1721636"/>
            <a:ext cx="720450" cy="265429"/>
          </a:xfrm>
          <a:prstGeom prst="rect">
            <a:avLst/>
          </a:prstGeom>
        </p:spPr>
      </p:pic>
      <p:pic>
        <p:nvPicPr>
          <p:cNvPr id="18" name="Picture 17" descr="1_9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99602" y="1968286"/>
            <a:ext cx="720450" cy="265429"/>
          </a:xfrm>
          <a:prstGeom prst="rect">
            <a:avLst/>
          </a:prstGeom>
        </p:spPr>
      </p:pic>
      <p:pic>
        <p:nvPicPr>
          <p:cNvPr id="19" name="Picture 18" descr="3_1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91510" y="1968286"/>
            <a:ext cx="720450" cy="265429"/>
          </a:xfrm>
          <a:prstGeom prst="rect">
            <a:avLst/>
          </a:prstGeom>
        </p:spPr>
      </p:pic>
      <p:pic>
        <p:nvPicPr>
          <p:cNvPr id="20" name="Picture 19" descr="3_2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83418" y="1968286"/>
            <a:ext cx="720450" cy="265429"/>
          </a:xfrm>
          <a:prstGeom prst="rect">
            <a:avLst/>
          </a:prstGeom>
        </p:spPr>
      </p:pic>
      <p:pic>
        <p:nvPicPr>
          <p:cNvPr id="21" name="Picture 20" descr="1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699602" y="2214936"/>
            <a:ext cx="720450" cy="265429"/>
          </a:xfrm>
          <a:prstGeom prst="rect">
            <a:avLst/>
          </a:prstGeom>
        </p:spPr>
      </p:pic>
      <p:pic>
        <p:nvPicPr>
          <p:cNvPr id="22" name="Picture 21" descr="2_7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091510" y="2214936"/>
            <a:ext cx="720450" cy="265429"/>
          </a:xfrm>
          <a:prstGeom prst="rect">
            <a:avLst/>
          </a:prstGeom>
        </p:spPr>
      </p:pic>
      <p:pic>
        <p:nvPicPr>
          <p:cNvPr id="23" name="Picture 22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214936"/>
            <a:ext cx="720450" cy="265429"/>
          </a:xfrm>
          <a:prstGeom prst="rect">
            <a:avLst/>
          </a:prstGeom>
        </p:spPr>
      </p:pic>
      <p:pic>
        <p:nvPicPr>
          <p:cNvPr id="24" name="Picture 23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461586"/>
            <a:ext cx="720450" cy="265429"/>
          </a:xfrm>
          <a:prstGeom prst="rect">
            <a:avLst/>
          </a:prstGeom>
        </p:spPr>
      </p:pic>
      <p:pic>
        <p:nvPicPr>
          <p:cNvPr id="25" name="Picture 24" descr="3_3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091510" y="2461586"/>
            <a:ext cx="720450" cy="265429"/>
          </a:xfrm>
          <a:prstGeom prst="rect">
            <a:avLst/>
          </a:prstGeom>
        </p:spPr>
      </p:pic>
      <p:pic>
        <p:nvPicPr>
          <p:cNvPr id="26" name="Picture 25" descr="2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83418" y="2461586"/>
            <a:ext cx="720450" cy="265429"/>
          </a:xfrm>
          <a:prstGeom prst="rect">
            <a:avLst/>
          </a:prstGeom>
        </p:spPr>
      </p:pic>
      <p:pic>
        <p:nvPicPr>
          <p:cNvPr id="27" name="Picture 26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2708236"/>
            <a:ext cx="720450" cy="265429"/>
          </a:xfrm>
          <a:prstGeom prst="rect">
            <a:avLst/>
          </a:prstGeom>
        </p:spPr>
      </p:pic>
      <p:pic>
        <p:nvPicPr>
          <p:cNvPr id="28" name="Picture 27" descr="2_2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091510" y="2708236"/>
            <a:ext cx="720450" cy="265429"/>
          </a:xfrm>
          <a:prstGeom prst="rect">
            <a:avLst/>
          </a:prstGeom>
        </p:spPr>
      </p:pic>
      <p:pic>
        <p:nvPicPr>
          <p:cNvPr id="29" name="Picture 28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2708236"/>
            <a:ext cx="720450" cy="265429"/>
          </a:xfrm>
          <a:prstGeom prst="rect">
            <a:avLst/>
          </a:prstGeom>
        </p:spPr>
      </p:pic>
      <p:pic>
        <p:nvPicPr>
          <p:cNvPr id="30" name="Picture 29" descr="2_4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699602" y="2954886"/>
            <a:ext cx="720450" cy="265429"/>
          </a:xfrm>
          <a:prstGeom prst="rect">
            <a:avLst/>
          </a:prstGeom>
        </p:spPr>
      </p:pic>
      <p:pic>
        <p:nvPicPr>
          <p:cNvPr id="31" name="Picture 30" descr="3_7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91510" y="2954886"/>
            <a:ext cx="720450" cy="265429"/>
          </a:xfrm>
          <a:prstGeom prst="rect">
            <a:avLst/>
          </a:prstGeom>
        </p:spPr>
      </p:pic>
      <p:pic>
        <p:nvPicPr>
          <p:cNvPr id="32" name="Picture 31" descr="3_4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483418" y="2954886"/>
            <a:ext cx="720450" cy="265429"/>
          </a:xfrm>
          <a:prstGeom prst="rect">
            <a:avLst/>
          </a:prstGeom>
        </p:spPr>
      </p:pic>
      <p:pic>
        <p:nvPicPr>
          <p:cNvPr id="33" name="Picture 32" descr="1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99602" y="3201536"/>
            <a:ext cx="720450" cy="265429"/>
          </a:xfrm>
          <a:prstGeom prst="rect">
            <a:avLst/>
          </a:prstGeom>
        </p:spPr>
      </p:pic>
      <p:pic>
        <p:nvPicPr>
          <p:cNvPr id="34" name="Picture 33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91510" y="3201536"/>
            <a:ext cx="720450" cy="265429"/>
          </a:xfrm>
          <a:prstGeom prst="rect">
            <a:avLst/>
          </a:prstGeom>
        </p:spPr>
      </p:pic>
      <p:pic>
        <p:nvPicPr>
          <p:cNvPr id="35" name="Picture 34" descr="3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83418" y="3201536"/>
            <a:ext cx="720450" cy="265429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55_6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55869" y="1474914"/>
            <a:ext cx="876864" cy="265429"/>
          </a:xfrm>
          <a:prstGeom prst="rect">
            <a:avLst/>
          </a:prstGeom>
        </p:spPr>
      </p:pic>
      <p:pic>
        <p:nvPicPr>
          <p:cNvPr id="24" name="Picture 23" descr="31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68413" y="1474914"/>
            <a:ext cx="876864" cy="265429"/>
          </a:xfrm>
          <a:prstGeom prst="rect">
            <a:avLst/>
          </a:prstGeom>
        </p:spPr>
      </p:pic>
      <p:pic>
        <p:nvPicPr>
          <p:cNvPr id="25" name="Picture 24" descr="12_5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43152" y="1474914"/>
            <a:ext cx="876864" cy="265429"/>
          </a:xfrm>
          <a:prstGeom prst="rect">
            <a:avLst/>
          </a:prstGeom>
        </p:spPr>
      </p:pic>
      <p:pic>
        <p:nvPicPr>
          <p:cNvPr id="26" name="Picture 2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474914"/>
            <a:ext cx="1033277" cy="265429"/>
          </a:xfrm>
          <a:prstGeom prst="rect">
            <a:avLst/>
          </a:prstGeom>
        </p:spPr>
      </p:pic>
      <p:pic>
        <p:nvPicPr>
          <p:cNvPr id="27" name="Picture 2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1721421"/>
            <a:ext cx="876864" cy="265429"/>
          </a:xfrm>
          <a:prstGeom prst="rect">
            <a:avLst/>
          </a:prstGeom>
        </p:spPr>
      </p:pic>
      <p:pic>
        <p:nvPicPr>
          <p:cNvPr id="28" name="Picture 27" descr="31_6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68413" y="1721421"/>
            <a:ext cx="876864" cy="265429"/>
          </a:xfrm>
          <a:prstGeom prst="rect">
            <a:avLst/>
          </a:prstGeom>
        </p:spPr>
      </p:pic>
      <p:pic>
        <p:nvPicPr>
          <p:cNvPr id="29" name="Picture 28" descr="13_5_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243152" y="1721421"/>
            <a:ext cx="876864" cy="265429"/>
          </a:xfrm>
          <a:prstGeom prst="rect">
            <a:avLst/>
          </a:prstGeom>
        </p:spPr>
      </p:pic>
      <p:pic>
        <p:nvPicPr>
          <p:cNvPr id="30" name="Picture 2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721421"/>
            <a:ext cx="1033277" cy="265429"/>
          </a:xfrm>
          <a:prstGeom prst="rect">
            <a:avLst/>
          </a:prstGeom>
        </p:spPr>
      </p:pic>
      <p:pic>
        <p:nvPicPr>
          <p:cNvPr id="31" name="Picture 30" descr="53_9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955869" y="1967928"/>
            <a:ext cx="876864" cy="265429"/>
          </a:xfrm>
          <a:prstGeom prst="rect">
            <a:avLst/>
          </a:prstGeom>
        </p:spPr>
      </p:pic>
      <p:pic>
        <p:nvPicPr>
          <p:cNvPr id="32" name="Picture 31" descr="33_7_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68413" y="1967928"/>
            <a:ext cx="876864" cy="265429"/>
          </a:xfrm>
          <a:prstGeom prst="rect">
            <a:avLst/>
          </a:prstGeom>
        </p:spPr>
      </p:pic>
      <p:pic>
        <p:nvPicPr>
          <p:cNvPr id="33" name="Picture 32" descr="12_4_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43152" y="1967928"/>
            <a:ext cx="876864" cy="265429"/>
          </a:xfrm>
          <a:prstGeom prst="rect">
            <a:avLst/>
          </a:prstGeom>
        </p:spPr>
      </p:pic>
      <p:pic>
        <p:nvPicPr>
          <p:cNvPr id="34" name="Picture 33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1967928"/>
            <a:ext cx="1033277" cy="265429"/>
          </a:xfrm>
          <a:prstGeom prst="rect">
            <a:avLst/>
          </a:prstGeom>
        </p:spPr>
      </p:pic>
      <p:pic>
        <p:nvPicPr>
          <p:cNvPr id="35" name="Picture 34" descr="59_0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955869" y="2214435"/>
            <a:ext cx="876864" cy="265429"/>
          </a:xfrm>
          <a:prstGeom prst="rect">
            <a:avLst/>
          </a:prstGeom>
        </p:spPr>
      </p:pic>
      <p:pic>
        <p:nvPicPr>
          <p:cNvPr id="36" name="Picture 35" descr="29_2_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368413" y="2214435"/>
            <a:ext cx="876864" cy="265429"/>
          </a:xfrm>
          <a:prstGeom prst="rect">
            <a:avLst/>
          </a:prstGeom>
        </p:spPr>
      </p:pic>
      <p:pic>
        <p:nvPicPr>
          <p:cNvPr id="37" name="Picture 36" descr="11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243152" y="2214435"/>
            <a:ext cx="876864" cy="265429"/>
          </a:xfrm>
          <a:prstGeom prst="rect">
            <a:avLst/>
          </a:prstGeom>
        </p:spPr>
      </p:pic>
      <p:pic>
        <p:nvPicPr>
          <p:cNvPr id="38" name="Picture 37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214435"/>
            <a:ext cx="1033277" cy="265429"/>
          </a:xfrm>
          <a:prstGeom prst="rect">
            <a:avLst/>
          </a:prstGeom>
        </p:spPr>
      </p:pic>
      <p:pic>
        <p:nvPicPr>
          <p:cNvPr id="39" name="Picture 38" descr="54_3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55869" y="2460942"/>
            <a:ext cx="876864" cy="265429"/>
          </a:xfrm>
          <a:prstGeom prst="rect">
            <a:avLst/>
          </a:prstGeom>
        </p:spPr>
      </p:pic>
      <p:pic>
        <p:nvPicPr>
          <p:cNvPr id="40" name="Picture 39" descr="32_8_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68413" y="2460942"/>
            <a:ext cx="876864" cy="265429"/>
          </a:xfrm>
          <a:prstGeom prst="rect">
            <a:avLst/>
          </a:prstGeom>
        </p:spPr>
      </p:pic>
      <p:pic>
        <p:nvPicPr>
          <p:cNvPr id="41" name="Picture 40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460942"/>
            <a:ext cx="876864" cy="265429"/>
          </a:xfrm>
          <a:prstGeom prst="rect">
            <a:avLst/>
          </a:prstGeom>
        </p:spPr>
      </p:pic>
      <p:pic>
        <p:nvPicPr>
          <p:cNvPr id="42" name="Picture 41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460942"/>
            <a:ext cx="1033277" cy="265429"/>
          </a:xfrm>
          <a:prstGeom prst="rect">
            <a:avLst/>
          </a:prstGeom>
        </p:spPr>
      </p:pic>
      <p:pic>
        <p:nvPicPr>
          <p:cNvPr id="43" name="Picture 42" descr="49_8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955869" y="2707449"/>
            <a:ext cx="876864" cy="265429"/>
          </a:xfrm>
          <a:prstGeom prst="rect">
            <a:avLst/>
          </a:prstGeom>
        </p:spPr>
      </p:pic>
      <p:pic>
        <p:nvPicPr>
          <p:cNvPr id="44" name="Picture 43" descr="37_4_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368413" y="2707449"/>
            <a:ext cx="876864" cy="265429"/>
          </a:xfrm>
          <a:prstGeom prst="rect">
            <a:avLst/>
          </a:prstGeom>
        </p:spPr>
      </p:pic>
      <p:pic>
        <p:nvPicPr>
          <p:cNvPr id="45" name="Picture 44" descr="12_8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43152" y="2707449"/>
            <a:ext cx="876864" cy="265429"/>
          </a:xfrm>
          <a:prstGeom prst="rect">
            <a:avLst/>
          </a:prstGeom>
        </p:spPr>
      </p:pic>
      <p:pic>
        <p:nvPicPr>
          <p:cNvPr id="46" name="Picture 45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707449"/>
            <a:ext cx="1033277" cy="265429"/>
          </a:xfrm>
          <a:prstGeom prst="rect">
            <a:avLst/>
          </a:prstGeom>
        </p:spPr>
      </p:pic>
      <p:pic>
        <p:nvPicPr>
          <p:cNvPr id="47" name="Picture 46" descr="54_9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55869" y="2953956"/>
            <a:ext cx="876864" cy="265429"/>
          </a:xfrm>
          <a:prstGeom prst="rect">
            <a:avLst/>
          </a:prstGeom>
        </p:spPr>
      </p:pic>
      <p:pic>
        <p:nvPicPr>
          <p:cNvPr id="48" name="Picture 47" descr="32_4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6368413" y="2953956"/>
            <a:ext cx="876864" cy="265429"/>
          </a:xfrm>
          <a:prstGeom prst="rect">
            <a:avLst/>
          </a:prstGeom>
        </p:spPr>
      </p:pic>
      <p:pic>
        <p:nvPicPr>
          <p:cNvPr id="49" name="Picture 48" descr="12_7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243152" y="2953956"/>
            <a:ext cx="876864" cy="265429"/>
          </a:xfrm>
          <a:prstGeom prst="rect">
            <a:avLst/>
          </a:prstGeom>
        </p:spPr>
      </p:pic>
      <p:pic>
        <p:nvPicPr>
          <p:cNvPr id="50" name="Picture 49" descr="100_0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98663" y="2953956"/>
            <a:ext cx="1033277" cy="265429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66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52919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9159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6893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607608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529195"/>
            <a:ext cx="0" cy="1546886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52919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9159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53026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6893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607608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6252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+6.3%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8492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+3.1%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523596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622684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-3.1%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600940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-6.3%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3914775" y="4627936"/>
            <a:ext cx="457200" cy="6747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ata Label"/>
          <p:cNvSpPr txBox="1"/>
          <p:nvPr/>
        </p:nvSpPr>
        <p:spPr>
          <a:xfrm>
            <a:off x="619125" y="4485061"/>
            <a:ext cx="7048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19125" y="6242060"/>
            <a:ext cx="704850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9025" y="44581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80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regional price movement to the base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407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year, applied consistently across the horizon to strip out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417278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indices diverge by up 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12403" y="4162564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0287512" y="4172787"/>
            <a:ext cx="15563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2036: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366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developed regions start higher and grow steadily, while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3810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emerging regions start lower and converge, reflecting catch-up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698567"/>
            <a:ext cx="54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pricing pattern, price range and average price by product for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52500"/>
            <a:ext cx="642937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>Europe Price Point Assessment (US$/MT)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15125" y="952500"/>
            <a:ext cx="5334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Average Pricing by Product Type (US$/MT)</a:t>
            </a:r>
          </a:p>
        </p:txBody>
      </p:sp>
      <p:sp>
        <p:nvSpPr>
          <p:cNvPr id="12" name="Oval 11"/>
          <p:cNvSpPr/>
          <p:nvPr/>
        </p:nvSpPr>
        <p:spPr>
          <a:xfrm>
            <a:off x="147638" y="1194361"/>
            <a:ext cx="104775" cy="10039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153291"/>
            <a:ext cx="1544723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Cleansin…</a:t>
            </a:r>
          </a:p>
        </p:txBody>
      </p:sp>
      <p:sp>
        <p:nvSpPr>
          <p:cNvPr id="14" name="Oval 13"/>
          <p:cNvSpPr/>
          <p:nvPr/>
        </p:nvSpPr>
        <p:spPr>
          <a:xfrm>
            <a:off x="2006686" y="1194361"/>
            <a:ext cx="104775" cy="10039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144798" y="1153291"/>
            <a:ext cx="1468399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&amp;…</a:t>
            </a:r>
          </a:p>
        </p:txBody>
      </p:sp>
      <p:sp>
        <p:nvSpPr>
          <p:cNvPr id="16" name="Oval 15"/>
          <p:cNvSpPr/>
          <p:nvPr/>
        </p:nvSpPr>
        <p:spPr>
          <a:xfrm>
            <a:off x="3789410" y="1194361"/>
            <a:ext cx="104775" cy="10039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3927522" y="1153291"/>
            <a:ext cx="1471242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Ca…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570214" y="1189798"/>
            <a:ext cx="209550" cy="109522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817864" y="1153291"/>
            <a:ext cx="1143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42875" y="1390589"/>
            <a:ext cx="11906250" cy="1204744"/>
          </a:xfrm>
          <a:prstGeom prst="rect">
            <a:avLst/>
          </a:prstGeom>
          <a:solidFill>
            <a:srgbClr val="F5F7F9"/>
          </a:solidFill>
          <a:ln w="9525">
            <a:solidFill>
              <a:srgbClr val="EDF1F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00025" y="1408842"/>
            <a:ext cx="3143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 Pricing Pattern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581025" y="2346705"/>
            <a:ext cx="2181225" cy="0"/>
          </a:xfrm>
          <a:prstGeom prst="line">
            <a:avLst/>
          </a:prstGeom>
          <a:ln w="10160">
            <a:solidFill>
              <a:srgbClr val="C9D2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33350" y="161876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33350" y="231240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5" name="Freeform 24"/>
          <p:cNvSpPr/>
          <p:nvPr/>
        </p:nvSpPr>
        <p:spPr>
          <a:xfrm>
            <a:off x="581025" y="1792170"/>
            <a:ext cx="2181225" cy="556738"/>
          </a:xfrm>
          <a:custGeom>
            <a:avLst/>
            <a:gdLst/>
            <a:ahLst/>
            <a:cxnLst/>
            <a:rect l="l" t="t" r="r" b="b"/>
            <a:pathLst>
              <a:path w="229" h="61">
                <a:moveTo>
                  <a:pt x="0" y="61"/>
                </a:moveTo>
                <a:lnTo>
                  <a:pt x="46" y="49"/>
                </a:lnTo>
                <a:lnTo>
                  <a:pt x="92" y="36"/>
                </a:lnTo>
                <a:lnTo>
                  <a:pt x="137" y="24"/>
                </a:lnTo>
                <a:lnTo>
                  <a:pt x="183" y="12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C55A1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Freeform 25"/>
          <p:cNvSpPr/>
          <p:nvPr/>
        </p:nvSpPr>
        <p:spPr>
          <a:xfrm>
            <a:off x="581025" y="1746536"/>
            <a:ext cx="2181225" cy="602372"/>
          </a:xfrm>
          <a:custGeom>
            <a:avLst/>
            <a:gdLst/>
            <a:ahLst/>
            <a:cxnLst/>
            <a:rect l="l" t="t" r="r" b="b"/>
            <a:pathLst>
              <a:path w="229" h="66">
                <a:moveTo>
                  <a:pt x="0" y="66"/>
                </a:moveTo>
                <a:lnTo>
                  <a:pt x="46" y="53"/>
                </a:lnTo>
                <a:lnTo>
                  <a:pt x="92" y="39"/>
                </a:lnTo>
                <a:lnTo>
                  <a:pt x="137" y="26"/>
                </a:lnTo>
                <a:lnTo>
                  <a:pt x="183" y="14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Freeform 26"/>
          <p:cNvSpPr/>
          <p:nvPr/>
        </p:nvSpPr>
        <p:spPr>
          <a:xfrm>
            <a:off x="581025" y="1764790"/>
            <a:ext cx="2181225" cy="584118"/>
          </a:xfrm>
          <a:custGeom>
            <a:avLst/>
            <a:gdLst/>
            <a:ahLst/>
            <a:cxnLst/>
            <a:rect l="l" t="t" r="r" b="b"/>
            <a:pathLst>
              <a:path w="229" h="64">
                <a:moveTo>
                  <a:pt x="0" y="64"/>
                </a:moveTo>
                <a:lnTo>
                  <a:pt x="46" y="51"/>
                </a:lnTo>
                <a:lnTo>
                  <a:pt x="92" y="38"/>
                </a:lnTo>
                <a:lnTo>
                  <a:pt x="137" y="26"/>
                </a:lnTo>
                <a:lnTo>
                  <a:pt x="183" y="13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71475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2021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14600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3314700" y="2151403"/>
            <a:ext cx="3257550" cy="0"/>
          </a:xfrm>
          <a:prstGeom prst="line">
            <a:avLst/>
          </a:prstGeom>
          <a:ln w="12700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143250" y="2069261"/>
            <a:ext cx="1333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331470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00990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18,515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396621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66141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18,572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461772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31292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18,629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526923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496443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18,686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592074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561594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18,743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57225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26745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18,800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70995" y="2078388"/>
            <a:ext cx="2544961" cy="146030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3613845" y="2096642"/>
            <a:ext cx="114300" cy="109522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8805" y="2096642"/>
            <a:ext cx="114300" cy="109522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4469268" y="2096642"/>
            <a:ext cx="114300" cy="109522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715125" y="1609633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</a:t>
            </a:r>
          </a:p>
        </p:txBody>
      </p:sp>
      <p:sp>
        <p:nvSpPr>
          <p:cNvPr id="49" name="Oval 48"/>
          <p:cNvSpPr/>
          <p:nvPr/>
        </p:nvSpPr>
        <p:spPr>
          <a:xfrm>
            <a:off x="8972550" y="166987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0868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15,949.66</a:t>
            </a:r>
          </a:p>
        </p:txBody>
      </p:sp>
      <p:sp>
        <p:nvSpPr>
          <p:cNvPr id="51" name="Oval 50"/>
          <p:cNvSpPr/>
          <p:nvPr/>
        </p:nvSpPr>
        <p:spPr>
          <a:xfrm>
            <a:off x="10001250" y="166987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01155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16,141.11</a:t>
            </a:r>
          </a:p>
        </p:txBody>
      </p:sp>
      <p:sp>
        <p:nvSpPr>
          <p:cNvPr id="53" name="Oval 52"/>
          <p:cNvSpPr/>
          <p:nvPr/>
        </p:nvSpPr>
        <p:spPr>
          <a:xfrm>
            <a:off x="11029950" y="166987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111442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16,014.01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15125" y="180312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Pet Specialty Retail</a:t>
            </a:r>
          </a:p>
        </p:txBody>
      </p:sp>
      <p:sp>
        <p:nvSpPr>
          <p:cNvPr id="56" name="Oval 55"/>
          <p:cNvSpPr/>
          <p:nvPr/>
        </p:nvSpPr>
        <p:spPr>
          <a:xfrm>
            <a:off x="8972550" y="186336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0868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16,876.96</a:t>
            </a:r>
          </a:p>
        </p:txBody>
      </p:sp>
      <p:sp>
        <p:nvSpPr>
          <p:cNvPr id="58" name="Oval 57"/>
          <p:cNvSpPr/>
          <p:nvPr/>
        </p:nvSpPr>
        <p:spPr>
          <a:xfrm>
            <a:off x="10001250" y="186336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1155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17,079.55</a:t>
            </a:r>
          </a:p>
        </p:txBody>
      </p:sp>
      <p:sp>
        <p:nvSpPr>
          <p:cNvPr id="60" name="Oval 59"/>
          <p:cNvSpPr/>
          <p:nvPr/>
        </p:nvSpPr>
        <p:spPr>
          <a:xfrm>
            <a:off x="11029950" y="186336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442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16,945.06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715125" y="199661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Veterinary &amp; Animal He</a:t>
            </a:r>
          </a:p>
        </p:txBody>
      </p:sp>
      <p:sp>
        <p:nvSpPr>
          <p:cNvPr id="63" name="Oval 62"/>
          <p:cNvSpPr/>
          <p:nvPr/>
        </p:nvSpPr>
        <p:spPr>
          <a:xfrm>
            <a:off x="8972550" y="2056849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0868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17,804.27</a:t>
            </a:r>
          </a:p>
        </p:txBody>
      </p:sp>
      <p:sp>
        <p:nvSpPr>
          <p:cNvPr id="65" name="Oval 64"/>
          <p:cNvSpPr/>
          <p:nvPr/>
        </p:nvSpPr>
        <p:spPr>
          <a:xfrm>
            <a:off x="10001250" y="2056849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01155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18,017.99</a:t>
            </a:r>
          </a:p>
        </p:txBody>
      </p:sp>
      <p:sp>
        <p:nvSpPr>
          <p:cNvPr id="67" name="Oval 66"/>
          <p:cNvSpPr/>
          <p:nvPr/>
        </p:nvSpPr>
        <p:spPr>
          <a:xfrm>
            <a:off x="11029950" y="2056849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11442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17,876.10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715125" y="2190101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General Retail</a:t>
            </a:r>
          </a:p>
        </p:txBody>
      </p:sp>
      <p:sp>
        <p:nvSpPr>
          <p:cNvPr id="70" name="Oval 69"/>
          <p:cNvSpPr/>
          <p:nvPr/>
        </p:nvSpPr>
        <p:spPr>
          <a:xfrm>
            <a:off x="8972550" y="2250338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90868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18,731.57</a:t>
            </a:r>
          </a:p>
        </p:txBody>
      </p:sp>
      <p:sp>
        <p:nvSpPr>
          <p:cNvPr id="72" name="Oval 71"/>
          <p:cNvSpPr/>
          <p:nvPr/>
        </p:nvSpPr>
        <p:spPr>
          <a:xfrm>
            <a:off x="10001250" y="2250338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01155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18,956.42</a:t>
            </a:r>
          </a:p>
        </p:txBody>
      </p:sp>
      <p:sp>
        <p:nvSpPr>
          <p:cNvPr id="74" name="Oval 73"/>
          <p:cNvSpPr/>
          <p:nvPr/>
        </p:nvSpPr>
        <p:spPr>
          <a:xfrm>
            <a:off x="11029950" y="2250338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1442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18,807.15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715125" y="2383590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Professional &amp; B2B</a:t>
            </a:r>
          </a:p>
        </p:txBody>
      </p:sp>
      <p:sp>
        <p:nvSpPr>
          <p:cNvPr id="77" name="Oval 76"/>
          <p:cNvSpPr/>
          <p:nvPr/>
        </p:nvSpPr>
        <p:spPr>
          <a:xfrm>
            <a:off x="8972550" y="2443827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0868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19,658.88</a:t>
            </a:r>
          </a:p>
        </p:txBody>
      </p:sp>
      <p:sp>
        <p:nvSpPr>
          <p:cNvPr id="79" name="Oval 78"/>
          <p:cNvSpPr/>
          <p:nvPr/>
        </p:nvSpPr>
        <p:spPr>
          <a:xfrm>
            <a:off x="10001250" y="2443827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01155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19,894.86</a:t>
            </a:r>
          </a:p>
        </p:txBody>
      </p:sp>
      <p:sp>
        <p:nvSpPr>
          <p:cNvPr id="81" name="Oval 80"/>
          <p:cNvSpPr/>
          <p:nvPr/>
        </p:nvSpPr>
        <p:spPr>
          <a:xfrm>
            <a:off x="11029950" y="2443827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1442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19,738.20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314700" y="6465117"/>
            <a:ext cx="19050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Product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715125" y="6465117"/>
            <a:ext cx="20955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Application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160730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2300942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18,463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18,615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18,768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18,920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19,073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19,226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969605"/>
            <a:ext cx="4881562" cy="22586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59489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34" name="Rectangle 3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44164" y="1911934"/>
            <a:ext cx="1495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to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942" y="190171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264051" y="1911934"/>
            <a:ext cx="13826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at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48625" y="249029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'Europe' remains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665551"/>
            <a:ext cx="23205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most accessible, value-led geography.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88157" y="1640820"/>
            <a:ext cx="564037" cy="265429"/>
          </a:xfrm>
          <a:prstGeom prst="rect">
            <a:avLst/>
          </a:prstGeom>
        </p:spPr>
      </p:pic>
      <p:pic>
        <p:nvPicPr>
          <p:cNvPr id="20" name="Picture 19" descr="7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88157" y="1914341"/>
            <a:ext cx="564037" cy="265429"/>
          </a:xfrm>
          <a:prstGeom prst="rect">
            <a:avLst/>
          </a:prstGeom>
        </p:spPr>
      </p:pic>
      <p:pic>
        <p:nvPicPr>
          <p:cNvPr id="21" name="Picture 20" descr="7_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88157" y="2187860"/>
            <a:ext cx="564037" cy="265429"/>
          </a:xfrm>
          <a:prstGeom prst="rect">
            <a:avLst/>
          </a:prstGeom>
        </p:spPr>
      </p:pic>
      <p:pic>
        <p:nvPicPr>
          <p:cNvPr id="22" name="Picture 21" descr="8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8157" y="2461381"/>
            <a:ext cx="564037" cy="265429"/>
          </a:xfrm>
          <a:prstGeom prst="rect">
            <a:avLst/>
          </a:prstGeom>
        </p:spPr>
      </p:pic>
      <p:pic>
        <p:nvPicPr>
          <p:cNvPr id="23" name="Picture 22" descr="8_0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988157" y="2734900"/>
            <a:ext cx="564037" cy="265429"/>
          </a:xfrm>
          <a:prstGeom prst="rect">
            <a:avLst/>
          </a:prstGeom>
        </p:spPr>
      </p:pic>
      <p:pic>
        <p:nvPicPr>
          <p:cNvPr id="24" name="Picture 23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008421"/>
            <a:ext cx="564037" cy="265429"/>
          </a:xfrm>
          <a:prstGeom prst="rect">
            <a:avLst/>
          </a:prstGeom>
        </p:spPr>
      </p:pic>
      <p:pic>
        <p:nvPicPr>
          <p:cNvPr id="25" name="Picture 24" descr="6_5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88157" y="3281940"/>
            <a:ext cx="564037" cy="265429"/>
          </a:xfrm>
          <a:prstGeom prst="rect">
            <a:avLst/>
          </a:prstGeom>
        </p:spPr>
      </p:pic>
      <p:pic>
        <p:nvPicPr>
          <p:cNvPr id="26" name="Picture 25" descr="4_5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988157" y="3555460"/>
            <a:ext cx="564037" cy="265429"/>
          </a:xfrm>
          <a:prstGeom prst="rect">
            <a:avLst/>
          </a:prstGeom>
        </p:spPr>
      </p:pic>
      <p:pic>
        <p:nvPicPr>
          <p:cNvPr id="27" name="Picture 26" descr="6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988157" y="3828980"/>
            <a:ext cx="564037" cy="265429"/>
          </a:xfrm>
          <a:prstGeom prst="rect">
            <a:avLst/>
          </a:prstGeom>
        </p:spPr>
      </p:pic>
      <p:pic>
        <p:nvPicPr>
          <p:cNvPr id="28" name="Picture 27" descr="5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988157" y="4102500"/>
            <a:ext cx="564037" cy="265429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5075"/>
                <a:gridCol w="1252844"/>
                <a:gridCol w="1252844"/>
                <a:gridCol w="1252844"/>
                <a:gridCol w="12528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30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2773"/>
                <a:gridCol w="1141632"/>
                <a:gridCol w="1141632"/>
                <a:gridCol w="1141632"/>
                <a:gridCol w="11416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9_716_8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8472" y="2700762"/>
            <a:ext cx="1350844" cy="265429"/>
          </a:xfrm>
          <a:prstGeom prst="rect">
            <a:avLst/>
          </a:prstGeom>
        </p:spPr>
      </p:pic>
      <p:pic>
        <p:nvPicPr>
          <p:cNvPr id="25" name="Picture 24" descr="13_454_0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53109" y="2700762"/>
            <a:ext cx="1507258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05953" y="2700762"/>
            <a:ext cx="1507258" cy="265429"/>
          </a:xfrm>
          <a:prstGeom prst="rect">
            <a:avLst/>
          </a:prstGeom>
        </p:spPr>
      </p:pic>
      <p:pic>
        <p:nvPicPr>
          <p:cNvPr id="27" name="Picture 26" descr="48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30409" y="2700762"/>
            <a:ext cx="564037" cy="265429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46472" y="2566777"/>
            <a:ext cx="366712" cy="533400"/>
          </a:xfrm>
          <a:prstGeom prst="rect">
            <a:avLst/>
          </a:prstGeom>
        </p:spPr>
      </p:pic>
      <p:pic>
        <p:nvPicPr>
          <p:cNvPr id="29" name="Picture 28" descr="18_686_1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0257" y="2700762"/>
            <a:ext cx="1507258" cy="265429"/>
          </a:xfrm>
          <a:prstGeom prst="rect">
            <a:avLst/>
          </a:prstGeom>
        </p:spPr>
      </p:pic>
      <p:pic>
        <p:nvPicPr>
          <p:cNvPr id="30" name="Picture 29" descr="18_990_7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431889" y="2700762"/>
            <a:ext cx="1507258" cy="265429"/>
          </a:xfrm>
          <a:prstGeom prst="rect">
            <a:avLst/>
          </a:prstGeom>
        </p:spPr>
      </p:pic>
      <p:pic>
        <p:nvPicPr>
          <p:cNvPr id="31" name="Picture 30" descr="19_301_5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573521" y="2700762"/>
            <a:ext cx="1507258" cy="265429"/>
          </a:xfrm>
          <a:prstGeom prst="rect">
            <a:avLst/>
          </a:prstGeom>
        </p:spPr>
      </p:pic>
      <p:pic>
        <p:nvPicPr>
          <p:cNvPr id="32" name="Picture 31" descr="19_713_1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715153" y="2700762"/>
            <a:ext cx="1507258" cy="265429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69647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18859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48"/>
                <a:gridCol w="1748034"/>
                <a:gridCol w="2018782"/>
                <a:gridCol w="1736753"/>
                <a:gridCol w="1588621"/>
                <a:gridCol w="1605609"/>
                <a:gridCol w="1812900"/>
                <a:gridCol w="8400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4470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19525"/>
            <a:ext cx="11906250" cy="2724150"/>
          </a:xfrm>
          <a:prstGeom prst="roundRect">
            <a:avLst>
              <a:gd name="adj" fmla="val 27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9052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433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29100"/>
            <a:ext cx="11639550" cy="2238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18_360_65_18_731_5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162" y="2601340"/>
            <a:ext cx="3071393" cy="265429"/>
          </a:xfrm>
          <a:prstGeom prst="rect">
            <a:avLst/>
          </a:prstGeom>
        </p:spPr>
      </p:pic>
      <p:pic>
        <p:nvPicPr>
          <p:cNvPr id="21" name="Picture 20" descr="18_581_05_18_956_42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10570" y="2601340"/>
            <a:ext cx="3071393" cy="265429"/>
          </a:xfrm>
          <a:prstGeom prst="rect">
            <a:avLst/>
          </a:prstGeom>
        </p:spPr>
      </p:pic>
      <p:pic>
        <p:nvPicPr>
          <p:cNvPr id="22" name="Picture 21" descr="18_434_73_18_807_1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88338" y="2601340"/>
            <a:ext cx="3071393" cy="265429"/>
          </a:xfrm>
          <a:prstGeom prst="rect">
            <a:avLst/>
          </a:prstGeom>
        </p:spPr>
      </p:pic>
      <p:pic>
        <p:nvPicPr>
          <p:cNvPr id="23" name="Picture 22" descr="18_950_83_19_333_6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51025" y="2601340"/>
            <a:ext cx="3071393" cy="265429"/>
          </a:xfrm>
          <a:prstGeom prst="rect">
            <a:avLst/>
          </a:prstGeom>
        </p:spPr>
      </p:pic>
      <p:pic>
        <p:nvPicPr>
          <p:cNvPr id="24" name="Picture 23" descr="18_493_90_18_867_51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48140" y="2601340"/>
            <a:ext cx="3071393" cy="265429"/>
          </a:xfrm>
          <a:prstGeom prst="rect">
            <a:avLst/>
          </a:prstGeom>
        </p:spPr>
      </p:pic>
      <p:pic>
        <p:nvPicPr>
          <p:cNvPr id="25" name="Picture 24" descr="18_511_59_18_885_5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57394" y="2601340"/>
            <a:ext cx="3071393" cy="265429"/>
          </a:xfrm>
          <a:prstGeom prst="rect">
            <a:avLst/>
          </a:prstGeom>
        </p:spPr>
      </p:pic>
      <p:pic>
        <p:nvPicPr>
          <p:cNvPr id="26" name="Picture 25" descr="18_686_19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865941" y="2601340"/>
            <a:ext cx="1507258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77534" y="2467355"/>
            <a:ext cx="366712" cy="5334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423862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20930" y="4228401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4596039" y="4238625"/>
            <a:ext cx="2844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'Europe' the most competitive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389782" y="422840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7564892" y="423862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6646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54989" y="4456239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0098" y="446646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469430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366246" y="468407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541355" y="469430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492213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8_546_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4336" y="2317434"/>
            <a:ext cx="1507258" cy="265429"/>
          </a:xfrm>
          <a:prstGeom prst="rect">
            <a:avLst/>
          </a:prstGeom>
        </p:spPr>
      </p:pic>
      <p:pic>
        <p:nvPicPr>
          <p:cNvPr id="25" name="Picture 24" descr="18_740_0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03724" y="2317434"/>
            <a:ext cx="1507258" cy="265429"/>
          </a:xfrm>
          <a:prstGeom prst="rect">
            <a:avLst/>
          </a:prstGeom>
        </p:spPr>
      </p:pic>
      <p:pic>
        <p:nvPicPr>
          <p:cNvPr id="26" name="Picture 25" descr="18_939_14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3112" y="2317434"/>
            <a:ext cx="1507258" cy="265429"/>
          </a:xfrm>
          <a:prstGeom prst="rect">
            <a:avLst/>
          </a:prstGeom>
        </p:spPr>
      </p:pic>
      <p:pic>
        <p:nvPicPr>
          <p:cNvPr id="27" name="Picture 26" descr="19_141_7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62500" y="2317434"/>
            <a:ext cx="1507258" cy="265429"/>
          </a:xfrm>
          <a:prstGeom prst="rect">
            <a:avLst/>
          </a:prstGeom>
        </p:spPr>
      </p:pic>
      <p:pic>
        <p:nvPicPr>
          <p:cNvPr id="28" name="Picture 27" descr="19_341_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291888" y="2317434"/>
            <a:ext cx="1507258" cy="265429"/>
          </a:xfrm>
          <a:prstGeom prst="rect">
            <a:avLst/>
          </a:prstGeom>
        </p:spPr>
      </p:pic>
      <p:pic>
        <p:nvPicPr>
          <p:cNvPr id="29" name="Picture 28" descr="19_542_4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1276" y="2317434"/>
            <a:ext cx="1507258" cy="265429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18_768_7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8878" y="1475638"/>
            <a:ext cx="1507258" cy="265429"/>
          </a:xfrm>
          <a:prstGeom prst="rect">
            <a:avLst/>
          </a:prstGeom>
        </p:spPr>
      </p:pic>
      <p:pic>
        <p:nvPicPr>
          <p:cNvPr id="16" name="Picture 15" descr="18_978_5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48349" y="1475638"/>
            <a:ext cx="1507258" cy="265429"/>
          </a:xfrm>
          <a:prstGeom prst="rect">
            <a:avLst/>
          </a:prstGeom>
        </p:spPr>
      </p:pic>
      <p:pic>
        <p:nvPicPr>
          <p:cNvPr id="17" name="Picture 16" descr="19_192_80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67820" y="1475638"/>
            <a:ext cx="1507258" cy="265429"/>
          </a:xfrm>
          <a:prstGeom prst="rect">
            <a:avLst/>
          </a:prstGeom>
        </p:spPr>
      </p:pic>
      <p:pic>
        <p:nvPicPr>
          <p:cNvPr id="18" name="Picture 17" descr="19_408_17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7291" y="1475638"/>
            <a:ext cx="1507258" cy="265429"/>
          </a:xfrm>
          <a:prstGeom prst="rect">
            <a:avLst/>
          </a:prstGeom>
        </p:spPr>
      </p:pic>
      <p:pic>
        <p:nvPicPr>
          <p:cNvPr id="19" name="Picture 18" descr="19_620_8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06762" y="1475638"/>
            <a:ext cx="1507258" cy="265429"/>
          </a:xfrm>
          <a:prstGeom prst="rect">
            <a:avLst/>
          </a:prstGeom>
        </p:spPr>
      </p:pic>
      <p:pic>
        <p:nvPicPr>
          <p:cNvPr id="20" name="Picture 19" descr="19_834_52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626233" y="1475638"/>
            <a:ext cx="1507258" cy="265429"/>
          </a:xfrm>
          <a:prstGeom prst="rect">
            <a:avLst/>
          </a:prstGeom>
        </p:spPr>
      </p:pic>
      <p:pic>
        <p:nvPicPr>
          <p:cNvPr id="21" name="Picture 20" descr="18_620_9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28878" y="1723593"/>
            <a:ext cx="1507258" cy="265429"/>
          </a:xfrm>
          <a:prstGeom prst="rect">
            <a:avLst/>
          </a:prstGeom>
        </p:spPr>
      </p:pic>
      <p:pic>
        <p:nvPicPr>
          <p:cNvPr id="22" name="Picture 21" descr="18_824_11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348349" y="1723593"/>
            <a:ext cx="1507258" cy="265429"/>
          </a:xfrm>
          <a:prstGeom prst="rect">
            <a:avLst/>
          </a:prstGeom>
        </p:spPr>
      </p:pic>
      <p:pic>
        <p:nvPicPr>
          <p:cNvPr id="23" name="Picture 22" descr="19_028_6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67820" y="1723593"/>
            <a:ext cx="1507258" cy="265429"/>
          </a:xfrm>
          <a:prstGeom prst="rect">
            <a:avLst/>
          </a:prstGeom>
        </p:spPr>
      </p:pic>
      <p:pic>
        <p:nvPicPr>
          <p:cNvPr id="24" name="Picture 23" descr="19_236_1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87291" y="1723593"/>
            <a:ext cx="1507258" cy="265429"/>
          </a:xfrm>
          <a:prstGeom prst="rect">
            <a:avLst/>
          </a:prstGeom>
        </p:spPr>
      </p:pic>
      <p:pic>
        <p:nvPicPr>
          <p:cNvPr id="25" name="Picture 24" descr="19_441_1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306762" y="1723593"/>
            <a:ext cx="1507258" cy="265429"/>
          </a:xfrm>
          <a:prstGeom prst="rect">
            <a:avLst/>
          </a:prstGeom>
        </p:spPr>
      </p:pic>
      <p:pic>
        <p:nvPicPr>
          <p:cNvPr id="26" name="Picture 25" descr="19_645_6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626233" y="1723593"/>
            <a:ext cx="1507258" cy="265429"/>
          </a:xfrm>
          <a:prstGeom prst="rect">
            <a:avLst/>
          </a:prstGeom>
        </p:spPr>
      </p:pic>
      <p:pic>
        <p:nvPicPr>
          <p:cNvPr id="27" name="Picture 26" descr="19_142_25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4028878" y="1971548"/>
            <a:ext cx="1507258" cy="265429"/>
          </a:xfrm>
          <a:prstGeom prst="rect">
            <a:avLst/>
          </a:prstGeom>
        </p:spPr>
      </p:pic>
      <p:pic>
        <p:nvPicPr>
          <p:cNvPr id="28" name="Picture 27" descr="19_350_5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348349" y="1971548"/>
            <a:ext cx="1507258" cy="265429"/>
          </a:xfrm>
          <a:prstGeom prst="rect">
            <a:avLst/>
          </a:prstGeom>
        </p:spPr>
      </p:pic>
      <p:pic>
        <p:nvPicPr>
          <p:cNvPr id="29" name="Picture 28" descr="19_561_68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67820" y="1971548"/>
            <a:ext cx="1507258" cy="265429"/>
          </a:xfrm>
          <a:prstGeom prst="rect">
            <a:avLst/>
          </a:prstGeom>
        </p:spPr>
      </p:pic>
      <p:pic>
        <p:nvPicPr>
          <p:cNvPr id="30" name="Picture 29" descr="19_776_5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987291" y="1971548"/>
            <a:ext cx="1507258" cy="265429"/>
          </a:xfrm>
          <a:prstGeom prst="rect">
            <a:avLst/>
          </a:prstGeom>
        </p:spPr>
      </p:pic>
      <p:pic>
        <p:nvPicPr>
          <p:cNvPr id="31" name="Picture 30" descr="19_989_04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306762" y="1971548"/>
            <a:ext cx="1507258" cy="265429"/>
          </a:xfrm>
          <a:prstGeom prst="rect">
            <a:avLst/>
          </a:prstGeom>
        </p:spPr>
      </p:pic>
      <p:pic>
        <p:nvPicPr>
          <p:cNvPr id="32" name="Picture 31" descr="20_201_7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26233" y="1971548"/>
            <a:ext cx="1507258" cy="265429"/>
          </a:xfrm>
          <a:prstGeom prst="rect">
            <a:avLst/>
          </a:prstGeom>
        </p:spPr>
      </p:pic>
      <p:pic>
        <p:nvPicPr>
          <p:cNvPr id="33" name="Picture 32" descr="18_680_70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028878" y="2219503"/>
            <a:ext cx="1507258" cy="265429"/>
          </a:xfrm>
          <a:prstGeom prst="rect">
            <a:avLst/>
          </a:prstGeom>
        </p:spPr>
      </p:pic>
      <p:pic>
        <p:nvPicPr>
          <p:cNvPr id="34" name="Picture 33" descr="18_884_1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348349" y="2219503"/>
            <a:ext cx="1507258" cy="265429"/>
          </a:xfrm>
          <a:prstGeom prst="rect">
            <a:avLst/>
          </a:prstGeom>
        </p:spPr>
      </p:pic>
      <p:pic>
        <p:nvPicPr>
          <p:cNvPr id="35" name="Picture 34" descr="19_089_73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667820" y="2219503"/>
            <a:ext cx="1507258" cy="265429"/>
          </a:xfrm>
          <a:prstGeom prst="rect">
            <a:avLst/>
          </a:prstGeom>
        </p:spPr>
      </p:pic>
      <p:pic>
        <p:nvPicPr>
          <p:cNvPr id="36" name="Picture 35" descr="19_297_42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987291" y="2219503"/>
            <a:ext cx="1507258" cy="265429"/>
          </a:xfrm>
          <a:prstGeom prst="rect">
            <a:avLst/>
          </a:prstGeom>
        </p:spPr>
      </p:pic>
      <p:pic>
        <p:nvPicPr>
          <p:cNvPr id="37" name="Picture 36" descr="19_502_10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06762" y="2219503"/>
            <a:ext cx="1507258" cy="265429"/>
          </a:xfrm>
          <a:prstGeom prst="rect">
            <a:avLst/>
          </a:prstGeom>
        </p:spPr>
      </p:pic>
      <p:pic>
        <p:nvPicPr>
          <p:cNvPr id="38" name="Picture 37" descr="19_707_76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10626233" y="2219503"/>
            <a:ext cx="1507258" cy="265429"/>
          </a:xfrm>
          <a:prstGeom prst="rect">
            <a:avLst/>
          </a:prstGeom>
        </p:spPr>
      </p:pic>
      <p:pic>
        <p:nvPicPr>
          <p:cNvPr id="39" name="Picture 38" descr="18_698_58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4028878" y="2467458"/>
            <a:ext cx="1507258" cy="265429"/>
          </a:xfrm>
          <a:prstGeom prst="rect">
            <a:avLst/>
          </a:prstGeom>
        </p:spPr>
      </p:pic>
      <p:pic>
        <p:nvPicPr>
          <p:cNvPr id="40" name="Picture 39" descr="18_908_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5348349" y="2467458"/>
            <a:ext cx="1507258" cy="265429"/>
          </a:xfrm>
          <a:prstGeom prst="rect">
            <a:avLst/>
          </a:prstGeom>
        </p:spPr>
      </p:pic>
      <p:pic>
        <p:nvPicPr>
          <p:cNvPr id="41" name="Picture 40" descr="19_123_24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6667820" y="2467458"/>
            <a:ext cx="1507258" cy="265429"/>
          </a:xfrm>
          <a:prstGeom prst="rect">
            <a:avLst/>
          </a:prstGeom>
        </p:spPr>
      </p:pic>
      <p:pic>
        <p:nvPicPr>
          <p:cNvPr id="42" name="Picture 41" descr="19_341_38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987291" y="2467458"/>
            <a:ext cx="1507258" cy="265429"/>
          </a:xfrm>
          <a:prstGeom prst="rect">
            <a:avLst/>
          </a:prstGeom>
        </p:spPr>
      </p:pic>
      <p:pic>
        <p:nvPicPr>
          <p:cNvPr id="43" name="Picture 42" descr="19_555_13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9306762" y="2467458"/>
            <a:ext cx="1507258" cy="265429"/>
          </a:xfrm>
          <a:prstGeom prst="rect">
            <a:avLst/>
          </a:prstGeom>
        </p:spPr>
      </p:pic>
      <p:pic>
        <p:nvPicPr>
          <p:cNvPr id="44" name="Picture 43" descr="19_772_29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10626233" y="2467458"/>
            <a:ext cx="1507258" cy="26542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_6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1036" y="1788320"/>
            <a:ext cx="564037" cy="265429"/>
          </a:xfrm>
          <a:prstGeom prst="rect">
            <a:avLst/>
          </a:prstGeom>
        </p:spPr>
      </p:pic>
      <p:pic>
        <p:nvPicPr>
          <p:cNvPr id="21" name="Picture 20" descr="_5_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81036" y="2350590"/>
            <a:ext cx="564037" cy="265429"/>
          </a:xfrm>
          <a:prstGeom prst="rect">
            <a:avLst/>
          </a:prstGeom>
        </p:spPr>
      </p:pic>
      <p:pic>
        <p:nvPicPr>
          <p:cNvPr id="22" name="Picture 21" descr="_4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81036" y="2912860"/>
            <a:ext cx="564037" cy="265429"/>
          </a:xfrm>
          <a:prstGeom prst="rect">
            <a:avLst/>
          </a:prstGeom>
        </p:spPr>
      </p:pic>
      <p:pic>
        <p:nvPicPr>
          <p:cNvPr id="23" name="Picture 22" descr="_3_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81036" y="3475130"/>
            <a:ext cx="564037" cy="265429"/>
          </a:xfrm>
          <a:prstGeom prst="rect">
            <a:avLst/>
          </a:prstGeom>
        </p:spPr>
      </p:pic>
      <p:pic>
        <p:nvPicPr>
          <p:cNvPr id="24" name="Picture 23" descr="_2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181036" y="4037399"/>
            <a:ext cx="564037" cy="265429"/>
          </a:xfrm>
          <a:prstGeom prst="rect">
            <a:avLst/>
          </a:prstGeom>
        </p:spPr>
      </p:pic>
      <p:pic>
        <p:nvPicPr>
          <p:cNvPr id="25" name="Picture 24" descr="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81036" y="4599670"/>
            <a:ext cx="564037" cy="265429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10_0_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1826" y="1475676"/>
            <a:ext cx="876864" cy="265429"/>
          </a:xfrm>
          <a:prstGeom prst="rect">
            <a:avLst/>
          </a:prstGeom>
        </p:spPr>
      </p:pic>
      <p:pic>
        <p:nvPicPr>
          <p:cNvPr id="20" name="Picture 19" descr="_830_BPS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571" y="1475676"/>
            <a:ext cx="1350844" cy="265429"/>
          </a:xfrm>
          <a:prstGeom prst="rect">
            <a:avLst/>
          </a:prstGeom>
        </p:spPr>
      </p:pic>
      <p:pic>
        <p:nvPicPr>
          <p:cNvPr id="21" name="Picture 20" descr="19_7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01826" y="1723707"/>
            <a:ext cx="876864" cy="265429"/>
          </a:xfrm>
          <a:prstGeom prst="rect">
            <a:avLst/>
          </a:prstGeom>
        </p:spPr>
      </p:pic>
      <p:pic>
        <p:nvPicPr>
          <p:cNvPr id="22" name="Picture 21" descr="_1_738_BPS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08157" y="1723707"/>
            <a:ext cx="1663671" cy="265429"/>
          </a:xfrm>
          <a:prstGeom prst="rect">
            <a:avLst/>
          </a:prstGeom>
        </p:spPr>
      </p:pic>
      <p:pic>
        <p:nvPicPr>
          <p:cNvPr id="23" name="Picture 22" descr="9_8_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80033" y="1971738"/>
            <a:ext cx="720450" cy="265429"/>
          </a:xfrm>
          <a:prstGeom prst="rect">
            <a:avLst/>
          </a:prstGeom>
        </p:spPr>
      </p:pic>
      <p:pic>
        <p:nvPicPr>
          <p:cNvPr id="24" name="Picture 23" descr="_692_BPS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64571" y="1971738"/>
            <a:ext cx="1350844" cy="265429"/>
          </a:xfrm>
          <a:prstGeom prst="rect">
            <a:avLst/>
          </a:prstGeom>
        </p:spPr>
      </p:pic>
      <p:pic>
        <p:nvPicPr>
          <p:cNvPr id="25" name="Picture 24" descr="12_3_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01826" y="2219769"/>
            <a:ext cx="876864" cy="265429"/>
          </a:xfrm>
          <a:prstGeom prst="rect">
            <a:avLst/>
          </a:prstGeom>
        </p:spPr>
      </p:pic>
      <p:pic>
        <p:nvPicPr>
          <p:cNvPr id="26" name="Picture 25" descr="_878_BPS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64571" y="2219769"/>
            <a:ext cx="1350844" cy="265429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9_815_MT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8016" y="1475086"/>
            <a:ext cx="1350844" cy="265429"/>
          </a:xfrm>
          <a:prstGeom prst="rect">
            <a:avLst/>
          </a:prstGeom>
        </p:spPr>
      </p:pic>
      <p:pic>
        <p:nvPicPr>
          <p:cNvPr id="20" name="Picture 19" descr="16_44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4358" y="1475086"/>
            <a:ext cx="1033277" cy="265429"/>
          </a:xfrm>
          <a:prstGeom prst="rect">
            <a:avLst/>
          </a:prstGeom>
        </p:spPr>
      </p:pic>
      <p:pic>
        <p:nvPicPr>
          <p:cNvPr id="21" name="Picture 20" descr="161_391_25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46843" y="1475086"/>
            <a:ext cx="1820085" cy="265429"/>
          </a:xfrm>
          <a:prstGeom prst="rect">
            <a:avLst/>
          </a:prstGeom>
        </p:spPr>
      </p:pic>
      <p:pic>
        <p:nvPicPr>
          <p:cNvPr id="22" name="Picture 21" descr="8_833_MT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08016" y="1721936"/>
            <a:ext cx="1350844" cy="265429"/>
          </a:xfrm>
          <a:prstGeom prst="rect">
            <a:avLst/>
          </a:prstGeom>
        </p:spPr>
      </p:pic>
      <p:pic>
        <p:nvPicPr>
          <p:cNvPr id="23" name="Picture 22" descr="17_06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34358" y="1721936"/>
            <a:ext cx="1033277" cy="265429"/>
          </a:xfrm>
          <a:prstGeom prst="rect">
            <a:avLst/>
          </a:prstGeom>
        </p:spPr>
      </p:pic>
      <p:pic>
        <p:nvPicPr>
          <p:cNvPr id="24" name="Picture 23" descr="150_754_107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746843" y="1721936"/>
            <a:ext cx="1820085" cy="265429"/>
          </a:xfrm>
          <a:prstGeom prst="rect">
            <a:avLst/>
          </a:prstGeom>
        </p:spPr>
      </p:pic>
      <p:pic>
        <p:nvPicPr>
          <p:cNvPr id="25" name="Picture 24" descr="7_852_MT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008016" y="1968786"/>
            <a:ext cx="1350844" cy="265429"/>
          </a:xfrm>
          <a:prstGeom prst="rect">
            <a:avLst/>
          </a:prstGeom>
        </p:spPr>
      </p:pic>
      <p:pic>
        <p:nvPicPr>
          <p:cNvPr id="26" name="Picture 25" descr="17_69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34358" y="1968786"/>
            <a:ext cx="1033277" cy="265429"/>
          </a:xfrm>
          <a:prstGeom prst="rect">
            <a:avLst/>
          </a:prstGeom>
        </p:spPr>
      </p:pic>
      <p:pic>
        <p:nvPicPr>
          <p:cNvPr id="27" name="Picture 26" descr="138_894_294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746843" y="1968786"/>
            <a:ext cx="1820085" cy="265429"/>
          </a:xfrm>
          <a:prstGeom prst="rect">
            <a:avLst/>
          </a:prstGeom>
        </p:spPr>
      </p:pic>
      <p:pic>
        <p:nvPicPr>
          <p:cNvPr id="28" name="Picture 27" descr="6_870_MT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008016" y="2215636"/>
            <a:ext cx="1350844" cy="265429"/>
          </a:xfrm>
          <a:prstGeom prst="rect">
            <a:avLst/>
          </a:prstGeom>
        </p:spPr>
      </p:pic>
      <p:pic>
        <p:nvPicPr>
          <p:cNvPr id="29" name="Picture 28" descr="18_31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634358" y="2215636"/>
            <a:ext cx="1033277" cy="265429"/>
          </a:xfrm>
          <a:prstGeom prst="rect">
            <a:avLst/>
          </a:prstGeom>
        </p:spPr>
      </p:pic>
      <p:pic>
        <p:nvPicPr>
          <p:cNvPr id="30" name="Picture 29" descr="125_811_821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46843" y="2215636"/>
            <a:ext cx="1820085" cy="265429"/>
          </a:xfrm>
          <a:prstGeom prst="rect">
            <a:avLst/>
          </a:prstGeom>
        </p:spPr>
      </p:pic>
      <p:pic>
        <p:nvPicPr>
          <p:cNvPr id="31" name="Picture 30" descr="5_889_MT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008016" y="2462486"/>
            <a:ext cx="1350844" cy="265429"/>
          </a:xfrm>
          <a:prstGeom prst="rect">
            <a:avLst/>
          </a:prstGeom>
        </p:spPr>
      </p:pic>
      <p:pic>
        <p:nvPicPr>
          <p:cNvPr id="32" name="Picture 31" descr="18_935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634358" y="2462486"/>
            <a:ext cx="1033277" cy="265429"/>
          </a:xfrm>
          <a:prstGeom prst="rect">
            <a:avLst/>
          </a:prstGeom>
        </p:spPr>
      </p:pic>
      <p:pic>
        <p:nvPicPr>
          <p:cNvPr id="33" name="Picture 32" descr="111_506_687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46843" y="2462486"/>
            <a:ext cx="1820085" cy="265429"/>
          </a:xfrm>
          <a:prstGeom prst="rect">
            <a:avLst/>
          </a:prstGeom>
        </p:spPr>
      </p:pic>
      <p:pic>
        <p:nvPicPr>
          <p:cNvPr id="34" name="Picture 33" descr="4_907_MT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008016" y="2709336"/>
            <a:ext cx="1350844" cy="265429"/>
          </a:xfrm>
          <a:prstGeom prst="rect">
            <a:avLst/>
          </a:prstGeom>
        </p:spPr>
      </p:pic>
      <p:pic>
        <p:nvPicPr>
          <p:cNvPr id="35" name="Picture 34" descr="19_558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7634358" y="2709336"/>
            <a:ext cx="1033277" cy="265429"/>
          </a:xfrm>
          <a:prstGeom prst="rect">
            <a:avLst/>
          </a:prstGeom>
        </p:spPr>
      </p:pic>
      <p:pic>
        <p:nvPicPr>
          <p:cNvPr id="36" name="Picture 35" descr="95_978_89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825050" y="2709336"/>
            <a:ext cx="1663671" cy="265429"/>
          </a:xfrm>
          <a:prstGeom prst="rect">
            <a:avLst/>
          </a:prstGeom>
        </p:spPr>
      </p:pic>
      <p:pic>
        <p:nvPicPr>
          <p:cNvPr id="37" name="Picture 36" descr="3_926_MT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008016" y="2956186"/>
            <a:ext cx="1350844" cy="265429"/>
          </a:xfrm>
          <a:prstGeom prst="rect">
            <a:avLst/>
          </a:prstGeom>
        </p:spPr>
      </p:pic>
      <p:pic>
        <p:nvPicPr>
          <p:cNvPr id="38" name="Picture 37" descr="20_18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634358" y="2956186"/>
            <a:ext cx="1033277" cy="265429"/>
          </a:xfrm>
          <a:prstGeom prst="rect">
            <a:avLst/>
          </a:prstGeom>
        </p:spPr>
      </p:pic>
      <p:pic>
        <p:nvPicPr>
          <p:cNvPr id="39" name="Picture 38" descr="79_228_436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825050" y="2956186"/>
            <a:ext cx="1663671" cy="265429"/>
          </a:xfrm>
          <a:prstGeom prst="rect">
            <a:avLst/>
          </a:prstGeom>
        </p:spPr>
      </p:pic>
      <p:pic>
        <p:nvPicPr>
          <p:cNvPr id="40" name="Picture 39" descr="2_944_MT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008016" y="3203036"/>
            <a:ext cx="1350844" cy="265429"/>
          </a:xfrm>
          <a:prstGeom prst="rect">
            <a:avLst/>
          </a:prstGeom>
        </p:spPr>
      </p:pic>
      <p:pic>
        <p:nvPicPr>
          <p:cNvPr id="41" name="Picture 40" descr="20_804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634358" y="3203036"/>
            <a:ext cx="1033277" cy="265429"/>
          </a:xfrm>
          <a:prstGeom prst="rect">
            <a:avLst/>
          </a:prstGeom>
        </p:spPr>
      </p:pic>
      <p:pic>
        <p:nvPicPr>
          <p:cNvPr id="42" name="Picture 41" descr="61_255_318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8825050" y="3203036"/>
            <a:ext cx="1663671" cy="265429"/>
          </a:xfrm>
          <a:prstGeom prst="rect">
            <a:avLst/>
          </a:prstGeom>
        </p:spPr>
      </p:pic>
      <p:pic>
        <p:nvPicPr>
          <p:cNvPr id="43" name="Picture 42" descr="1_963_MT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6008016" y="3449886"/>
            <a:ext cx="1350844" cy="265429"/>
          </a:xfrm>
          <a:prstGeom prst="rect">
            <a:avLst/>
          </a:prstGeom>
        </p:spPr>
      </p:pic>
      <p:pic>
        <p:nvPicPr>
          <p:cNvPr id="44" name="Picture 43" descr="21_427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7634358" y="3449886"/>
            <a:ext cx="1033277" cy="265429"/>
          </a:xfrm>
          <a:prstGeom prst="rect">
            <a:avLst/>
          </a:prstGeom>
        </p:spPr>
      </p:pic>
      <p:pic>
        <p:nvPicPr>
          <p:cNvPr id="45" name="Picture 44" descr="42_059_540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8825050" y="3449886"/>
            <a:ext cx="1663671" cy="265429"/>
          </a:xfrm>
          <a:prstGeom prst="rect">
            <a:avLst/>
          </a:prstGeom>
        </p:spPr>
      </p:pic>
      <p:pic>
        <p:nvPicPr>
          <p:cNvPr id="46" name="Picture 45" descr="981_MT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6166800" y="3696736"/>
            <a:ext cx="1033277" cy="265429"/>
          </a:xfrm>
          <a:prstGeom prst="rect">
            <a:avLst/>
          </a:prstGeom>
        </p:spPr>
      </p:pic>
      <p:pic>
        <p:nvPicPr>
          <p:cNvPr id="47" name="Picture 46" descr="22_050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7634358" y="3696736"/>
            <a:ext cx="1033277" cy="265429"/>
          </a:xfrm>
          <a:prstGeom prst="rect">
            <a:avLst/>
          </a:prstGeom>
        </p:spPr>
      </p:pic>
      <p:pic>
        <p:nvPicPr>
          <p:cNvPr id="48" name="Picture 47" descr="21_641_100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8825050" y="3696736"/>
            <a:ext cx="1663671" cy="265429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  People and Partnerships need company-level research and read n/a until the research feed supplies them.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141720" y="49149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4" name="Rectangle 163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TextBox 164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7" name="TextBox 186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330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709025" y="16097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99500" y="16097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709025" y="18573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8699500" y="18573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709025" y="21050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699500" y="21050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709025" y="23526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699500" y="23526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709025" y="26003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699500" y="26003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709025" y="28479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699500" y="28479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709025" y="30956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699500" y="30956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8709025" y="33432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699500" y="33432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8709025" y="35909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699500" y="35909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8709025" y="38385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699500" y="38385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254" name="Rectangle 253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581150" y="3416749"/>
            <a:ext cx="495300" cy="474596"/>
          </a:xfrm>
          <a:custGeom>
            <a:avLst/>
            <a:gdLst/>
            <a:ahLst/>
            <a:cxnLst/>
            <a:rect l="l" t="t" r="r" b="b"/>
            <a:pathLst>
              <a:path w="52" h="52">
                <a:moveTo>
                  <a:pt x="26" y="26"/>
                </a:moveTo>
                <a:lnTo>
                  <a:pt x="26" y="0"/>
                </a:lnTo>
                <a:lnTo>
                  <a:pt x="30" y="0"/>
                </a:lnTo>
                <a:lnTo>
                  <a:pt x="33" y="1"/>
                </a:lnTo>
                <a:lnTo>
                  <a:pt x="36" y="2"/>
                </a:lnTo>
                <a:lnTo>
                  <a:pt x="40" y="3"/>
                </a:lnTo>
                <a:lnTo>
                  <a:pt x="42" y="5"/>
                </a:lnTo>
                <a:lnTo>
                  <a:pt x="45" y="8"/>
                </a:lnTo>
                <a:lnTo>
                  <a:pt x="47" y="10"/>
                </a:lnTo>
                <a:lnTo>
                  <a:pt x="49" y="13"/>
                </a:lnTo>
                <a:lnTo>
                  <a:pt x="51" y="16"/>
                </a:lnTo>
                <a:lnTo>
                  <a:pt x="52" y="19"/>
                </a:lnTo>
                <a:lnTo>
                  <a:pt x="52" y="23"/>
                </a:lnTo>
                <a:lnTo>
                  <a:pt x="52" y="26"/>
                </a:lnTo>
                <a:lnTo>
                  <a:pt x="52" y="29"/>
                </a:lnTo>
                <a:lnTo>
                  <a:pt x="52" y="33"/>
                </a:lnTo>
                <a:lnTo>
                  <a:pt x="51" y="36"/>
                </a:lnTo>
                <a:lnTo>
                  <a:pt x="49" y="39"/>
                </a:lnTo>
                <a:lnTo>
                  <a:pt x="47" y="42"/>
                </a:lnTo>
                <a:lnTo>
                  <a:pt x="45" y="44"/>
                </a:lnTo>
                <a:lnTo>
                  <a:pt x="42" y="47"/>
                </a:lnTo>
                <a:lnTo>
                  <a:pt x="40" y="49"/>
                </a:lnTo>
                <a:lnTo>
                  <a:pt x="36" y="50"/>
                </a:lnTo>
                <a:lnTo>
                  <a:pt x="33" y="51"/>
                </a:lnTo>
                <a:lnTo>
                  <a:pt x="30" y="52"/>
                </a:lnTo>
                <a:lnTo>
                  <a:pt x="26" y="52"/>
                </a:lnTo>
                <a:lnTo>
                  <a:pt x="23" y="52"/>
                </a:lnTo>
                <a:lnTo>
                  <a:pt x="20" y="51"/>
                </a:lnTo>
                <a:lnTo>
                  <a:pt x="17" y="50"/>
                </a:lnTo>
                <a:lnTo>
                  <a:pt x="14" y="49"/>
                </a:lnTo>
                <a:lnTo>
                  <a:pt x="11" y="47"/>
                </a:lnTo>
                <a:lnTo>
                  <a:pt x="8" y="44"/>
                </a:lnTo>
                <a:lnTo>
                  <a:pt x="6" y="42"/>
                </a:lnTo>
                <a:lnTo>
                  <a:pt x="4" y="39"/>
                </a:lnTo>
                <a:lnTo>
                  <a:pt x="2" y="36"/>
                </a:lnTo>
                <a:lnTo>
                  <a:pt x="1" y="33"/>
                </a:lnTo>
                <a:lnTo>
                  <a:pt x="1" y="29"/>
                </a:lnTo>
                <a:lnTo>
                  <a:pt x="0" y="26"/>
                </a:lnTo>
                <a:lnTo>
                  <a:pt x="1" y="23"/>
                </a:lnTo>
                <a:lnTo>
                  <a:pt x="1" y="19"/>
                </a:lnTo>
                <a:lnTo>
                  <a:pt x="2" y="16"/>
                </a:lnTo>
                <a:lnTo>
                  <a:pt x="4" y="13"/>
                </a:lnTo>
                <a:lnTo>
                  <a:pt x="6" y="10"/>
                </a:lnTo>
                <a:lnTo>
                  <a:pt x="8" y="8"/>
                </a:lnTo>
                <a:lnTo>
                  <a:pt x="11" y="5"/>
                </a:lnTo>
                <a:lnTo>
                  <a:pt x="14" y="3"/>
                </a:lnTo>
                <a:lnTo>
                  <a:pt x="17" y="2"/>
                </a:lnTo>
                <a:lnTo>
                  <a:pt x="20" y="1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667000" y="3416749"/>
            <a:ext cx="485775" cy="474596"/>
          </a:xfrm>
          <a:custGeom>
            <a:avLst/>
            <a:gdLst/>
            <a:ahLst/>
            <a:cxnLst/>
            <a:rect l="l" t="t" r="r" b="b"/>
            <a:pathLst>
              <a:path w="51" h="52">
                <a:moveTo>
                  <a:pt x="26" y="26"/>
                </a:moveTo>
                <a:lnTo>
                  <a:pt x="26" y="0"/>
                </a:lnTo>
                <a:lnTo>
                  <a:pt x="29" y="0"/>
                </a:lnTo>
                <a:lnTo>
                  <a:pt x="32" y="1"/>
                </a:lnTo>
                <a:lnTo>
                  <a:pt x="35" y="2"/>
                </a:lnTo>
                <a:lnTo>
                  <a:pt x="39" y="3"/>
                </a:lnTo>
                <a:lnTo>
                  <a:pt x="41" y="5"/>
                </a:lnTo>
                <a:lnTo>
                  <a:pt x="44" y="8"/>
                </a:lnTo>
                <a:lnTo>
                  <a:pt x="46" y="10"/>
                </a:lnTo>
                <a:lnTo>
                  <a:pt x="48" y="13"/>
                </a:lnTo>
                <a:lnTo>
                  <a:pt x="50" y="16"/>
                </a:lnTo>
                <a:lnTo>
                  <a:pt x="51" y="19"/>
                </a:lnTo>
                <a:lnTo>
                  <a:pt x="51" y="23"/>
                </a:lnTo>
                <a:lnTo>
                  <a:pt x="51" y="26"/>
                </a:lnTo>
                <a:lnTo>
                  <a:pt x="51" y="29"/>
                </a:lnTo>
                <a:lnTo>
                  <a:pt x="51" y="33"/>
                </a:lnTo>
                <a:lnTo>
                  <a:pt x="50" y="36"/>
                </a:lnTo>
                <a:lnTo>
                  <a:pt x="48" y="39"/>
                </a:lnTo>
                <a:lnTo>
                  <a:pt x="46" y="42"/>
                </a:lnTo>
                <a:lnTo>
                  <a:pt x="44" y="44"/>
                </a:lnTo>
                <a:lnTo>
                  <a:pt x="41" y="47"/>
                </a:lnTo>
                <a:lnTo>
                  <a:pt x="38" y="49"/>
                </a:lnTo>
                <a:lnTo>
                  <a:pt x="35" y="50"/>
                </a:lnTo>
                <a:lnTo>
                  <a:pt x="32" y="51"/>
                </a:lnTo>
                <a:lnTo>
                  <a:pt x="29" y="52"/>
                </a:lnTo>
                <a:lnTo>
                  <a:pt x="25" y="52"/>
                </a:lnTo>
                <a:lnTo>
                  <a:pt x="22" y="52"/>
                </a:lnTo>
                <a:lnTo>
                  <a:pt x="19" y="51"/>
                </a:lnTo>
                <a:lnTo>
                  <a:pt x="16" y="50"/>
                </a:lnTo>
                <a:lnTo>
                  <a:pt x="12" y="48"/>
                </a:lnTo>
                <a:lnTo>
                  <a:pt x="10" y="47"/>
                </a:lnTo>
                <a:lnTo>
                  <a:pt x="7" y="44"/>
                </a:lnTo>
                <a:lnTo>
                  <a:pt x="5" y="42"/>
                </a:lnTo>
                <a:lnTo>
                  <a:pt x="3" y="39"/>
                </a:lnTo>
                <a:lnTo>
                  <a:pt x="1" y="36"/>
                </a:lnTo>
                <a:lnTo>
                  <a:pt x="0" y="33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19"/>
                </a:lnTo>
                <a:lnTo>
                  <a:pt x="2" y="16"/>
                </a:lnTo>
                <a:lnTo>
                  <a:pt x="3" y="13"/>
                </a:lnTo>
                <a:lnTo>
                  <a:pt x="5" y="10"/>
                </a:lnTo>
                <a:lnTo>
                  <a:pt x="7" y="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838575" y="3416749"/>
            <a:ext cx="390525" cy="474596"/>
          </a:xfrm>
          <a:custGeom>
            <a:avLst/>
            <a:gdLst/>
            <a:ahLst/>
            <a:cxnLst/>
            <a:rect l="l" t="t" r="r" b="b"/>
            <a:pathLst>
              <a:path w="41" h="52">
                <a:moveTo>
                  <a:pt x="15" y="26"/>
                </a:move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  <a:lnTo>
                  <a:pt x="26" y="2"/>
                </a:lnTo>
                <a:lnTo>
                  <a:pt x="29" y="4"/>
                </a:lnTo>
                <a:lnTo>
                  <a:pt x="32" y="6"/>
                </a:lnTo>
                <a:lnTo>
                  <a:pt x="34" y="8"/>
                </a:lnTo>
                <a:lnTo>
                  <a:pt x="37" y="11"/>
                </a:lnTo>
                <a:lnTo>
                  <a:pt x="38" y="14"/>
                </a:lnTo>
                <a:lnTo>
                  <a:pt x="40" y="17"/>
                </a:lnTo>
                <a:lnTo>
                  <a:pt x="41" y="20"/>
                </a:lnTo>
                <a:lnTo>
                  <a:pt x="41" y="24"/>
                </a:lnTo>
                <a:lnTo>
                  <a:pt x="41" y="27"/>
                </a:lnTo>
                <a:lnTo>
                  <a:pt x="41" y="31"/>
                </a:lnTo>
                <a:lnTo>
                  <a:pt x="40" y="34"/>
                </a:lnTo>
                <a:lnTo>
                  <a:pt x="39" y="38"/>
                </a:lnTo>
                <a:lnTo>
                  <a:pt x="37" y="41"/>
                </a:lnTo>
                <a:lnTo>
                  <a:pt x="35" y="43"/>
                </a:lnTo>
                <a:lnTo>
                  <a:pt x="32" y="46"/>
                </a:lnTo>
                <a:lnTo>
                  <a:pt x="29" y="48"/>
                </a:lnTo>
                <a:lnTo>
                  <a:pt x="26" y="50"/>
                </a:lnTo>
                <a:lnTo>
                  <a:pt x="23" y="51"/>
                </a:lnTo>
                <a:lnTo>
                  <a:pt x="20" y="52"/>
                </a:lnTo>
                <a:lnTo>
                  <a:pt x="16" y="52"/>
                </a:lnTo>
                <a:lnTo>
                  <a:pt x="13" y="52"/>
                </a:lnTo>
                <a:lnTo>
                  <a:pt x="9" y="51"/>
                </a:lnTo>
                <a:lnTo>
                  <a:pt x="6" y="50"/>
                </a:lnTo>
                <a:lnTo>
                  <a:pt x="3" y="49"/>
                </a:lnTo>
                <a:lnTo>
                  <a:pt x="0" y="47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8" y="8"/>
                </a:lnTo>
                <a:lnTo>
                  <a:pt x="20" y="11"/>
                </a:lnTo>
                <a:lnTo>
                  <a:pt x="22" y="13"/>
                </a:lnTo>
                <a:lnTo>
                  <a:pt x="24" y="17"/>
                </a:lnTo>
                <a:lnTo>
                  <a:pt x="25" y="20"/>
                </a:lnTo>
                <a:lnTo>
                  <a:pt x="25" y="23"/>
                </a:lnTo>
                <a:lnTo>
                  <a:pt x="25" y="27"/>
                </a:lnTo>
                <a:lnTo>
                  <a:pt x="25" y="30"/>
                </a:lnTo>
                <a:lnTo>
                  <a:pt x="24" y="34"/>
                </a:lnTo>
                <a:lnTo>
                  <a:pt x="23" y="37"/>
                </a:lnTo>
                <a:lnTo>
                  <a:pt x="22" y="40"/>
                </a:lnTo>
                <a:lnTo>
                  <a:pt x="19" y="43"/>
                </a:lnTo>
                <a:lnTo>
                  <a:pt x="17" y="45"/>
                </a:lnTo>
                <a:lnTo>
                  <a:pt x="14" y="47"/>
                </a:lnTo>
                <a:lnTo>
                  <a:pt x="11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247650" cy="447216"/>
          </a:xfrm>
          <a:custGeom>
            <a:avLst/>
            <a:gdLst/>
            <a:ahLst/>
            <a:cxnLst/>
            <a:rect l="l" t="t" r="r" b="b"/>
            <a:pathLst>
              <a:path w="26" h="4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20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lnTo>
                  <a:pt x="21" y="42"/>
                </a:lnTo>
                <a:lnTo>
                  <a:pt x="19" y="45"/>
                </a:lnTo>
                <a:lnTo>
                  <a:pt x="16" y="47"/>
                </a:lnTo>
                <a:lnTo>
                  <a:pt x="13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9" y="2"/>
                </a:lnTo>
                <a:lnTo>
                  <a:pt x="13" y="4"/>
                </a:lnTo>
                <a:lnTo>
                  <a:pt x="15" y="5"/>
                </a:lnTo>
                <a:lnTo>
                  <a:pt x="18" y="8"/>
                </a:lnTo>
                <a:lnTo>
                  <a:pt x="20" y="10"/>
                </a:lnTo>
                <a:lnTo>
                  <a:pt x="22" y="13"/>
                </a:lnTo>
                <a:lnTo>
                  <a:pt x="24" y="16"/>
                </a:lnTo>
                <a:lnTo>
                  <a:pt x="25" y="19"/>
                </a:lnTo>
                <a:lnTo>
                  <a:pt x="25" y="23"/>
                </a:lnTo>
                <a:lnTo>
                  <a:pt x="25" y="26"/>
                </a:lnTo>
                <a:lnTo>
                  <a:pt x="25" y="30"/>
                </a:lnTo>
                <a:lnTo>
                  <a:pt x="25" y="33"/>
                </a:lnTo>
                <a:lnTo>
                  <a:pt x="23" y="36"/>
                </a:lnTo>
                <a:lnTo>
                  <a:pt x="22" y="39"/>
                </a:lnTo>
                <a:lnTo>
                  <a:pt x="20" y="42"/>
                </a:lnTo>
                <a:lnTo>
                  <a:pt x="18" y="44"/>
                </a:lnTo>
                <a:lnTo>
                  <a:pt x="15" y="47"/>
                </a:lnTo>
                <a:lnTo>
                  <a:pt x="12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247650" cy="355947"/>
          </a:xfrm>
          <a:custGeom>
            <a:avLst/>
            <a:gdLst/>
            <a:ahLst/>
            <a:cxnLst/>
            <a:rect l="l" t="t" r="r" b="b"/>
            <a:pathLst>
              <a:path w="26" h="3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19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228600" cy="237298"/>
          </a:xfrm>
          <a:custGeom>
            <a:avLst/>
            <a:gdLst/>
            <a:ahLst/>
            <a:cxnLst/>
            <a:rect l="l" t="t" r="r" b="b"/>
            <a:pathLst>
              <a:path w="24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lnTo>
                  <a:pt x="21" y="12"/>
                </a:lnTo>
                <a:lnTo>
                  <a:pt x="23" y="15"/>
                </a:lnTo>
                <a:lnTo>
                  <a:pt x="24" y="1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200025" cy="237298"/>
          </a:xfrm>
          <a:custGeom>
            <a:avLst/>
            <a:gdLst/>
            <a:ahLst/>
            <a:cxnLst/>
            <a:rect l="l" t="t" r="r" b="b"/>
            <a:pathLst>
              <a:path w="2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lnTo>
                  <a:pt x="18" y="7"/>
                </a:lnTo>
                <a:lnTo>
                  <a:pt x="21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7" y="7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Region (Top 1)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022340"/>
            <a:ext cx="1820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'Beaphar' leads at ~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191" y="501211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221301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7264" y="501211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22374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57043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03215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87608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76271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0177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6225" y="5478015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31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5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1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68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2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6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697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51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05_3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59_0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12_6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28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53_7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79_0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04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29_5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46_3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65_3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8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03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22_1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2_0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6_0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4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7_8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2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8_6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00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6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5_9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20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6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5_8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3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2_067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2_22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2_385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2_54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702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713_0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76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822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877_5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932_3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338_9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365_0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91_1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417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443_2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54_2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73_7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93_3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312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332_4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4_5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4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3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3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4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5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6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7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7_5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7_9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3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8_7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1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2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45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4_8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15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4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6_85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0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55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1_6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04595" y="1875140"/>
            <a:ext cx="876864" cy="265429"/>
          </a:xfrm>
          <a:prstGeom prst="rect">
            <a:avLst/>
          </a:prstGeom>
        </p:spPr>
      </p:pic>
      <p:pic>
        <p:nvPicPr>
          <p:cNvPr id="25" name="Picture 24" descr="1_73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92555" y="1875140"/>
            <a:ext cx="876864" cy="265429"/>
          </a:xfrm>
          <a:prstGeom prst="rect">
            <a:avLst/>
          </a:prstGeom>
        </p:spPr>
      </p:pic>
      <p:pic>
        <p:nvPicPr>
          <p:cNvPr id="26" name="Picture 25" descr="1_859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515" y="1875140"/>
            <a:ext cx="876864" cy="265429"/>
          </a:xfrm>
          <a:prstGeom prst="rect">
            <a:avLst/>
          </a:prstGeom>
        </p:spPr>
      </p:pic>
      <p:pic>
        <p:nvPicPr>
          <p:cNvPr id="27" name="Picture 26" descr="1_983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68475" y="1875140"/>
            <a:ext cx="876864" cy="265429"/>
          </a:xfrm>
          <a:prstGeom prst="rect">
            <a:avLst/>
          </a:prstGeom>
        </p:spPr>
      </p:pic>
      <p:pic>
        <p:nvPicPr>
          <p:cNvPr id="28" name="Picture 27" descr="2_1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56435" y="1875140"/>
            <a:ext cx="876864" cy="265429"/>
          </a:xfrm>
          <a:prstGeom prst="rect">
            <a:avLst/>
          </a:prstGeom>
        </p:spPr>
      </p:pic>
      <p:pic>
        <p:nvPicPr>
          <p:cNvPr id="29" name="Picture 28" descr="563_9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04595" y="2176087"/>
            <a:ext cx="876864" cy="265429"/>
          </a:xfrm>
          <a:prstGeom prst="rect">
            <a:avLst/>
          </a:prstGeom>
        </p:spPr>
      </p:pic>
      <p:pic>
        <p:nvPicPr>
          <p:cNvPr id="30" name="Picture 29" descr="607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192555" y="2176087"/>
            <a:ext cx="876864" cy="265429"/>
          </a:xfrm>
          <a:prstGeom prst="rect">
            <a:avLst/>
          </a:prstGeom>
        </p:spPr>
      </p:pic>
      <p:pic>
        <p:nvPicPr>
          <p:cNvPr id="31" name="Picture 30" descr="650_7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880515" y="2176087"/>
            <a:ext cx="876864" cy="265429"/>
          </a:xfrm>
          <a:prstGeom prst="rect">
            <a:avLst/>
          </a:prstGeom>
        </p:spPr>
      </p:pic>
      <p:pic>
        <p:nvPicPr>
          <p:cNvPr id="32" name="Picture 31" descr="694_1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68475" y="2176087"/>
            <a:ext cx="876864" cy="265429"/>
          </a:xfrm>
          <a:prstGeom prst="rect">
            <a:avLst/>
          </a:prstGeom>
        </p:spPr>
      </p:pic>
      <p:pic>
        <p:nvPicPr>
          <p:cNvPr id="33" name="Picture 32" descr="737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256435" y="2176087"/>
            <a:ext cx="876864" cy="265429"/>
          </a:xfrm>
          <a:prstGeom prst="rect">
            <a:avLst/>
          </a:prstGeom>
        </p:spPr>
      </p:pic>
      <p:pic>
        <p:nvPicPr>
          <p:cNvPr id="34" name="Picture 33" descr="270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504595" y="2477034"/>
            <a:ext cx="876864" cy="265429"/>
          </a:xfrm>
          <a:prstGeom prst="rect">
            <a:avLst/>
          </a:prstGeom>
        </p:spPr>
      </p:pic>
      <p:pic>
        <p:nvPicPr>
          <p:cNvPr id="35" name="Picture 34" descr="291_5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192555" y="2477034"/>
            <a:ext cx="876864" cy="265429"/>
          </a:xfrm>
          <a:prstGeom prst="rect">
            <a:avLst/>
          </a:prstGeom>
        </p:spPr>
      </p:pic>
      <p:pic>
        <p:nvPicPr>
          <p:cNvPr id="36" name="Picture 35" descr="312_3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880515" y="2477034"/>
            <a:ext cx="876864" cy="265429"/>
          </a:xfrm>
          <a:prstGeom prst="rect">
            <a:avLst/>
          </a:prstGeom>
        </p:spPr>
      </p:pic>
      <p:pic>
        <p:nvPicPr>
          <p:cNvPr id="37" name="Picture 36" descr="333_2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568475" y="2477034"/>
            <a:ext cx="876864" cy="265429"/>
          </a:xfrm>
          <a:prstGeom prst="rect">
            <a:avLst/>
          </a:prstGeom>
        </p:spPr>
      </p:pic>
      <p:pic>
        <p:nvPicPr>
          <p:cNvPr id="38" name="Picture 37" descr="354_0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256435" y="2477034"/>
            <a:ext cx="876864" cy="265429"/>
          </a:xfrm>
          <a:prstGeom prst="rect">
            <a:avLst/>
          </a:prstGeom>
        </p:spPr>
      </p:pic>
      <p:pic>
        <p:nvPicPr>
          <p:cNvPr id="39" name="Picture 38" descr="203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4595" y="2777981"/>
            <a:ext cx="876864" cy="265429"/>
          </a:xfrm>
          <a:prstGeom prst="rect">
            <a:avLst/>
          </a:prstGeom>
        </p:spPr>
      </p:pic>
      <p:pic>
        <p:nvPicPr>
          <p:cNvPr id="40" name="Picture 39" descr="218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192555" y="2777981"/>
            <a:ext cx="876864" cy="265429"/>
          </a:xfrm>
          <a:prstGeom prst="rect">
            <a:avLst/>
          </a:prstGeom>
        </p:spPr>
      </p:pic>
      <p:pic>
        <p:nvPicPr>
          <p:cNvPr id="41" name="Picture 40" descr="234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880515" y="2777981"/>
            <a:ext cx="876864" cy="265429"/>
          </a:xfrm>
          <a:prstGeom prst="rect">
            <a:avLst/>
          </a:prstGeom>
        </p:spPr>
      </p:pic>
      <p:pic>
        <p:nvPicPr>
          <p:cNvPr id="42" name="Picture 41" descr="249_9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4568475" y="2777981"/>
            <a:ext cx="876864" cy="265429"/>
          </a:xfrm>
          <a:prstGeom prst="rect">
            <a:avLst/>
          </a:prstGeom>
        </p:spPr>
      </p:pic>
      <p:pic>
        <p:nvPicPr>
          <p:cNvPr id="43" name="Picture 42" descr="265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5256435" y="2777981"/>
            <a:ext cx="876864" cy="26542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45" name="Picture 44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91868" y="4017235"/>
            <a:ext cx="876864" cy="265429"/>
          </a:xfrm>
          <a:prstGeom prst="rect">
            <a:avLst/>
          </a:prstGeom>
        </p:spPr>
      </p:pic>
      <p:pic>
        <p:nvPicPr>
          <p:cNvPr id="46" name="Picture 45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949323" y="4017235"/>
            <a:ext cx="876864" cy="265429"/>
          </a:xfrm>
          <a:prstGeom prst="rect">
            <a:avLst/>
          </a:prstGeom>
        </p:spPr>
      </p:pic>
      <p:pic>
        <p:nvPicPr>
          <p:cNvPr id="47" name="Picture 46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706778" y="4017235"/>
            <a:ext cx="876864" cy="265429"/>
          </a:xfrm>
          <a:prstGeom prst="rect">
            <a:avLst/>
          </a:prstGeom>
        </p:spPr>
      </p:pic>
      <p:pic>
        <p:nvPicPr>
          <p:cNvPr id="48" name="Picture 47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4464233" y="4017235"/>
            <a:ext cx="876864" cy="265429"/>
          </a:xfrm>
          <a:prstGeom prst="rect">
            <a:avLst/>
          </a:prstGeom>
        </p:spPr>
      </p:pic>
      <p:pic>
        <p:nvPicPr>
          <p:cNvPr id="49" name="Picture 48" descr="35_0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221688" y="4017235"/>
            <a:ext cx="876864" cy="265429"/>
          </a:xfrm>
          <a:prstGeom prst="rect">
            <a:avLst/>
          </a:prstGeom>
        </p:spPr>
      </p:pic>
      <p:pic>
        <p:nvPicPr>
          <p:cNvPr id="50" name="Picture 49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191868" y="4513544"/>
            <a:ext cx="876864" cy="265429"/>
          </a:xfrm>
          <a:prstGeom prst="rect">
            <a:avLst/>
          </a:prstGeom>
        </p:spPr>
      </p:pic>
      <p:pic>
        <p:nvPicPr>
          <p:cNvPr id="51" name="Picture 50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949323" y="4513544"/>
            <a:ext cx="876864" cy="265429"/>
          </a:xfrm>
          <a:prstGeom prst="rect">
            <a:avLst/>
          </a:prstGeom>
        </p:spPr>
      </p:pic>
      <p:pic>
        <p:nvPicPr>
          <p:cNvPr id="52" name="Picture 51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706778" y="4513544"/>
            <a:ext cx="876864" cy="265429"/>
          </a:xfrm>
          <a:prstGeom prst="rect">
            <a:avLst/>
          </a:prstGeom>
        </p:spPr>
      </p:pic>
      <p:pic>
        <p:nvPicPr>
          <p:cNvPr id="53" name="Picture 52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64233" y="4513544"/>
            <a:ext cx="876864" cy="265429"/>
          </a:xfrm>
          <a:prstGeom prst="rect">
            <a:avLst/>
          </a:prstGeom>
        </p:spPr>
      </p:pic>
      <p:pic>
        <p:nvPicPr>
          <p:cNvPr id="54" name="Picture 53" descr="16_8__605E5C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21688" y="4513544"/>
            <a:ext cx="876864" cy="265429"/>
          </a:xfrm>
          <a:prstGeom prst="rect">
            <a:avLst/>
          </a:prstGeom>
        </p:spPr>
      </p:pic>
      <p:pic>
        <p:nvPicPr>
          <p:cNvPr id="55" name="Picture 54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191868" y="5009853"/>
            <a:ext cx="876864" cy="265429"/>
          </a:xfrm>
          <a:prstGeom prst="rect">
            <a:avLst/>
          </a:prstGeom>
        </p:spPr>
      </p:pic>
      <p:pic>
        <p:nvPicPr>
          <p:cNvPr id="56" name="Picture 55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49323" y="5009853"/>
            <a:ext cx="876864" cy="265429"/>
          </a:xfrm>
          <a:prstGeom prst="rect">
            <a:avLst/>
          </a:prstGeom>
        </p:spPr>
      </p:pic>
      <p:pic>
        <p:nvPicPr>
          <p:cNvPr id="57" name="Picture 56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706778" y="5009853"/>
            <a:ext cx="876864" cy="265429"/>
          </a:xfrm>
          <a:prstGeom prst="rect">
            <a:avLst/>
          </a:prstGeom>
        </p:spPr>
      </p:pic>
      <p:pic>
        <p:nvPicPr>
          <p:cNvPr id="58" name="Picture 57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4464233" y="5009853"/>
            <a:ext cx="876864" cy="265429"/>
          </a:xfrm>
          <a:prstGeom prst="rect">
            <a:avLst/>
          </a:prstGeom>
        </p:spPr>
      </p:pic>
      <p:pic>
        <p:nvPicPr>
          <p:cNvPr id="59" name="Picture 58" descr="12_6__605E5C.png"/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21688" y="5009853"/>
            <a:ext cx="876864" cy="265429"/>
          </a:xfrm>
          <a:prstGeom prst="rect">
            <a:avLst/>
          </a:prstGeom>
        </p:spPr>
      </p:pic>
      <p:pic>
        <p:nvPicPr>
          <p:cNvPr id="60" name="Picture 59" descr="14_0__605E5C.png"/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191868" y="5506162"/>
            <a:ext cx="876864" cy="265429"/>
          </a:xfrm>
          <a:prstGeom prst="rect">
            <a:avLst/>
          </a:prstGeom>
        </p:spPr>
      </p:pic>
      <p:pic>
        <p:nvPicPr>
          <p:cNvPr id="61" name="Picture 60" descr="15_0__605E5C.png"/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949323" y="5506162"/>
            <a:ext cx="876864" cy="265429"/>
          </a:xfrm>
          <a:prstGeom prst="rect">
            <a:avLst/>
          </a:prstGeom>
        </p:spPr>
      </p:pic>
      <p:pic>
        <p:nvPicPr>
          <p:cNvPr id="62" name="Picture 61" descr="16_0__605E5C.png"/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3706778" y="5506162"/>
            <a:ext cx="876864" cy="265429"/>
          </a:xfrm>
          <a:prstGeom prst="rect">
            <a:avLst/>
          </a:prstGeom>
        </p:spPr>
      </p:pic>
      <p:pic>
        <p:nvPicPr>
          <p:cNvPr id="63" name="Picture 62" descr="17_0__605E5C.png"/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4464233" y="5506162"/>
            <a:ext cx="876864" cy="265429"/>
          </a:xfrm>
          <a:prstGeom prst="rect">
            <a:avLst/>
          </a:prstGeom>
        </p:spPr>
      </p:pic>
      <p:pic>
        <p:nvPicPr>
          <p:cNvPr id="64" name="Picture 63" descr="18_0__605E5C.png"/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5221688" y="5506162"/>
            <a:ext cx="876864" cy="265429"/>
          </a:xfrm>
          <a:prstGeom prst="rect">
            <a:avLst/>
          </a:prstGeom>
        </p:spPr>
      </p:pic>
      <p:pic>
        <p:nvPicPr>
          <p:cNvPr id="65" name="Picture 64" descr="8_0__605E5C.png"/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270075" y="6002471"/>
            <a:ext cx="720450" cy="265429"/>
          </a:xfrm>
          <a:prstGeom prst="rect">
            <a:avLst/>
          </a:prstGeom>
        </p:spPr>
      </p:pic>
      <p:pic>
        <p:nvPicPr>
          <p:cNvPr id="66" name="Picture 65" descr="8_4__605E5C.png"/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027530" y="6002471"/>
            <a:ext cx="720450" cy="265429"/>
          </a:xfrm>
          <a:prstGeom prst="rect">
            <a:avLst/>
          </a:prstGeom>
        </p:spPr>
      </p:pic>
      <p:pic>
        <p:nvPicPr>
          <p:cNvPr id="67" name="Picture 66" descr="8_8__605E5C.png"/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3784985" y="6002471"/>
            <a:ext cx="720450" cy="265429"/>
          </a:xfrm>
          <a:prstGeom prst="rect">
            <a:avLst/>
          </a:prstGeom>
        </p:spPr>
      </p:pic>
      <p:pic>
        <p:nvPicPr>
          <p:cNvPr id="68" name="Picture 67" descr="9_2__605E5C.png"/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542440" y="6002471"/>
            <a:ext cx="720450" cy="265429"/>
          </a:xfrm>
          <a:prstGeom prst="rect">
            <a:avLst/>
          </a:prstGeom>
        </p:spPr>
      </p:pic>
      <p:pic>
        <p:nvPicPr>
          <p:cNvPr id="69" name="Picture 68" descr="9_6__605E5C.png"/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5299895" y="6002471"/>
            <a:ext cx="720450" cy="265429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71" name="Picture 70" descr="4_40_605E5C.png"/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10456717" y="2290412"/>
            <a:ext cx="720450" cy="265429"/>
          </a:xfrm>
          <a:prstGeom prst="rect">
            <a:avLst/>
          </a:prstGeom>
        </p:spPr>
      </p:pic>
      <p:pic>
        <p:nvPicPr>
          <p:cNvPr id="72" name="Picture 71" descr="5_70_605E5C.png"/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11271821" y="2290412"/>
            <a:ext cx="720450" cy="265429"/>
          </a:xfrm>
          <a:prstGeom prst="rect">
            <a:avLst/>
          </a:prstGeom>
        </p:spPr>
      </p:pic>
      <p:pic>
        <p:nvPicPr>
          <p:cNvPr id="73" name="Picture 72" descr="5_00_605E5C.png"/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10456717" y="3421901"/>
            <a:ext cx="720450" cy="265429"/>
          </a:xfrm>
          <a:prstGeom prst="rect">
            <a:avLst/>
          </a:prstGeom>
        </p:spPr>
      </p:pic>
      <p:pic>
        <p:nvPicPr>
          <p:cNvPr id="74" name="Picture 73" descr="6_40_605E5C.png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1271821" y="3421901"/>
            <a:ext cx="720450" cy="265429"/>
          </a:xfrm>
          <a:prstGeom prst="rect">
            <a:avLst/>
          </a:prstGeom>
        </p:spPr>
      </p:pic>
      <p:pic>
        <p:nvPicPr>
          <p:cNvPr id="75" name="Picture 74" descr="5_60_605E5C.png"/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>
            <a:off x="10456717" y="4553392"/>
            <a:ext cx="720450" cy="265429"/>
          </a:xfrm>
          <a:prstGeom prst="rect">
            <a:avLst/>
          </a:prstGeom>
        </p:spPr>
      </p:pic>
      <p:pic>
        <p:nvPicPr>
          <p:cNvPr id="76" name="Picture 75" descr="7_10_605E5C.png"/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11271821" y="4553392"/>
            <a:ext cx="720450" cy="265429"/>
          </a:xfrm>
          <a:prstGeom prst="rect">
            <a:avLst/>
          </a:prstGeom>
        </p:spPr>
      </p:pic>
      <p:pic>
        <p:nvPicPr>
          <p:cNvPr id="77" name="Picture 76" descr="6_20_605E5C.png"/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10456717" y="5684882"/>
            <a:ext cx="720450" cy="265429"/>
          </a:xfrm>
          <a:prstGeom prst="rect">
            <a:avLst/>
          </a:prstGeom>
        </p:spPr>
      </p:pic>
      <p:pic>
        <p:nvPicPr>
          <p:cNvPr id="78" name="Picture 77" descr="7_80_605E5C.png"/>
          <p:cNvPicPr>
            <a:picLocks noChangeAspect="1"/>
          </p:cNvPicPr>
          <p:nvPr/>
        </p:nvPicPr>
        <p:blipFill>
          <a:blip r:embed="rId45"/>
          <a:stretch>
            <a:fillRect/>
          </a:stretch>
        </p:blipFill>
        <p:spPr>
          <a:xfrm>
            <a:off x="11271821" y="5684882"/>
            <a:ext cx="720450" cy="265429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