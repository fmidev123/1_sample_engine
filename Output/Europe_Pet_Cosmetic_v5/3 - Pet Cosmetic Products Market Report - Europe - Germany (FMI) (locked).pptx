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510" r:id="rId262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9" r:id="rId271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</p:sldIdLst>
  <p:sldSz cx="12192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29.xml"/><Relationship Id="rId19" Type="http://schemas.openxmlformats.org/officeDocument/2006/relationships/slide" Target="slides/slide30.xml"/><Relationship Id="rId20" Type="http://schemas.openxmlformats.org/officeDocument/2006/relationships/slide" Target="slides/slide31.xml"/><Relationship Id="rId21" Type="http://schemas.openxmlformats.org/officeDocument/2006/relationships/slide" Target="slides/slide32.xml"/><Relationship Id="rId22" Type="http://schemas.openxmlformats.org/officeDocument/2006/relationships/slide" Target="slides/slide33.xml"/><Relationship Id="rId23" Type="http://schemas.openxmlformats.org/officeDocument/2006/relationships/slide" Target="slides/slide34.xml"/><Relationship Id="rId24" Type="http://schemas.openxmlformats.org/officeDocument/2006/relationships/slide" Target="slides/slide35.xml"/><Relationship Id="rId25" Type="http://schemas.openxmlformats.org/officeDocument/2006/relationships/slide" Target="slides/slide36.xml"/><Relationship Id="rId26" Type="http://schemas.openxmlformats.org/officeDocument/2006/relationships/slide" Target="slides/slide37.xml"/><Relationship Id="rId27" Type="http://schemas.openxmlformats.org/officeDocument/2006/relationships/slide" Target="slides/slide38.xml"/><Relationship Id="rId28" Type="http://schemas.openxmlformats.org/officeDocument/2006/relationships/slide" Target="slides/slide39.xml"/><Relationship Id="rId29" Type="http://schemas.openxmlformats.org/officeDocument/2006/relationships/slide" Target="slides/slide40.xml"/><Relationship Id="rId30" Type="http://schemas.openxmlformats.org/officeDocument/2006/relationships/slide" Target="slides/slide41.xml"/><Relationship Id="rId31" Type="http://schemas.openxmlformats.org/officeDocument/2006/relationships/slide" Target="slides/slide42.xml"/><Relationship Id="rId32" Type="http://schemas.openxmlformats.org/officeDocument/2006/relationships/slide" Target="slides/slide43.xml"/><Relationship Id="rId33" Type="http://schemas.openxmlformats.org/officeDocument/2006/relationships/slide" Target="slides/slide44.xml"/><Relationship Id="rId34" Type="http://schemas.openxmlformats.org/officeDocument/2006/relationships/slide" Target="slides/slide45.xml"/><Relationship Id="rId35" Type="http://schemas.openxmlformats.org/officeDocument/2006/relationships/slide" Target="slides/slide46.xml"/><Relationship Id="rId36" Type="http://schemas.openxmlformats.org/officeDocument/2006/relationships/slide" Target="slides/slide47.xml"/><Relationship Id="rId37" Type="http://schemas.openxmlformats.org/officeDocument/2006/relationships/slide" Target="slides/slide48.xml"/><Relationship Id="rId38" Type="http://schemas.openxmlformats.org/officeDocument/2006/relationships/slide" Target="slides/slide49.xml"/><Relationship Id="rId39" Type="http://schemas.openxmlformats.org/officeDocument/2006/relationships/slide" Target="slides/slide50.xml"/><Relationship Id="rId40" Type="http://schemas.openxmlformats.org/officeDocument/2006/relationships/slide" Target="slides/slide51.xml"/><Relationship Id="rId41" Type="http://schemas.openxmlformats.org/officeDocument/2006/relationships/slide" Target="slides/slide52.xml"/><Relationship Id="rId42" Type="http://schemas.openxmlformats.org/officeDocument/2006/relationships/slide" Target="slides/slide53.xml"/><Relationship Id="rId43" Type="http://schemas.openxmlformats.org/officeDocument/2006/relationships/slide" Target="slides/slide54.xml"/><Relationship Id="rId44" Type="http://schemas.openxmlformats.org/officeDocument/2006/relationships/slide" Target="slides/slide55.xml"/><Relationship Id="rId45" Type="http://schemas.openxmlformats.org/officeDocument/2006/relationships/slide" Target="slides/slide56.xml"/><Relationship Id="rId46" Type="http://schemas.openxmlformats.org/officeDocument/2006/relationships/slide" Target="slides/slide57.xml"/><Relationship Id="rId47" Type="http://schemas.openxmlformats.org/officeDocument/2006/relationships/slide" Target="slides/slide58.xml"/><Relationship Id="rId48" Type="http://schemas.openxmlformats.org/officeDocument/2006/relationships/slide" Target="slides/slide59.xml"/><Relationship Id="rId49" Type="http://schemas.openxmlformats.org/officeDocument/2006/relationships/slide" Target="slides/slide60.xml"/><Relationship Id="rId50" Type="http://schemas.openxmlformats.org/officeDocument/2006/relationships/slide" Target="slides/slide61.xml"/><Relationship Id="rId51" Type="http://schemas.openxmlformats.org/officeDocument/2006/relationships/slide" Target="slides/slide62.xml"/><Relationship Id="rId52" Type="http://schemas.openxmlformats.org/officeDocument/2006/relationships/slide" Target="slides/slide63.xml"/><Relationship Id="rId53" Type="http://schemas.openxmlformats.org/officeDocument/2006/relationships/slide" Target="slides/slide64.xml"/><Relationship Id="rId54" Type="http://schemas.openxmlformats.org/officeDocument/2006/relationships/slide" Target="slides/slide65.xml"/><Relationship Id="rId55" Type="http://schemas.openxmlformats.org/officeDocument/2006/relationships/slide" Target="slides/slide66.xml"/><Relationship Id="rId56" Type="http://schemas.openxmlformats.org/officeDocument/2006/relationships/slide" Target="slides/slide67.xml"/><Relationship Id="rId57" Type="http://schemas.openxmlformats.org/officeDocument/2006/relationships/slide" Target="slides/slide68.xml"/><Relationship Id="rId58" Type="http://schemas.openxmlformats.org/officeDocument/2006/relationships/slide" Target="slides/slide69.xml"/><Relationship Id="rId59" Type="http://schemas.openxmlformats.org/officeDocument/2006/relationships/slide" Target="slides/slide70.xml"/><Relationship Id="rId60" Type="http://schemas.openxmlformats.org/officeDocument/2006/relationships/slide" Target="slides/slide71.xml"/><Relationship Id="rId61" Type="http://schemas.openxmlformats.org/officeDocument/2006/relationships/slide" Target="slides/slide72.xml"/><Relationship Id="rId62" Type="http://schemas.openxmlformats.org/officeDocument/2006/relationships/slide" Target="slides/slide73.xml"/><Relationship Id="rId63" Type="http://schemas.openxmlformats.org/officeDocument/2006/relationships/slide" Target="slides/slide74.xml"/><Relationship Id="rId64" Type="http://schemas.openxmlformats.org/officeDocument/2006/relationships/slide" Target="slides/slide75.xml"/><Relationship Id="rId65" Type="http://schemas.openxmlformats.org/officeDocument/2006/relationships/slide" Target="slides/slide76.xml"/><Relationship Id="rId66" Type="http://schemas.openxmlformats.org/officeDocument/2006/relationships/slide" Target="slides/slide77.xml"/><Relationship Id="rId67" Type="http://schemas.openxmlformats.org/officeDocument/2006/relationships/slide" Target="slides/slide78.xml"/><Relationship Id="rId68" Type="http://schemas.openxmlformats.org/officeDocument/2006/relationships/slide" Target="slides/slide79.xml"/><Relationship Id="rId69" Type="http://schemas.openxmlformats.org/officeDocument/2006/relationships/slide" Target="slides/slide80.xml"/><Relationship Id="rId70" Type="http://schemas.openxmlformats.org/officeDocument/2006/relationships/slide" Target="slides/slide81.xml"/><Relationship Id="rId71" Type="http://schemas.openxmlformats.org/officeDocument/2006/relationships/slide" Target="slides/slide82.xml"/><Relationship Id="rId72" Type="http://schemas.openxmlformats.org/officeDocument/2006/relationships/slide" Target="slides/slide83.xml"/><Relationship Id="rId73" Type="http://schemas.openxmlformats.org/officeDocument/2006/relationships/slide" Target="slides/slide84.xml"/><Relationship Id="rId74" Type="http://schemas.openxmlformats.org/officeDocument/2006/relationships/slide" Target="slides/slide85.xml"/><Relationship Id="rId75" Type="http://schemas.openxmlformats.org/officeDocument/2006/relationships/slide" Target="slides/slide86.xml"/><Relationship Id="rId76" Type="http://schemas.openxmlformats.org/officeDocument/2006/relationships/slide" Target="slides/slide87.xml"/><Relationship Id="rId77" Type="http://schemas.openxmlformats.org/officeDocument/2006/relationships/slide" Target="slides/slide88.xml"/><Relationship Id="rId78" Type="http://schemas.openxmlformats.org/officeDocument/2006/relationships/slide" Target="slides/slide89.xml"/><Relationship Id="rId79" Type="http://schemas.openxmlformats.org/officeDocument/2006/relationships/slide" Target="slides/slide90.xml"/><Relationship Id="rId80" Type="http://schemas.openxmlformats.org/officeDocument/2006/relationships/slide" Target="slides/slide91.xml"/><Relationship Id="rId81" Type="http://schemas.openxmlformats.org/officeDocument/2006/relationships/slide" Target="slides/slide92.xml"/><Relationship Id="rId82" Type="http://schemas.openxmlformats.org/officeDocument/2006/relationships/slide" Target="slides/slide93.xml"/><Relationship Id="rId83" Type="http://schemas.openxmlformats.org/officeDocument/2006/relationships/slide" Target="slides/slide94.xml"/><Relationship Id="rId84" Type="http://schemas.openxmlformats.org/officeDocument/2006/relationships/slide" Target="slides/slide95.xml"/><Relationship Id="rId85" Type="http://schemas.openxmlformats.org/officeDocument/2006/relationships/slide" Target="slides/slide96.xml"/><Relationship Id="rId86" Type="http://schemas.openxmlformats.org/officeDocument/2006/relationships/slide" Target="slides/slide97.xml"/><Relationship Id="rId87" Type="http://schemas.openxmlformats.org/officeDocument/2006/relationships/slide" Target="slides/slide98.xml"/><Relationship Id="rId88" Type="http://schemas.openxmlformats.org/officeDocument/2006/relationships/slide" Target="slides/slide99.xml"/><Relationship Id="rId89" Type="http://schemas.openxmlformats.org/officeDocument/2006/relationships/slide" Target="slides/slide100.xml"/><Relationship Id="rId90" Type="http://schemas.openxmlformats.org/officeDocument/2006/relationships/slide" Target="slides/slide101.xml"/><Relationship Id="rId91" Type="http://schemas.openxmlformats.org/officeDocument/2006/relationships/slide" Target="slides/slide102.xml"/><Relationship Id="rId92" Type="http://schemas.openxmlformats.org/officeDocument/2006/relationships/slide" Target="slides/slide103.xml"/><Relationship Id="rId93" Type="http://schemas.openxmlformats.org/officeDocument/2006/relationships/slide" Target="slides/slide104.xml"/><Relationship Id="rId94" Type="http://schemas.openxmlformats.org/officeDocument/2006/relationships/slide" Target="slides/slide105.xml"/><Relationship Id="rId95" Type="http://schemas.openxmlformats.org/officeDocument/2006/relationships/slide" Target="slides/slide106.xml"/><Relationship Id="rId96" Type="http://schemas.openxmlformats.org/officeDocument/2006/relationships/slide" Target="slides/slide107.xml"/><Relationship Id="rId97" Type="http://schemas.openxmlformats.org/officeDocument/2006/relationships/slide" Target="slides/slide108.xml"/><Relationship Id="rId98" Type="http://schemas.openxmlformats.org/officeDocument/2006/relationships/slide" Target="slides/slide109.xml"/><Relationship Id="rId99" Type="http://schemas.openxmlformats.org/officeDocument/2006/relationships/slide" Target="slides/slide110.xml"/><Relationship Id="rId100" Type="http://schemas.openxmlformats.org/officeDocument/2006/relationships/slide" Target="slides/slide111.xml"/><Relationship Id="rId101" Type="http://schemas.openxmlformats.org/officeDocument/2006/relationships/slide" Target="slides/slide112.xml"/><Relationship Id="rId102" Type="http://schemas.openxmlformats.org/officeDocument/2006/relationships/slide" Target="slides/slide113.xml"/><Relationship Id="rId103" Type="http://schemas.openxmlformats.org/officeDocument/2006/relationships/slide" Target="slides/slide114.xml"/><Relationship Id="rId104" Type="http://schemas.openxmlformats.org/officeDocument/2006/relationships/slide" Target="slides/slide115.xml"/><Relationship Id="rId105" Type="http://schemas.openxmlformats.org/officeDocument/2006/relationships/slide" Target="slides/slide116.xml"/><Relationship Id="rId106" Type="http://schemas.openxmlformats.org/officeDocument/2006/relationships/slide" Target="slides/slide117.xml"/><Relationship Id="rId107" Type="http://schemas.openxmlformats.org/officeDocument/2006/relationships/slide" Target="slides/slide118.xml"/><Relationship Id="rId108" Type="http://schemas.openxmlformats.org/officeDocument/2006/relationships/slide" Target="slides/slide119.xml"/><Relationship Id="rId109" Type="http://schemas.openxmlformats.org/officeDocument/2006/relationships/slide" Target="slides/slide120.xml"/><Relationship Id="rId110" Type="http://schemas.openxmlformats.org/officeDocument/2006/relationships/slide" Target="slides/slide121.xml"/><Relationship Id="rId111" Type="http://schemas.openxmlformats.org/officeDocument/2006/relationships/slide" Target="slides/slide122.xml"/><Relationship Id="rId112" Type="http://schemas.openxmlformats.org/officeDocument/2006/relationships/slide" Target="slides/slide123.xml"/><Relationship Id="rId113" Type="http://schemas.openxmlformats.org/officeDocument/2006/relationships/slide" Target="slides/slide124.xml"/><Relationship Id="rId114" Type="http://schemas.openxmlformats.org/officeDocument/2006/relationships/slide" Target="slides/slide125.xml"/><Relationship Id="rId115" Type="http://schemas.openxmlformats.org/officeDocument/2006/relationships/slide" Target="slides/slide126.xml"/><Relationship Id="rId116" Type="http://schemas.openxmlformats.org/officeDocument/2006/relationships/slide" Target="slides/slide127.xml"/><Relationship Id="rId117" Type="http://schemas.openxmlformats.org/officeDocument/2006/relationships/slide" Target="slides/slide128.xml"/><Relationship Id="rId118" Type="http://schemas.openxmlformats.org/officeDocument/2006/relationships/slide" Target="slides/slide129.xml"/><Relationship Id="rId119" Type="http://schemas.openxmlformats.org/officeDocument/2006/relationships/slide" Target="slides/slide130.xml"/><Relationship Id="rId120" Type="http://schemas.openxmlformats.org/officeDocument/2006/relationships/slide" Target="slides/slide131.xml"/><Relationship Id="rId121" Type="http://schemas.openxmlformats.org/officeDocument/2006/relationships/slide" Target="slides/slide132.xml"/><Relationship Id="rId122" Type="http://schemas.openxmlformats.org/officeDocument/2006/relationships/slide" Target="slides/slide133.xml"/><Relationship Id="rId123" Type="http://schemas.openxmlformats.org/officeDocument/2006/relationships/slide" Target="slides/slide134.xml"/><Relationship Id="rId124" Type="http://schemas.openxmlformats.org/officeDocument/2006/relationships/slide" Target="slides/slide135.xml"/><Relationship Id="rId125" Type="http://schemas.openxmlformats.org/officeDocument/2006/relationships/slide" Target="slides/slide136.xml"/><Relationship Id="rId126" Type="http://schemas.openxmlformats.org/officeDocument/2006/relationships/slide" Target="slides/slide137.xml"/><Relationship Id="rId127" Type="http://schemas.openxmlformats.org/officeDocument/2006/relationships/slide" Target="slides/slide138.xml"/><Relationship Id="rId128" Type="http://schemas.openxmlformats.org/officeDocument/2006/relationships/slide" Target="slides/slide139.xml"/><Relationship Id="rId129" Type="http://schemas.openxmlformats.org/officeDocument/2006/relationships/slide" Target="slides/slide140.xml"/><Relationship Id="rId130" Type="http://schemas.openxmlformats.org/officeDocument/2006/relationships/slide" Target="slides/slide141.xml"/><Relationship Id="rId131" Type="http://schemas.openxmlformats.org/officeDocument/2006/relationships/slide" Target="slides/slide142.xml"/><Relationship Id="rId132" Type="http://schemas.openxmlformats.org/officeDocument/2006/relationships/slide" Target="slides/slide143.xml"/><Relationship Id="rId133" Type="http://schemas.openxmlformats.org/officeDocument/2006/relationships/slide" Target="slides/slide144.xml"/><Relationship Id="rId134" Type="http://schemas.openxmlformats.org/officeDocument/2006/relationships/slide" Target="slides/slide145.xml"/><Relationship Id="rId135" Type="http://schemas.openxmlformats.org/officeDocument/2006/relationships/slide" Target="slides/slide146.xml"/><Relationship Id="rId136" Type="http://schemas.openxmlformats.org/officeDocument/2006/relationships/slide" Target="slides/slide147.xml"/><Relationship Id="rId137" Type="http://schemas.openxmlformats.org/officeDocument/2006/relationships/slide" Target="slides/slide148.xml"/><Relationship Id="rId138" Type="http://schemas.openxmlformats.org/officeDocument/2006/relationships/slide" Target="slides/slide149.xml"/><Relationship Id="rId139" Type="http://schemas.openxmlformats.org/officeDocument/2006/relationships/slide" Target="slides/slide150.xml"/><Relationship Id="rId140" Type="http://schemas.openxmlformats.org/officeDocument/2006/relationships/slide" Target="slides/slide151.xml"/><Relationship Id="rId141" Type="http://schemas.openxmlformats.org/officeDocument/2006/relationships/slide" Target="slides/slide152.xml"/><Relationship Id="rId142" Type="http://schemas.openxmlformats.org/officeDocument/2006/relationships/slide" Target="slides/slide153.xml"/><Relationship Id="rId143" Type="http://schemas.openxmlformats.org/officeDocument/2006/relationships/slide" Target="slides/slide154.xml"/><Relationship Id="rId144" Type="http://schemas.openxmlformats.org/officeDocument/2006/relationships/slide" Target="slides/slide155.xml"/><Relationship Id="rId145" Type="http://schemas.openxmlformats.org/officeDocument/2006/relationships/slide" Target="slides/slide156.xml"/><Relationship Id="rId146" Type="http://schemas.openxmlformats.org/officeDocument/2006/relationships/slide" Target="slides/slide157.xml"/><Relationship Id="rId147" Type="http://schemas.openxmlformats.org/officeDocument/2006/relationships/slide" Target="slides/slide158.xml"/><Relationship Id="rId148" Type="http://schemas.openxmlformats.org/officeDocument/2006/relationships/slide" Target="slides/slide159.xml"/><Relationship Id="rId149" Type="http://schemas.openxmlformats.org/officeDocument/2006/relationships/slide" Target="slides/slide160.xml"/><Relationship Id="rId150" Type="http://schemas.openxmlformats.org/officeDocument/2006/relationships/slide" Target="slides/slide161.xml"/><Relationship Id="rId151" Type="http://schemas.openxmlformats.org/officeDocument/2006/relationships/slide" Target="slides/slide162.xml"/><Relationship Id="rId152" Type="http://schemas.openxmlformats.org/officeDocument/2006/relationships/slide" Target="slides/slide163.xml"/><Relationship Id="rId153" Type="http://schemas.openxmlformats.org/officeDocument/2006/relationships/slide" Target="slides/slide164.xml"/><Relationship Id="rId154" Type="http://schemas.openxmlformats.org/officeDocument/2006/relationships/slide" Target="slides/slide165.xml"/><Relationship Id="rId155" Type="http://schemas.openxmlformats.org/officeDocument/2006/relationships/slide" Target="slides/slide166.xml"/><Relationship Id="rId156" Type="http://schemas.openxmlformats.org/officeDocument/2006/relationships/slide" Target="slides/slide167.xml"/><Relationship Id="rId157" Type="http://schemas.openxmlformats.org/officeDocument/2006/relationships/slide" Target="slides/slide168.xml"/><Relationship Id="rId158" Type="http://schemas.openxmlformats.org/officeDocument/2006/relationships/slide" Target="slides/slide169.xml"/><Relationship Id="rId159" Type="http://schemas.openxmlformats.org/officeDocument/2006/relationships/slide" Target="slides/slide170.xml"/><Relationship Id="rId160" Type="http://schemas.openxmlformats.org/officeDocument/2006/relationships/slide" Target="slides/slide171.xml"/><Relationship Id="rId161" Type="http://schemas.openxmlformats.org/officeDocument/2006/relationships/slide" Target="slides/slide172.xml"/><Relationship Id="rId162" Type="http://schemas.openxmlformats.org/officeDocument/2006/relationships/slide" Target="slides/slide173.xml"/><Relationship Id="rId163" Type="http://schemas.openxmlformats.org/officeDocument/2006/relationships/slide" Target="slides/slide174.xml"/><Relationship Id="rId164" Type="http://schemas.openxmlformats.org/officeDocument/2006/relationships/slide" Target="slides/slide175.xml"/><Relationship Id="rId165" Type="http://schemas.openxmlformats.org/officeDocument/2006/relationships/slide" Target="slides/slide176.xml"/><Relationship Id="rId166" Type="http://schemas.openxmlformats.org/officeDocument/2006/relationships/slide" Target="slides/slide177.xml"/><Relationship Id="rId167" Type="http://schemas.openxmlformats.org/officeDocument/2006/relationships/slide" Target="slides/slide178.xml"/><Relationship Id="rId168" Type="http://schemas.openxmlformats.org/officeDocument/2006/relationships/slide" Target="slides/slide179.xml"/><Relationship Id="rId169" Type="http://schemas.openxmlformats.org/officeDocument/2006/relationships/slide" Target="slides/slide180.xml"/><Relationship Id="rId170" Type="http://schemas.openxmlformats.org/officeDocument/2006/relationships/slide" Target="slides/slide181.xml"/><Relationship Id="rId171" Type="http://schemas.openxmlformats.org/officeDocument/2006/relationships/slide" Target="slides/slide182.xml"/><Relationship Id="rId172" Type="http://schemas.openxmlformats.org/officeDocument/2006/relationships/slide" Target="slides/slide183.xml"/><Relationship Id="rId173" Type="http://schemas.openxmlformats.org/officeDocument/2006/relationships/slide" Target="slides/slide184.xml"/><Relationship Id="rId174" Type="http://schemas.openxmlformats.org/officeDocument/2006/relationships/slide" Target="slides/slide185.xml"/><Relationship Id="rId175" Type="http://schemas.openxmlformats.org/officeDocument/2006/relationships/slide" Target="slides/slide186.xml"/><Relationship Id="rId176" Type="http://schemas.openxmlformats.org/officeDocument/2006/relationships/slide" Target="slides/slide187.xml"/><Relationship Id="rId177" Type="http://schemas.openxmlformats.org/officeDocument/2006/relationships/slide" Target="slides/slide188.xml"/><Relationship Id="rId178" Type="http://schemas.openxmlformats.org/officeDocument/2006/relationships/slide" Target="slides/slide189.xml"/><Relationship Id="rId179" Type="http://schemas.openxmlformats.org/officeDocument/2006/relationships/slide" Target="slides/slide190.xml"/><Relationship Id="rId180" Type="http://schemas.openxmlformats.org/officeDocument/2006/relationships/slide" Target="slides/slide191.xml"/><Relationship Id="rId181" Type="http://schemas.openxmlformats.org/officeDocument/2006/relationships/slide" Target="slides/slide192.xml"/><Relationship Id="rId182" Type="http://schemas.openxmlformats.org/officeDocument/2006/relationships/slide" Target="slides/slide193.xml"/><Relationship Id="rId183" Type="http://schemas.openxmlformats.org/officeDocument/2006/relationships/slide" Target="slides/slide194.xml"/><Relationship Id="rId184" Type="http://schemas.openxmlformats.org/officeDocument/2006/relationships/slide" Target="slides/slide195.xml"/><Relationship Id="rId185" Type="http://schemas.openxmlformats.org/officeDocument/2006/relationships/slide" Target="slides/slide196.xml"/><Relationship Id="rId186" Type="http://schemas.openxmlformats.org/officeDocument/2006/relationships/slide" Target="slides/slide197.xml"/><Relationship Id="rId187" Type="http://schemas.openxmlformats.org/officeDocument/2006/relationships/slide" Target="slides/slide198.xml"/><Relationship Id="rId188" Type="http://schemas.openxmlformats.org/officeDocument/2006/relationships/slide" Target="slides/slide199.xml"/><Relationship Id="rId189" Type="http://schemas.openxmlformats.org/officeDocument/2006/relationships/slide" Target="slides/slide200.xml"/><Relationship Id="rId190" Type="http://schemas.openxmlformats.org/officeDocument/2006/relationships/slide" Target="slides/slide201.xml"/><Relationship Id="rId191" Type="http://schemas.openxmlformats.org/officeDocument/2006/relationships/slide" Target="slides/slide202.xml"/><Relationship Id="rId192" Type="http://schemas.openxmlformats.org/officeDocument/2006/relationships/slide" Target="slides/slide203.xml"/><Relationship Id="rId193" Type="http://schemas.openxmlformats.org/officeDocument/2006/relationships/slide" Target="slides/slide204.xml"/><Relationship Id="rId194" Type="http://schemas.openxmlformats.org/officeDocument/2006/relationships/slide" Target="slides/slide205.xml"/><Relationship Id="rId195" Type="http://schemas.openxmlformats.org/officeDocument/2006/relationships/slide" Target="slides/slide206.xml"/><Relationship Id="rId196" Type="http://schemas.openxmlformats.org/officeDocument/2006/relationships/slide" Target="slides/slide207.xml"/><Relationship Id="rId197" Type="http://schemas.openxmlformats.org/officeDocument/2006/relationships/slide" Target="slides/slide208.xml"/><Relationship Id="rId198" Type="http://schemas.openxmlformats.org/officeDocument/2006/relationships/slide" Target="slides/slide209.xml"/><Relationship Id="rId199" Type="http://schemas.openxmlformats.org/officeDocument/2006/relationships/slide" Target="slides/slide210.xml"/><Relationship Id="rId200" Type="http://schemas.openxmlformats.org/officeDocument/2006/relationships/slide" Target="slides/slide211.xml"/><Relationship Id="rId201" Type="http://schemas.openxmlformats.org/officeDocument/2006/relationships/slide" Target="slides/slide212.xml"/><Relationship Id="rId202" Type="http://schemas.openxmlformats.org/officeDocument/2006/relationships/slide" Target="slides/slide213.xml"/><Relationship Id="rId203" Type="http://schemas.openxmlformats.org/officeDocument/2006/relationships/slide" Target="slides/slide214.xml"/><Relationship Id="rId204" Type="http://schemas.openxmlformats.org/officeDocument/2006/relationships/slide" Target="slides/slide215.xml"/><Relationship Id="rId205" Type="http://schemas.openxmlformats.org/officeDocument/2006/relationships/slide" Target="slides/slide216.xml"/><Relationship Id="rId206" Type="http://schemas.openxmlformats.org/officeDocument/2006/relationships/slide" Target="slides/slide217.xml"/><Relationship Id="rId207" Type="http://schemas.openxmlformats.org/officeDocument/2006/relationships/slide" Target="slides/slide218.xml"/><Relationship Id="rId208" Type="http://schemas.openxmlformats.org/officeDocument/2006/relationships/slide" Target="slides/slide219.xml"/><Relationship Id="rId209" Type="http://schemas.openxmlformats.org/officeDocument/2006/relationships/slide" Target="slides/slide220.xml"/><Relationship Id="rId210" Type="http://schemas.openxmlformats.org/officeDocument/2006/relationships/slide" Target="slides/slide221.xml"/><Relationship Id="rId211" Type="http://schemas.openxmlformats.org/officeDocument/2006/relationships/slide" Target="slides/slide222.xml"/><Relationship Id="rId212" Type="http://schemas.openxmlformats.org/officeDocument/2006/relationships/slide" Target="slides/slide223.xml"/><Relationship Id="rId213" Type="http://schemas.openxmlformats.org/officeDocument/2006/relationships/slide" Target="slides/slide224.xml"/><Relationship Id="rId214" Type="http://schemas.openxmlformats.org/officeDocument/2006/relationships/slide" Target="slides/slide225.xml"/><Relationship Id="rId215" Type="http://schemas.openxmlformats.org/officeDocument/2006/relationships/slide" Target="slides/slide226.xml"/><Relationship Id="rId216" Type="http://schemas.openxmlformats.org/officeDocument/2006/relationships/slide" Target="slides/slide227.xml"/><Relationship Id="rId217" Type="http://schemas.openxmlformats.org/officeDocument/2006/relationships/slide" Target="slides/slide228.xml"/><Relationship Id="rId218" Type="http://schemas.openxmlformats.org/officeDocument/2006/relationships/slide" Target="slides/slide229.xml"/><Relationship Id="rId219" Type="http://schemas.openxmlformats.org/officeDocument/2006/relationships/slide" Target="slides/slide230.xml"/><Relationship Id="rId220" Type="http://schemas.openxmlformats.org/officeDocument/2006/relationships/slide" Target="slides/slide231.xml"/><Relationship Id="rId221" Type="http://schemas.openxmlformats.org/officeDocument/2006/relationships/slide" Target="slides/slide232.xml"/><Relationship Id="rId222" Type="http://schemas.openxmlformats.org/officeDocument/2006/relationships/slide" Target="slides/slide233.xml"/><Relationship Id="rId223" Type="http://schemas.openxmlformats.org/officeDocument/2006/relationships/slide" Target="slides/slide234.xml"/><Relationship Id="rId224" Type="http://schemas.openxmlformats.org/officeDocument/2006/relationships/slide" Target="slides/slide235.xml"/><Relationship Id="rId225" Type="http://schemas.openxmlformats.org/officeDocument/2006/relationships/slide" Target="slides/slide236.xml"/><Relationship Id="rId226" Type="http://schemas.openxmlformats.org/officeDocument/2006/relationships/slide" Target="slides/slide237.xml"/><Relationship Id="rId227" Type="http://schemas.openxmlformats.org/officeDocument/2006/relationships/slide" Target="slides/slide238.xml"/><Relationship Id="rId228" Type="http://schemas.openxmlformats.org/officeDocument/2006/relationships/slide" Target="slides/slide239.xml"/><Relationship Id="rId229" Type="http://schemas.openxmlformats.org/officeDocument/2006/relationships/slide" Target="slides/slide240.xml"/><Relationship Id="rId230" Type="http://schemas.openxmlformats.org/officeDocument/2006/relationships/slide" Target="slides/slide241.xml"/><Relationship Id="rId231" Type="http://schemas.openxmlformats.org/officeDocument/2006/relationships/slide" Target="slides/slide242.xml"/><Relationship Id="rId232" Type="http://schemas.openxmlformats.org/officeDocument/2006/relationships/slide" Target="slides/slide243.xml"/><Relationship Id="rId233" Type="http://schemas.openxmlformats.org/officeDocument/2006/relationships/slide" Target="slides/slide244.xml"/><Relationship Id="rId234" Type="http://schemas.openxmlformats.org/officeDocument/2006/relationships/slide" Target="slides/slide245.xml"/><Relationship Id="rId235" Type="http://schemas.openxmlformats.org/officeDocument/2006/relationships/slide" Target="slides/slide246.xml"/><Relationship Id="rId236" Type="http://schemas.openxmlformats.org/officeDocument/2006/relationships/slide" Target="slides/slide247.xml"/><Relationship Id="rId237" Type="http://schemas.openxmlformats.org/officeDocument/2006/relationships/slide" Target="slides/slide248.xml"/><Relationship Id="rId238" Type="http://schemas.openxmlformats.org/officeDocument/2006/relationships/slide" Target="slides/slide249.xml"/><Relationship Id="rId239" Type="http://schemas.openxmlformats.org/officeDocument/2006/relationships/slide" Target="slides/slide250.xml"/><Relationship Id="rId240" Type="http://schemas.openxmlformats.org/officeDocument/2006/relationships/slide" Target="slides/slide251.xml"/><Relationship Id="rId241" Type="http://schemas.openxmlformats.org/officeDocument/2006/relationships/slide" Target="slides/slide252.xml"/><Relationship Id="rId242" Type="http://schemas.openxmlformats.org/officeDocument/2006/relationships/slide" Target="slides/slide253.xml"/><Relationship Id="rId243" Type="http://schemas.openxmlformats.org/officeDocument/2006/relationships/slide" Target="slides/slide254.xml"/><Relationship Id="rId244" Type="http://schemas.openxmlformats.org/officeDocument/2006/relationships/slide" Target="slides/slide255.xml"/><Relationship Id="rId245" Type="http://schemas.openxmlformats.org/officeDocument/2006/relationships/slide" Target="slides/slide256.xml"/><Relationship Id="rId246" Type="http://schemas.openxmlformats.org/officeDocument/2006/relationships/slide" Target="slides/slide257.xml"/><Relationship Id="rId247" Type="http://schemas.openxmlformats.org/officeDocument/2006/relationships/slide" Target="slides/slide258.xml"/><Relationship Id="rId248" Type="http://schemas.openxmlformats.org/officeDocument/2006/relationships/slide" Target="slides/slide259.xml"/><Relationship Id="rId249" Type="http://schemas.openxmlformats.org/officeDocument/2006/relationships/slide" Target="slides/slide260.xml"/><Relationship Id="rId250" Type="http://schemas.openxmlformats.org/officeDocument/2006/relationships/slide" Target="slides/slide261.xml"/><Relationship Id="rId251" Type="http://schemas.openxmlformats.org/officeDocument/2006/relationships/slide" Target="slides/slide262.xml"/><Relationship Id="rId252" Type="http://schemas.openxmlformats.org/officeDocument/2006/relationships/slide" Target="slides/slide263.xml"/><Relationship Id="rId253" Type="http://schemas.openxmlformats.org/officeDocument/2006/relationships/slide" Target="slides/slide264.xml"/><Relationship Id="rId254" Type="http://schemas.openxmlformats.org/officeDocument/2006/relationships/slide" Target="slides/slide12.xml"/><Relationship Id="rId255" Type="http://schemas.openxmlformats.org/officeDocument/2006/relationships/slide" Target="slides/slide13.xml"/><Relationship Id="rId256" Type="http://schemas.openxmlformats.org/officeDocument/2006/relationships/slide" Target="slides/slide14.xml"/><Relationship Id="rId257" Type="http://schemas.openxmlformats.org/officeDocument/2006/relationships/slide" Target="slides/slide15.xml"/><Relationship Id="rId258" Type="http://schemas.openxmlformats.org/officeDocument/2006/relationships/slide" Target="slides/slide16.xml"/><Relationship Id="rId259" Type="http://schemas.openxmlformats.org/officeDocument/2006/relationships/slide" Target="slides/slide17.xml"/><Relationship Id="rId260" Type="http://schemas.openxmlformats.org/officeDocument/2006/relationships/slide" Target="slides/slide18.xml"/><Relationship Id="rId261" Type="http://schemas.openxmlformats.org/officeDocument/2006/relationships/slide" Target="slides/slide19.xml"/><Relationship Id="rId262" Type="http://schemas.openxmlformats.org/officeDocument/2006/relationships/slide" Target="slides/slide11.xml"/><Relationship Id="rId263" Type="http://schemas.openxmlformats.org/officeDocument/2006/relationships/slide" Target="slides/slide21.xml"/><Relationship Id="rId264" Type="http://schemas.openxmlformats.org/officeDocument/2006/relationships/slide" Target="slides/slide22.xml"/><Relationship Id="rId265" Type="http://schemas.openxmlformats.org/officeDocument/2006/relationships/slide" Target="slides/slide23.xml"/><Relationship Id="rId266" Type="http://schemas.openxmlformats.org/officeDocument/2006/relationships/slide" Target="slides/slide24.xml"/><Relationship Id="rId267" Type="http://schemas.openxmlformats.org/officeDocument/2006/relationships/slide" Target="slides/slide25.xml"/><Relationship Id="rId268" Type="http://schemas.openxmlformats.org/officeDocument/2006/relationships/slide" Target="slides/slide26.xml"/><Relationship Id="rId269" Type="http://schemas.openxmlformats.org/officeDocument/2006/relationships/slide" Target="slides/slide27.xml"/><Relationship Id="rId270" Type="http://schemas.openxmlformats.org/officeDocument/2006/relationships/slide" Target="slides/slide28.xml"/><Relationship Id="rId271" Type="http://schemas.openxmlformats.org/officeDocument/2006/relationships/slide" Target="slides/slide20.xml"/></Relationships>
</file>

<file path=ppt/charts/_rels/chart1.xml.rels><?xml version='1.0' encoding='UTF-8' standalone='yes'?>
<Relationships xmlns="http://schemas.openxmlformats.org/package/2006/relationships"><Relationship Id="rId2" Type="http://schemas.openxmlformats.org/officeDocument/2006/relationships/image" Target="../media/image3.png"/></Relationships>
</file>

<file path=ppt/charts/_rels/chart3.xml.rels><?xml version='1.0' encoding='UTF-8' standalone='yes'?>
<Relationships xmlns="http://schemas.openxmlformats.org/package/2006/relationships"><Relationship Id="rId2" Type="http://schemas.openxmlformats.org/officeDocument/2006/relationships/image" Target="../media/image4.png"/></Relationships>
</file>

<file path=ppt/charts/_rels/chart5.xml.rels><?xml version='1.0' encoding='UTF-8' standalone='yes'?>
<Relationships xmlns="http://schemas.openxmlformats.org/package/2006/relationships"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Relationship Id="rId6" Type="http://schemas.openxmlformats.org/officeDocument/2006/relationships/image" Target="../media/image9.png"/><Relationship Id="rId7" Type="http://schemas.openxmlformats.org/officeDocument/2006/relationships/image" Target="../media/image10.png"/><Relationship Id="rId8" Type="http://schemas.openxmlformats.org/officeDocument/2006/relationships/image" Target="../media/image11.png"/><Relationship Id="rId9" Type="http://schemas.openxmlformats.org/officeDocument/2006/relationships/image" Target="../media/image12.png"/><Relationship Id="rId10" Type="http://schemas.openxmlformats.org/officeDocument/2006/relationships/image" Target="../media/image13.png"/><Relationship Id="rId11" Type="http://schemas.openxmlformats.org/officeDocument/2006/relationships/image" Target="../media/image14.png"/></Relationships>
</file>

<file path=ppt/charts/_rels/chart6.xml.rels><?xml version='1.0' encoding='UTF-8' standalone='yes'?>
<Relationships xmlns="http://schemas.openxmlformats.org/package/2006/relationships"><Relationship Id="rId2" Type="http://schemas.openxmlformats.org/officeDocument/2006/relationships/image" Target="../media/image15.png"/><Relationship Id="rId3" Type="http://schemas.openxmlformats.org/officeDocument/2006/relationships/image" Target="../media/image16.png"/><Relationship Id="rId4" Type="http://schemas.openxmlformats.org/officeDocument/2006/relationships/image" Target="../media/image17.png"/><Relationship Id="rId5" Type="http://schemas.openxmlformats.org/officeDocument/2006/relationships/image" Target="../media/image18.png"/><Relationship Id="rId6" Type="http://schemas.openxmlformats.org/officeDocument/2006/relationships/image" Target="../media/image19.png"/><Relationship Id="rId7" Type="http://schemas.openxmlformats.org/officeDocument/2006/relationships/image" Target="../media/image20.png"/><Relationship Id="rId8" Type="http://schemas.openxmlformats.org/officeDocument/2006/relationships/image" Target="../media/image21.png"/><Relationship Id="rId9" Type="http://schemas.openxmlformats.org/officeDocument/2006/relationships/image" Target="../media/image22.png"/><Relationship Id="rId10" Type="http://schemas.openxmlformats.org/officeDocument/2006/relationships/image" Target="../media/image23.png"/><Relationship Id="rId11" Type="http://schemas.openxmlformats.org/officeDocument/2006/relationships/image" Target="../media/image24.png"/><Relationship Id="rId12" Type="http://schemas.openxmlformats.org/officeDocument/2006/relationships/image" Target="../media/image25.png"/><Relationship Id="rId13" Type="http://schemas.openxmlformats.org/officeDocument/2006/relationships/image" Target="../media/image26.png"/><Relationship Id="rId14" Type="http://schemas.openxmlformats.org/officeDocument/2006/relationships/image" Target="../media/image27.png"/><Relationship Id="rId15" Type="http://schemas.openxmlformats.org/officeDocument/2006/relationships/image" Target="../media/image28.png"/><Relationship Id="rId16" Type="http://schemas.openxmlformats.org/officeDocument/2006/relationships/image" Target="../media/image29.png"/><Relationship Id="rId17" Type="http://schemas.openxmlformats.org/officeDocument/2006/relationships/image" Target="../media/image30.png"/><Relationship Id="rId18" Type="http://schemas.openxmlformats.org/officeDocument/2006/relationships/image" Target="../media/image31.png"/><Relationship Id="rId19" Type="http://schemas.openxmlformats.org/officeDocument/2006/relationships/image" Target="../media/image32.png"/><Relationship Id="rId20" Type="http://schemas.openxmlformats.org/officeDocument/2006/relationships/image" Target="../media/image33.png"/><Relationship Id="rId21" Type="http://schemas.openxmlformats.org/officeDocument/2006/relationships/image" Target="../media/image34.png"/><Relationship Id="rId22" Type="http://schemas.openxmlformats.org/officeDocument/2006/relationships/image" Target="../media/image35.png"/><Relationship Id="rId23" Type="http://schemas.openxmlformats.org/officeDocument/2006/relationships/image" Target="../media/image36.png"/></Relationships>
</file>

<file path=ppt/charts/_rels/chart7.xml.rels><?xml version='1.0' encoding='UTF-8' standalone='yes'?>
<Relationships xmlns="http://schemas.openxmlformats.org/package/2006/relationships"><Relationship Id="rId2" Type="http://schemas.openxmlformats.org/officeDocument/2006/relationships/image" Target="../media/image37.png"/><Relationship Id="rId3" Type="http://schemas.openxmlformats.org/officeDocument/2006/relationships/image" Target="../media/image38.png"/><Relationship Id="rId4" Type="http://schemas.openxmlformats.org/officeDocument/2006/relationships/image" Target="../media/image39.png"/><Relationship Id="rId5" Type="http://schemas.openxmlformats.org/officeDocument/2006/relationships/image" Target="../media/image40.png"/><Relationship Id="rId6" Type="http://schemas.openxmlformats.org/officeDocument/2006/relationships/image" Target="../media/image41.png"/><Relationship Id="rId7" Type="http://schemas.openxmlformats.org/officeDocument/2006/relationships/image" Target="../media/image42.png"/><Relationship Id="rId8" Type="http://schemas.openxmlformats.org/officeDocument/2006/relationships/image" Target="../media/image43.png"/><Relationship Id="rId9" Type="http://schemas.openxmlformats.org/officeDocument/2006/relationships/image" Target="../media/image44.png"/></Relationships>
</file>

<file path=ppt/charts/_rels/chart8.xml.rels><?xml version='1.0' encoding='UTF-8' standalone='yes'?>
<Relationships xmlns="http://schemas.openxmlformats.org/package/2006/relationships"><Relationship Id="rId2" Type="http://schemas.openxmlformats.org/officeDocument/2006/relationships/image" Target="../media/image45.png"/><Relationship Id="rId3" Type="http://schemas.openxmlformats.org/officeDocument/2006/relationships/image" Target="../media/image46.png"/><Relationship Id="rId4" Type="http://schemas.openxmlformats.org/officeDocument/2006/relationships/image" Target="../media/image47.png"/><Relationship Id="rId5" Type="http://schemas.openxmlformats.org/officeDocument/2006/relationships/image" Target="../media/image48.png"/><Relationship Id="rId6" Type="http://schemas.openxmlformats.org/officeDocument/2006/relationships/image" Target="../media/image49.png"/><Relationship Id="rId7" Type="http://schemas.openxmlformats.org/officeDocument/2006/relationships/image" Target="../media/image50.png"/><Relationship Id="rId8" Type="http://schemas.openxmlformats.org/officeDocument/2006/relationships/image" Target="../media/image51.png"/><Relationship Id="rId9" Type="http://schemas.openxmlformats.org/officeDocument/2006/relationships/image" Target="../media/image52.png"/></Relationships>
</file>

<file path=ppt/charts/_rels/chart9.xml.rels><?xml version='1.0' encoding='UTF-8' standalone='yes'?>
<Relationships xmlns="http://schemas.openxmlformats.org/package/2006/relationships"><Relationship Id="rId2" Type="http://schemas.openxmlformats.org/officeDocument/2006/relationships/image" Target="../media/image53.png"/><Relationship Id="rId3" Type="http://schemas.openxmlformats.org/officeDocument/2006/relationships/image" Target="../media/image54.png"/><Relationship Id="rId4" Type="http://schemas.openxmlformats.org/officeDocument/2006/relationships/image" Target="../media/image55.png"/><Relationship Id="rId5" Type="http://schemas.openxmlformats.org/officeDocument/2006/relationships/image" Target="../media/image56.png"/><Relationship Id="rId6" Type="http://schemas.openxmlformats.org/officeDocument/2006/relationships/image" Target="../media/image57.png"/><Relationship Id="rId7" Type="http://schemas.openxmlformats.org/officeDocument/2006/relationships/image" Target="../media/image58.png"/></Relationships>
</file>

<file path=ppt/charts/_rels/chart11.xml.rels><?xml version='1.0' encoding='UTF-8' standalone='yes'?>
<Relationships xmlns="http://schemas.openxmlformats.org/package/2006/relationships"><Relationship Id="rId2" Type="http://schemas.openxmlformats.org/officeDocument/2006/relationships/image" Target="../media/image124.png"/><Relationship Id="rId3" Type="http://schemas.openxmlformats.org/officeDocument/2006/relationships/image" Target="../media/image125.png"/><Relationship Id="rId4" Type="http://schemas.openxmlformats.org/officeDocument/2006/relationships/image" Target="../media/image126.png"/><Relationship Id="rId5" Type="http://schemas.openxmlformats.org/officeDocument/2006/relationships/image" Target="../media/image127.png"/><Relationship Id="rId6" Type="http://schemas.openxmlformats.org/officeDocument/2006/relationships/image" Target="../media/image128.png"/><Relationship Id="rId7" Type="http://schemas.openxmlformats.org/officeDocument/2006/relationships/image" Target="../media/image129.png"/><Relationship Id="rId8" Type="http://schemas.openxmlformats.org/officeDocument/2006/relationships/image" Target="../media/image130.png"/><Relationship Id="rId9" Type="http://schemas.openxmlformats.org/officeDocument/2006/relationships/image" Target="../media/image131.png"/><Relationship Id="rId10" Type="http://schemas.openxmlformats.org/officeDocument/2006/relationships/image" Target="../media/image132.png"/><Relationship Id="rId11" Type="http://schemas.openxmlformats.org/officeDocument/2006/relationships/image" Target="../media/image133.png"/><Relationship Id="rId12" Type="http://schemas.openxmlformats.org/officeDocument/2006/relationships/image" Target="../media/image134.png"/><Relationship Id="rId13" Type="http://schemas.openxmlformats.org/officeDocument/2006/relationships/image" Target="../media/image135.png"/><Relationship Id="rId14" Type="http://schemas.openxmlformats.org/officeDocument/2006/relationships/image" Target="../media/image136.png"/><Relationship Id="rId15" Type="http://schemas.openxmlformats.org/officeDocument/2006/relationships/image" Target="../media/image137.png"/><Relationship Id="rId16" Type="http://schemas.openxmlformats.org/officeDocument/2006/relationships/image" Target="../media/image138.png"/><Relationship Id="rId17" Type="http://schemas.openxmlformats.org/officeDocument/2006/relationships/image" Target="../media/image139.png"/><Relationship Id="rId18" Type="http://schemas.openxmlformats.org/officeDocument/2006/relationships/image" Target="../media/image140.png"/><Relationship Id="rId19" Type="http://schemas.openxmlformats.org/officeDocument/2006/relationships/image" Target="../media/image141.png"/><Relationship Id="rId20" Type="http://schemas.openxmlformats.org/officeDocument/2006/relationships/image" Target="../media/image142.png"/><Relationship Id="rId21" Type="http://schemas.openxmlformats.org/officeDocument/2006/relationships/image" Target="../media/image143.png"/><Relationship Id="rId22" Type="http://schemas.openxmlformats.org/officeDocument/2006/relationships/image" Target="../media/image144.png"/><Relationship Id="rId23" Type="http://schemas.openxmlformats.org/officeDocument/2006/relationships/image" Target="../media/image145.png"/><Relationship Id="rId24" Type="http://schemas.openxmlformats.org/officeDocument/2006/relationships/image" Target="../media/image146.png"/><Relationship Id="rId25" Type="http://schemas.openxmlformats.org/officeDocument/2006/relationships/image" Target="../media/image147.png"/><Relationship Id="rId26" Type="http://schemas.openxmlformats.org/officeDocument/2006/relationships/image" Target="../media/image148.png"/><Relationship Id="rId27" Type="http://schemas.openxmlformats.org/officeDocument/2006/relationships/image" Target="../media/image149.png"/><Relationship Id="rId28" Type="http://schemas.openxmlformats.org/officeDocument/2006/relationships/image" Target="../media/image150.png"/><Relationship Id="rId29" Type="http://schemas.openxmlformats.org/officeDocument/2006/relationships/image" Target="../media/image151.png"/><Relationship Id="rId30" Type="http://schemas.openxmlformats.org/officeDocument/2006/relationships/image" Target="../media/image152.png"/><Relationship Id="rId31" Type="http://schemas.openxmlformats.org/officeDocument/2006/relationships/image" Target="../media/image153.png"/><Relationship Id="rId32" Type="http://schemas.openxmlformats.org/officeDocument/2006/relationships/image" Target="../media/image154.png"/><Relationship Id="rId33" Type="http://schemas.openxmlformats.org/officeDocument/2006/relationships/image" Target="../media/image155.png"/><Relationship Id="rId34" Type="http://schemas.openxmlformats.org/officeDocument/2006/relationships/image" Target="../media/image156.png"/></Relationships>
</file>

<file path=ppt/charts/_rels/chart12.xml.rels><?xml version='1.0' encoding='UTF-8' standalone='yes'?>
<Relationships xmlns="http://schemas.openxmlformats.org/package/2006/relationships"><Relationship Id="rId2" Type="http://schemas.openxmlformats.org/officeDocument/2006/relationships/image" Target="../media/image157.png"/><Relationship Id="rId3" Type="http://schemas.openxmlformats.org/officeDocument/2006/relationships/image" Target="../media/image158.png"/><Relationship Id="rId4" Type="http://schemas.openxmlformats.org/officeDocument/2006/relationships/image" Target="../media/image159.png"/><Relationship Id="rId5" Type="http://schemas.openxmlformats.org/officeDocument/2006/relationships/image" Target="../media/image160.png"/><Relationship Id="rId6" Type="http://schemas.openxmlformats.org/officeDocument/2006/relationships/image" Target="../media/image161.png"/><Relationship Id="rId7" Type="http://schemas.openxmlformats.org/officeDocument/2006/relationships/image" Target="../media/image162.png"/><Relationship Id="rId8" Type="http://schemas.openxmlformats.org/officeDocument/2006/relationships/image" Target="../media/image163.png"/><Relationship Id="rId9" Type="http://schemas.openxmlformats.org/officeDocument/2006/relationships/image" Target="../media/image164.png"/><Relationship Id="rId10" Type="http://schemas.openxmlformats.org/officeDocument/2006/relationships/image" Target="../media/image165.png"/><Relationship Id="rId11" Type="http://schemas.openxmlformats.org/officeDocument/2006/relationships/image" Target="../media/image166.png"/><Relationship Id="rId12" Type="http://schemas.openxmlformats.org/officeDocument/2006/relationships/image" Target="../media/image167.png"/><Relationship Id="rId13" Type="http://schemas.openxmlformats.org/officeDocument/2006/relationships/image" Target="../media/image168.png"/><Relationship Id="rId14" Type="http://schemas.openxmlformats.org/officeDocument/2006/relationships/image" Target="../media/image169.png"/><Relationship Id="rId15" Type="http://schemas.openxmlformats.org/officeDocument/2006/relationships/image" Target="../media/image170.png"/><Relationship Id="rId16" Type="http://schemas.openxmlformats.org/officeDocument/2006/relationships/image" Target="../media/image171.png"/><Relationship Id="rId17" Type="http://schemas.openxmlformats.org/officeDocument/2006/relationships/image" Target="../media/image172.png"/><Relationship Id="rId18" Type="http://schemas.openxmlformats.org/officeDocument/2006/relationships/image" Target="../media/image173.png"/><Relationship Id="rId19" Type="http://schemas.openxmlformats.org/officeDocument/2006/relationships/image" Target="../media/image174.png"/><Relationship Id="rId20" Type="http://schemas.openxmlformats.org/officeDocument/2006/relationships/image" Target="../media/image175.png"/><Relationship Id="rId21" Type="http://schemas.openxmlformats.org/officeDocument/2006/relationships/image" Target="../media/image176.png"/><Relationship Id="rId22" Type="http://schemas.openxmlformats.org/officeDocument/2006/relationships/image" Target="../media/image177.png"/><Relationship Id="rId23" Type="http://schemas.openxmlformats.org/officeDocument/2006/relationships/image" Target="../media/image178.png"/><Relationship Id="rId24" Type="http://schemas.openxmlformats.org/officeDocument/2006/relationships/image" Target="../media/image179.png"/><Relationship Id="rId25" Type="http://schemas.openxmlformats.org/officeDocument/2006/relationships/image" Target="../media/image180.png"/><Relationship Id="rId26" Type="http://schemas.openxmlformats.org/officeDocument/2006/relationships/image" Target="../media/image181.png"/><Relationship Id="rId27" Type="http://schemas.openxmlformats.org/officeDocument/2006/relationships/image" Target="../media/image182.png"/><Relationship Id="rId28" Type="http://schemas.openxmlformats.org/officeDocument/2006/relationships/image" Target="../media/image183.png"/><Relationship Id="rId29" Type="http://schemas.openxmlformats.org/officeDocument/2006/relationships/image" Target="../media/image184.png"/><Relationship Id="rId30" Type="http://schemas.openxmlformats.org/officeDocument/2006/relationships/image" Target="../media/image185.png"/><Relationship Id="rId31" Type="http://schemas.openxmlformats.org/officeDocument/2006/relationships/image" Target="../media/image186.png"/></Relationships>
</file>

<file path=ppt/charts/_rels/chart23.xml.rels><?xml version='1.0' encoding='UTF-8' standalone='yes'?>
<Relationships xmlns="http://schemas.openxmlformats.org/package/2006/relationships"><Relationship Id="rId2" Type="http://schemas.openxmlformats.org/officeDocument/2006/relationships/image" Target="../media/image197.png"/><Relationship Id="rId3" Type="http://schemas.openxmlformats.org/officeDocument/2006/relationships/image" Target="../media/image198.png"/><Relationship Id="rId4" Type="http://schemas.openxmlformats.org/officeDocument/2006/relationships/image" Target="../media/image199.png"/><Relationship Id="rId5" Type="http://schemas.openxmlformats.org/officeDocument/2006/relationships/image" Target="../media/image200.png"/><Relationship Id="rId6" Type="http://schemas.openxmlformats.org/officeDocument/2006/relationships/image" Target="../media/image201.png"/><Relationship Id="rId7" Type="http://schemas.openxmlformats.org/officeDocument/2006/relationships/image" Target="../media/image202.png"/><Relationship Id="rId8" Type="http://schemas.openxmlformats.org/officeDocument/2006/relationships/image" Target="../media/image203.png"/><Relationship Id="rId9" Type="http://schemas.openxmlformats.org/officeDocument/2006/relationships/image" Target="../media/image204.png"/><Relationship Id="rId10" Type="http://schemas.openxmlformats.org/officeDocument/2006/relationships/image" Target="../media/image205.png"/><Relationship Id="rId11" Type="http://schemas.openxmlformats.org/officeDocument/2006/relationships/image" Target="../media/image206.png"/><Relationship Id="rId12" Type="http://schemas.openxmlformats.org/officeDocument/2006/relationships/image" Target="../media/image207.png"/><Relationship Id="rId13" Type="http://schemas.openxmlformats.org/officeDocument/2006/relationships/image" Target="../media/image208.png"/><Relationship Id="rId14" Type="http://schemas.openxmlformats.org/officeDocument/2006/relationships/image" Target="../media/image209.png"/><Relationship Id="rId15" Type="http://schemas.openxmlformats.org/officeDocument/2006/relationships/image" Target="../media/image210.png"/><Relationship Id="rId16" Type="http://schemas.openxmlformats.org/officeDocument/2006/relationships/image" Target="../media/image211.png"/><Relationship Id="rId17" Type="http://schemas.openxmlformats.org/officeDocument/2006/relationships/image" Target="../media/image212.png"/><Relationship Id="rId18" Type="http://schemas.openxmlformats.org/officeDocument/2006/relationships/image" Target="../media/image213.png"/><Relationship Id="rId19" Type="http://schemas.openxmlformats.org/officeDocument/2006/relationships/image" Target="../media/image214.png"/></Relationships>
</file>

<file path=ppt/charts/_rels/chart29.xml.rels><?xml version='1.0' encoding='UTF-8' standalone='yes'?>
<Relationships xmlns="http://schemas.openxmlformats.org/package/2006/relationships"><Relationship Id="rId2" Type="http://schemas.openxmlformats.org/officeDocument/2006/relationships/image" Target="../media/image221.png"/><Relationship Id="rId3" Type="http://schemas.openxmlformats.org/officeDocument/2006/relationships/image" Target="../media/image222.png"/><Relationship Id="rId4" Type="http://schemas.openxmlformats.org/officeDocument/2006/relationships/image" Target="../media/image223.png"/><Relationship Id="rId5" Type="http://schemas.openxmlformats.org/officeDocument/2006/relationships/image" Target="../media/image224.png"/><Relationship Id="rId6" Type="http://schemas.openxmlformats.org/officeDocument/2006/relationships/image" Target="../media/image225.png"/><Relationship Id="rId7" Type="http://schemas.openxmlformats.org/officeDocument/2006/relationships/image" Target="../media/image226.png"/><Relationship Id="rId8" Type="http://schemas.openxmlformats.org/officeDocument/2006/relationships/image" Target="../media/image227.png"/></Relationships>
</file>

<file path=ppt/charts/_rels/chart40.xml.rels><?xml version='1.0' encoding='UTF-8' standalone='yes'?>
<Relationships xmlns="http://schemas.openxmlformats.org/package/2006/relationships"><Relationship Id="rId2" Type="http://schemas.openxmlformats.org/officeDocument/2006/relationships/image" Target="../media/image244.png"/><Relationship Id="rId3" Type="http://schemas.openxmlformats.org/officeDocument/2006/relationships/image" Target="../media/image245.png"/><Relationship Id="rId4" Type="http://schemas.openxmlformats.org/officeDocument/2006/relationships/image" Target="../media/image246.png"/><Relationship Id="rId5" Type="http://schemas.openxmlformats.org/officeDocument/2006/relationships/image" Target="../media/image247.png"/><Relationship Id="rId6" Type="http://schemas.openxmlformats.org/officeDocument/2006/relationships/image" Target="../media/image248.png"/><Relationship Id="rId7" Type="http://schemas.openxmlformats.org/officeDocument/2006/relationships/image" Target="../media/image249.png"/><Relationship Id="rId8" Type="http://schemas.openxmlformats.org/officeDocument/2006/relationships/image" Target="../media/image250.png"/><Relationship Id="rId9" Type="http://schemas.openxmlformats.org/officeDocument/2006/relationships/image" Target="../media/image251.png"/><Relationship Id="rId10" Type="http://schemas.openxmlformats.org/officeDocument/2006/relationships/image" Target="../media/image252.png"/><Relationship Id="rId11" Type="http://schemas.openxmlformats.org/officeDocument/2006/relationships/image" Target="../media/image253.png"/><Relationship Id="rId12" Type="http://schemas.openxmlformats.org/officeDocument/2006/relationships/image" Target="../media/image254.png"/><Relationship Id="rId13" Type="http://schemas.openxmlformats.org/officeDocument/2006/relationships/image" Target="../media/image255.png"/><Relationship Id="rId14" Type="http://schemas.openxmlformats.org/officeDocument/2006/relationships/image" Target="../media/image256.png"/><Relationship Id="rId15" Type="http://schemas.openxmlformats.org/officeDocument/2006/relationships/image" Target="../media/image257.png"/><Relationship Id="rId16" Type="http://schemas.openxmlformats.org/officeDocument/2006/relationships/image" Target="../media/image258.png"/><Relationship Id="rId17" Type="http://schemas.openxmlformats.org/officeDocument/2006/relationships/image" Target="../media/image259.png"/><Relationship Id="rId18" Type="http://schemas.openxmlformats.org/officeDocument/2006/relationships/image" Target="../media/image260.png"/></Relationships>
</file>

<file path=ppt/charts/_rels/chart50.xml.rels><?xml version='1.0' encoding='UTF-8' standalone='yes'?>
<Relationships xmlns="http://schemas.openxmlformats.org/package/2006/relationships"><Relationship Id="rId2" Type="http://schemas.openxmlformats.org/officeDocument/2006/relationships/image" Target="../media/image275.png"/><Relationship Id="rId3" Type="http://schemas.openxmlformats.org/officeDocument/2006/relationships/image" Target="../media/image276.png"/><Relationship Id="rId4" Type="http://schemas.openxmlformats.org/officeDocument/2006/relationships/image" Target="../media/image277.png"/><Relationship Id="rId5" Type="http://schemas.openxmlformats.org/officeDocument/2006/relationships/image" Target="../media/image278.png"/><Relationship Id="rId6" Type="http://schemas.openxmlformats.org/officeDocument/2006/relationships/image" Target="../media/image279.png"/><Relationship Id="rId7" Type="http://schemas.openxmlformats.org/officeDocument/2006/relationships/image" Target="../media/image280.png"/><Relationship Id="rId8" Type="http://schemas.openxmlformats.org/officeDocument/2006/relationships/image" Target="../media/image281.png"/><Relationship Id="rId9" Type="http://schemas.openxmlformats.org/officeDocument/2006/relationships/image" Target="../media/image282.png"/><Relationship Id="rId10" Type="http://schemas.openxmlformats.org/officeDocument/2006/relationships/image" Target="../media/image283.png"/><Relationship Id="rId11" Type="http://schemas.openxmlformats.org/officeDocument/2006/relationships/image" Target="../media/image284.png"/><Relationship Id="rId12" Type="http://schemas.openxmlformats.org/officeDocument/2006/relationships/image" Target="../media/image285.png"/><Relationship Id="rId13" Type="http://schemas.openxmlformats.org/officeDocument/2006/relationships/image" Target="../media/image286.png"/><Relationship Id="rId14" Type="http://schemas.openxmlformats.org/officeDocument/2006/relationships/image" Target="../media/image287.png"/><Relationship Id="rId15" Type="http://schemas.openxmlformats.org/officeDocument/2006/relationships/image" Target="../media/image288.png"/><Relationship Id="rId16" Type="http://schemas.openxmlformats.org/officeDocument/2006/relationships/image" Target="../media/image289.png"/><Relationship Id="rId17" Type="http://schemas.openxmlformats.org/officeDocument/2006/relationships/image" Target="../media/image290.png"/></Relationships>
</file>

<file path=ppt/charts/_rels/chart51.xml.rels><?xml version='1.0' encoding='UTF-8' standalone='yes'?>
<Relationships xmlns="http://schemas.openxmlformats.org/package/2006/relationships"><Relationship Id="rId2" Type="http://schemas.openxmlformats.org/officeDocument/2006/relationships/image" Target="../media/image295.png"/><Relationship Id="rId3" Type="http://schemas.openxmlformats.org/officeDocument/2006/relationships/image" Target="../media/image296.png"/><Relationship Id="rId4" Type="http://schemas.openxmlformats.org/officeDocument/2006/relationships/image" Target="../media/image297.png"/><Relationship Id="rId5" Type="http://schemas.openxmlformats.org/officeDocument/2006/relationships/image" Target="../media/image298.png"/><Relationship Id="rId6" Type="http://schemas.openxmlformats.org/officeDocument/2006/relationships/image" Target="../media/image299.png"/><Relationship Id="rId7" Type="http://schemas.openxmlformats.org/officeDocument/2006/relationships/image" Target="../media/image300.png"/><Relationship Id="rId8" Type="http://schemas.openxmlformats.org/officeDocument/2006/relationships/image" Target="../media/image301.png"/><Relationship Id="rId9" Type="http://schemas.openxmlformats.org/officeDocument/2006/relationships/image" Target="../media/image302.png"/><Relationship Id="rId10" Type="http://schemas.openxmlformats.org/officeDocument/2006/relationships/image" Target="../media/image303.png"/><Relationship Id="rId11" Type="http://schemas.openxmlformats.org/officeDocument/2006/relationships/image" Target="../media/image304.png"/><Relationship Id="rId12" Type="http://schemas.openxmlformats.org/officeDocument/2006/relationships/image" Target="../media/image305.png"/><Relationship Id="rId13" Type="http://schemas.openxmlformats.org/officeDocument/2006/relationships/image" Target="../media/image306.png"/><Relationship Id="rId14" Type="http://schemas.openxmlformats.org/officeDocument/2006/relationships/image" Target="../media/image307.png"/><Relationship Id="rId15" Type="http://schemas.openxmlformats.org/officeDocument/2006/relationships/image" Target="../media/image308.png"/><Relationship Id="rId16" Type="http://schemas.openxmlformats.org/officeDocument/2006/relationships/image" Target="../media/image309.png"/><Relationship Id="rId17" Type="http://schemas.openxmlformats.org/officeDocument/2006/relationships/image" Target="../media/image310.png"/><Relationship Id="rId18" Type="http://schemas.openxmlformats.org/officeDocument/2006/relationships/image" Target="../media/image311.png"/><Relationship Id="rId19" Type="http://schemas.openxmlformats.org/officeDocument/2006/relationships/image" Target="../media/image312.png"/><Relationship Id="rId20" Type="http://schemas.openxmlformats.org/officeDocument/2006/relationships/image" Target="../media/image313.png"/><Relationship Id="rId21" Type="http://schemas.openxmlformats.org/officeDocument/2006/relationships/image" Target="../media/image314.png"/><Relationship Id="rId22" Type="http://schemas.openxmlformats.org/officeDocument/2006/relationships/image" Target="../media/image315.png"/><Relationship Id="rId23" Type="http://schemas.openxmlformats.org/officeDocument/2006/relationships/image" Target="../media/image316.png"/><Relationship Id="rId24" Type="http://schemas.openxmlformats.org/officeDocument/2006/relationships/image" Target="../media/image317.png"/><Relationship Id="rId25" Type="http://schemas.openxmlformats.org/officeDocument/2006/relationships/image" Target="../media/image318.png"/><Relationship Id="rId26" Type="http://schemas.openxmlformats.org/officeDocument/2006/relationships/image" Target="../media/image319.png"/><Relationship Id="rId27" Type="http://schemas.openxmlformats.org/officeDocument/2006/relationships/image" Target="../media/image320.png"/><Relationship Id="rId28" Type="http://schemas.openxmlformats.org/officeDocument/2006/relationships/image" Target="../media/image321.png"/><Relationship Id="rId29" Type="http://schemas.openxmlformats.org/officeDocument/2006/relationships/image" Target="../media/image322.png"/><Relationship Id="rId30" Type="http://schemas.openxmlformats.org/officeDocument/2006/relationships/image" Target="../media/image323.png"/><Relationship Id="rId31" Type="http://schemas.openxmlformats.org/officeDocument/2006/relationships/image" Target="../media/image324.png"/><Relationship Id="rId32" Type="http://schemas.openxmlformats.org/officeDocument/2006/relationships/image" Target="../media/image325.png"/><Relationship Id="rId33" Type="http://schemas.openxmlformats.org/officeDocument/2006/relationships/image" Target="../media/image326.png"/><Relationship Id="rId34" Type="http://schemas.openxmlformats.org/officeDocument/2006/relationships/image" Target="../media/image327.png"/><Relationship Id="rId35" Type="http://schemas.openxmlformats.org/officeDocument/2006/relationships/image" Target="../media/image328.png"/><Relationship Id="rId36" Type="http://schemas.openxmlformats.org/officeDocument/2006/relationships/image" Target="../media/image329.png"/><Relationship Id="rId37" Type="http://schemas.openxmlformats.org/officeDocument/2006/relationships/image" Target="../media/image330.png"/><Relationship Id="rId38" Type="http://schemas.openxmlformats.org/officeDocument/2006/relationships/image" Target="../media/image331.png"/><Relationship Id="rId39" Type="http://schemas.openxmlformats.org/officeDocument/2006/relationships/image" Target="../media/image332.png"/><Relationship Id="rId40" Type="http://schemas.openxmlformats.org/officeDocument/2006/relationships/image" Target="../media/image333.png"/><Relationship Id="rId41" Type="http://schemas.openxmlformats.org/officeDocument/2006/relationships/image" Target="../media/image334.png"/><Relationship Id="rId42" Type="http://schemas.openxmlformats.org/officeDocument/2006/relationships/image" Target="../media/image335.png"/><Relationship Id="rId43" Type="http://schemas.openxmlformats.org/officeDocument/2006/relationships/image" Target="../media/image336.png"/><Relationship Id="rId44" Type="http://schemas.openxmlformats.org/officeDocument/2006/relationships/image" Target="../media/image337.png"/><Relationship Id="rId45" Type="http://schemas.openxmlformats.org/officeDocument/2006/relationships/image" Target="../media/image338.png"/><Relationship Id="rId46" Type="http://schemas.openxmlformats.org/officeDocument/2006/relationships/image" Target="../media/image339.png"/><Relationship Id="rId47" Type="http://schemas.openxmlformats.org/officeDocument/2006/relationships/image" Target="../media/image340.png"/></Relationships>
</file>

<file path=ppt/charts/_rels/chart55.xml.rels><?xml version='1.0' encoding='UTF-8' standalone='yes'?>
<Relationships xmlns="http://schemas.openxmlformats.org/package/2006/relationships"><Relationship Id="rId2" Type="http://schemas.openxmlformats.org/officeDocument/2006/relationships/image" Target="../media/image341.png"/><Relationship Id="rId3" Type="http://schemas.openxmlformats.org/officeDocument/2006/relationships/image" Target="../media/image342.png"/><Relationship Id="rId4" Type="http://schemas.openxmlformats.org/officeDocument/2006/relationships/image" Target="../media/image343.png"/><Relationship Id="rId5" Type="http://schemas.openxmlformats.org/officeDocument/2006/relationships/image" Target="../media/image344.png"/><Relationship Id="rId6" Type="http://schemas.openxmlformats.org/officeDocument/2006/relationships/image" Target="../media/image345.png"/><Relationship Id="rId7" Type="http://schemas.openxmlformats.org/officeDocument/2006/relationships/image" Target="../media/image346.png"/></Relationships>
</file>

<file path=ppt/charts/_rels/chart61.xml.rels><?xml version='1.0' encoding='UTF-8' standalone='yes'?>
<Relationships xmlns="http://schemas.openxmlformats.org/package/2006/relationships"><Relationship Id="rId2" Type="http://schemas.openxmlformats.org/officeDocument/2006/relationships/image" Target="../media/image353.png"/><Relationship Id="rId3" Type="http://schemas.openxmlformats.org/officeDocument/2006/relationships/image" Target="../media/image354.png"/><Relationship Id="rId4" Type="http://schemas.openxmlformats.org/officeDocument/2006/relationships/image" Target="../media/image355.png"/><Relationship Id="rId5" Type="http://schemas.openxmlformats.org/officeDocument/2006/relationships/image" Target="../media/image356.png"/><Relationship Id="rId6" Type="http://schemas.openxmlformats.org/officeDocument/2006/relationships/image" Target="../media/image357.png"/><Relationship Id="rId7" Type="http://schemas.openxmlformats.org/officeDocument/2006/relationships/image" Target="../media/image358.png"/><Relationship Id="rId8" Type="http://schemas.openxmlformats.org/officeDocument/2006/relationships/image" Target="../media/image359.png"/><Relationship Id="rId9" Type="http://schemas.openxmlformats.org/officeDocument/2006/relationships/image" Target="../media/image360.png"/><Relationship Id="rId10" Type="http://schemas.openxmlformats.org/officeDocument/2006/relationships/image" Target="../media/image361.png"/></Relationships>
</file>

<file path=ppt/charts/_rels/chart68.xml.rels><?xml version='1.0' encoding='UTF-8' standalone='yes'?>
<Relationships xmlns="http://schemas.openxmlformats.org/package/2006/relationships"><Relationship Id="rId2" Type="http://schemas.openxmlformats.org/officeDocument/2006/relationships/image" Target="../media/image370.png"/><Relationship Id="rId3" Type="http://schemas.openxmlformats.org/officeDocument/2006/relationships/image" Target="../media/image371.png"/><Relationship Id="rId4" Type="http://schemas.openxmlformats.org/officeDocument/2006/relationships/image" Target="../media/image372.png"/><Relationship Id="rId5" Type="http://schemas.openxmlformats.org/officeDocument/2006/relationships/image" Target="../media/image373.png"/><Relationship Id="rId6" Type="http://schemas.openxmlformats.org/officeDocument/2006/relationships/image" Target="../media/image374.png"/><Relationship Id="rId7" Type="http://schemas.openxmlformats.org/officeDocument/2006/relationships/image" Target="../media/image375.png"/><Relationship Id="rId8" Type="http://schemas.openxmlformats.org/officeDocument/2006/relationships/image" Target="../media/image376.png"/><Relationship Id="rId9" Type="http://schemas.openxmlformats.org/officeDocument/2006/relationships/image" Target="../media/image377.png"/><Relationship Id="rId10" Type="http://schemas.openxmlformats.org/officeDocument/2006/relationships/image" Target="../media/image378.png"/><Relationship Id="rId11" Type="http://schemas.openxmlformats.org/officeDocument/2006/relationships/image" Target="../media/image379.png"/><Relationship Id="rId12" Type="http://schemas.openxmlformats.org/officeDocument/2006/relationships/image" Target="../media/image380.png"/><Relationship Id="rId13" Type="http://schemas.openxmlformats.org/officeDocument/2006/relationships/image" Target="../media/image381.png"/></Relationships>
</file>

<file path=ppt/charts/_rels/chart76.xml.rels><?xml version='1.0' encoding='UTF-8' standalone='yes'?>
<Relationships xmlns="http://schemas.openxmlformats.org/package/2006/relationships"><Relationship Id="rId2" Type="http://schemas.openxmlformats.org/officeDocument/2006/relationships/image" Target="../media/image393.png"/><Relationship Id="rId3" Type="http://schemas.openxmlformats.org/officeDocument/2006/relationships/image" Target="../media/image394.png"/><Relationship Id="rId4" Type="http://schemas.openxmlformats.org/officeDocument/2006/relationships/image" Target="../media/image395.png"/><Relationship Id="rId5" Type="http://schemas.openxmlformats.org/officeDocument/2006/relationships/image" Target="../media/image396.png"/><Relationship Id="rId6" Type="http://schemas.openxmlformats.org/officeDocument/2006/relationships/image" Target="../media/image397.png"/><Relationship Id="rId7" Type="http://schemas.openxmlformats.org/officeDocument/2006/relationships/image" Target="../media/image398.png"/><Relationship Id="rId8" Type="http://schemas.openxmlformats.org/officeDocument/2006/relationships/image" Target="../media/image399.png"/><Relationship Id="rId9" Type="http://schemas.openxmlformats.org/officeDocument/2006/relationships/image" Target="../media/image400.png"/><Relationship Id="rId10" Type="http://schemas.openxmlformats.org/officeDocument/2006/relationships/image" Target="../media/image401.png"/><Relationship Id="rId11" Type="http://schemas.openxmlformats.org/officeDocument/2006/relationships/image" Target="../media/image402.png"/><Relationship Id="rId12" Type="http://schemas.openxmlformats.org/officeDocument/2006/relationships/image" Target="../media/image403.png"/><Relationship Id="rId13" Type="http://schemas.openxmlformats.org/officeDocument/2006/relationships/image" Target="../media/image404.png"/></Relationships>
</file>

<file path=ppt/charts/_rels/chart115.xml.rels><?xml version='1.0' encoding='UTF-8' standalone='yes'?>
<Relationships xmlns="http://schemas.openxmlformats.org/package/2006/relationships"><Relationship Id="rId2" Type="http://schemas.openxmlformats.org/officeDocument/2006/relationships/image" Target="../media/image405.png"/><Relationship Id="rId3" Type="http://schemas.openxmlformats.org/officeDocument/2006/relationships/image" Target="../media/image406.png"/><Relationship Id="rId4" Type="http://schemas.openxmlformats.org/officeDocument/2006/relationships/image" Target="../media/image407.png"/><Relationship Id="rId5" Type="http://schemas.openxmlformats.org/officeDocument/2006/relationships/image" Target="../media/image408.png"/><Relationship Id="rId6" Type="http://schemas.openxmlformats.org/officeDocument/2006/relationships/image" Target="../media/image409.png"/><Relationship Id="rId7" Type="http://schemas.openxmlformats.org/officeDocument/2006/relationships/image" Target="../media/image410.png"/><Relationship Id="rId8" Type="http://schemas.openxmlformats.org/officeDocument/2006/relationships/image" Target="../media/image411.png"/><Relationship Id="rId9" Type="http://schemas.openxmlformats.org/officeDocument/2006/relationships/image" Target="../media/image412.png"/><Relationship Id="rId10" Type="http://schemas.openxmlformats.org/officeDocument/2006/relationships/image" Target="../media/image413.png"/><Relationship Id="rId11" Type="http://schemas.openxmlformats.org/officeDocument/2006/relationships/image" Target="../media/image414.png"/></Relationships>
</file>

<file path=ppt/charts/_rels/chart116.xml.rels><?xml version='1.0' encoding='UTF-8' standalone='yes'?>
<Relationships xmlns="http://schemas.openxmlformats.org/package/2006/relationships"><Relationship Id="rId2" Type="http://schemas.openxmlformats.org/officeDocument/2006/relationships/image" Target="../media/image415.png"/><Relationship Id="rId3" Type="http://schemas.openxmlformats.org/officeDocument/2006/relationships/image" Target="../media/image416.png"/><Relationship Id="rId4" Type="http://schemas.openxmlformats.org/officeDocument/2006/relationships/image" Target="../media/image417.png"/><Relationship Id="rId5" Type="http://schemas.openxmlformats.org/officeDocument/2006/relationships/image" Target="../media/image418.png"/><Relationship Id="rId6" Type="http://schemas.openxmlformats.org/officeDocument/2006/relationships/image" Target="../media/image419.png"/><Relationship Id="rId7" Type="http://schemas.openxmlformats.org/officeDocument/2006/relationships/image" Target="../media/image420.png"/><Relationship Id="rId8" Type="http://schemas.openxmlformats.org/officeDocument/2006/relationships/image" Target="../media/image421.png"/><Relationship Id="rId9" Type="http://schemas.openxmlformats.org/officeDocument/2006/relationships/image" Target="../media/image422.png"/><Relationship Id="rId10" Type="http://schemas.openxmlformats.org/officeDocument/2006/relationships/image" Target="../media/image423.png"/><Relationship Id="rId11" Type="http://schemas.openxmlformats.org/officeDocument/2006/relationships/image" Target="../media/image424.png"/><Relationship Id="rId12" Type="http://schemas.openxmlformats.org/officeDocument/2006/relationships/image" Target="../media/image425.png"/></Relationships>
</file>

<file path=ppt/charts/_rels/chart117.xml.rels><?xml version='1.0' encoding='UTF-8' standalone='yes'?>
<Relationships xmlns="http://schemas.openxmlformats.org/package/2006/relationships"><Relationship Id="rId2" Type="http://schemas.openxmlformats.org/officeDocument/2006/relationships/image" Target="../media/image426.png"/><Relationship Id="rId3" Type="http://schemas.openxmlformats.org/officeDocument/2006/relationships/image" Target="../media/image427.png"/><Relationship Id="rId4" Type="http://schemas.openxmlformats.org/officeDocument/2006/relationships/image" Target="../media/image428.png"/><Relationship Id="rId5" Type="http://schemas.openxmlformats.org/officeDocument/2006/relationships/image" Target="../media/image429.png"/><Relationship Id="rId6" Type="http://schemas.openxmlformats.org/officeDocument/2006/relationships/image" Target="../media/image430.png"/><Relationship Id="rId7" Type="http://schemas.openxmlformats.org/officeDocument/2006/relationships/image" Target="../media/image431.png"/><Relationship Id="rId8" Type="http://schemas.openxmlformats.org/officeDocument/2006/relationships/image" Target="../media/image432.png"/><Relationship Id="rId9" Type="http://schemas.openxmlformats.org/officeDocument/2006/relationships/image" Target="../media/image433.png"/><Relationship Id="rId10" Type="http://schemas.openxmlformats.org/officeDocument/2006/relationships/image" Target="../media/image434.png"/><Relationship Id="rId11" Type="http://schemas.openxmlformats.org/officeDocument/2006/relationships/image" Target="../media/image435.png"/></Relationships>
</file>

<file path=ppt/charts/_rels/chart118.xml.rels><?xml version='1.0' encoding='UTF-8' standalone='yes'?>
<Relationships xmlns="http://schemas.openxmlformats.org/package/2006/relationships"><Relationship Id="rId2" Type="http://schemas.openxmlformats.org/officeDocument/2006/relationships/image" Target="../media/image436.png"/><Relationship Id="rId3" Type="http://schemas.openxmlformats.org/officeDocument/2006/relationships/image" Target="../media/image437.png"/><Relationship Id="rId4" Type="http://schemas.openxmlformats.org/officeDocument/2006/relationships/image" Target="../media/image438.png"/><Relationship Id="rId5" Type="http://schemas.openxmlformats.org/officeDocument/2006/relationships/image" Target="../media/image439.png"/><Relationship Id="rId6" Type="http://schemas.openxmlformats.org/officeDocument/2006/relationships/image" Target="../media/image440.png"/><Relationship Id="rId7" Type="http://schemas.openxmlformats.org/officeDocument/2006/relationships/image" Target="../media/image441.png"/><Relationship Id="rId8" Type="http://schemas.openxmlformats.org/officeDocument/2006/relationships/image" Target="../media/image442.png"/><Relationship Id="rId9" Type="http://schemas.openxmlformats.org/officeDocument/2006/relationships/image" Target="../media/image443.png"/><Relationship Id="rId10" Type="http://schemas.openxmlformats.org/officeDocument/2006/relationships/image" Target="../media/image444.png"/><Relationship Id="rId11" Type="http://schemas.openxmlformats.org/officeDocument/2006/relationships/image" Target="../media/image445.png"/><Relationship Id="rId12" Type="http://schemas.openxmlformats.org/officeDocument/2006/relationships/image" Target="../media/image446.png"/></Relationships>
</file>

<file path=ppt/charts/_rels/chart119.xml.rels><?xml version='1.0' encoding='UTF-8' standalone='yes'?>
<Relationships xmlns="http://schemas.openxmlformats.org/package/2006/relationships"><Relationship Id="rId2" Type="http://schemas.openxmlformats.org/officeDocument/2006/relationships/image" Target="../media/image447.png"/><Relationship Id="rId3" Type="http://schemas.openxmlformats.org/officeDocument/2006/relationships/image" Target="../media/image448.png"/><Relationship Id="rId4" Type="http://schemas.openxmlformats.org/officeDocument/2006/relationships/image" Target="../media/image449.png"/><Relationship Id="rId5" Type="http://schemas.openxmlformats.org/officeDocument/2006/relationships/image" Target="../media/image450.png"/><Relationship Id="rId6" Type="http://schemas.openxmlformats.org/officeDocument/2006/relationships/image" Target="../media/image451.png"/><Relationship Id="rId7" Type="http://schemas.openxmlformats.org/officeDocument/2006/relationships/image" Target="../media/image452.png"/><Relationship Id="rId8" Type="http://schemas.openxmlformats.org/officeDocument/2006/relationships/image" Target="../media/image453.png"/><Relationship Id="rId9" Type="http://schemas.openxmlformats.org/officeDocument/2006/relationships/image" Target="../media/image454.png"/><Relationship Id="rId10" Type="http://schemas.openxmlformats.org/officeDocument/2006/relationships/image" Target="../media/image455.png"/><Relationship Id="rId11" Type="http://schemas.openxmlformats.org/officeDocument/2006/relationships/image" Target="../media/image456.png"/></Relationships>
</file>

<file path=ppt/charts/_rels/chart120.xml.rels><?xml version='1.0' encoding='UTF-8' standalone='yes'?>
<Relationships xmlns="http://schemas.openxmlformats.org/package/2006/relationships"><Relationship Id="rId2" Type="http://schemas.openxmlformats.org/officeDocument/2006/relationships/image" Target="../media/image457.png"/><Relationship Id="rId3" Type="http://schemas.openxmlformats.org/officeDocument/2006/relationships/image" Target="../media/image458.png"/><Relationship Id="rId4" Type="http://schemas.openxmlformats.org/officeDocument/2006/relationships/image" Target="../media/image459.png"/><Relationship Id="rId5" Type="http://schemas.openxmlformats.org/officeDocument/2006/relationships/image" Target="../media/image460.png"/></Relationships>
</file>

<file path=ppt/charts/_rels/chart121.xml.rels><?xml version='1.0' encoding='UTF-8' standalone='yes'?>
<Relationships xmlns="http://schemas.openxmlformats.org/package/2006/relationships"><Relationship Id="rId2" Type="http://schemas.openxmlformats.org/officeDocument/2006/relationships/image" Target="../media/image461.png"/></Relationships>
</file>

<file path=ppt/charts/_rels/chart122.xml.rels><?xml version='1.0' encoding='UTF-8' standalone='yes'?>
<Relationships xmlns="http://schemas.openxmlformats.org/package/2006/relationships"><Relationship Id="rId2" Type="http://schemas.openxmlformats.org/officeDocument/2006/relationships/image" Target="../media/image462.png"/><Relationship Id="rId3" Type="http://schemas.openxmlformats.org/officeDocument/2006/relationships/image" Target="../media/image463.png"/><Relationship Id="rId4" Type="http://schemas.openxmlformats.org/officeDocument/2006/relationships/image" Target="../media/image464.png"/><Relationship Id="rId5" Type="http://schemas.openxmlformats.org/officeDocument/2006/relationships/image" Target="../media/image465.png"/></Relationships>
</file>

<file path=ppt/charts/_rels/chart123.xml.rels><?xml version='1.0' encoding='UTF-8' standalone='yes'?>
<Relationships xmlns="http://schemas.openxmlformats.org/package/2006/relationships"><Relationship Id="rId2" Type="http://schemas.openxmlformats.org/officeDocument/2006/relationships/image" Target="../media/image466.png"/></Relationships>
</file>

<file path=ppt/charts/_rels/chart124.xml.rels><?xml version='1.0' encoding='UTF-8' standalone='yes'?>
<Relationships xmlns="http://schemas.openxmlformats.org/package/2006/relationships"><Relationship Id="rId2" Type="http://schemas.openxmlformats.org/officeDocument/2006/relationships/image" Target="../media/image467.png"/><Relationship Id="rId3" Type="http://schemas.openxmlformats.org/officeDocument/2006/relationships/image" Target="../media/image468.png"/><Relationship Id="rId4" Type="http://schemas.openxmlformats.org/officeDocument/2006/relationships/image" Target="../media/image469.png"/><Relationship Id="rId5" Type="http://schemas.openxmlformats.org/officeDocument/2006/relationships/image" Target="../media/image470.png"/></Relationships>
</file>

<file path=ppt/charts/_rels/chart125.xml.rels><?xml version='1.0' encoding='UTF-8' standalone='yes'?>
<Relationships xmlns="http://schemas.openxmlformats.org/package/2006/relationships"><Relationship Id="rId2" Type="http://schemas.openxmlformats.org/officeDocument/2006/relationships/image" Target="../media/image471.png"/></Relationships>
</file>

<file path=ppt/charts/_rels/chart126.xml.rels><?xml version='1.0' encoding='UTF-8' standalone='yes'?>
<Relationships xmlns="http://schemas.openxmlformats.org/package/2006/relationships"><Relationship Id="rId2" Type="http://schemas.openxmlformats.org/officeDocument/2006/relationships/image" Target="../media/image472.png"/><Relationship Id="rId3" Type="http://schemas.openxmlformats.org/officeDocument/2006/relationships/image" Target="../media/image473.png"/><Relationship Id="rId4" Type="http://schemas.openxmlformats.org/officeDocument/2006/relationships/image" Target="../media/image474.png"/><Relationship Id="rId5" Type="http://schemas.openxmlformats.org/officeDocument/2006/relationships/image" Target="../media/image475.png"/></Relationships>
</file>

<file path=ppt/charts/_rels/chart127.xml.rels><?xml version='1.0' encoding='UTF-8' standalone='yes'?>
<Relationships xmlns="http://schemas.openxmlformats.org/package/2006/relationships"><Relationship Id="rId2" Type="http://schemas.openxmlformats.org/officeDocument/2006/relationships/image" Target="../media/image476.png"/></Relationships>
</file>

<file path=ppt/charts/_rels/chart128.xml.rels><?xml version='1.0' encoding='UTF-8' standalone='yes'?>
<Relationships xmlns="http://schemas.openxmlformats.org/package/2006/relationships"><Relationship Id="rId2" Type="http://schemas.openxmlformats.org/officeDocument/2006/relationships/image" Target="../media/image477.png"/><Relationship Id="rId3" Type="http://schemas.openxmlformats.org/officeDocument/2006/relationships/image" Target="../media/image478.png"/><Relationship Id="rId4" Type="http://schemas.openxmlformats.org/officeDocument/2006/relationships/image" Target="../media/image479.png"/><Relationship Id="rId5" Type="http://schemas.openxmlformats.org/officeDocument/2006/relationships/image" Target="../media/image480.png"/></Relationships>
</file>

<file path=ppt/charts/_rels/chart129.xml.rels><?xml version='1.0' encoding='UTF-8' standalone='yes'?>
<Relationships xmlns="http://schemas.openxmlformats.org/package/2006/relationships"><Relationship Id="rId2" Type="http://schemas.openxmlformats.org/officeDocument/2006/relationships/image" Target="../media/image481.png"/></Relationships>
</file>

<file path=ppt/charts/_rels/chart130.xml.rels><?xml version='1.0' encoding='UTF-8' standalone='yes'?>
<Relationships xmlns="http://schemas.openxmlformats.org/package/2006/relationships"><Relationship Id="rId2" Type="http://schemas.openxmlformats.org/officeDocument/2006/relationships/image" Target="../media/image482.png"/><Relationship Id="rId3" Type="http://schemas.openxmlformats.org/officeDocument/2006/relationships/image" Target="../media/image483.png"/><Relationship Id="rId4" Type="http://schemas.openxmlformats.org/officeDocument/2006/relationships/image" Target="../media/image484.png"/><Relationship Id="rId5" Type="http://schemas.openxmlformats.org/officeDocument/2006/relationships/image" Target="../media/image485.png"/></Relationships>
</file>

<file path=ppt/charts/_rels/chart131.xml.rels><?xml version='1.0' encoding='UTF-8' standalone='yes'?>
<Relationships xmlns="http://schemas.openxmlformats.org/package/2006/relationships"><Relationship Id="rId2" Type="http://schemas.openxmlformats.org/officeDocument/2006/relationships/image" Target="../media/image486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4.840737068766021</c:v>
                </c:pt>
                <c:pt idx="1">
                  <c:v>5.528600737066491</c:v>
                </c:pt>
                <c:pt idx="2">
                  <c:v>5.298812849078982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297752972927769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133180.0</c:v>
                </c:pt>
                <c:pt idx="2">
                  <c:v>0.0</c:v>
                </c:pt>
                <c:pt idx="3">
                  <c:v>168690.0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35510.0</c:v>
                </c:pt>
                <c:pt idx="2">
                  <c:v>168690.0</c:v>
                </c:pt>
                <c:pt idx="3">
                  <c:v>120239.0</c:v>
                </c:pt>
                <c:pt idx="4">
                  <c:v>288929.0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5.428624625271983</c:v>
                </c:pt>
                <c:pt idx="1">
                  <c:v>6.0946929912261805</c:v>
                </c:pt>
                <c:pt idx="2">
                  <c:v>5.872203951449029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8.044994748418558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2420.011</c:v>
                </c:pt>
                <c:pt idx="2">
                  <c:v>0.0</c:v>
                </c:pt>
                <c:pt idx="3">
                  <c:v>3152.1730000000002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732.1620000000003</c:v>
                </c:pt>
                <c:pt idx="2">
                  <c:v>3152.1730000000002</c:v>
                </c:pt>
                <c:pt idx="3">
                  <c:v>2543.5209999999993</c:v>
                </c:pt>
                <c:pt idx="4">
                  <c:v>5695.6939999999995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2550.623</c:v>
                </c:pt>
                <c:pt idx="2">
                  <c:v>2683.0960000000005</c:v>
                </c:pt>
                <c:pt idx="3">
                  <c:v>2822.6629999999996</c:v>
                </c:pt>
                <c:pt idx="4">
                  <c:v>2972.517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139589.0</c:v>
                </c:pt>
                <c:pt idx="2">
                  <c:v>145993.0</c:v>
                </c:pt>
                <c:pt idx="3">
                  <c:v>152744.0</c:v>
                </c:pt>
                <c:pt idx="4">
                  <c:v>159981.0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3508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219354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3152.1730000000002</c:v>
                </c:pt>
                <c:pt idx="1">
                  <c:v>3339.8329999999996</c:v>
                </c:pt>
                <c:pt idx="2">
                  <c:v>3545.79</c:v>
                </c:pt>
                <c:pt idx="3">
                  <c:v>3766.141</c:v>
                </c:pt>
                <c:pt idx="4">
                  <c:v>3990.022</c:v>
                </c:pt>
                <c:pt idx="5">
                  <c:v>4230.696</c:v>
                </c:pt>
                <c:pt idx="6">
                  <c:v>4487.471</c:v>
                </c:pt>
                <c:pt idx="7">
                  <c:v>4763.877</c:v>
                </c:pt>
                <c:pt idx="8">
                  <c:v>5056.371</c:v>
                </c:pt>
                <c:pt idx="9">
                  <c:v>5366.447999999999</c:v>
                </c:pt>
                <c:pt idx="10">
                  <c:v>5695.6939999999995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168690.0</c:v>
                </c:pt>
                <c:pt idx="1">
                  <c:v>177780.0</c:v>
                </c:pt>
                <c:pt idx="2">
                  <c:v>187729.0</c:v>
                </c:pt>
                <c:pt idx="3">
                  <c:v>198315.0</c:v>
                </c:pt>
                <c:pt idx="4">
                  <c:v>208975.0</c:v>
                </c:pt>
                <c:pt idx="5">
                  <c:v>220368.0</c:v>
                </c:pt>
                <c:pt idx="6">
                  <c:v>232493.0</c:v>
                </c:pt>
                <c:pt idx="7">
                  <c:v>245532.0</c:v>
                </c:pt>
                <c:pt idx="8">
                  <c:v>259212.0</c:v>
                </c:pt>
                <c:pt idx="9">
                  <c:v>273648.0</c:v>
                </c:pt>
                <c:pt idx="10">
                  <c:v>288929.0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72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408719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Portugal</c:v>
                </c:pt>
                <c:pt idx="1">
                  <c:v>Greece</c:v>
                </c:pt>
                <c:pt idx="2">
                  <c:v>France</c:v>
                </c:pt>
                <c:pt idx="3">
                  <c:v>Croatia</c:v>
                </c:pt>
                <c:pt idx="4">
                  <c:v>Spain</c:v>
                </c:pt>
                <c:pt idx="5">
                  <c:v>Malta</c:v>
                </c:pt>
                <c:pt idx="6">
                  <c:v>Netherlands</c:v>
                </c:pt>
                <c:pt idx="7">
                  <c:v>Romania</c:v>
                </c:pt>
                <c:pt idx="8">
                  <c:v>Sweden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103.33649887322616</c:v>
                </c:pt>
                <c:pt idx="1">
                  <c:v>103.57610711632728</c:v>
                </c:pt>
                <c:pt idx="2">
                  <c:v>105.571273571104</c:v>
                </c:pt>
                <c:pt idx="3">
                  <c:v>110.59798049103942</c:v>
                </c:pt>
                <c:pt idx="4">
                  <c:v>110.64604904161592</c:v>
                </c:pt>
                <c:pt idx="5">
                  <c:v>110.9514989827649</c:v>
                </c:pt>
                <c:pt idx="6">
                  <c:v>112.65206959450845</c:v>
                </c:pt>
                <c:pt idx="7">
                  <c:v>113.90858965859098</c:v>
                </c:pt>
                <c:pt idx="8">
                  <c:v>116.1762240291401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Austria</c:v>
                </c:pt>
                <c:pt idx="1">
                  <c:v>Poland</c:v>
                </c:pt>
                <c:pt idx="2">
                  <c:v>Sweden</c:v>
                </c:pt>
                <c:pt idx="3">
                  <c:v>Netherlands</c:v>
                </c:pt>
                <c:pt idx="4">
                  <c:v>Spain</c:v>
                </c:pt>
                <c:pt idx="5">
                  <c:v>Italy</c:v>
                </c:pt>
                <c:pt idx="6">
                  <c:v>France</c:v>
                </c:pt>
                <c:pt idx="7">
                  <c:v>United Kingdom</c:v>
                </c:pt>
                <c:pt idx="8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2.4609979630598695</c:v>
                </c:pt>
                <c:pt idx="1">
                  <c:v>3.524838206564839</c:v>
                </c:pt>
                <c:pt idx="2">
                  <c:v>3.5424122702348457</c:v>
                </c:pt>
                <c:pt idx="3">
                  <c:v>5.238368387758542</c:v>
                </c:pt>
                <c:pt idx="4">
                  <c:v>7.912024315899102</c:v>
                </c:pt>
                <c:pt idx="5">
                  <c:v>9.765950428559465</c:v>
                </c:pt>
                <c:pt idx="6">
                  <c:v>14.096600735751746</c:v>
                </c:pt>
                <c:pt idx="7">
                  <c:v>15.260813651627023</c:v>
                </c:pt>
                <c:pt idx="8">
                  <c:v>15.995503870422151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2054.639</c:v>
                </c:pt>
                <c:pt idx="1">
                  <c:v>1117.913</c:v>
                </c:pt>
                <c:pt idx="2">
                  <c:v>826.198</c:v>
                </c:pt>
                <c:pt idx="3">
                  <c:v>525.387</c:v>
                </c:pt>
                <c:pt idx="4">
                  <c:v>697.556</c:v>
                </c:pt>
                <c:pt idx="5">
                  <c:v>474.001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0.08299218689321447</c:v>
                </c:pt>
                <c:pt idx="1">
                  <c:v>0.08230189713687358</c:v>
                </c:pt>
                <c:pt idx="2">
                  <c:v>0.0807679199005605</c:v>
                </c:pt>
                <c:pt idx="3">
                  <c:v>0.07919559323333956</c:v>
                </c:pt>
                <c:pt idx="4">
                  <c:v>0.07769996542793431</c:v>
                </c:pt>
                <c:pt idx="5">
                  <c:v>0.07596273620780973</c:v>
                </c:pt>
                <c:pt idx="6">
                  <c:v>0.07463968084148968</c:v>
                </c:pt>
                <c:pt idx="7">
                  <c:v>0.07274138401155224</c:v>
                </c:pt>
                <c:pt idx="8">
                  <c:v>0.07134546472650732</c:v>
                </c:pt>
                <c:pt idx="9">
                  <c:v>0.07033303975054069</c:v>
                </c:pt>
                <c:pt idx="10">
                  <c:v>0.06951236192911317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0.06473906399956986</c:v>
                </c:pt>
                <c:pt idx="1">
                  <c:v>0.06280906399956986</c:v>
                </c:pt>
                <c:pt idx="2">
                  <c:v>0.06078906399956986</c:v>
                </c:pt>
                <c:pt idx="3">
                  <c:v>0.058479063999569855</c:v>
                </c:pt>
                <c:pt idx="4">
                  <c:v>0.057599063999569856</c:v>
                </c:pt>
                <c:pt idx="5">
                  <c:v>0.05826906399956985</c:v>
                </c:pt>
                <c:pt idx="6">
                  <c:v>0.06064906399956986</c:v>
                </c:pt>
                <c:pt idx="7">
                  <c:v>0.062239063999569855</c:v>
                </c:pt>
                <c:pt idx="8">
                  <c:v>0.06209906399956985</c:v>
                </c:pt>
                <c:pt idx="9">
                  <c:v>0.06139906399956986</c:v>
                </c:pt>
                <c:pt idx="10">
                  <c:v>0.06085906399956986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0.04857989219444839</c:v>
                </c:pt>
                <c:pt idx="1">
                  <c:v>0.047009892194448386</c:v>
                </c:pt>
                <c:pt idx="2">
                  <c:v>0.045659892194448395</c:v>
                </c:pt>
                <c:pt idx="3">
                  <c:v>0.04463989219444839</c:v>
                </c:pt>
                <c:pt idx="4">
                  <c:v>0.04457989219444839</c:v>
                </c:pt>
                <c:pt idx="5">
                  <c:v>0.04474989219444839</c:v>
                </c:pt>
                <c:pt idx="6">
                  <c:v>0.04531989219444839</c:v>
                </c:pt>
                <c:pt idx="7">
                  <c:v>0.04599989219444839</c:v>
                </c:pt>
                <c:pt idx="8">
                  <c:v>0.04588989219444839</c:v>
                </c:pt>
                <c:pt idx="9">
                  <c:v>0.04525989219444839</c:v>
                </c:pt>
                <c:pt idx="10">
                  <c:v>0.04474989219444839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18.19270394916239</c:v>
                </c:pt>
                <c:pt idx="1">
                  <c:v>17.772470840688058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16.760524974213663</c:v>
                </c:pt>
                <c:pt idx="1">
                  <c:v>16.301526321254283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11.661944111823775</c:v>
                </c:pt>
                <c:pt idx="1">
                  <c:v>12.016059253106288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9.956489264585581</c:v>
                </c:pt>
                <c:pt idx="1">
                  <c:v>9.817948984183019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7.097466418485541</c:v>
                </c:pt>
                <c:pt idx="1">
                  <c:v>7.513584605267712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4.838346354938528</c:v>
                </c:pt>
                <c:pt idx="1">
                  <c:v>5.249714463710934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4.124035235396635</c:v>
                </c:pt>
                <c:pt idx="1">
                  <c:v>3.823071332156578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2.8809560506004956</c:v>
                </c:pt>
                <c:pt idx="1">
                  <c:v>3.23953898868238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2.5709272410399895</c:v>
                </c:pt>
                <c:pt idx="1">
                  <c:v>2.8508635309590558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2.8453886919511064</c:v>
                </c:pt>
                <c:pt idx="1">
                  <c:v>2.727304191326619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2.4974213664979192</c:v>
                </c:pt>
                <c:pt idx="1">
                  <c:v>2.314747516699547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2.556107508269411</c:v>
                </c:pt>
                <c:pt idx="1">
                  <c:v>2.260062991035891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1.6295778154528318</c:v>
                </c:pt>
                <c:pt idx="1">
                  <c:v>1.6076558335929119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1.5797835133436873</c:v>
                </c:pt>
                <c:pt idx="1">
                  <c:v>1.5962343820302496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1.5240613181263116</c:v>
                </c:pt>
                <c:pt idx="1">
                  <c:v>1.572699269719309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1.4790093305037524</c:v>
                </c:pt>
                <c:pt idx="1">
                  <c:v>1.5377427058457067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1.288131172418699</c:v>
                </c:pt>
                <c:pt idx="1">
                  <c:v>1.4242203994047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1.2584917068775414</c:v>
                </c:pt>
                <c:pt idx="1">
                  <c:v>1.2542830443359985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1.2223315589173296</c:v>
                </c:pt>
                <c:pt idx="1">
                  <c:v>1.113418475063164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1.1749084140514778</c:v>
                </c:pt>
                <c:pt idx="1">
                  <c:v>1.1044197556501574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0.9253441141949328</c:v>
                </c:pt>
                <c:pt idx="1">
                  <c:v>0.9507493164434291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0.6734086570950952</c:v>
                </c:pt>
                <c:pt idx="1">
                  <c:v>0.6247187900183435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0.4937934959156816</c:v>
                </c:pt>
                <c:pt idx="1">
                  <c:v>0.5257328764752709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0.4013183634272706</c:v>
                </c:pt>
                <c:pt idx="1">
                  <c:v>0.4187865572976153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0.3675293727103513</c:v>
                </c:pt>
                <c:pt idx="1">
                  <c:v>0.382445575052781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16.62279215728076</c:v>
                </c:pt>
                <c:pt idx="1">
                  <c:v>16.342646979041884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16.31954093875588</c:v>
                </c:pt>
                <c:pt idx="1">
                  <c:v>15.846693282099297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13.141129354616435</c:v>
                </c:pt>
                <c:pt idx="1">
                  <c:v>13.567866105142956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10.196905498811612</c:v>
                </c:pt>
                <c:pt idx="1">
                  <c:v>10.004471800007478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6.935598691949552</c:v>
                </c:pt>
                <c:pt idx="1">
                  <c:v>7.371657847429628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4.484304790474631</c:v>
                </c:pt>
                <c:pt idx="1">
                  <c:v>4.820993687686467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4.445188904666369</c:v>
                </c:pt>
                <c:pt idx="1">
                  <c:v>4.034188640434096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3.235800584485872</c:v>
                </c:pt>
                <c:pt idx="1">
                  <c:v>3.617452696274184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2.910723145818185</c:v>
                </c:pt>
                <c:pt idx="1">
                  <c:v>3.1928336025133377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2.6147367592885162</c:v>
                </c:pt>
                <c:pt idx="1">
                  <c:v>2.5460817498415027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2.5433256814666203</c:v>
                </c:pt>
                <c:pt idx="1">
                  <c:v>2.3767608261189634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2.6038553733742957</c:v>
                </c:pt>
                <c:pt idx="1">
                  <c:v>2.2777913065188025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1.6540023831186876</c:v>
                </c:pt>
                <c:pt idx="1">
                  <c:v>1.6608163396447102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1.5930602771676166</c:v>
                </c:pt>
                <c:pt idx="1">
                  <c:v>1.6238234750363123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1.5254878223650232</c:v>
                </c:pt>
                <c:pt idx="1">
                  <c:v>1.5360729589884845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1.4871967646435538</c:v>
                </c:pt>
                <c:pt idx="1">
                  <c:v>1.4841389801030356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1.2267414341603187</c:v>
                </c:pt>
                <c:pt idx="1">
                  <c:v>1.3284950575812284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1.235814543115033</c:v>
                </c:pt>
                <c:pt idx="1">
                  <c:v>1.1370872692752225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1.179218646698213</c:v>
                </c:pt>
                <c:pt idx="1">
                  <c:v>1.12462170977263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1.081635139199257</c:v>
                </c:pt>
                <c:pt idx="1">
                  <c:v>1.09098225624169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1.0275771753571823</c:v>
                </c:pt>
                <c:pt idx="1">
                  <c:v>1.048897825075895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0.6036789870603507</c:v>
                </c:pt>
                <c:pt idx="1">
                  <c:v>0.5690791269824408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0.5066665143907122</c:v>
                </c:pt>
                <c:pt idx="1">
                  <c:v>0.5383365992513992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0.42120163493616464</c:v>
                </c:pt>
                <c:pt idx="1">
                  <c:v>0.44846167095031275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0.40381679679915944</c:v>
                </c:pt>
                <c:pt idx="1">
                  <c:v>0.4097482079880359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24533.0</c:v>
                </c:pt>
                <c:pt idx="1">
                  <c:v>25737.0</c:v>
                </c:pt>
                <c:pt idx="2">
                  <c:v>26730.0</c:v>
                </c:pt>
                <c:pt idx="3">
                  <c:v>27886.0</c:v>
                </c:pt>
                <c:pt idx="4">
                  <c:v>29263.0</c:v>
                </c:pt>
                <c:pt idx="5">
                  <c:v>30690.0</c:v>
                </c:pt>
                <c:pt idx="6">
                  <c:v>32450.0</c:v>
                </c:pt>
                <c:pt idx="7">
                  <c:v>34174.0</c:v>
                </c:pt>
                <c:pt idx="8">
                  <c:v>36084.0</c:v>
                </c:pt>
                <c:pt idx="9">
                  <c:v>37894.0</c:v>
                </c:pt>
                <c:pt idx="10">
                  <c:v>39840.0</c:v>
                </c:pt>
                <c:pt idx="11">
                  <c:v>41839.0</c:v>
                </c:pt>
                <c:pt idx="12">
                  <c:v>44238.0</c:v>
                </c:pt>
                <c:pt idx="13">
                  <c:v>46330.0</c:v>
                </c:pt>
                <c:pt idx="14">
                  <c:v>48743.0</c:v>
                </c:pt>
                <c:pt idx="15">
                  <c:v>51350.0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22348.0</c:v>
                </c:pt>
                <c:pt idx="1">
                  <c:v>23422.0</c:v>
                </c:pt>
                <c:pt idx="2">
                  <c:v>24520.0</c:v>
                </c:pt>
                <c:pt idx="3">
                  <c:v>25684.0</c:v>
                </c:pt>
                <c:pt idx="4">
                  <c:v>26878.0</c:v>
                </c:pt>
                <c:pt idx="5">
                  <c:v>28274.0</c:v>
                </c:pt>
                <c:pt idx="6">
                  <c:v>29605.0</c:v>
                </c:pt>
                <c:pt idx="7">
                  <c:v>31236.0</c:v>
                </c:pt>
                <c:pt idx="8">
                  <c:v>32809.0</c:v>
                </c:pt>
                <c:pt idx="9">
                  <c:v>34520.0</c:v>
                </c:pt>
                <c:pt idx="10">
                  <c:v>36157.0</c:v>
                </c:pt>
                <c:pt idx="11">
                  <c:v>38146.0</c:v>
                </c:pt>
                <c:pt idx="12">
                  <c:v>40234.0</c:v>
                </c:pt>
                <c:pt idx="13">
                  <c:v>42551.0</c:v>
                </c:pt>
                <c:pt idx="14">
                  <c:v>44859.0</c:v>
                </c:pt>
                <c:pt idx="15">
                  <c:v>47100.0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15300.0</c:v>
                </c:pt>
                <c:pt idx="1">
                  <c:v>16067.0</c:v>
                </c:pt>
                <c:pt idx="2">
                  <c:v>16877.0</c:v>
                </c:pt>
                <c:pt idx="3">
                  <c:v>17620.0</c:v>
                </c:pt>
                <c:pt idx="4">
                  <c:v>18477.0</c:v>
                </c:pt>
                <c:pt idx="5">
                  <c:v>19673.0</c:v>
                </c:pt>
                <c:pt idx="6">
                  <c:v>20770.0</c:v>
                </c:pt>
                <c:pt idx="7">
                  <c:v>21932.0</c:v>
                </c:pt>
                <c:pt idx="8">
                  <c:v>23285.0</c:v>
                </c:pt>
                <c:pt idx="9">
                  <c:v>24565.0</c:v>
                </c:pt>
                <c:pt idx="10">
                  <c:v>26127.0</c:v>
                </c:pt>
                <c:pt idx="11">
                  <c:v>27611.0</c:v>
                </c:pt>
                <c:pt idx="12">
                  <c:v>29178.0</c:v>
                </c:pt>
                <c:pt idx="13">
                  <c:v>30860.0</c:v>
                </c:pt>
                <c:pt idx="14">
                  <c:v>32745.0</c:v>
                </c:pt>
                <c:pt idx="15">
                  <c:v>34718.0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13358.0</c:v>
                </c:pt>
                <c:pt idx="1">
                  <c:v>14013.0</c:v>
                </c:pt>
                <c:pt idx="2">
                  <c:v>14654.0</c:v>
                </c:pt>
                <c:pt idx="3">
                  <c:v>15374.0</c:v>
                </c:pt>
                <c:pt idx="4">
                  <c:v>15976.0</c:v>
                </c:pt>
                <c:pt idx="5">
                  <c:v>16796.0</c:v>
                </c:pt>
                <c:pt idx="6">
                  <c:v>17671.0</c:v>
                </c:pt>
                <c:pt idx="7">
                  <c:v>18723.0</c:v>
                </c:pt>
                <c:pt idx="8">
                  <c:v>19805.0</c:v>
                </c:pt>
                <c:pt idx="9">
                  <c:v>20772.0</c:v>
                </c:pt>
                <c:pt idx="10">
                  <c:v>21837.0</c:v>
                </c:pt>
                <c:pt idx="11">
                  <c:v>23031.0</c:v>
                </c:pt>
                <c:pt idx="12">
                  <c:v>24156.0</c:v>
                </c:pt>
                <c:pt idx="13">
                  <c:v>25526.0</c:v>
                </c:pt>
                <c:pt idx="14">
                  <c:v>26918.0</c:v>
                </c:pt>
                <c:pt idx="15">
                  <c:v>28367.0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9281.0</c:v>
                </c:pt>
                <c:pt idx="1">
                  <c:v>9785.0</c:v>
                </c:pt>
                <c:pt idx="2">
                  <c:v>10216.0</c:v>
                </c:pt>
                <c:pt idx="3">
                  <c:v>10673.0</c:v>
                </c:pt>
                <c:pt idx="4">
                  <c:v>11237.0</c:v>
                </c:pt>
                <c:pt idx="5">
                  <c:v>11973.0</c:v>
                </c:pt>
                <c:pt idx="6">
                  <c:v>12687.0</c:v>
                </c:pt>
                <c:pt idx="7">
                  <c:v>13473.0</c:v>
                </c:pt>
                <c:pt idx="8">
                  <c:v>14320.0</c:v>
                </c:pt>
                <c:pt idx="9">
                  <c:v>15235.0</c:v>
                </c:pt>
                <c:pt idx="10">
                  <c:v>16145.0</c:v>
                </c:pt>
                <c:pt idx="11">
                  <c:v>17122.0</c:v>
                </c:pt>
                <c:pt idx="12">
                  <c:v>18232.0</c:v>
                </c:pt>
                <c:pt idx="13">
                  <c:v>19350.0</c:v>
                </c:pt>
                <c:pt idx="14">
                  <c:v>20445.0</c:v>
                </c:pt>
                <c:pt idx="15">
                  <c:v>21709.0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6273.0</c:v>
                </c:pt>
                <c:pt idx="1">
                  <c:v>6585.0</c:v>
                </c:pt>
                <c:pt idx="2">
                  <c:v>6914.0</c:v>
                </c:pt>
                <c:pt idx="3">
                  <c:v>7283.0</c:v>
                </c:pt>
                <c:pt idx="4">
                  <c:v>7685.0</c:v>
                </c:pt>
                <c:pt idx="5">
                  <c:v>8162.0</c:v>
                </c:pt>
                <c:pt idx="6">
                  <c:v>8681.0</c:v>
                </c:pt>
                <c:pt idx="7">
                  <c:v>9289.0</c:v>
                </c:pt>
                <c:pt idx="8">
                  <c:v>9875.0</c:v>
                </c:pt>
                <c:pt idx="9">
                  <c:v>10486.0</c:v>
                </c:pt>
                <c:pt idx="10">
                  <c:v>11131.0</c:v>
                </c:pt>
                <c:pt idx="11">
                  <c:v>11848.0</c:v>
                </c:pt>
                <c:pt idx="12">
                  <c:v>12587.0</c:v>
                </c:pt>
                <c:pt idx="13">
                  <c:v>13369.0</c:v>
                </c:pt>
                <c:pt idx="14">
                  <c:v>14171.0</c:v>
                </c:pt>
                <c:pt idx="15">
                  <c:v>15168.0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5641.0</c:v>
                </c:pt>
                <c:pt idx="1">
                  <c:v>5876.0</c:v>
                </c:pt>
                <c:pt idx="2">
                  <c:v>6126.0</c:v>
                </c:pt>
                <c:pt idx="3">
                  <c:v>6397.0</c:v>
                </c:pt>
                <c:pt idx="4">
                  <c:v>6673.0</c:v>
                </c:pt>
                <c:pt idx="5">
                  <c:v>6957.0</c:v>
                </c:pt>
                <c:pt idx="6">
                  <c:v>7249.0</c:v>
                </c:pt>
                <c:pt idx="7">
                  <c:v>7591.0</c:v>
                </c:pt>
                <c:pt idx="8">
                  <c:v>7953.0</c:v>
                </c:pt>
                <c:pt idx="9">
                  <c:v>8350.0</c:v>
                </c:pt>
                <c:pt idx="10">
                  <c:v>8712.0</c:v>
                </c:pt>
                <c:pt idx="11">
                  <c:v>9095.0</c:v>
                </c:pt>
                <c:pt idx="12">
                  <c:v>9544.0</c:v>
                </c:pt>
                <c:pt idx="13">
                  <c:v>10001.0</c:v>
                </c:pt>
                <c:pt idx="14">
                  <c:v>10488.0</c:v>
                </c:pt>
                <c:pt idx="15">
                  <c:v>11046.0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3884.0</c:v>
                </c:pt>
                <c:pt idx="1">
                  <c:v>4028.0</c:v>
                </c:pt>
                <c:pt idx="2">
                  <c:v>4209.0</c:v>
                </c:pt>
                <c:pt idx="3">
                  <c:v>4390.0</c:v>
                </c:pt>
                <c:pt idx="4">
                  <c:v>4591.0</c:v>
                </c:pt>
                <c:pt idx="5">
                  <c:v>4800.0</c:v>
                </c:pt>
                <c:pt idx="6">
                  <c:v>5059.0</c:v>
                </c:pt>
                <c:pt idx="7">
                  <c:v>5293.0</c:v>
                </c:pt>
                <c:pt idx="8">
                  <c:v>5578.0</c:v>
                </c:pt>
                <c:pt idx="9">
                  <c:v>5830.0</c:v>
                </c:pt>
                <c:pt idx="10">
                  <c:v>6140.0</c:v>
                </c:pt>
                <c:pt idx="11">
                  <c:v>6435.0</c:v>
                </c:pt>
                <c:pt idx="12">
                  <c:v>6767.0</c:v>
                </c:pt>
                <c:pt idx="13">
                  <c:v>7137.0</c:v>
                </c:pt>
                <c:pt idx="14">
                  <c:v>7521.0</c:v>
                </c:pt>
                <c:pt idx="15">
                  <c:v>7880.0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3663.0</c:v>
                </c:pt>
                <c:pt idx="1">
                  <c:v>3859.0</c:v>
                </c:pt>
                <c:pt idx="2">
                  <c:v>4093.0</c:v>
                </c:pt>
                <c:pt idx="3">
                  <c:v>4344.0</c:v>
                </c:pt>
                <c:pt idx="4">
                  <c:v>4575.0</c:v>
                </c:pt>
                <c:pt idx="5">
                  <c:v>4860.0</c:v>
                </c:pt>
                <c:pt idx="6">
                  <c:v>5174.0</c:v>
                </c:pt>
                <c:pt idx="7">
                  <c:v>5525.0</c:v>
                </c:pt>
                <c:pt idx="8">
                  <c:v>5913.0</c:v>
                </c:pt>
                <c:pt idx="9">
                  <c:v>6287.0</c:v>
                </c:pt>
                <c:pt idx="10">
                  <c:v>6730.0</c:v>
                </c:pt>
                <c:pt idx="11">
                  <c:v>7215.0</c:v>
                </c:pt>
                <c:pt idx="12">
                  <c:v>7692.0</c:v>
                </c:pt>
                <c:pt idx="13">
                  <c:v>8229.0</c:v>
                </c:pt>
                <c:pt idx="14">
                  <c:v>8793.0</c:v>
                </c:pt>
                <c:pt idx="15">
                  <c:v>9360.0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3523.0</c:v>
                </c:pt>
                <c:pt idx="1">
                  <c:v>3651.0</c:v>
                </c:pt>
                <c:pt idx="2">
                  <c:v>3801.0</c:v>
                </c:pt>
                <c:pt idx="3">
                  <c:v>3965.0</c:v>
                </c:pt>
                <c:pt idx="4">
                  <c:v>4129.0</c:v>
                </c:pt>
                <c:pt idx="5">
                  <c:v>4312.0</c:v>
                </c:pt>
                <c:pt idx="6">
                  <c:v>4484.0</c:v>
                </c:pt>
                <c:pt idx="7">
                  <c:v>4677.0</c:v>
                </c:pt>
                <c:pt idx="8">
                  <c:v>4913.0</c:v>
                </c:pt>
                <c:pt idx="9">
                  <c:v>5109.0</c:v>
                </c:pt>
                <c:pt idx="10">
                  <c:v>5321.0</c:v>
                </c:pt>
                <c:pt idx="11">
                  <c:v>5534.0</c:v>
                </c:pt>
                <c:pt idx="12">
                  <c:v>5768.0</c:v>
                </c:pt>
                <c:pt idx="13">
                  <c:v>6002.0</c:v>
                </c:pt>
                <c:pt idx="14">
                  <c:v>6257.0</c:v>
                </c:pt>
                <c:pt idx="15">
                  <c:v>6530.0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3457.0</c:v>
                </c:pt>
                <c:pt idx="1">
                  <c:v>3585.0</c:v>
                </c:pt>
                <c:pt idx="2">
                  <c:v>3741.0</c:v>
                </c:pt>
                <c:pt idx="3">
                  <c:v>3866.0</c:v>
                </c:pt>
                <c:pt idx="4">
                  <c:v>4037.0</c:v>
                </c:pt>
                <c:pt idx="5">
                  <c:v>4213.0</c:v>
                </c:pt>
                <c:pt idx="6">
                  <c:v>4410.0</c:v>
                </c:pt>
                <c:pt idx="7">
                  <c:v>4612.0</c:v>
                </c:pt>
                <c:pt idx="8">
                  <c:v>4813.0</c:v>
                </c:pt>
                <c:pt idx="9">
                  <c:v>5046.0</c:v>
                </c:pt>
                <c:pt idx="10">
                  <c:v>5300.0</c:v>
                </c:pt>
                <c:pt idx="11">
                  <c:v>5563.0</c:v>
                </c:pt>
                <c:pt idx="12">
                  <c:v>5850.0</c:v>
                </c:pt>
                <c:pt idx="13">
                  <c:v>6134.0</c:v>
                </c:pt>
                <c:pt idx="14">
                  <c:v>6410.0</c:v>
                </c:pt>
                <c:pt idx="15">
                  <c:v>6688.0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3225.0</c:v>
                </c:pt>
                <c:pt idx="1">
                  <c:v>3409.0</c:v>
                </c:pt>
                <c:pt idx="2">
                  <c:v>3621.0</c:v>
                </c:pt>
                <c:pt idx="3">
                  <c:v>3824.0</c:v>
                </c:pt>
                <c:pt idx="4">
                  <c:v>4051.0</c:v>
                </c:pt>
                <c:pt idx="5">
                  <c:v>4337.0</c:v>
                </c:pt>
                <c:pt idx="6">
                  <c:v>4607.0</c:v>
                </c:pt>
                <c:pt idx="7">
                  <c:v>4903.0</c:v>
                </c:pt>
                <c:pt idx="8">
                  <c:v>5212.0</c:v>
                </c:pt>
                <c:pt idx="9">
                  <c:v>5560.0</c:v>
                </c:pt>
                <c:pt idx="10">
                  <c:v>5941.0</c:v>
                </c:pt>
                <c:pt idx="11">
                  <c:v>6350.0</c:v>
                </c:pt>
                <c:pt idx="12">
                  <c:v>6767.0</c:v>
                </c:pt>
                <c:pt idx="13">
                  <c:v>7226.0</c:v>
                </c:pt>
                <c:pt idx="14">
                  <c:v>7750.0</c:v>
                </c:pt>
                <c:pt idx="15">
                  <c:v>8237.0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2201.0</c:v>
                </c:pt>
                <c:pt idx="1">
                  <c:v>2309.0</c:v>
                </c:pt>
                <c:pt idx="2">
                  <c:v>2418.0</c:v>
                </c:pt>
                <c:pt idx="3">
                  <c:v>2513.0</c:v>
                </c:pt>
                <c:pt idx="4">
                  <c:v>2618.0</c:v>
                </c:pt>
                <c:pt idx="5">
                  <c:v>2749.0</c:v>
                </c:pt>
                <c:pt idx="6">
                  <c:v>2898.0</c:v>
                </c:pt>
                <c:pt idx="7">
                  <c:v>3056.0</c:v>
                </c:pt>
                <c:pt idx="8">
                  <c:v>3203.0</c:v>
                </c:pt>
                <c:pt idx="9">
                  <c:v>3382.0</c:v>
                </c:pt>
                <c:pt idx="10">
                  <c:v>3580.0</c:v>
                </c:pt>
                <c:pt idx="11">
                  <c:v>3782.0</c:v>
                </c:pt>
                <c:pt idx="12">
                  <c:v>3963.0</c:v>
                </c:pt>
                <c:pt idx="13">
                  <c:v>4183.0</c:v>
                </c:pt>
                <c:pt idx="14">
                  <c:v>4391.0</c:v>
                </c:pt>
                <c:pt idx="15">
                  <c:v>4645.0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2101.0</c:v>
                </c:pt>
                <c:pt idx="1">
                  <c:v>2190.0</c:v>
                </c:pt>
                <c:pt idx="2">
                  <c:v>2283.0</c:v>
                </c:pt>
                <c:pt idx="3">
                  <c:v>2401.0</c:v>
                </c:pt>
                <c:pt idx="4">
                  <c:v>2515.0</c:v>
                </c:pt>
                <c:pt idx="5">
                  <c:v>2665.0</c:v>
                </c:pt>
                <c:pt idx="6">
                  <c:v>2813.0</c:v>
                </c:pt>
                <c:pt idx="7">
                  <c:v>2961.0</c:v>
                </c:pt>
                <c:pt idx="8">
                  <c:v>3137.0</c:v>
                </c:pt>
                <c:pt idx="9">
                  <c:v>3307.0</c:v>
                </c:pt>
                <c:pt idx="10">
                  <c:v>3475.0</c:v>
                </c:pt>
                <c:pt idx="11">
                  <c:v>3667.0</c:v>
                </c:pt>
                <c:pt idx="12">
                  <c:v>3892.0</c:v>
                </c:pt>
                <c:pt idx="13">
                  <c:v>4109.0</c:v>
                </c:pt>
                <c:pt idx="14">
                  <c:v>4341.0</c:v>
                </c:pt>
                <c:pt idx="15">
                  <c:v>4612.0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1992.0</c:v>
                </c:pt>
                <c:pt idx="1">
                  <c:v>2098.0</c:v>
                </c:pt>
                <c:pt idx="2">
                  <c:v>2208.0</c:v>
                </c:pt>
                <c:pt idx="3">
                  <c:v>2322.0</c:v>
                </c:pt>
                <c:pt idx="4">
                  <c:v>2433.0</c:v>
                </c:pt>
                <c:pt idx="5">
                  <c:v>2571.0</c:v>
                </c:pt>
                <c:pt idx="6">
                  <c:v>2708.0</c:v>
                </c:pt>
                <c:pt idx="7">
                  <c:v>2854.0</c:v>
                </c:pt>
                <c:pt idx="8">
                  <c:v>3004.0</c:v>
                </c:pt>
                <c:pt idx="9">
                  <c:v>3187.0</c:v>
                </c:pt>
                <c:pt idx="10">
                  <c:v>3390.0</c:v>
                </c:pt>
                <c:pt idx="11">
                  <c:v>3597.0</c:v>
                </c:pt>
                <c:pt idx="12">
                  <c:v>3807.0</c:v>
                </c:pt>
                <c:pt idx="13">
                  <c:v>4033.0</c:v>
                </c:pt>
                <c:pt idx="14">
                  <c:v>4277.0</c:v>
                </c:pt>
                <c:pt idx="15">
                  <c:v>4544.0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1941.0</c:v>
                </c:pt>
                <c:pt idx="1">
                  <c:v>2034.0</c:v>
                </c:pt>
                <c:pt idx="2">
                  <c:v>2137.0</c:v>
                </c:pt>
                <c:pt idx="3">
                  <c:v>2234.0</c:v>
                </c:pt>
                <c:pt idx="4">
                  <c:v>2349.0</c:v>
                </c:pt>
                <c:pt idx="5">
                  <c:v>2495.0</c:v>
                </c:pt>
                <c:pt idx="6">
                  <c:v>2646.0</c:v>
                </c:pt>
                <c:pt idx="7">
                  <c:v>2803.0</c:v>
                </c:pt>
                <c:pt idx="8">
                  <c:v>2973.0</c:v>
                </c:pt>
                <c:pt idx="9">
                  <c:v>3139.0</c:v>
                </c:pt>
                <c:pt idx="10">
                  <c:v>3336.0</c:v>
                </c:pt>
                <c:pt idx="11">
                  <c:v>3521.0</c:v>
                </c:pt>
                <c:pt idx="12">
                  <c:v>3735.0</c:v>
                </c:pt>
                <c:pt idx="13">
                  <c:v>3960.0</c:v>
                </c:pt>
                <c:pt idx="14">
                  <c:v>4203.0</c:v>
                </c:pt>
                <c:pt idx="15">
                  <c:v>4443.0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1687.0</c:v>
                </c:pt>
                <c:pt idx="1">
                  <c:v>1752.0</c:v>
                </c:pt>
                <c:pt idx="2">
                  <c:v>1822.0</c:v>
                </c:pt>
                <c:pt idx="3">
                  <c:v>1892.0</c:v>
                </c:pt>
                <c:pt idx="4">
                  <c:v>1962.0</c:v>
                </c:pt>
                <c:pt idx="5">
                  <c:v>2062.0</c:v>
                </c:pt>
                <c:pt idx="6">
                  <c:v>2146.0</c:v>
                </c:pt>
                <c:pt idx="7">
                  <c:v>2237.0</c:v>
                </c:pt>
                <c:pt idx="8">
                  <c:v>2342.0</c:v>
                </c:pt>
                <c:pt idx="9">
                  <c:v>2460.0</c:v>
                </c:pt>
                <c:pt idx="10">
                  <c:v>2568.0</c:v>
                </c:pt>
                <c:pt idx="11">
                  <c:v>2698.0</c:v>
                </c:pt>
                <c:pt idx="12">
                  <c:v>2825.0</c:v>
                </c:pt>
                <c:pt idx="13">
                  <c:v>2967.0</c:v>
                </c:pt>
                <c:pt idx="14">
                  <c:v>3090.0</c:v>
                </c:pt>
                <c:pt idx="15">
                  <c:v>3217.0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1684.0</c:v>
                </c:pt>
                <c:pt idx="1">
                  <c:v>1768.0</c:v>
                </c:pt>
                <c:pt idx="2">
                  <c:v>1843.0</c:v>
                </c:pt>
                <c:pt idx="3">
                  <c:v>1936.0</c:v>
                </c:pt>
                <c:pt idx="4">
                  <c:v>2016.0</c:v>
                </c:pt>
                <c:pt idx="5">
                  <c:v>2123.0</c:v>
                </c:pt>
                <c:pt idx="6">
                  <c:v>2229.0</c:v>
                </c:pt>
                <c:pt idx="7">
                  <c:v>2355.0</c:v>
                </c:pt>
                <c:pt idx="8">
                  <c:v>2497.0</c:v>
                </c:pt>
                <c:pt idx="9">
                  <c:v>2646.0</c:v>
                </c:pt>
                <c:pt idx="10">
                  <c:v>2789.0</c:v>
                </c:pt>
                <c:pt idx="11">
                  <c:v>2929.0</c:v>
                </c:pt>
                <c:pt idx="12">
                  <c:v>3082.0</c:v>
                </c:pt>
                <c:pt idx="13">
                  <c:v>3240.0</c:v>
                </c:pt>
                <c:pt idx="14">
                  <c:v>3427.0</c:v>
                </c:pt>
                <c:pt idx="15">
                  <c:v>3624.0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1648.0</c:v>
                </c:pt>
                <c:pt idx="1">
                  <c:v>1745.0</c:v>
                </c:pt>
                <c:pt idx="2">
                  <c:v>1849.0</c:v>
                </c:pt>
                <c:pt idx="3">
                  <c:v>1953.0</c:v>
                </c:pt>
                <c:pt idx="4">
                  <c:v>2049.0</c:v>
                </c:pt>
                <c:pt idx="5">
                  <c:v>2173.0</c:v>
                </c:pt>
                <c:pt idx="6">
                  <c:v>2319.0</c:v>
                </c:pt>
                <c:pt idx="7">
                  <c:v>2471.0</c:v>
                </c:pt>
                <c:pt idx="8">
                  <c:v>2635.0</c:v>
                </c:pt>
                <c:pt idx="9">
                  <c:v>2803.0</c:v>
                </c:pt>
                <c:pt idx="10">
                  <c:v>2986.0</c:v>
                </c:pt>
                <c:pt idx="11">
                  <c:v>3175.0</c:v>
                </c:pt>
                <c:pt idx="12">
                  <c:v>3373.0</c:v>
                </c:pt>
                <c:pt idx="13">
                  <c:v>3601.0</c:v>
                </c:pt>
                <c:pt idx="14">
                  <c:v>3844.0</c:v>
                </c:pt>
                <c:pt idx="15">
                  <c:v>4115.0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1623.0</c:v>
                </c:pt>
                <c:pt idx="1">
                  <c:v>1682.0</c:v>
                </c:pt>
                <c:pt idx="2">
                  <c:v>1754.0</c:v>
                </c:pt>
                <c:pt idx="3">
                  <c:v>1817.0</c:v>
                </c:pt>
                <c:pt idx="4">
                  <c:v>1895.0</c:v>
                </c:pt>
                <c:pt idx="5">
                  <c:v>1982.0</c:v>
                </c:pt>
                <c:pt idx="6">
                  <c:v>2074.0</c:v>
                </c:pt>
                <c:pt idx="7">
                  <c:v>2170.0</c:v>
                </c:pt>
                <c:pt idx="8">
                  <c:v>2271.0</c:v>
                </c:pt>
                <c:pt idx="9">
                  <c:v>2381.0</c:v>
                </c:pt>
                <c:pt idx="10">
                  <c:v>2497.0</c:v>
                </c:pt>
                <c:pt idx="11">
                  <c:v>2611.0</c:v>
                </c:pt>
                <c:pt idx="12">
                  <c:v>2746.0</c:v>
                </c:pt>
                <c:pt idx="13">
                  <c:v>2890.0</c:v>
                </c:pt>
                <c:pt idx="14">
                  <c:v>3037.0</c:v>
                </c:pt>
                <c:pt idx="15">
                  <c:v>3191.0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1235.0</c:v>
                </c:pt>
                <c:pt idx="1">
                  <c:v>1289.0</c:v>
                </c:pt>
                <c:pt idx="2">
                  <c:v>1345.0</c:v>
                </c:pt>
                <c:pt idx="3">
                  <c:v>1405.0</c:v>
                </c:pt>
                <c:pt idx="4">
                  <c:v>1474.0</c:v>
                </c:pt>
                <c:pt idx="5">
                  <c:v>1561.0</c:v>
                </c:pt>
                <c:pt idx="6">
                  <c:v>1653.0</c:v>
                </c:pt>
                <c:pt idx="7">
                  <c:v>1746.0</c:v>
                </c:pt>
                <c:pt idx="8">
                  <c:v>1847.0</c:v>
                </c:pt>
                <c:pt idx="9">
                  <c:v>1953.0</c:v>
                </c:pt>
                <c:pt idx="10">
                  <c:v>2076.0</c:v>
                </c:pt>
                <c:pt idx="11">
                  <c:v>2192.0</c:v>
                </c:pt>
                <c:pt idx="12">
                  <c:v>2313.0</c:v>
                </c:pt>
                <c:pt idx="13">
                  <c:v>2462.0</c:v>
                </c:pt>
                <c:pt idx="14">
                  <c:v>2596.0</c:v>
                </c:pt>
                <c:pt idx="15">
                  <c:v>2747.0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942.0</c:v>
                </c:pt>
                <c:pt idx="1">
                  <c:v>980.0</c:v>
                </c:pt>
                <c:pt idx="2">
                  <c:v>1015.0</c:v>
                </c:pt>
                <c:pt idx="3">
                  <c:v>1054.0</c:v>
                </c:pt>
                <c:pt idx="4">
                  <c:v>1090.0</c:v>
                </c:pt>
                <c:pt idx="5">
                  <c:v>1136.0</c:v>
                </c:pt>
                <c:pt idx="6">
                  <c:v>1190.0</c:v>
                </c:pt>
                <c:pt idx="7">
                  <c:v>1253.0</c:v>
                </c:pt>
                <c:pt idx="8">
                  <c:v>1312.0</c:v>
                </c:pt>
                <c:pt idx="9">
                  <c:v>1374.0</c:v>
                </c:pt>
                <c:pt idx="10">
                  <c:v>1440.0</c:v>
                </c:pt>
                <c:pt idx="11">
                  <c:v>1505.0</c:v>
                </c:pt>
                <c:pt idx="12">
                  <c:v>1577.0</c:v>
                </c:pt>
                <c:pt idx="13">
                  <c:v>1652.0</c:v>
                </c:pt>
                <c:pt idx="14">
                  <c:v>1729.0</c:v>
                </c:pt>
                <c:pt idx="15">
                  <c:v>1805.0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643.0</c:v>
                </c:pt>
                <c:pt idx="1">
                  <c:v>673.0</c:v>
                </c:pt>
                <c:pt idx="2">
                  <c:v>709.0</c:v>
                </c:pt>
                <c:pt idx="3">
                  <c:v>748.0</c:v>
                </c:pt>
                <c:pt idx="4">
                  <c:v>786.0</c:v>
                </c:pt>
                <c:pt idx="5">
                  <c:v>833.0</c:v>
                </c:pt>
                <c:pt idx="6">
                  <c:v>884.0</c:v>
                </c:pt>
                <c:pt idx="7">
                  <c:v>940.0</c:v>
                </c:pt>
                <c:pt idx="8">
                  <c:v>1001.0</c:v>
                </c:pt>
                <c:pt idx="9">
                  <c:v>1060.0</c:v>
                </c:pt>
                <c:pt idx="10">
                  <c:v>1124.0</c:v>
                </c:pt>
                <c:pt idx="11">
                  <c:v>1193.0</c:v>
                </c:pt>
                <c:pt idx="12">
                  <c:v>1271.0</c:v>
                </c:pt>
                <c:pt idx="13">
                  <c:v>1350.0</c:v>
                </c:pt>
                <c:pt idx="14">
                  <c:v>1425.0</c:v>
                </c:pt>
                <c:pt idx="15">
                  <c:v>1519.0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521.0</c:v>
                </c:pt>
                <c:pt idx="1">
                  <c:v>549.0</c:v>
                </c:pt>
                <c:pt idx="2">
                  <c:v>578.0</c:v>
                </c:pt>
                <c:pt idx="3">
                  <c:v>608.0</c:v>
                </c:pt>
                <c:pt idx="4">
                  <c:v>639.0</c:v>
                </c:pt>
                <c:pt idx="5">
                  <c:v>677.0</c:v>
                </c:pt>
                <c:pt idx="6">
                  <c:v>721.0</c:v>
                </c:pt>
                <c:pt idx="7">
                  <c:v>762.0</c:v>
                </c:pt>
                <c:pt idx="8">
                  <c:v>805.0</c:v>
                </c:pt>
                <c:pt idx="9">
                  <c:v>854.0</c:v>
                </c:pt>
                <c:pt idx="10">
                  <c:v>906.0</c:v>
                </c:pt>
                <c:pt idx="11">
                  <c:v>962.0</c:v>
                </c:pt>
                <c:pt idx="12">
                  <c:v>1016.0</c:v>
                </c:pt>
                <c:pt idx="13">
                  <c:v>1076.0</c:v>
                </c:pt>
                <c:pt idx="14">
                  <c:v>1146.0</c:v>
                </c:pt>
                <c:pt idx="15">
                  <c:v>1210.0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478.0</c:v>
                </c:pt>
                <c:pt idx="1">
                  <c:v>504.0</c:v>
                </c:pt>
                <c:pt idx="2">
                  <c:v>531.0</c:v>
                </c:pt>
                <c:pt idx="3">
                  <c:v>556.0</c:v>
                </c:pt>
                <c:pt idx="4">
                  <c:v>584.0</c:v>
                </c:pt>
                <c:pt idx="5">
                  <c:v>620.0</c:v>
                </c:pt>
                <c:pt idx="6">
                  <c:v>655.0</c:v>
                </c:pt>
                <c:pt idx="7">
                  <c:v>691.0</c:v>
                </c:pt>
                <c:pt idx="8">
                  <c:v>730.0</c:v>
                </c:pt>
                <c:pt idx="9">
                  <c:v>778.0</c:v>
                </c:pt>
                <c:pt idx="10">
                  <c:v>822.0</c:v>
                </c:pt>
                <c:pt idx="11">
                  <c:v>870.0</c:v>
                </c:pt>
                <c:pt idx="12">
                  <c:v>919.0</c:v>
                </c:pt>
                <c:pt idx="13">
                  <c:v>976.0</c:v>
                </c:pt>
                <c:pt idx="14">
                  <c:v>1042.0</c:v>
                </c:pt>
                <c:pt idx="15">
                  <c:v>1105.0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</c:v>
                </c:pt>
                <c:pt idx="1">
                  <c:v>428.564</c:v>
                </c:pt>
                <c:pt idx="2">
                  <c:v>447.91</c:v>
                </c:pt>
                <c:pt idx="3">
                  <c:v>470.228</c:v>
                </c:pt>
                <c:pt idx="4">
                  <c:v>496.526</c:v>
                </c:pt>
                <c:pt idx="5">
                  <c:v>523.979</c:v>
                </c:pt>
                <c:pt idx="6">
                  <c:v>557.436</c:v>
                </c:pt>
                <c:pt idx="7">
                  <c:v>590.666</c:v>
                </c:pt>
                <c:pt idx="8">
                  <c:v>627.471</c:v>
                </c:pt>
                <c:pt idx="9">
                  <c:v>662.949</c:v>
                </c:pt>
                <c:pt idx="10">
                  <c:v>701.188</c:v>
                </c:pt>
                <c:pt idx="11">
                  <c:v>740.78</c:v>
                </c:pt>
                <c:pt idx="12">
                  <c:v>787.924</c:v>
                </c:pt>
                <c:pt idx="13">
                  <c:v>830.07</c:v>
                </c:pt>
                <c:pt idx="14">
                  <c:v>878.425</c:v>
                </c:pt>
                <c:pt idx="15">
                  <c:v>930.827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395.784</c:v>
                </c:pt>
                <c:pt idx="1">
                  <c:v>417.07</c:v>
                </c:pt>
                <c:pt idx="2">
                  <c:v>438.996</c:v>
                </c:pt>
                <c:pt idx="3">
                  <c:v>462.337</c:v>
                </c:pt>
                <c:pt idx="4">
                  <c:v>486.432</c:v>
                </c:pt>
                <c:pt idx="5">
                  <c:v>514.42</c:v>
                </c:pt>
                <c:pt idx="6">
                  <c:v>541.512</c:v>
                </c:pt>
                <c:pt idx="7">
                  <c:v>574.378</c:v>
                </c:pt>
                <c:pt idx="8">
                  <c:v>606.482</c:v>
                </c:pt>
                <c:pt idx="9">
                  <c:v>641.439</c:v>
                </c:pt>
                <c:pt idx="10">
                  <c:v>675.365</c:v>
                </c:pt>
                <c:pt idx="11">
                  <c:v>716.206</c:v>
                </c:pt>
                <c:pt idx="12">
                  <c:v>759.306</c:v>
                </c:pt>
                <c:pt idx="13">
                  <c:v>807.157</c:v>
                </c:pt>
                <c:pt idx="14">
                  <c:v>855.288</c:v>
                </c:pt>
                <c:pt idx="15">
                  <c:v>902.579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312.956</c:v>
                </c:pt>
                <c:pt idx="1">
                  <c:v>330.571</c:v>
                </c:pt>
                <c:pt idx="2">
                  <c:v>349.276</c:v>
                </c:pt>
                <c:pt idx="3">
                  <c:v>366.761</c:v>
                </c:pt>
                <c:pt idx="4">
                  <c:v>386.827</c:v>
                </c:pt>
                <c:pt idx="5">
                  <c:v>414.231</c:v>
                </c:pt>
                <c:pt idx="6">
                  <c:v>439.844</c:v>
                </c:pt>
                <c:pt idx="7">
                  <c:v>467.084</c:v>
                </c:pt>
                <c:pt idx="8">
                  <c:v>498.688</c:v>
                </c:pt>
                <c:pt idx="9">
                  <c:v>529.071</c:v>
                </c:pt>
                <c:pt idx="10">
                  <c:v>565.842</c:v>
                </c:pt>
                <c:pt idx="11">
                  <c:v>601.315</c:v>
                </c:pt>
                <c:pt idx="12">
                  <c:v>638.936</c:v>
                </c:pt>
                <c:pt idx="13">
                  <c:v>679.484</c:v>
                </c:pt>
                <c:pt idx="14">
                  <c:v>724.933</c:v>
                </c:pt>
                <c:pt idx="15">
                  <c:v>772.784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249.28</c:v>
                </c:pt>
                <c:pt idx="1">
                  <c:v>262.826</c:v>
                </c:pt>
                <c:pt idx="2">
                  <c:v>276.25</c:v>
                </c:pt>
                <c:pt idx="3">
                  <c:v>291.274</c:v>
                </c:pt>
                <c:pt idx="4">
                  <c:v>304.215</c:v>
                </c:pt>
                <c:pt idx="5">
                  <c:v>321.424</c:v>
                </c:pt>
                <c:pt idx="6">
                  <c:v>339.834</c:v>
                </c:pt>
                <c:pt idx="7">
                  <c:v>361.859</c:v>
                </c:pt>
                <c:pt idx="8">
                  <c:v>384.649</c:v>
                </c:pt>
                <c:pt idx="9">
                  <c:v>405.396</c:v>
                </c:pt>
                <c:pt idx="10">
                  <c:v>428.265</c:v>
                </c:pt>
                <c:pt idx="11">
                  <c:v>453.871</c:v>
                </c:pt>
                <c:pt idx="12">
                  <c:v>478.339</c:v>
                </c:pt>
                <c:pt idx="13">
                  <c:v>507.894</c:v>
                </c:pt>
                <c:pt idx="14">
                  <c:v>538.143</c:v>
                </c:pt>
                <c:pt idx="15">
                  <c:v>569.824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164.462</c:v>
                </c:pt>
                <c:pt idx="1">
                  <c:v>174.452</c:v>
                </c:pt>
                <c:pt idx="2">
                  <c:v>183.227</c:v>
                </c:pt>
                <c:pt idx="3">
                  <c:v>192.586</c:v>
                </c:pt>
                <c:pt idx="4">
                  <c:v>203.983</c:v>
                </c:pt>
                <c:pt idx="5">
                  <c:v>218.622</c:v>
                </c:pt>
                <c:pt idx="6">
                  <c:v>233.03</c:v>
                </c:pt>
                <c:pt idx="7">
                  <c:v>248.931</c:v>
                </c:pt>
                <c:pt idx="8">
                  <c:v>266.125</c:v>
                </c:pt>
                <c:pt idx="9">
                  <c:v>284.776</c:v>
                </c:pt>
                <c:pt idx="10">
                  <c:v>303.526</c:v>
                </c:pt>
                <c:pt idx="11">
                  <c:v>323.756</c:v>
                </c:pt>
                <c:pt idx="12">
                  <c:v>346.71</c:v>
                </c:pt>
                <c:pt idx="13">
                  <c:v>370.056</c:v>
                </c:pt>
                <c:pt idx="14">
                  <c:v>393.213</c:v>
                </c:pt>
                <c:pt idx="15">
                  <c:v>419.867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111.732</c:v>
                </c:pt>
                <c:pt idx="1">
                  <c:v>116.782</c:v>
                </c:pt>
                <c:pt idx="2">
                  <c:v>122.168</c:v>
                </c:pt>
                <c:pt idx="3">
                  <c:v>127.984</c:v>
                </c:pt>
                <c:pt idx="4">
                  <c:v>133.957</c:v>
                </c:pt>
                <c:pt idx="5">
                  <c:v>140.12</c:v>
                </c:pt>
                <c:pt idx="6">
                  <c:v>146.471</c:v>
                </c:pt>
                <c:pt idx="7">
                  <c:v>153.877</c:v>
                </c:pt>
                <c:pt idx="8">
                  <c:v>161.745</c:v>
                </c:pt>
                <c:pt idx="9">
                  <c:v>170.386</c:v>
                </c:pt>
                <c:pt idx="10">
                  <c:v>178.337</c:v>
                </c:pt>
                <c:pt idx="11">
                  <c:v>186.789</c:v>
                </c:pt>
                <c:pt idx="12">
                  <c:v>196.635</c:v>
                </c:pt>
                <c:pt idx="13">
                  <c:v>206.704</c:v>
                </c:pt>
                <c:pt idx="14">
                  <c:v>217.47</c:v>
                </c:pt>
                <c:pt idx="15">
                  <c:v>229.775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106.183</c:v>
                </c:pt>
                <c:pt idx="1">
                  <c:v>111.98</c:v>
                </c:pt>
                <c:pt idx="2">
                  <c:v>118.121</c:v>
                </c:pt>
                <c:pt idx="3">
                  <c:v>124.989</c:v>
                </c:pt>
                <c:pt idx="4">
                  <c:v>132.49</c:v>
                </c:pt>
                <c:pt idx="5">
                  <c:v>141.353</c:v>
                </c:pt>
                <c:pt idx="6">
                  <c:v>151.032</c:v>
                </c:pt>
                <c:pt idx="7">
                  <c:v>162.337</c:v>
                </c:pt>
                <c:pt idx="8">
                  <c:v>173.345</c:v>
                </c:pt>
                <c:pt idx="9">
                  <c:v>184.892</c:v>
                </c:pt>
                <c:pt idx="10">
                  <c:v>197.147</c:v>
                </c:pt>
                <c:pt idx="11">
                  <c:v>210.763</c:v>
                </c:pt>
                <c:pt idx="12">
                  <c:v>224.906</c:v>
                </c:pt>
                <c:pt idx="13">
                  <c:v>239.916</c:v>
                </c:pt>
                <c:pt idx="14">
                  <c:v>255.431</c:v>
                </c:pt>
                <c:pt idx="15">
                  <c:v>274.589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74.989</c:v>
                </c:pt>
                <c:pt idx="1">
                  <c:v>79.409</c:v>
                </c:pt>
                <c:pt idx="2">
                  <c:v>84.632</c:v>
                </c:pt>
                <c:pt idx="3">
                  <c:v>90.276</c:v>
                </c:pt>
                <c:pt idx="4">
                  <c:v>95.551</c:v>
                </c:pt>
                <c:pt idx="5">
                  <c:v>101.998</c:v>
                </c:pt>
                <c:pt idx="6">
                  <c:v>109.114</c:v>
                </c:pt>
                <c:pt idx="7">
                  <c:v>117.082</c:v>
                </c:pt>
                <c:pt idx="8">
                  <c:v>125.923</c:v>
                </c:pt>
                <c:pt idx="9">
                  <c:v>134.53</c:v>
                </c:pt>
                <c:pt idx="10">
                  <c:v>144.692</c:v>
                </c:pt>
                <c:pt idx="11">
                  <c:v>155.86</c:v>
                </c:pt>
                <c:pt idx="12">
                  <c:v>166.953</c:v>
                </c:pt>
                <c:pt idx="13">
                  <c:v>179.468</c:v>
                </c:pt>
                <c:pt idx="14">
                  <c:v>192.67</c:v>
                </c:pt>
                <c:pt idx="15">
                  <c:v>206.039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66.732</c:v>
                </c:pt>
                <c:pt idx="1">
                  <c:v>70.867</c:v>
                </c:pt>
                <c:pt idx="2">
                  <c:v>75.598</c:v>
                </c:pt>
                <c:pt idx="3">
                  <c:v>80.188</c:v>
                </c:pt>
                <c:pt idx="4">
                  <c:v>85.327</c:v>
                </c:pt>
                <c:pt idx="5">
                  <c:v>91.751</c:v>
                </c:pt>
                <c:pt idx="6">
                  <c:v>97.881</c:v>
                </c:pt>
                <c:pt idx="7">
                  <c:v>104.627</c:v>
                </c:pt>
                <c:pt idx="8">
                  <c:v>111.701</c:v>
                </c:pt>
                <c:pt idx="9">
                  <c:v>119.683</c:v>
                </c:pt>
                <c:pt idx="10">
                  <c:v>128.414</c:v>
                </c:pt>
                <c:pt idx="11">
                  <c:v>137.85</c:v>
                </c:pt>
                <c:pt idx="12">
                  <c:v>147.528</c:v>
                </c:pt>
                <c:pt idx="13">
                  <c:v>158.201</c:v>
                </c:pt>
                <c:pt idx="14">
                  <c:v>170.394</c:v>
                </c:pt>
                <c:pt idx="15">
                  <c:v>181.854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65.606</c:v>
                </c:pt>
                <c:pt idx="1">
                  <c:v>68.289</c:v>
                </c:pt>
                <c:pt idx="2">
                  <c:v>71.415</c:v>
                </c:pt>
                <c:pt idx="3">
                  <c:v>74.815</c:v>
                </c:pt>
                <c:pt idx="4">
                  <c:v>78.249</c:v>
                </c:pt>
                <c:pt idx="5">
                  <c:v>82.078</c:v>
                </c:pt>
                <c:pt idx="6">
                  <c:v>85.738</c:v>
                </c:pt>
                <c:pt idx="7">
                  <c:v>89.815</c:v>
                </c:pt>
                <c:pt idx="8">
                  <c:v>94.759</c:v>
                </c:pt>
                <c:pt idx="9">
                  <c:v>98.965</c:v>
                </c:pt>
                <c:pt idx="10">
                  <c:v>103.5</c:v>
                </c:pt>
                <c:pt idx="11">
                  <c:v>108.102</c:v>
                </c:pt>
                <c:pt idx="12">
                  <c:v>113.155</c:v>
                </c:pt>
                <c:pt idx="13">
                  <c:v>118.252</c:v>
                </c:pt>
                <c:pt idx="14">
                  <c:v>123.794</c:v>
                </c:pt>
                <c:pt idx="15">
                  <c:v>129.736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64.299</c:v>
                </c:pt>
                <c:pt idx="1">
                  <c:v>67.186</c:v>
                </c:pt>
                <c:pt idx="2">
                  <c:v>70.724</c:v>
                </c:pt>
                <c:pt idx="3">
                  <c:v>74.3</c:v>
                </c:pt>
                <c:pt idx="4">
                  <c:v>78.263</c:v>
                </c:pt>
                <c:pt idx="5">
                  <c:v>82.421</c:v>
                </c:pt>
                <c:pt idx="6">
                  <c:v>87.49</c:v>
                </c:pt>
                <c:pt idx="7">
                  <c:v>92.195</c:v>
                </c:pt>
                <c:pt idx="8">
                  <c:v>97.852</c:v>
                </c:pt>
                <c:pt idx="9">
                  <c:v>102.983</c:v>
                </c:pt>
                <c:pt idx="10">
                  <c:v>109.227</c:v>
                </c:pt>
                <c:pt idx="11">
                  <c:v>115.253</c:v>
                </c:pt>
                <c:pt idx="12">
                  <c:v>122.042</c:v>
                </c:pt>
                <c:pt idx="13">
                  <c:v>129.593</c:v>
                </c:pt>
                <c:pt idx="14">
                  <c:v>137.498</c:v>
                </c:pt>
                <c:pt idx="15">
                  <c:v>145.017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63.683</c:v>
                </c:pt>
                <c:pt idx="1">
                  <c:v>66.47</c:v>
                </c:pt>
                <c:pt idx="2">
                  <c:v>69.828</c:v>
                </c:pt>
                <c:pt idx="3">
                  <c:v>72.63</c:v>
                </c:pt>
                <c:pt idx="4">
                  <c:v>76.328</c:v>
                </c:pt>
                <c:pt idx="5">
                  <c:v>80.17</c:v>
                </c:pt>
                <c:pt idx="6">
                  <c:v>84.445</c:v>
                </c:pt>
                <c:pt idx="7">
                  <c:v>88.876</c:v>
                </c:pt>
                <c:pt idx="8">
                  <c:v>93.326</c:v>
                </c:pt>
                <c:pt idx="9">
                  <c:v>98.465</c:v>
                </c:pt>
                <c:pt idx="10">
                  <c:v>104.065</c:v>
                </c:pt>
                <c:pt idx="11">
                  <c:v>109.91</c:v>
                </c:pt>
                <c:pt idx="12">
                  <c:v>116.275</c:v>
                </c:pt>
                <c:pt idx="13">
                  <c:v>122.676</c:v>
                </c:pt>
                <c:pt idx="14">
                  <c:v>128.97</c:v>
                </c:pt>
                <c:pt idx="15">
                  <c:v>135.373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40.203</c:v>
                </c:pt>
                <c:pt idx="1">
                  <c:v>42.507</c:v>
                </c:pt>
                <c:pt idx="2">
                  <c:v>44.849</c:v>
                </c:pt>
                <c:pt idx="3">
                  <c:v>46.963</c:v>
                </c:pt>
                <c:pt idx="4">
                  <c:v>49.296</c:v>
                </c:pt>
                <c:pt idx="5">
                  <c:v>52.137</c:v>
                </c:pt>
                <c:pt idx="6">
                  <c:v>55.364</c:v>
                </c:pt>
                <c:pt idx="7">
                  <c:v>58.82</c:v>
                </c:pt>
                <c:pt idx="8">
                  <c:v>62.094</c:v>
                </c:pt>
                <c:pt idx="9">
                  <c:v>66.026</c:v>
                </c:pt>
                <c:pt idx="10">
                  <c:v>70.394</c:v>
                </c:pt>
                <c:pt idx="11">
                  <c:v>74.893</c:v>
                </c:pt>
                <c:pt idx="12">
                  <c:v>79.049</c:v>
                </c:pt>
                <c:pt idx="13">
                  <c:v>84.007</c:v>
                </c:pt>
                <c:pt idx="14">
                  <c:v>88.794</c:v>
                </c:pt>
                <c:pt idx="15">
                  <c:v>94.595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38.392</c:v>
                </c:pt>
                <c:pt idx="1">
                  <c:v>40.38</c:v>
                </c:pt>
                <c:pt idx="2">
                  <c:v>42.567</c:v>
                </c:pt>
                <c:pt idx="3">
                  <c:v>44.641</c:v>
                </c:pt>
                <c:pt idx="4">
                  <c:v>47.105</c:v>
                </c:pt>
                <c:pt idx="5">
                  <c:v>50.216</c:v>
                </c:pt>
                <c:pt idx="6">
                  <c:v>53.429</c:v>
                </c:pt>
                <c:pt idx="7">
                  <c:v>56.793</c:v>
                </c:pt>
                <c:pt idx="8">
                  <c:v>60.438</c:v>
                </c:pt>
                <c:pt idx="9">
                  <c:v>64.041</c:v>
                </c:pt>
                <c:pt idx="10">
                  <c:v>68.282</c:v>
                </c:pt>
                <c:pt idx="11">
                  <c:v>72.32</c:v>
                </c:pt>
                <c:pt idx="12">
                  <c:v>76.972</c:v>
                </c:pt>
                <c:pt idx="13">
                  <c:v>81.885</c:v>
                </c:pt>
                <c:pt idx="14">
                  <c:v>87.192</c:v>
                </c:pt>
                <c:pt idx="15">
                  <c:v>92.488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36.709</c:v>
                </c:pt>
                <c:pt idx="1">
                  <c:v>38.767</c:v>
                </c:pt>
                <c:pt idx="2">
                  <c:v>40.927</c:v>
                </c:pt>
                <c:pt idx="3">
                  <c:v>43.171</c:v>
                </c:pt>
                <c:pt idx="4">
                  <c:v>45.369</c:v>
                </c:pt>
                <c:pt idx="5">
                  <c:v>48.086</c:v>
                </c:pt>
                <c:pt idx="6">
                  <c:v>50.786</c:v>
                </c:pt>
                <c:pt idx="7">
                  <c:v>53.682</c:v>
                </c:pt>
                <c:pt idx="8">
                  <c:v>56.666</c:v>
                </c:pt>
                <c:pt idx="9">
                  <c:v>60.31</c:v>
                </c:pt>
                <c:pt idx="10">
                  <c:v>64.327</c:v>
                </c:pt>
                <c:pt idx="11">
                  <c:v>68.453</c:v>
                </c:pt>
                <c:pt idx="12">
                  <c:v>72.665</c:v>
                </c:pt>
                <c:pt idx="13">
                  <c:v>77.21</c:v>
                </c:pt>
                <c:pt idx="14">
                  <c:v>82.114</c:v>
                </c:pt>
                <c:pt idx="15">
                  <c:v>87.49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36.187</c:v>
                </c:pt>
                <c:pt idx="1">
                  <c:v>37.881</c:v>
                </c:pt>
                <c:pt idx="2">
                  <c:v>39.659</c:v>
                </c:pt>
                <c:pt idx="3">
                  <c:v>41.876</c:v>
                </c:pt>
                <c:pt idx="4">
                  <c:v>44.047</c:v>
                </c:pt>
                <c:pt idx="5">
                  <c:v>46.879</c:v>
                </c:pt>
                <c:pt idx="6">
                  <c:v>49.692</c:v>
                </c:pt>
                <c:pt idx="7">
                  <c:v>52.529</c:v>
                </c:pt>
                <c:pt idx="8">
                  <c:v>55.88</c:v>
                </c:pt>
                <c:pt idx="9">
                  <c:v>59.145</c:v>
                </c:pt>
                <c:pt idx="10">
                  <c:v>62.408</c:v>
                </c:pt>
                <c:pt idx="11">
                  <c:v>66.124</c:v>
                </c:pt>
                <c:pt idx="12">
                  <c:v>70.472</c:v>
                </c:pt>
                <c:pt idx="13">
                  <c:v>74.709</c:v>
                </c:pt>
                <c:pt idx="14">
                  <c:v>79.252</c:v>
                </c:pt>
                <c:pt idx="15">
                  <c:v>84.532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30.823</c:v>
                </c:pt>
                <c:pt idx="1">
                  <c:v>32.221</c:v>
                </c:pt>
                <c:pt idx="2">
                  <c:v>33.731</c:v>
                </c:pt>
                <c:pt idx="3">
                  <c:v>35.277</c:v>
                </c:pt>
                <c:pt idx="4">
                  <c:v>36.826</c:v>
                </c:pt>
                <c:pt idx="5">
                  <c:v>38.955</c:v>
                </c:pt>
                <c:pt idx="6">
                  <c:v>40.796</c:v>
                </c:pt>
                <c:pt idx="7">
                  <c:v>42.821</c:v>
                </c:pt>
                <c:pt idx="8">
                  <c:v>45.119</c:v>
                </c:pt>
                <c:pt idx="9">
                  <c:v>47.696</c:v>
                </c:pt>
                <c:pt idx="10">
                  <c:v>50.115</c:v>
                </c:pt>
                <c:pt idx="11">
                  <c:v>52.982</c:v>
                </c:pt>
                <c:pt idx="12">
                  <c:v>55.818</c:v>
                </c:pt>
                <c:pt idx="13">
                  <c:v>59.005</c:v>
                </c:pt>
                <c:pt idx="14">
                  <c:v>61.822</c:v>
                </c:pt>
                <c:pt idx="15">
                  <c:v>64.765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29.38</c:v>
                </c:pt>
                <c:pt idx="1">
                  <c:v>30.673</c:v>
                </c:pt>
                <c:pt idx="2">
                  <c:v>32.214</c:v>
                </c:pt>
                <c:pt idx="3">
                  <c:v>33.604</c:v>
                </c:pt>
                <c:pt idx="4">
                  <c:v>35.292</c:v>
                </c:pt>
                <c:pt idx="5">
                  <c:v>37.171</c:v>
                </c:pt>
                <c:pt idx="6">
                  <c:v>39.177</c:v>
                </c:pt>
                <c:pt idx="7">
                  <c:v>41.28</c:v>
                </c:pt>
                <c:pt idx="8">
                  <c:v>43.499</c:v>
                </c:pt>
                <c:pt idx="9">
                  <c:v>45.922</c:v>
                </c:pt>
                <c:pt idx="10">
                  <c:v>48.475</c:v>
                </c:pt>
                <c:pt idx="11">
                  <c:v>51.037</c:v>
                </c:pt>
                <c:pt idx="12">
                  <c:v>54.045</c:v>
                </c:pt>
                <c:pt idx="13">
                  <c:v>57.254</c:v>
                </c:pt>
                <c:pt idx="14">
                  <c:v>60.562</c:v>
                </c:pt>
                <c:pt idx="15">
                  <c:v>64.055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28.832</c:v>
                </c:pt>
                <c:pt idx="1">
                  <c:v>30.636</c:v>
                </c:pt>
                <c:pt idx="2">
                  <c:v>32.567</c:v>
                </c:pt>
                <c:pt idx="3">
                  <c:v>34.512</c:v>
                </c:pt>
                <c:pt idx="4">
                  <c:v>36.329</c:v>
                </c:pt>
                <c:pt idx="5">
                  <c:v>38.669</c:v>
                </c:pt>
                <c:pt idx="6">
                  <c:v>41.395</c:v>
                </c:pt>
                <c:pt idx="7">
                  <c:v>44.258</c:v>
                </c:pt>
                <c:pt idx="8">
                  <c:v>47.354</c:v>
                </c:pt>
                <c:pt idx="9">
                  <c:v>50.547</c:v>
                </c:pt>
                <c:pt idx="10">
                  <c:v>54.028</c:v>
                </c:pt>
                <c:pt idx="11">
                  <c:v>57.63</c:v>
                </c:pt>
                <c:pt idx="12">
                  <c:v>61.42</c:v>
                </c:pt>
                <c:pt idx="13">
                  <c:v>65.799</c:v>
                </c:pt>
                <c:pt idx="14">
                  <c:v>70.463</c:v>
                </c:pt>
                <c:pt idx="15">
                  <c:v>75.667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26.13</c:v>
                </c:pt>
                <c:pt idx="1">
                  <c:v>27.631</c:v>
                </c:pt>
                <c:pt idx="2">
                  <c:v>29.005</c:v>
                </c:pt>
                <c:pt idx="3">
                  <c:v>30.671</c:v>
                </c:pt>
                <c:pt idx="4">
                  <c:v>32.159</c:v>
                </c:pt>
                <c:pt idx="5">
                  <c:v>34.095</c:v>
                </c:pt>
                <c:pt idx="6">
                  <c:v>36.037</c:v>
                </c:pt>
                <c:pt idx="7">
                  <c:v>38.339</c:v>
                </c:pt>
                <c:pt idx="8">
                  <c:v>40.911</c:v>
                </c:pt>
                <c:pt idx="9">
                  <c:v>43.641</c:v>
                </c:pt>
                <c:pt idx="10">
                  <c:v>46.303</c:v>
                </c:pt>
                <c:pt idx="11">
                  <c:v>48.955</c:v>
                </c:pt>
                <c:pt idx="12">
                  <c:v>51.837</c:v>
                </c:pt>
                <c:pt idx="13">
                  <c:v>54.858</c:v>
                </c:pt>
                <c:pt idx="14">
                  <c:v>58.396</c:v>
                </c:pt>
                <c:pt idx="15">
                  <c:v>62.139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25.017</c:v>
                </c:pt>
                <c:pt idx="1">
                  <c:v>26.234</c:v>
                </c:pt>
                <c:pt idx="2">
                  <c:v>27.512</c:v>
                </c:pt>
                <c:pt idx="3">
                  <c:v>28.887</c:v>
                </c:pt>
                <c:pt idx="4">
                  <c:v>30.438</c:v>
                </c:pt>
                <c:pt idx="5">
                  <c:v>32.391</c:v>
                </c:pt>
                <c:pt idx="6">
                  <c:v>34.462</c:v>
                </c:pt>
                <c:pt idx="7">
                  <c:v>36.591</c:v>
                </c:pt>
                <c:pt idx="8">
                  <c:v>38.883</c:v>
                </c:pt>
                <c:pt idx="9">
                  <c:v>41.315</c:v>
                </c:pt>
                <c:pt idx="10">
                  <c:v>44.11</c:v>
                </c:pt>
                <c:pt idx="11">
                  <c:v>46.792</c:v>
                </c:pt>
                <c:pt idx="12">
                  <c:v>49.618</c:v>
                </c:pt>
                <c:pt idx="13">
                  <c:v>53.046</c:v>
                </c:pt>
                <c:pt idx="14">
                  <c:v>56.199</c:v>
                </c:pt>
                <c:pt idx="15">
                  <c:v>59.742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15.217</c:v>
                </c:pt>
                <c:pt idx="1">
                  <c:v>15.94</c:v>
                </c:pt>
                <c:pt idx="2">
                  <c:v>16.628</c:v>
                </c:pt>
                <c:pt idx="3">
                  <c:v>17.403</c:v>
                </c:pt>
                <c:pt idx="4">
                  <c:v>18.132</c:v>
                </c:pt>
                <c:pt idx="5">
                  <c:v>19.029</c:v>
                </c:pt>
                <c:pt idx="6">
                  <c:v>20.074</c:v>
                </c:pt>
                <c:pt idx="7">
                  <c:v>21.288</c:v>
                </c:pt>
                <c:pt idx="8">
                  <c:v>22.459</c:v>
                </c:pt>
                <c:pt idx="9">
                  <c:v>23.674</c:v>
                </c:pt>
                <c:pt idx="10">
                  <c:v>24.987</c:v>
                </c:pt>
                <c:pt idx="11">
                  <c:v>26.305</c:v>
                </c:pt>
                <c:pt idx="12">
                  <c:v>27.745</c:v>
                </c:pt>
                <c:pt idx="13">
                  <c:v>29.261</c:v>
                </c:pt>
                <c:pt idx="14">
                  <c:v>30.845</c:v>
                </c:pt>
                <c:pt idx="15">
                  <c:v>32.413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12.006</c:v>
                </c:pt>
                <c:pt idx="1">
                  <c:v>12.63</c:v>
                </c:pt>
                <c:pt idx="2">
                  <c:v>13.396</c:v>
                </c:pt>
                <c:pt idx="3">
                  <c:v>14.191</c:v>
                </c:pt>
                <c:pt idx="4">
                  <c:v>14.989</c:v>
                </c:pt>
                <c:pt idx="5">
                  <c:v>15.971</c:v>
                </c:pt>
                <c:pt idx="6">
                  <c:v>17.045</c:v>
                </c:pt>
                <c:pt idx="7">
                  <c:v>18.212</c:v>
                </c:pt>
                <c:pt idx="8">
                  <c:v>19.502</c:v>
                </c:pt>
                <c:pt idx="9">
                  <c:v>20.751</c:v>
                </c:pt>
                <c:pt idx="10">
                  <c:v>22.124</c:v>
                </c:pt>
                <c:pt idx="11">
                  <c:v>23.604</c:v>
                </c:pt>
                <c:pt idx="12">
                  <c:v>25.273</c:v>
                </c:pt>
                <c:pt idx="13">
                  <c:v>26.97</c:v>
                </c:pt>
                <c:pt idx="14">
                  <c:v>28.625</c:v>
                </c:pt>
                <c:pt idx="15">
                  <c:v>30.662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9.82</c:v>
                </c:pt>
                <c:pt idx="1">
                  <c:v>10.428</c:v>
                </c:pt>
                <c:pt idx="2">
                  <c:v>11.079</c:v>
                </c:pt>
                <c:pt idx="3">
                  <c:v>11.75</c:v>
                </c:pt>
                <c:pt idx="4">
                  <c:v>12.43</c:v>
                </c:pt>
                <c:pt idx="5">
                  <c:v>13.277</c:v>
                </c:pt>
                <c:pt idx="6">
                  <c:v>14.253</c:v>
                </c:pt>
                <c:pt idx="7">
                  <c:v>15.17</c:v>
                </c:pt>
                <c:pt idx="8">
                  <c:v>16.153</c:v>
                </c:pt>
                <c:pt idx="9">
                  <c:v>17.26</c:v>
                </c:pt>
                <c:pt idx="10">
                  <c:v>18.453</c:v>
                </c:pt>
                <c:pt idx="11">
                  <c:v>19.745</c:v>
                </c:pt>
                <c:pt idx="12">
                  <c:v>21.003</c:v>
                </c:pt>
                <c:pt idx="13">
                  <c:v>22.395</c:v>
                </c:pt>
                <c:pt idx="14">
                  <c:v>24.019</c:v>
                </c:pt>
                <c:pt idx="15">
                  <c:v>25.543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9.673</c:v>
                </c:pt>
                <c:pt idx="1">
                  <c:v>10.23</c:v>
                </c:pt>
                <c:pt idx="2">
                  <c:v>10.816</c:v>
                </c:pt>
                <c:pt idx="3">
                  <c:v>11.348</c:v>
                </c:pt>
                <c:pt idx="4">
                  <c:v>11.956</c:v>
                </c:pt>
                <c:pt idx="5">
                  <c:v>12.729</c:v>
                </c:pt>
                <c:pt idx="6">
                  <c:v>13.494</c:v>
                </c:pt>
                <c:pt idx="7">
                  <c:v>14.279</c:v>
                </c:pt>
                <c:pt idx="8">
                  <c:v>15.116</c:v>
                </c:pt>
                <c:pt idx="9">
                  <c:v>16.158</c:v>
                </c:pt>
                <c:pt idx="10">
                  <c:v>17.121</c:v>
                </c:pt>
                <c:pt idx="11">
                  <c:v>18.175</c:v>
                </c:pt>
                <c:pt idx="12">
                  <c:v>19.245</c:v>
                </c:pt>
                <c:pt idx="13">
                  <c:v>20.502</c:v>
                </c:pt>
                <c:pt idx="14">
                  <c:v>21.937</c:v>
                </c:pt>
                <c:pt idx="15">
                  <c:v>23.338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29.432684891593112</c:v>
                </c:pt>
                <c:pt idx="1">
                  <c:v>33.775689958896066</c:v>
                </c:pt>
                <c:pt idx="2">
                  <c:v>37.310853117662404</c:v>
                </c:pt>
                <c:pt idx="3">
                  <c:v>34.856243830207305</c:v>
                </c:pt>
                <c:pt idx="4">
                  <c:v>27.358853756925495</c:v>
                </c:pt>
                <c:pt idx="5">
                  <c:v>32.10595770703917</c:v>
                </c:pt>
                <c:pt idx="6">
                  <c:v>33.680430879712745</c:v>
                </c:pt>
                <c:pt idx="7">
                  <c:v>38.24751022929051</c:v>
                </c:pt>
                <c:pt idx="8">
                  <c:v>36.71578669133682</c:v>
                </c:pt>
                <c:pt idx="9">
                  <c:v>40.2940932912186</c:v>
                </c:pt>
                <c:pt idx="10">
                  <c:v>29.35340442798523</c:v>
                </c:pt>
                <c:pt idx="11">
                  <c:v>36.20283273867446</c:v>
                </c:pt>
                <c:pt idx="12">
                  <c:v>36.85818489349331</c:v>
                </c:pt>
                <c:pt idx="13">
                  <c:v>46.35798853055436</c:v>
                </c:pt>
                <c:pt idx="14">
                  <c:v>33.536477262654024</c:v>
                </c:pt>
                <c:pt idx="15">
                  <c:v>27.6246560795482</c:v>
                </c:pt>
                <c:pt idx="16">
                  <c:v>29.496189250717602</c:v>
                </c:pt>
                <c:pt idx="17">
                  <c:v>33.350967535272446</c:v>
                </c:pt>
                <c:pt idx="18">
                  <c:v>26.43574611795836</c:v>
                </c:pt>
                <c:pt idx="19">
                  <c:v>30.2208027269847</c:v>
                </c:pt>
                <c:pt idx="20">
                  <c:v>27.628510933224092</c:v>
                </c:pt>
                <c:pt idx="21">
                  <c:v>35.03766075138991</c:v>
                </c:pt>
                <c:pt idx="22">
                  <c:v>37.50959198013409</c:v>
                </c:pt>
                <c:pt idx="23">
                  <c:v>34.89718362915198</c:v>
                </c:pt>
                <c:pt idx="24">
                  <c:v>47.883011558538804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20.438769388979345</c:v>
                </c:pt>
                <c:pt idx="1">
                  <c:v>22.66196907418281</c:v>
                </c:pt>
                <c:pt idx="2">
                  <c:v>17.80915731802765</c:v>
                </c:pt>
                <c:pt idx="3">
                  <c:v>23.044175715695957</c:v>
                </c:pt>
                <c:pt idx="4">
                  <c:v>29.4076293456974</c:v>
                </c:pt>
                <c:pt idx="5">
                  <c:v>22.615790659499822</c:v>
                </c:pt>
                <c:pt idx="6">
                  <c:v>28.36312543907579</c:v>
                </c:pt>
                <c:pt idx="7">
                  <c:v>20.778198100826064</c:v>
                </c:pt>
                <c:pt idx="8">
                  <c:v>15.78933456684068</c:v>
                </c:pt>
                <c:pt idx="9">
                  <c:v>19.758431817912957</c:v>
                </c:pt>
                <c:pt idx="10">
                  <c:v>19.976225582644673</c:v>
                </c:pt>
                <c:pt idx="11">
                  <c:v>19.213969077738135</c:v>
                </c:pt>
                <c:pt idx="12">
                  <c:v>19.441830963581587</c:v>
                </c:pt>
                <c:pt idx="13">
                  <c:v>17.107818955417155</c:v>
                </c:pt>
                <c:pt idx="14">
                  <c:v>24.447448512247735</c:v>
                </c:pt>
                <c:pt idx="15">
                  <c:v>25.740075438390832</c:v>
                </c:pt>
                <c:pt idx="16">
                  <c:v>21.019059245328666</c:v>
                </c:pt>
                <c:pt idx="17">
                  <c:v>21.37799154528997</c:v>
                </c:pt>
                <c:pt idx="18">
                  <c:v>28.02207367174988</c:v>
                </c:pt>
                <c:pt idx="19">
                  <c:v>25.16888877558825</c:v>
                </c:pt>
                <c:pt idx="20">
                  <c:v>25.155108641546015</c:v>
                </c:pt>
                <c:pt idx="21">
                  <c:v>19.333688998708375</c:v>
                </c:pt>
                <c:pt idx="22">
                  <c:v>19.295764259214447</c:v>
                </c:pt>
                <c:pt idx="23">
                  <c:v>17.009683352168228</c:v>
                </c:pt>
                <c:pt idx="24">
                  <c:v>13.114359596358934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20.198817379381268</c:v>
                </c:pt>
                <c:pt idx="1">
                  <c:v>19.134860050890584</c:v>
                </c:pt>
                <c:pt idx="2">
                  <c:v>13.41964518653796</c:v>
                </c:pt>
                <c:pt idx="3">
                  <c:v>16.942250740375126</c:v>
                </c:pt>
                <c:pt idx="4">
                  <c:v>15.081264750682088</c:v>
                </c:pt>
                <c:pt idx="5">
                  <c:v>14.292381473494478</c:v>
                </c:pt>
                <c:pt idx="6">
                  <c:v>16.43743657794083</c:v>
                </c:pt>
                <c:pt idx="7">
                  <c:v>13.437813633907203</c:v>
                </c:pt>
                <c:pt idx="8">
                  <c:v>17.778365162228244</c:v>
                </c:pt>
                <c:pt idx="9">
                  <c:v>10.003430694064898</c:v>
                </c:pt>
                <c:pt idx="10">
                  <c:v>15.27392014996171</c:v>
                </c:pt>
                <c:pt idx="11">
                  <c:v>9.593469564277221</c:v>
                </c:pt>
                <c:pt idx="12">
                  <c:v>12.835773560970454</c:v>
                </c:pt>
                <c:pt idx="13">
                  <c:v>12.249491274588395</c:v>
                </c:pt>
                <c:pt idx="14">
                  <c:v>11.68188399373578</c:v>
                </c:pt>
                <c:pt idx="15">
                  <c:v>15.806204704211172</c:v>
                </c:pt>
                <c:pt idx="16">
                  <c:v>18.622631341625695</c:v>
                </c:pt>
                <c:pt idx="17">
                  <c:v>16.398351768354537</c:v>
                </c:pt>
                <c:pt idx="18">
                  <c:v>12.642312513056192</c:v>
                </c:pt>
                <c:pt idx="19">
                  <c:v>14.12328971663104</c:v>
                </c:pt>
                <c:pt idx="20">
                  <c:v>17.90471744623893</c:v>
                </c:pt>
                <c:pt idx="21">
                  <c:v>19.429683551412367</c:v>
                </c:pt>
                <c:pt idx="22">
                  <c:v>13.291217045967743</c:v>
                </c:pt>
                <c:pt idx="23">
                  <c:v>16.33162711338607</c:v>
                </c:pt>
                <c:pt idx="24">
                  <c:v>9.396482912506835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9.898020395920817</c:v>
                </c:pt>
                <c:pt idx="1">
                  <c:v>7.907614014484244</c:v>
                </c:pt>
                <c:pt idx="2">
                  <c:v>9.154056874510827</c:v>
                </c:pt>
                <c:pt idx="3">
                  <c:v>7.329713721618954</c:v>
                </c:pt>
                <c:pt idx="4">
                  <c:v>7.801750832733541</c:v>
                </c:pt>
                <c:pt idx="5">
                  <c:v>6.763976954520583</c:v>
                </c:pt>
                <c:pt idx="6">
                  <c:v>7.2828038404496125</c:v>
                </c:pt>
                <c:pt idx="7">
                  <c:v>9.108314676136803</c:v>
                </c:pt>
                <c:pt idx="8">
                  <c:v>7.130112998083658</c:v>
                </c:pt>
                <c:pt idx="9">
                  <c:v>10.562988726029504</c:v>
                </c:pt>
                <c:pt idx="10">
                  <c:v>12.87361839774143</c:v>
                </c:pt>
                <c:pt idx="11">
                  <c:v>8.483079251811008</c:v>
                </c:pt>
                <c:pt idx="12">
                  <c:v>11.609493102172419</c:v>
                </c:pt>
                <c:pt idx="13">
                  <c:v>7.116760189924156</c:v>
                </c:pt>
                <c:pt idx="14">
                  <c:v>7.620482817717107</c:v>
                </c:pt>
                <c:pt idx="15">
                  <c:v>8.98778780711493</c:v>
                </c:pt>
                <c:pt idx="16">
                  <c:v>9.583512048126515</c:v>
                </c:pt>
                <c:pt idx="17">
                  <c:v>10.587315993574032</c:v>
                </c:pt>
                <c:pt idx="18">
                  <c:v>8.207558665831069</c:v>
                </c:pt>
                <c:pt idx="19">
                  <c:v>12.687325420901788</c:v>
                </c:pt>
                <c:pt idx="20">
                  <c:v>9.31485446581894</c:v>
                </c:pt>
                <c:pt idx="21">
                  <c:v>6.455502049755714</c:v>
                </c:pt>
                <c:pt idx="22">
                  <c:v>10.19926732153094</c:v>
                </c:pt>
                <c:pt idx="23">
                  <c:v>11.381705776773247</c:v>
                </c:pt>
                <c:pt idx="24">
                  <c:v>7.419960959447888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12.854571942754307</c:v>
                </c:pt>
                <c:pt idx="1">
                  <c:v>8.698375415932666</c:v>
                </c:pt>
                <c:pt idx="2">
                  <c:v>15.108922515001302</c:v>
                </c:pt>
                <c:pt idx="3">
                  <c:v>10.322063178677197</c:v>
                </c:pt>
                <c:pt idx="4">
                  <c:v>11.40552031200308</c:v>
                </c:pt>
                <c:pt idx="5">
                  <c:v>12.641217934275323</c:v>
                </c:pt>
                <c:pt idx="6">
                  <c:v>7.709000078057918</c:v>
                </c:pt>
                <c:pt idx="7">
                  <c:v>10.081062302169382</c:v>
                </c:pt>
                <c:pt idx="8">
                  <c:v>12.198506575034694</c:v>
                </c:pt>
                <c:pt idx="9">
                  <c:v>10.333487123067275</c:v>
                </c:pt>
                <c:pt idx="10">
                  <c:v>15.005314953879918</c:v>
                </c:pt>
                <c:pt idx="11">
                  <c:v>15.080549248567415</c:v>
                </c:pt>
                <c:pt idx="12">
                  <c:v>10.9582958930176</c:v>
                </c:pt>
                <c:pt idx="13">
                  <c:v>9.323549361780847</c:v>
                </c:pt>
                <c:pt idx="14">
                  <c:v>12.102207251130219</c:v>
                </c:pt>
                <c:pt idx="15">
                  <c:v>12.784531682055453</c:v>
                </c:pt>
                <c:pt idx="16">
                  <c:v>11.801225158643744</c:v>
                </c:pt>
                <c:pt idx="17">
                  <c:v>11.264857624042051</c:v>
                </c:pt>
                <c:pt idx="18">
                  <c:v>11.797576770419887</c:v>
                </c:pt>
                <c:pt idx="19">
                  <c:v>11.898874317616514</c:v>
                </c:pt>
                <c:pt idx="20">
                  <c:v>12.61971052738129</c:v>
                </c:pt>
                <c:pt idx="21">
                  <c:v>13.134581905992027</c:v>
                </c:pt>
                <c:pt idx="22">
                  <c:v>11.455509387523762</c:v>
                </c:pt>
                <c:pt idx="23">
                  <c:v>12.219637040483944</c:v>
                </c:pt>
                <c:pt idx="24">
                  <c:v>13.396152023952892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7.177136001371154</c:v>
                </c:pt>
                <c:pt idx="1">
                  <c:v>7.821491485613623</c:v>
                </c:pt>
                <c:pt idx="2">
                  <c:v>7.197364988259847</c:v>
                </c:pt>
                <c:pt idx="3">
                  <c:v>7.505552813425469</c:v>
                </c:pt>
                <c:pt idx="4">
                  <c:v>8.944981001958388</c:v>
                </c:pt>
                <c:pt idx="5">
                  <c:v>11.58067527117062</c:v>
                </c:pt>
                <c:pt idx="6">
                  <c:v>6.527203184763093</c:v>
                </c:pt>
                <c:pt idx="7">
                  <c:v>8.347101057670038</c:v>
                </c:pt>
                <c:pt idx="8">
                  <c:v>10.387894006475914</c:v>
                </c:pt>
                <c:pt idx="9">
                  <c:v>9.047568347706758</c:v>
                </c:pt>
                <c:pt idx="10">
                  <c:v>7.517516487787036</c:v>
                </c:pt>
                <c:pt idx="11">
                  <c:v>11.426100118931776</c:v>
                </c:pt>
                <c:pt idx="12">
                  <c:v>8.29642158676463</c:v>
                </c:pt>
                <c:pt idx="13">
                  <c:v>7.844391687735093</c:v>
                </c:pt>
                <c:pt idx="14">
                  <c:v>10.611500162515144</c:v>
                </c:pt>
                <c:pt idx="15">
                  <c:v>9.056744288679415</c:v>
                </c:pt>
                <c:pt idx="16">
                  <c:v>9.477382955557752</c:v>
                </c:pt>
                <c:pt idx="17">
                  <c:v>7.020515533466966</c:v>
                </c:pt>
                <c:pt idx="18">
                  <c:v>12.89473226098461</c:v>
                </c:pt>
                <c:pt idx="19">
                  <c:v>5.900819042277732</c:v>
                </c:pt>
                <c:pt idx="20">
                  <c:v>7.37709798579074</c:v>
                </c:pt>
                <c:pt idx="21">
                  <c:v>6.608882742741619</c:v>
                </c:pt>
                <c:pt idx="22">
                  <c:v>8.24865000562902</c:v>
                </c:pt>
                <c:pt idx="23">
                  <c:v>8.160163088036516</c:v>
                </c:pt>
                <c:pt idx="24">
                  <c:v>8.79003294919464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106.65394472920214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208.3393265534601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2054.639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91.71232846117702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123.52031439898764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1117.913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95.93623868655277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89.09206442666692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826.198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98.53665223342836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55.81311685621316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525.387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103.26519363463005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72.11824985494134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697.556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95.92400039081149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51.11692790973083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474.001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1094.536</c:v>
                </c:pt>
                <c:pt idx="2">
                  <c:v>1241.772</c:v>
                </c:pt>
                <c:pt idx="3">
                  <c:v>1408.542</c:v>
                </c:pt>
                <c:pt idx="4">
                  <c:v>1596.077</c:v>
                </c:pt>
                <c:pt idx="5">
                  <c:v>1811.233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1094.536</c:v>
                </c:pt>
                <c:pt idx="1">
                  <c:v>147.23599999999988</c:v>
                </c:pt>
                <c:pt idx="2">
                  <c:v>166.76999999999998</c:v>
                </c:pt>
                <c:pt idx="3">
                  <c:v>187.53500000000008</c:v>
                </c:pt>
                <c:pt idx="4">
                  <c:v>215.15599999999995</c:v>
                </c:pt>
                <c:pt idx="5">
                  <c:v>243.40600000000018</c:v>
                </c:pt>
                <c:pt idx="6">
                  <c:v>2054.639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648.929</c:v>
                </c:pt>
                <c:pt idx="2">
                  <c:v>722.665</c:v>
                </c:pt>
                <c:pt idx="3">
                  <c:v>805.4449999999999</c:v>
                </c:pt>
                <c:pt idx="4">
                  <c:v>897.356</c:v>
                </c:pt>
                <c:pt idx="5">
                  <c:v>1001.741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648.929</c:v>
                </c:pt>
                <c:pt idx="1">
                  <c:v>73.73599999999999</c:v>
                </c:pt>
                <c:pt idx="2">
                  <c:v>82.77999999999997</c:v>
                </c:pt>
                <c:pt idx="3">
                  <c:v>91.91100000000006</c:v>
                </c:pt>
                <c:pt idx="4">
                  <c:v>104.38499999999999</c:v>
                </c:pt>
                <c:pt idx="5">
                  <c:v>116.17200000000003</c:v>
                </c:pt>
                <c:pt idx="6">
                  <c:v>1117.913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468.056</c:v>
                </c:pt>
                <c:pt idx="2">
                  <c:v>523.875</c:v>
                </c:pt>
                <c:pt idx="3">
                  <c:v>586.652</c:v>
                </c:pt>
                <c:pt idx="4">
                  <c:v>656.798</c:v>
                </c:pt>
                <c:pt idx="5">
                  <c:v>736.8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468.056</c:v>
                </c:pt>
                <c:pt idx="1">
                  <c:v>55.81900000000002</c:v>
                </c:pt>
                <c:pt idx="2">
                  <c:v>62.777000000000044</c:v>
                </c:pt>
                <c:pt idx="3">
                  <c:v>70.14599999999996</c:v>
                </c:pt>
                <c:pt idx="4">
                  <c:v>80.00199999999995</c:v>
                </c:pt>
                <c:pt idx="5">
                  <c:v>89.39800000000002</c:v>
                </c:pt>
                <c:pt idx="6">
                  <c:v>826.198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293.221</c:v>
                </c:pt>
                <c:pt idx="2">
                  <c:v>329.036</c:v>
                </c:pt>
                <c:pt idx="3">
                  <c:v>369.481</c:v>
                </c:pt>
                <c:pt idx="4">
                  <c:v>414.932</c:v>
                </c:pt>
                <c:pt idx="5">
                  <c:v>466.96400000000006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293.221</c:v>
                </c:pt>
                <c:pt idx="1">
                  <c:v>35.815</c:v>
                </c:pt>
                <c:pt idx="2">
                  <c:v>40.44499999999999</c:v>
                </c:pt>
                <c:pt idx="3">
                  <c:v>45.45100000000002</c:v>
                </c:pt>
                <c:pt idx="4">
                  <c:v>52.03200000000004</c:v>
                </c:pt>
                <c:pt idx="5">
                  <c:v>58.42299999999989</c:v>
                </c:pt>
                <c:pt idx="6">
                  <c:v>525.387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378.882</c:v>
                </c:pt>
                <c:pt idx="2">
                  <c:v>427.914</c:v>
                </c:pt>
                <c:pt idx="3">
                  <c:v>483.33299999999997</c:v>
                </c:pt>
                <c:pt idx="4">
                  <c:v>545.596</c:v>
                </c:pt>
                <c:pt idx="5">
                  <c:v>617.0269999999999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378.882</c:v>
                </c:pt>
                <c:pt idx="1">
                  <c:v>49.03199999999998</c:v>
                </c:pt>
                <c:pt idx="2">
                  <c:v>55.41899999999998</c:v>
                </c:pt>
                <c:pt idx="3">
                  <c:v>62.263000000000034</c:v>
                </c:pt>
                <c:pt idx="4">
                  <c:v>71.43099999999993</c:v>
                </c:pt>
                <c:pt idx="5">
                  <c:v>80.52900000000011</c:v>
                </c:pt>
                <c:pt idx="6">
                  <c:v>697.556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268.549</c:v>
                </c:pt>
                <c:pt idx="2">
                  <c:v>300.528</c:v>
                </c:pt>
                <c:pt idx="3">
                  <c:v>336.56899999999996</c:v>
                </c:pt>
                <c:pt idx="4">
                  <c:v>376.712</c:v>
                </c:pt>
                <c:pt idx="5">
                  <c:v>422.606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268.549</c:v>
                </c:pt>
                <c:pt idx="1">
                  <c:v>31.979000000000042</c:v>
                </c:pt>
                <c:pt idx="2">
                  <c:v>36.04099999999994</c:v>
                </c:pt>
                <c:pt idx="3">
                  <c:v>40.14300000000003</c:v>
                </c:pt>
                <c:pt idx="4">
                  <c:v>45.894000000000005</c:v>
                </c:pt>
                <c:pt idx="5">
                  <c:v>51.39499999999998</c:v>
                </c:pt>
                <c:pt idx="6">
                  <c:v>474.001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33.96666378789187</c:v>
                </c:pt>
                <c:pt idx="1">
                  <c:v>34.72322109224336</c:v>
                </c:pt>
                <c:pt idx="2">
                  <c:v>36.07354959729227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21.106185054530744</c:v>
                </c:pt>
                <c:pt idx="1">
                  <c:v>20.58671906649794</c:v>
                </c:pt>
                <c:pt idx="2">
                  <c:v>19.62733601910496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15.038444040130397</c:v>
                </c:pt>
                <c:pt idx="1">
                  <c:v>14.84867740444449</c:v>
                </c:pt>
                <c:pt idx="2">
                  <c:v>14.505659889734243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11.906970670794472</c:v>
                </c:pt>
                <c:pt idx="1">
                  <c:v>12.01970830915689</c:v>
                </c:pt>
                <c:pt idx="2">
                  <c:v>12.247076475667408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9.358800435204632</c:v>
                </c:pt>
                <c:pt idx="1">
                  <c:v>9.302186142702194</c:v>
                </c:pt>
                <c:pt idx="2">
                  <c:v>9.224284169760523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8.622936011447882</c:v>
                </c:pt>
                <c:pt idx="1">
                  <c:v>8.51948798495514</c:v>
                </c:pt>
                <c:pt idx="2">
                  <c:v>8.322093848440593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54.16291725585979</c:v>
                </c:pt>
                <c:pt idx="1">
                  <c:v>56.58131704643332</c:v>
                </c:pt>
                <c:pt idx="2">
                  <c:v>50.50225034244341</c:v>
                </c:pt>
                <c:pt idx="3">
                  <c:v>62.73910897198568</c:v>
                </c:pt>
                <c:pt idx="4">
                  <c:v>56.74829681458296</c:v>
                </c:pt>
                <c:pt idx="5">
                  <c:v>61.618307343214404</c:v>
                </c:pt>
                <c:pt idx="6">
                  <c:v>44.67792799825147</c:v>
                </c:pt>
                <c:pt idx="7">
                  <c:v>53.17460317460318</c:v>
                </c:pt>
                <c:pt idx="8">
                  <c:v>65.3173155710623</c:v>
                </c:pt>
                <c:pt idx="9">
                  <c:v>59.9328073060225</c:v>
                </c:pt>
                <c:pt idx="10">
                  <c:v>62.97219142540376</c:v>
                </c:pt>
                <c:pt idx="11">
                  <c:v>58.93693167688432</c:v>
                </c:pt>
                <c:pt idx="12">
                  <c:v>64.37164362129477</c:v>
                </c:pt>
                <c:pt idx="13">
                  <c:v>47.00010790978742</c:v>
                </c:pt>
                <c:pt idx="14">
                  <c:v>53.008265805860674</c:v>
                </c:pt>
                <c:pt idx="15">
                  <c:v>59.4065482429525</c:v>
                </c:pt>
                <c:pt idx="16">
                  <c:v>55.84479857468079</c:v>
                </c:pt>
                <c:pt idx="17">
                  <c:v>59.28392197593659</c:v>
                </c:pt>
                <c:pt idx="18">
                  <c:v>66.98292220113852</c:v>
                </c:pt>
                <c:pt idx="19">
                  <c:v>58.839789065800396</c:v>
                </c:pt>
                <c:pt idx="20">
                  <c:v>53.78038178938468</c:v>
                </c:pt>
                <c:pt idx="21">
                  <c:v>59.713805866032075</c:v>
                </c:pt>
                <c:pt idx="22">
                  <c:v>57.43972442493634</c:v>
                </c:pt>
                <c:pt idx="23">
                  <c:v>58.211968149048445</c:v>
                </c:pt>
                <c:pt idx="24">
                  <c:v>56.36875205462676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28.73119938295411</c:v>
                </c:pt>
                <c:pt idx="1">
                  <c:v>28.29848876360504</c:v>
                </c:pt>
                <c:pt idx="2">
                  <c:v>31.524362402974365</c:v>
                </c:pt>
                <c:pt idx="3">
                  <c:v>24.31815377020856</c:v>
                </c:pt>
                <c:pt idx="4">
                  <c:v>27.96571868565977</c:v>
                </c:pt>
                <c:pt idx="5">
                  <c:v>27.28560163504401</c:v>
                </c:pt>
                <c:pt idx="6">
                  <c:v>42.414213007774684</c:v>
                </c:pt>
                <c:pt idx="7">
                  <c:v>36.17132975109629</c:v>
                </c:pt>
                <c:pt idx="8">
                  <c:v>25.041630322734115</c:v>
                </c:pt>
                <c:pt idx="9">
                  <c:v>23.21341961127607</c:v>
                </c:pt>
                <c:pt idx="10">
                  <c:v>27.58340857916814</c:v>
                </c:pt>
                <c:pt idx="11">
                  <c:v>26.68915631386033</c:v>
                </c:pt>
                <c:pt idx="12">
                  <c:v>25.680789885407414</c:v>
                </c:pt>
                <c:pt idx="13">
                  <c:v>39.766298231821054</c:v>
                </c:pt>
                <c:pt idx="14">
                  <c:v>34.79542315164319</c:v>
                </c:pt>
                <c:pt idx="15">
                  <c:v>31.357919126165395</c:v>
                </c:pt>
                <c:pt idx="16">
                  <c:v>28.309523023964278</c:v>
                </c:pt>
                <c:pt idx="17">
                  <c:v>28.57080455641893</c:v>
                </c:pt>
                <c:pt idx="18">
                  <c:v>25.40257298539421</c:v>
                </c:pt>
                <c:pt idx="19">
                  <c:v>28.349017437032938</c:v>
                </c:pt>
                <c:pt idx="20">
                  <c:v>33.05776856846844</c:v>
                </c:pt>
                <c:pt idx="21">
                  <c:v>23.514143865726727</c:v>
                </c:pt>
                <c:pt idx="22">
                  <c:v>29.825151659454647</c:v>
                </c:pt>
                <c:pt idx="23">
                  <c:v>25.504027902266728</c:v>
                </c:pt>
                <c:pt idx="24">
                  <c:v>31.371921282817627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17.1058833611861</c:v>
                </c:pt>
                <c:pt idx="1">
                  <c:v>15.12019418996163</c:v>
                </c:pt>
                <c:pt idx="2">
                  <c:v>17.97338725458222</c:v>
                </c:pt>
                <c:pt idx="3">
                  <c:v>12.942737257805751</c:v>
                </c:pt>
                <c:pt idx="4">
                  <c:v>15.285984499757285</c:v>
                </c:pt>
                <c:pt idx="5">
                  <c:v>11.096091021741579</c:v>
                </c:pt>
                <c:pt idx="6">
                  <c:v>12.907858993973836</c:v>
                </c:pt>
                <c:pt idx="7">
                  <c:v>10.654067074300535</c:v>
                </c:pt>
                <c:pt idx="8">
                  <c:v>9.641054106203576</c:v>
                </c:pt>
                <c:pt idx="9">
                  <c:v>16.85377308270143</c:v>
                </c:pt>
                <c:pt idx="10">
                  <c:v>9.444399995428101</c:v>
                </c:pt>
                <c:pt idx="11">
                  <c:v>14.373912009255358</c:v>
                </c:pt>
                <c:pt idx="12">
                  <c:v>9.947566493297813</c:v>
                </c:pt>
                <c:pt idx="13">
                  <c:v>13.23359385839153</c:v>
                </c:pt>
                <c:pt idx="14">
                  <c:v>12.196311042496141</c:v>
                </c:pt>
                <c:pt idx="15">
                  <c:v>9.23553263088211</c:v>
                </c:pt>
                <c:pt idx="16">
                  <c:v>15.845678401354931</c:v>
                </c:pt>
                <c:pt idx="17">
                  <c:v>12.145273467644477</c:v>
                </c:pt>
                <c:pt idx="18">
                  <c:v>7.614504813467264</c:v>
                </c:pt>
                <c:pt idx="19">
                  <c:v>12.811193497166663</c:v>
                </c:pt>
                <c:pt idx="20">
                  <c:v>13.16184964214688</c:v>
                </c:pt>
                <c:pt idx="21">
                  <c:v>16.77205026824119</c:v>
                </c:pt>
                <c:pt idx="22">
                  <c:v>12.73512391560902</c:v>
                </c:pt>
                <c:pt idx="23">
                  <c:v>16.284003948684823</c:v>
                </c:pt>
                <c:pt idx="24">
                  <c:v>12.259326662555623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100.72868302943618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172.40128939787178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3286.876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98.38292165652088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87.38049895167424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1643.628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100.368861424873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40.21821165045403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765.188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1811.46</c:v>
                </c:pt>
                <c:pt idx="2">
                  <c:v>2039.769</c:v>
                </c:pt>
                <c:pt idx="3">
                  <c:v>2297.488</c:v>
                </c:pt>
                <c:pt idx="4">
                  <c:v>2586.095</c:v>
                </c:pt>
                <c:pt idx="5">
                  <c:v>2915.934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1811.46</c:v>
                </c:pt>
                <c:pt idx="1">
                  <c:v>228.30899999999997</c:v>
                </c:pt>
                <c:pt idx="2">
                  <c:v>257.7189999999998</c:v>
                </c:pt>
                <c:pt idx="3">
                  <c:v>288.60699999999997</c:v>
                </c:pt>
                <c:pt idx="4">
                  <c:v>329.8390000000004</c:v>
                </c:pt>
                <c:pt idx="5">
                  <c:v>370.942</c:v>
                </c:pt>
                <c:pt idx="6">
                  <c:v>3286.876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918.127</c:v>
                </c:pt>
                <c:pt idx="2">
                  <c:v>1030.617</c:v>
                </c:pt>
                <c:pt idx="3">
                  <c:v>1157.527</c:v>
                </c:pt>
                <c:pt idx="4">
                  <c:v>1299.451</c:v>
                </c:pt>
                <c:pt idx="5">
                  <c:v>1461.6370000000002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918.127</c:v>
                </c:pt>
                <c:pt idx="1">
                  <c:v>112.49000000000001</c:v>
                </c:pt>
                <c:pt idx="2">
                  <c:v>126.91000000000008</c:v>
                </c:pt>
                <c:pt idx="3">
                  <c:v>141.92399999999998</c:v>
                </c:pt>
                <c:pt idx="4">
                  <c:v>162.18600000000015</c:v>
                </c:pt>
                <c:pt idx="5">
                  <c:v>181.99099999999976</c:v>
                </c:pt>
                <c:pt idx="6">
                  <c:v>1643.628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422.582</c:v>
                </c:pt>
                <c:pt idx="2">
                  <c:v>475.403</c:v>
                </c:pt>
                <c:pt idx="3">
                  <c:v>535.006</c:v>
                </c:pt>
                <c:pt idx="4">
                  <c:v>601.926</c:v>
                </c:pt>
                <c:pt idx="5">
                  <c:v>678.803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422.582</c:v>
                </c:pt>
                <c:pt idx="1">
                  <c:v>52.821000000000026</c:v>
                </c:pt>
                <c:pt idx="2">
                  <c:v>59.60299999999995</c:v>
                </c:pt>
                <c:pt idx="3">
                  <c:v>66.92000000000007</c:v>
                </c:pt>
                <c:pt idx="4">
                  <c:v>76.87699999999995</c:v>
                </c:pt>
                <c:pt idx="5">
                  <c:v>86.38499999999999</c:v>
                </c:pt>
                <c:pt idx="6">
                  <c:v>765.188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57.27802777674472</c:v>
                </c:pt>
                <c:pt idx="1">
                  <c:v>57.467096465957255</c:v>
                </c:pt>
                <c:pt idx="2">
                  <c:v>57.708106407439175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29.305374771178627</c:v>
                </c:pt>
                <c:pt idx="1">
                  <c:v>29.12683298389141</c:v>
                </c:pt>
                <c:pt idx="2">
                  <c:v>28.85738905825666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13.416597452076642</c:v>
                </c:pt>
                <c:pt idx="1">
                  <c:v>13.406070550151341</c:v>
                </c:pt>
                <c:pt idx="2">
                  <c:v>13.434504534304173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32.96340731853629</c:v>
                </c:pt>
                <c:pt idx="1">
                  <c:v>37.701131425439456</c:v>
                </c:pt>
                <c:pt idx="2">
                  <c:v>29.51536103320071</c:v>
                </c:pt>
                <c:pt idx="3">
                  <c:v>24.814117792243852</c:v>
                </c:pt>
                <c:pt idx="4">
                  <c:v>33.429857891301076</c:v>
                </c:pt>
                <c:pt idx="5">
                  <c:v>31.578693273253943</c:v>
                </c:pt>
                <c:pt idx="6">
                  <c:v>31.34493794395441</c:v>
                </c:pt>
                <c:pt idx="7">
                  <c:v>35.123909519030335</c:v>
                </c:pt>
                <c:pt idx="8">
                  <c:v>28.113973066197946</c:v>
                </c:pt>
                <c:pt idx="9">
                  <c:v>28.17242970200986</c:v>
                </c:pt>
                <c:pt idx="10">
                  <c:v>23.952451708766716</c:v>
                </c:pt>
                <c:pt idx="11">
                  <c:v>29.328893165673758</c:v>
                </c:pt>
                <c:pt idx="12">
                  <c:v>28.72712665306511</c:v>
                </c:pt>
                <c:pt idx="13">
                  <c:v>29.432304312637292</c:v>
                </c:pt>
                <c:pt idx="14">
                  <c:v>32.012055490714616</c:v>
                </c:pt>
                <c:pt idx="15">
                  <c:v>35.78935028755051</c:v>
                </c:pt>
                <c:pt idx="16">
                  <c:v>32.5513873766868</c:v>
                </c:pt>
                <c:pt idx="17">
                  <c:v>29.081387504307433</c:v>
                </c:pt>
                <c:pt idx="18">
                  <c:v>33.00097921880101</c:v>
                </c:pt>
                <c:pt idx="19">
                  <c:v>25.5465441077392</c:v>
                </c:pt>
                <c:pt idx="20">
                  <c:v>29.022216506140026</c:v>
                </c:pt>
                <c:pt idx="21">
                  <c:v>34.54125228360385</c:v>
                </c:pt>
                <c:pt idx="22">
                  <c:v>33.583036893927535</c:v>
                </c:pt>
                <c:pt idx="23">
                  <c:v>29.138391210076904</c:v>
                </c:pt>
                <c:pt idx="24">
                  <c:v>31.97343443317731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24.256577255977373</c:v>
                </c:pt>
                <c:pt idx="1">
                  <c:v>15.115687272442546</c:v>
                </c:pt>
                <c:pt idx="2">
                  <c:v>16.704715935033594</c:v>
                </c:pt>
                <c:pt idx="3">
                  <c:v>22.407675932496225</c:v>
                </c:pt>
                <c:pt idx="4">
                  <c:v>23.05709455501063</c:v>
                </c:pt>
                <c:pt idx="5">
                  <c:v>22.980366913421303</c:v>
                </c:pt>
                <c:pt idx="6">
                  <c:v>15.744282257435016</c:v>
                </c:pt>
                <c:pt idx="7">
                  <c:v>19.254226820041687</c:v>
                </c:pt>
                <c:pt idx="8">
                  <c:v>25.123237342566775</c:v>
                </c:pt>
                <c:pt idx="9">
                  <c:v>24.467367773532224</c:v>
                </c:pt>
                <c:pt idx="10">
                  <c:v>22.275688650131446</c:v>
                </c:pt>
                <c:pt idx="11">
                  <c:v>21.92044459341111</c:v>
                </c:pt>
                <c:pt idx="12">
                  <c:v>21.812531052781804</c:v>
                </c:pt>
                <c:pt idx="13">
                  <c:v>19.898254133425826</c:v>
                </c:pt>
                <c:pt idx="14">
                  <c:v>22.571542541403815</c:v>
                </c:pt>
                <c:pt idx="15">
                  <c:v>19.876153305106953</c:v>
                </c:pt>
                <c:pt idx="16">
                  <c:v>15.768143675695889</c:v>
                </c:pt>
                <c:pt idx="17">
                  <c:v>19.519605511577907</c:v>
                </c:pt>
                <c:pt idx="18">
                  <c:v>18.28745511913829</c:v>
                </c:pt>
                <c:pt idx="19">
                  <c:v>21.95463037485114</c:v>
                </c:pt>
                <c:pt idx="20">
                  <c:v>20.998742461916603</c:v>
                </c:pt>
                <c:pt idx="21">
                  <c:v>18.861295525101653</c:v>
                </c:pt>
                <c:pt idx="22">
                  <c:v>19.571470904510065</c:v>
                </c:pt>
                <c:pt idx="23">
                  <c:v>28.09039430343494</c:v>
                </c:pt>
                <c:pt idx="24">
                  <c:v>20.19629813854102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13.201645385208671</c:v>
                </c:pt>
                <c:pt idx="1">
                  <c:v>14.900364091923421</c:v>
                </c:pt>
                <c:pt idx="2">
                  <c:v>14.121714173896027</c:v>
                </c:pt>
                <c:pt idx="3">
                  <c:v>10.350785178786289</c:v>
                </c:pt>
                <c:pt idx="4">
                  <c:v>10.824699127931305</c:v>
                </c:pt>
                <c:pt idx="5">
                  <c:v>13.511425812681043</c:v>
                </c:pt>
                <c:pt idx="6">
                  <c:v>9.97424088673796</c:v>
                </c:pt>
                <c:pt idx="7">
                  <c:v>12.01883733498031</c:v>
                </c:pt>
                <c:pt idx="8">
                  <c:v>12.831221007836968</c:v>
                </c:pt>
                <c:pt idx="9">
                  <c:v>12.281594170324013</c:v>
                </c:pt>
                <c:pt idx="10">
                  <c:v>16.222425420048005</c:v>
                </c:pt>
                <c:pt idx="11">
                  <c:v>10.535306901361242</c:v>
                </c:pt>
                <c:pt idx="12">
                  <c:v>9.259278835481041</c:v>
                </c:pt>
                <c:pt idx="13">
                  <c:v>13.26550275561722</c:v>
                </c:pt>
                <c:pt idx="14">
                  <c:v>10.664529377871675</c:v>
                </c:pt>
                <c:pt idx="15">
                  <c:v>12.302610710394573</c:v>
                </c:pt>
                <c:pt idx="16">
                  <c:v>11.731388916383473</c:v>
                </c:pt>
                <c:pt idx="17">
                  <c:v>14.675376991734574</c:v>
                </c:pt>
                <c:pt idx="18">
                  <c:v>12.513110651724514</c:v>
                </c:pt>
                <c:pt idx="19">
                  <c:v>11.416334958792959</c:v>
                </c:pt>
                <c:pt idx="20">
                  <c:v>11.481941943658484</c:v>
                </c:pt>
                <c:pt idx="21">
                  <c:v>13.532974274467685</c:v>
                </c:pt>
                <c:pt idx="22">
                  <c:v>12.855096450103067</c:v>
                </c:pt>
                <c:pt idx="23">
                  <c:v>14.03965747042641</c:v>
                </c:pt>
                <c:pt idx="24">
                  <c:v>13.132057552998456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6.667237980975234</c:v>
                </c:pt>
                <c:pt idx="1">
                  <c:v>6.494930117840505</c:v>
                </c:pt>
                <c:pt idx="2">
                  <c:v>7.360902746070054</c:v>
                </c:pt>
                <c:pt idx="3">
                  <c:v>8.009132138339556</c:v>
                </c:pt>
                <c:pt idx="4">
                  <c:v>7.47033125219691</c:v>
                </c:pt>
                <c:pt idx="5">
                  <c:v>6.161892500804635</c:v>
                </c:pt>
                <c:pt idx="6">
                  <c:v>9.669815002732026</c:v>
                </c:pt>
                <c:pt idx="7">
                  <c:v>5.590982783911062</c:v>
                </c:pt>
                <c:pt idx="8">
                  <c:v>5.640503786326932</c:v>
                </c:pt>
                <c:pt idx="9">
                  <c:v>5.1518341949297906</c:v>
                </c:pt>
                <c:pt idx="10">
                  <c:v>6.165276031546463</c:v>
                </c:pt>
                <c:pt idx="11">
                  <c:v>9.330839343057013</c:v>
                </c:pt>
                <c:pt idx="12">
                  <c:v>8.879774200027486</c:v>
                </c:pt>
                <c:pt idx="13">
                  <c:v>8.241415192507803</c:v>
                </c:pt>
                <c:pt idx="14">
                  <c:v>5.549071461285032</c:v>
                </c:pt>
                <c:pt idx="15">
                  <c:v>6.15302927912397</c:v>
                </c:pt>
                <c:pt idx="16">
                  <c:v>6.326503678775282</c:v>
                </c:pt>
                <c:pt idx="17">
                  <c:v>7.49760967583807</c:v>
                </c:pt>
                <c:pt idx="18">
                  <c:v>7.193994124687195</c:v>
                </c:pt>
                <c:pt idx="19">
                  <c:v>7.230806769389889</c:v>
                </c:pt>
                <c:pt idx="20">
                  <c:v>4.871531052616537</c:v>
                </c:pt>
                <c:pt idx="21">
                  <c:v>4.794997744913771</c:v>
                </c:pt>
                <c:pt idx="22">
                  <c:v>6.7275030636025885</c:v>
                </c:pt>
                <c:pt idx="23">
                  <c:v>4.979841099781848</c:v>
                </c:pt>
                <c:pt idx="24">
                  <c:v>6.712618536809662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8.77110292227269</c:v>
                </c:pt>
                <c:pt idx="1">
                  <c:v>6.506675018596092</c:v>
                </c:pt>
                <c:pt idx="2">
                  <c:v>10.270041093209837</c:v>
                </c:pt>
                <c:pt idx="3">
                  <c:v>9.317249251843398</c:v>
                </c:pt>
                <c:pt idx="4">
                  <c:v>7.4050516378487865</c:v>
                </c:pt>
                <c:pt idx="5">
                  <c:v>5.048278081750885</c:v>
                </c:pt>
                <c:pt idx="6">
                  <c:v>9.27015845757552</c:v>
                </c:pt>
                <c:pt idx="7">
                  <c:v>8.907588975526902</c:v>
                </c:pt>
                <c:pt idx="8">
                  <c:v>9.41229333791481</c:v>
                </c:pt>
                <c:pt idx="9">
                  <c:v>7.235044302225164</c:v>
                </c:pt>
                <c:pt idx="10">
                  <c:v>7.853468967882045</c:v>
                </c:pt>
                <c:pt idx="11">
                  <c:v>6.389949075025138</c:v>
                </c:pt>
                <c:pt idx="12">
                  <c:v>9.964375191602272</c:v>
                </c:pt>
                <c:pt idx="13">
                  <c:v>9.030716460477125</c:v>
                </c:pt>
                <c:pt idx="14">
                  <c:v>7.652134087786429</c:v>
                </c:pt>
                <c:pt idx="15">
                  <c:v>8.552041815498765</c:v>
                </c:pt>
                <c:pt idx="16">
                  <c:v>10.27802522902988</c:v>
                </c:pt>
                <c:pt idx="17">
                  <c:v>6.976349137784594</c:v>
                </c:pt>
                <c:pt idx="18">
                  <c:v>8.397780437384398</c:v>
                </c:pt>
                <c:pt idx="19">
                  <c:v>10.046287360382243</c:v>
                </c:pt>
                <c:pt idx="20">
                  <c:v>6.32770299236903</c:v>
                </c:pt>
                <c:pt idx="21">
                  <c:v>6.995505621921192</c:v>
                </c:pt>
                <c:pt idx="22">
                  <c:v>6.432594919919304</c:v>
                </c:pt>
                <c:pt idx="23">
                  <c:v>7.072511104291149</c:v>
                </c:pt>
                <c:pt idx="24">
                  <c:v>9.122728234724102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7.121432856285885</c:v>
                </c:pt>
                <c:pt idx="1">
                  <c:v>11.318169361468893</c:v>
                </c:pt>
                <c:pt idx="2">
                  <c:v>11.558280607918597</c:v>
                </c:pt>
                <c:pt idx="3">
                  <c:v>17.15669638725203</c:v>
                </c:pt>
                <c:pt idx="4">
                  <c:v>10.657315501397653</c:v>
                </c:pt>
                <c:pt idx="5">
                  <c:v>12.883810749919537</c:v>
                </c:pt>
                <c:pt idx="6">
                  <c:v>16.78713605495277</c:v>
                </c:pt>
                <c:pt idx="7">
                  <c:v>11.493862425692887</c:v>
                </c:pt>
                <c:pt idx="8">
                  <c:v>10.54753062761838</c:v>
                </c:pt>
                <c:pt idx="9">
                  <c:v>13.743745046313272</c:v>
                </c:pt>
                <c:pt idx="10">
                  <c:v>14.842839181620759</c:v>
                </c:pt>
                <c:pt idx="11">
                  <c:v>15.091524397495917</c:v>
                </c:pt>
                <c:pt idx="12">
                  <c:v>13.92961721830502</c:v>
                </c:pt>
                <c:pt idx="13">
                  <c:v>11.888079546768411</c:v>
                </c:pt>
                <c:pt idx="14">
                  <c:v>12.540812859190096</c:v>
                </c:pt>
                <c:pt idx="15">
                  <c:v>8.842350604752514</c:v>
                </c:pt>
                <c:pt idx="16">
                  <c:v>14.896565376620806</c:v>
                </c:pt>
                <c:pt idx="17">
                  <c:v>16.299826731832322</c:v>
                </c:pt>
                <c:pt idx="18">
                  <c:v>11.687085192035688</c:v>
                </c:pt>
                <c:pt idx="19">
                  <c:v>13.86399309513491</c:v>
                </c:pt>
                <c:pt idx="20">
                  <c:v>19.01740547029066</c:v>
                </c:pt>
                <c:pt idx="21">
                  <c:v>12.991753579620335</c:v>
                </c:pt>
                <c:pt idx="22">
                  <c:v>11.52768629744702</c:v>
                </c:pt>
                <c:pt idx="23">
                  <c:v>9.156649999612224</c:v>
                </c:pt>
                <c:pt idx="24">
                  <c:v>12.031425750594364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3.196503556431571</c:v>
                </c:pt>
                <c:pt idx="1">
                  <c:v>4.619660963864854</c:v>
                </c:pt>
                <c:pt idx="2">
                  <c:v>6.072663231361294</c:v>
                </c:pt>
                <c:pt idx="3">
                  <c:v>3.646684972079104</c:v>
                </c:pt>
                <c:pt idx="4">
                  <c:v>3.710895000251076</c:v>
                </c:pt>
                <c:pt idx="5">
                  <c:v>4.07145156099131</c:v>
                </c:pt>
                <c:pt idx="6">
                  <c:v>2.6898758879088285</c:v>
                </c:pt>
                <c:pt idx="7">
                  <c:v>3.9882652667335745</c:v>
                </c:pt>
                <c:pt idx="8">
                  <c:v>4.6532834657116044</c:v>
                </c:pt>
                <c:pt idx="9">
                  <c:v>4.8833000130126685</c:v>
                </c:pt>
                <c:pt idx="10">
                  <c:v>4.826837352840325</c:v>
                </c:pt>
                <c:pt idx="11">
                  <c:v>4.2264485506384535</c:v>
                </c:pt>
                <c:pt idx="12">
                  <c:v>3.6523356977494004</c:v>
                </c:pt>
                <c:pt idx="13">
                  <c:v>4.772806104751994</c:v>
                </c:pt>
                <c:pt idx="14">
                  <c:v>4.646387046257036</c:v>
                </c:pt>
                <c:pt idx="15">
                  <c:v>5.103504392558165</c:v>
                </c:pt>
                <c:pt idx="16">
                  <c:v>3.799751448964554</c:v>
                </c:pt>
                <c:pt idx="17">
                  <c:v>3.283844320735395</c:v>
                </c:pt>
                <c:pt idx="18">
                  <c:v>4.004352083560005</c:v>
                </c:pt>
                <c:pt idx="19">
                  <c:v>5.503497955125661</c:v>
                </c:pt>
                <c:pt idx="20">
                  <c:v>3.6709156210999647</c:v>
                </c:pt>
                <c:pt idx="21">
                  <c:v>4.4971859682743585</c:v>
                </c:pt>
                <c:pt idx="22">
                  <c:v>4.988722578007021</c:v>
                </c:pt>
                <c:pt idx="23">
                  <c:v>2.703253676409489</c:v>
                </c:pt>
                <c:pt idx="24">
                  <c:v>3.609578128743303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3.82209272431228</c:v>
                </c:pt>
                <c:pt idx="1">
                  <c:v>3.3433817484242256</c:v>
                </c:pt>
                <c:pt idx="2">
                  <c:v>4.396321179309895</c:v>
                </c:pt>
                <c:pt idx="3">
                  <c:v>4.297658346959554</c:v>
                </c:pt>
                <c:pt idx="4">
                  <c:v>3.4447550340625672</c:v>
                </c:pt>
                <c:pt idx="5">
                  <c:v>3.7640811071773417</c:v>
                </c:pt>
                <c:pt idx="6">
                  <c:v>4.519553508703457</c:v>
                </c:pt>
                <c:pt idx="7">
                  <c:v>3.6223268740832233</c:v>
                </c:pt>
                <c:pt idx="8">
                  <c:v>3.677957365826582</c:v>
                </c:pt>
                <c:pt idx="9">
                  <c:v>4.064684797652987</c:v>
                </c:pt>
                <c:pt idx="10">
                  <c:v>3.8610126871642474</c:v>
                </c:pt>
                <c:pt idx="11">
                  <c:v>3.1765939733373703</c:v>
                </c:pt>
                <c:pt idx="12">
                  <c:v>3.7749611509878753</c:v>
                </c:pt>
                <c:pt idx="13">
                  <c:v>3.4709214938143136</c:v>
                </c:pt>
                <c:pt idx="14">
                  <c:v>4.363467135491305</c:v>
                </c:pt>
                <c:pt idx="15">
                  <c:v>3.3809596050145494</c:v>
                </c:pt>
                <c:pt idx="16">
                  <c:v>4.648234297843325</c:v>
                </c:pt>
                <c:pt idx="17">
                  <c:v>2.666000126189702</c:v>
                </c:pt>
                <c:pt idx="18">
                  <c:v>4.915243172668916</c:v>
                </c:pt>
                <c:pt idx="19">
                  <c:v>4.437905378583993</c:v>
                </c:pt>
                <c:pt idx="20">
                  <c:v>4.6095439519086945</c:v>
                </c:pt>
                <c:pt idx="21">
                  <c:v>3.7850350020971426</c:v>
                </c:pt>
                <c:pt idx="22">
                  <c:v>4.313888892483401</c:v>
                </c:pt>
                <c:pt idx="23">
                  <c:v>4.819301135967045</c:v>
                </c:pt>
                <c:pt idx="24">
                  <c:v>3.2218592244117876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98.39293285263334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251.55530853011823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1774.511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100.60956846178696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170.397046861656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1217.416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102.97781523206176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100.95845023685254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731.176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97.43996637730741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50.58454932027819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354.881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98.19231703441356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63.00062306244709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443.904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101.83026765731462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99.2889981891851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714.367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97.39783430539022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32.60938806638723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228.719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104.35788577214015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31.605635733075477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230.717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991.182</c:v>
                </c:pt>
                <c:pt idx="2">
                  <c:v>1113.078</c:v>
                </c:pt>
                <c:pt idx="3">
                  <c:v>1250.335</c:v>
                </c:pt>
                <c:pt idx="4">
                  <c:v>1403.683</c:v>
                </c:pt>
                <c:pt idx="5">
                  <c:v>1578.437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991.182</c:v>
                </c:pt>
                <c:pt idx="1">
                  <c:v>121.89599999999996</c:v>
                </c:pt>
                <c:pt idx="2">
                  <c:v>137.25700000000006</c:v>
                </c:pt>
                <c:pt idx="3">
                  <c:v>153.34799999999996</c:v>
                </c:pt>
                <c:pt idx="4">
                  <c:v>174.7539999999999</c:v>
                </c:pt>
                <c:pt idx="5">
                  <c:v>196.07400000000007</c:v>
                </c:pt>
                <c:pt idx="6">
                  <c:v>1774.511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671.401</c:v>
                </c:pt>
                <c:pt idx="2">
                  <c:v>755.787</c:v>
                </c:pt>
                <c:pt idx="3">
                  <c:v>850.991</c:v>
                </c:pt>
                <c:pt idx="4">
                  <c:v>957.632</c:v>
                </c:pt>
                <c:pt idx="5">
                  <c:v>1080.142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671.401</c:v>
                </c:pt>
                <c:pt idx="1">
                  <c:v>84.38600000000008</c:v>
                </c:pt>
                <c:pt idx="2">
                  <c:v>95.20399999999995</c:v>
                </c:pt>
                <c:pt idx="3">
                  <c:v>106.64099999999996</c:v>
                </c:pt>
                <c:pt idx="4">
                  <c:v>122.5100000000001</c:v>
                </c:pt>
                <c:pt idx="5">
                  <c:v>137.2739999999999</c:v>
                </c:pt>
                <c:pt idx="6">
                  <c:v>1217.416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397.798</c:v>
                </c:pt>
                <c:pt idx="2">
                  <c:v>448.935</c:v>
                </c:pt>
                <c:pt idx="3">
                  <c:v>506.911</c:v>
                </c:pt>
                <c:pt idx="4">
                  <c:v>572.064</c:v>
                </c:pt>
                <c:pt idx="5">
                  <c:v>646.845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397.798</c:v>
                </c:pt>
                <c:pt idx="1">
                  <c:v>51.137</c:v>
                </c:pt>
                <c:pt idx="2">
                  <c:v>57.976</c:v>
                </c:pt>
                <c:pt idx="3">
                  <c:v>65.15299999999996</c:v>
                </c:pt>
                <c:pt idx="4">
                  <c:v>74.78100000000006</c:v>
                </c:pt>
                <c:pt idx="5">
                  <c:v>84.33100000000002</c:v>
                </c:pt>
                <c:pt idx="6">
                  <c:v>731.176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199.314</c:v>
                </c:pt>
                <c:pt idx="2">
                  <c:v>223.507</c:v>
                </c:pt>
                <c:pt idx="3">
                  <c:v>250.757</c:v>
                </c:pt>
                <c:pt idx="4">
                  <c:v>281.22</c:v>
                </c:pt>
                <c:pt idx="5">
                  <c:v>315.886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199.314</c:v>
                </c:pt>
                <c:pt idx="1">
                  <c:v>24.193000000000012</c:v>
                </c:pt>
                <c:pt idx="2">
                  <c:v>27.25</c:v>
                </c:pt>
                <c:pt idx="3">
                  <c:v>30.463000000000022</c:v>
                </c:pt>
                <c:pt idx="4">
                  <c:v>34.666</c:v>
                </c:pt>
                <c:pt idx="5">
                  <c:v>38.99499999999995</c:v>
                </c:pt>
                <c:pt idx="6">
                  <c:v>354.881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248.236</c:v>
                </c:pt>
                <c:pt idx="2">
                  <c:v>278.631</c:v>
                </c:pt>
                <c:pt idx="3">
                  <c:v>312.818</c:v>
                </c:pt>
                <c:pt idx="4">
                  <c:v>351.053</c:v>
                </c:pt>
                <c:pt idx="5">
                  <c:v>394.768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248.236</c:v>
                </c:pt>
                <c:pt idx="1">
                  <c:v>30.394999999999982</c:v>
                </c:pt>
                <c:pt idx="2">
                  <c:v>34.18700000000001</c:v>
                </c:pt>
                <c:pt idx="3">
                  <c:v>38.235000000000014</c:v>
                </c:pt>
                <c:pt idx="4">
                  <c:v>43.714999999999975</c:v>
                </c:pt>
                <c:pt idx="5">
                  <c:v>49.136000000000024</c:v>
                </c:pt>
                <c:pt idx="6">
                  <c:v>443.904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391.22</c:v>
                </c:pt>
                <c:pt idx="2">
                  <c:v>440.994</c:v>
                </c:pt>
                <c:pt idx="3">
                  <c:v>497.346</c:v>
                </c:pt>
                <c:pt idx="4">
                  <c:v>560.581</c:v>
                </c:pt>
                <c:pt idx="5">
                  <c:v>632.902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391.22</c:v>
                </c:pt>
                <c:pt idx="1">
                  <c:v>49.774</c:v>
                </c:pt>
                <c:pt idx="2">
                  <c:v>56.351999999999975</c:v>
                </c:pt>
                <c:pt idx="3">
                  <c:v>63.235000000000014</c:v>
                </c:pt>
                <c:pt idx="4">
                  <c:v>72.32100000000003</c:v>
                </c:pt>
                <c:pt idx="5">
                  <c:v>81.46499999999992</c:v>
                </c:pt>
                <c:pt idx="6">
                  <c:v>714.367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128.488</c:v>
                </c:pt>
                <c:pt idx="2">
                  <c:v>144.072</c:v>
                </c:pt>
                <c:pt idx="3">
                  <c:v>161.624</c:v>
                </c:pt>
                <c:pt idx="4">
                  <c:v>181.254</c:v>
                </c:pt>
                <c:pt idx="5">
                  <c:v>203.555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128.488</c:v>
                </c:pt>
                <c:pt idx="1">
                  <c:v>15.584000000000003</c:v>
                </c:pt>
                <c:pt idx="2">
                  <c:v>17.551999999999992</c:v>
                </c:pt>
                <c:pt idx="3">
                  <c:v>19.629999999999995</c:v>
                </c:pt>
                <c:pt idx="4">
                  <c:v>22.301000000000016</c:v>
                </c:pt>
                <c:pt idx="5">
                  <c:v>25.163999999999987</c:v>
                </c:pt>
                <c:pt idx="6">
                  <c:v>228.719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124.533</c:v>
                </c:pt>
                <c:pt idx="2">
                  <c:v>140.786</c:v>
                </c:pt>
                <c:pt idx="3">
                  <c:v>159.24</c:v>
                </c:pt>
                <c:pt idx="4">
                  <c:v>179.983</c:v>
                </c:pt>
                <c:pt idx="5">
                  <c:v>203.837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124.533</c:v>
                </c:pt>
                <c:pt idx="1">
                  <c:v>16.253</c:v>
                </c:pt>
                <c:pt idx="2">
                  <c:v>18.454000000000008</c:v>
                </c:pt>
                <c:pt idx="3">
                  <c:v>20.742999999999995</c:v>
                </c:pt>
                <c:pt idx="4">
                  <c:v>23.853999999999985</c:v>
                </c:pt>
                <c:pt idx="5">
                  <c:v>26.880000000000024</c:v>
                </c:pt>
                <c:pt idx="6">
                  <c:v>230.717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31.56777734986438</c:v>
                </c:pt>
                <c:pt idx="1">
                  <c:v>31.444413566264785</c:v>
                </c:pt>
                <c:pt idx="2">
                  <c:v>31.155324261797208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21.254398738518653</c:v>
                </c:pt>
                <c:pt idx="1">
                  <c:v>21.299630857707</c:v>
                </c:pt>
                <c:pt idx="2">
                  <c:v>21.374333684885645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12.50894623663023</c:v>
                </c:pt>
                <c:pt idx="1">
                  <c:v>12.619806279606568</c:v>
                </c:pt>
                <c:pt idx="2">
                  <c:v>12.837353711779661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12.359029624646487</c:v>
                </c:pt>
                <c:pt idx="1">
                  <c:v>12.41112477364814</c:v>
                </c:pt>
                <c:pt idx="2">
                  <c:v>12.542235876208874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7.924836736346761</c:v>
                </c:pt>
                <c:pt idx="1">
                  <c:v>7.875077882805886</c:v>
                </c:pt>
                <c:pt idx="2">
                  <c:v>7.793681223226471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6.376084085533459</c:v>
                </c:pt>
                <c:pt idx="1">
                  <c:v>6.323068665034776</c:v>
                </c:pt>
                <c:pt idx="2">
                  <c:v>6.230692641156271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3.896344315648021</c:v>
                </c:pt>
                <c:pt idx="1">
                  <c:v>3.9507044666344346</c:v>
                </c:pt>
                <c:pt idx="2">
                  <c:v>4.050728875565756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4.112582912812003</c:v>
                </c:pt>
                <c:pt idx="1">
                  <c:v>4.076173508298405</c:v>
                </c:pt>
                <c:pt idx="2">
                  <c:v>4.015649725380116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28.27270000428504</c:v>
                </c:pt>
                <c:pt idx="1">
                  <c:v>23.105230191042907</c:v>
                </c:pt>
                <c:pt idx="2">
                  <c:v>28.815107139362713</c:v>
                </c:pt>
                <c:pt idx="3">
                  <c:v>30.88670862643465</c:v>
                </c:pt>
                <c:pt idx="4">
                  <c:v>29.6429587720326</c:v>
                </c:pt>
                <c:pt idx="5">
                  <c:v>21.371785380926326</c:v>
                </c:pt>
                <c:pt idx="6">
                  <c:v>24.706892514245574</c:v>
                </c:pt>
                <c:pt idx="7">
                  <c:v>24.031127443411666</c:v>
                </c:pt>
                <c:pt idx="8">
                  <c:v>30.388010783950946</c:v>
                </c:pt>
                <c:pt idx="9">
                  <c:v>21.303175128945256</c:v>
                </c:pt>
                <c:pt idx="10">
                  <c:v>27.065735480699992</c:v>
                </c:pt>
                <c:pt idx="11">
                  <c:v>31.246621256352036</c:v>
                </c:pt>
                <c:pt idx="12">
                  <c:v>21.490565040435538</c:v>
                </c:pt>
                <c:pt idx="13">
                  <c:v>30.405056461247927</c:v>
                </c:pt>
                <c:pt idx="14">
                  <c:v>26.750731318145547</c:v>
                </c:pt>
                <c:pt idx="15">
                  <c:v>29.047917859039156</c:v>
                </c:pt>
                <c:pt idx="16">
                  <c:v>31.783563828324763</c:v>
                </c:pt>
                <c:pt idx="17">
                  <c:v>28.233975121214915</c:v>
                </c:pt>
                <c:pt idx="18">
                  <c:v>23.554244133416894</c:v>
                </c:pt>
                <c:pt idx="19">
                  <c:v>33.21800946141324</c:v>
                </c:pt>
                <c:pt idx="20">
                  <c:v>32.56293614690261</c:v>
                </c:pt>
                <c:pt idx="21">
                  <c:v>25.326592070534065</c:v>
                </c:pt>
                <c:pt idx="22">
                  <c:v>35.260001164618885</c:v>
                </c:pt>
                <c:pt idx="23">
                  <c:v>29.424017177443744</c:v>
                </c:pt>
                <c:pt idx="24">
                  <c:v>20.39644231110118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13.699275828084156</c:v>
                </c:pt>
                <c:pt idx="1">
                  <c:v>13.97979956154087</c:v>
                </c:pt>
                <c:pt idx="2">
                  <c:v>11.816313884087277</c:v>
                </c:pt>
                <c:pt idx="3">
                  <c:v>17.12328767123288</c:v>
                </c:pt>
                <c:pt idx="4">
                  <c:v>17.41350161530607</c:v>
                </c:pt>
                <c:pt idx="5">
                  <c:v>20.155138562554317</c:v>
                </c:pt>
                <c:pt idx="6">
                  <c:v>16.12052142689876</c:v>
                </c:pt>
                <c:pt idx="7">
                  <c:v>13.547231572121174</c:v>
                </c:pt>
                <c:pt idx="8">
                  <c:v>17.33361526669134</c:v>
                </c:pt>
                <c:pt idx="9">
                  <c:v>17.30823830028865</c:v>
                </c:pt>
                <c:pt idx="10">
                  <c:v>13.552870712220102</c:v>
                </c:pt>
                <c:pt idx="11">
                  <c:v>11.175262190507084</c:v>
                </c:pt>
                <c:pt idx="12">
                  <c:v>12.199376288387333</c:v>
                </c:pt>
                <c:pt idx="13">
                  <c:v>17.81477627471384</c:v>
                </c:pt>
                <c:pt idx="14">
                  <c:v>13.38238335844931</c:v>
                </c:pt>
                <c:pt idx="15">
                  <c:v>16.897096242561318</c:v>
                </c:pt>
                <c:pt idx="16">
                  <c:v>13.301806384207199</c:v>
                </c:pt>
                <c:pt idx="17">
                  <c:v>17.38408747858415</c:v>
                </c:pt>
                <c:pt idx="18">
                  <c:v>14.620325882598706</c:v>
                </c:pt>
                <c:pt idx="19">
                  <c:v>10.428677040959396</c:v>
                </c:pt>
                <c:pt idx="20">
                  <c:v>16.983828327815758</c:v>
                </c:pt>
                <c:pt idx="21">
                  <c:v>12.263084741955412</c:v>
                </c:pt>
                <c:pt idx="22">
                  <c:v>9.684970593373318</c:v>
                </c:pt>
                <c:pt idx="23">
                  <c:v>11.498716455844862</c:v>
                </c:pt>
                <c:pt idx="24">
                  <c:v>17.477753701270586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15.546128465526843</c:v>
                </c:pt>
                <c:pt idx="1">
                  <c:v>14.234262449107424</c:v>
                </c:pt>
                <c:pt idx="2">
                  <c:v>16.16711783699162</c:v>
                </c:pt>
                <c:pt idx="3">
                  <c:v>11.616068122917438</c:v>
                </c:pt>
                <c:pt idx="4">
                  <c:v>13.966957365963072</c:v>
                </c:pt>
                <c:pt idx="5">
                  <c:v>9.71869065628118</c:v>
                </c:pt>
                <c:pt idx="6">
                  <c:v>12.511123253454063</c:v>
                </c:pt>
                <c:pt idx="7">
                  <c:v>9.965105147762715</c:v>
                </c:pt>
                <c:pt idx="8">
                  <c:v>8.327166041127029</c:v>
                </c:pt>
                <c:pt idx="9">
                  <c:v>14.891402072587898</c:v>
                </c:pt>
                <c:pt idx="10">
                  <c:v>17.13740327134317</c:v>
                </c:pt>
                <c:pt idx="11">
                  <c:v>12.138609579413991</c:v>
                </c:pt>
                <c:pt idx="12">
                  <c:v>13.50705639832972</c:v>
                </c:pt>
                <c:pt idx="13">
                  <c:v>8.646086252745981</c:v>
                </c:pt>
                <c:pt idx="14">
                  <c:v>12.35188960789528</c:v>
                </c:pt>
                <c:pt idx="15">
                  <c:v>11.871547866141679</c:v>
                </c:pt>
                <c:pt idx="16">
                  <c:v>13.924280333232522</c:v>
                </c:pt>
                <c:pt idx="17">
                  <c:v>13.357665296375925</c:v>
                </c:pt>
                <c:pt idx="18">
                  <c:v>10.929339878838523</c:v>
                </c:pt>
                <c:pt idx="19">
                  <c:v>13.198270870282494</c:v>
                </c:pt>
                <c:pt idx="20">
                  <c:v>8.577178650534691</c:v>
                </c:pt>
                <c:pt idx="21">
                  <c:v>16.609865502330546</c:v>
                </c:pt>
                <c:pt idx="22">
                  <c:v>15.40311988457333</c:v>
                </c:pt>
                <c:pt idx="23">
                  <c:v>11.410192348813789</c:v>
                </c:pt>
                <c:pt idx="24">
                  <c:v>14.23591228893814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22.75356729656768</c:v>
                </c:pt>
                <c:pt idx="1">
                  <c:v>15.592702787347324</c:v>
                </c:pt>
                <c:pt idx="2">
                  <c:v>16.943348227389844</c:v>
                </c:pt>
                <c:pt idx="3">
                  <c:v>18.27718129087992</c:v>
                </c:pt>
                <c:pt idx="4">
                  <c:v>15.508612175892603</c:v>
                </c:pt>
                <c:pt idx="5">
                  <c:v>19.8429302520197</c:v>
                </c:pt>
                <c:pt idx="6">
                  <c:v>11.905393802201235</c:v>
                </c:pt>
                <c:pt idx="7">
                  <c:v>22.94568137603063</c:v>
                </c:pt>
                <c:pt idx="8">
                  <c:v>16.033197652904796</c:v>
                </c:pt>
                <c:pt idx="9">
                  <c:v>16.19741636303412</c:v>
                </c:pt>
                <c:pt idx="10">
                  <c:v>16.594465463440283</c:v>
                </c:pt>
                <c:pt idx="11">
                  <c:v>18.955562763542005</c:v>
                </c:pt>
                <c:pt idx="12">
                  <c:v>16.3613298800148</c:v>
                </c:pt>
                <c:pt idx="13">
                  <c:v>14.068678459937562</c:v>
                </c:pt>
                <c:pt idx="14">
                  <c:v>16.83952368288863</c:v>
                </c:pt>
                <c:pt idx="15">
                  <c:v>12.70316303380936</c:v>
                </c:pt>
                <c:pt idx="16">
                  <c:v>18.41137169723131</c:v>
                </c:pt>
                <c:pt idx="17">
                  <c:v>16.52308543528167</c:v>
                </c:pt>
                <c:pt idx="18">
                  <c:v>20.358087876888796</c:v>
                </c:pt>
                <c:pt idx="19">
                  <c:v>17.19224003874882</c:v>
                </c:pt>
                <c:pt idx="20">
                  <c:v>15.484078405220666</c:v>
                </c:pt>
                <c:pt idx="21">
                  <c:v>18.16789043634526</c:v>
                </c:pt>
                <c:pt idx="22">
                  <c:v>15.211604780113486</c:v>
                </c:pt>
                <c:pt idx="23">
                  <c:v>14.472528166509527</c:v>
                </c:pt>
                <c:pt idx="24">
                  <c:v>22.709326847358646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9.778463384325319</c:v>
                </c:pt>
                <c:pt idx="1">
                  <c:v>11.458659567804572</c:v>
                </c:pt>
                <c:pt idx="2">
                  <c:v>12.220736440429208</c:v>
                </c:pt>
                <c:pt idx="3">
                  <c:v>8.296310008638775</c:v>
                </c:pt>
                <c:pt idx="4">
                  <c:v>10.006528179976899</c:v>
                </c:pt>
                <c:pt idx="5">
                  <c:v>10.565193601338954</c:v>
                </c:pt>
                <c:pt idx="6">
                  <c:v>14.960580750917183</c:v>
                </c:pt>
                <c:pt idx="7">
                  <c:v>13.553407652163171</c:v>
                </c:pt>
                <c:pt idx="8">
                  <c:v>12.59581328963366</c:v>
                </c:pt>
                <c:pt idx="9">
                  <c:v>11.516348838309751</c:v>
                </c:pt>
                <c:pt idx="10">
                  <c:v>10.513562014927933</c:v>
                </c:pt>
                <c:pt idx="11">
                  <c:v>9.063682560276787</c:v>
                </c:pt>
                <c:pt idx="12">
                  <c:v>16.986098631005863</c:v>
                </c:pt>
                <c:pt idx="13">
                  <c:v>11.2837707634794</c:v>
                </c:pt>
                <c:pt idx="14">
                  <c:v>13.592914339745294</c:v>
                </c:pt>
                <c:pt idx="15">
                  <c:v>11.641233217716298</c:v>
                </c:pt>
                <c:pt idx="16">
                  <c:v>8.5265733688928</c:v>
                </c:pt>
                <c:pt idx="17">
                  <c:v>8.080994374851363</c:v>
                </c:pt>
                <c:pt idx="18">
                  <c:v>11.55124991295871</c:v>
                </c:pt>
                <c:pt idx="19">
                  <c:v>8.998903816249012</c:v>
                </c:pt>
                <c:pt idx="20">
                  <c:v>9.989520565889443</c:v>
                </c:pt>
                <c:pt idx="21">
                  <c:v>10.230527320716574</c:v>
                </c:pt>
                <c:pt idx="22">
                  <c:v>10.088963942105503</c:v>
                </c:pt>
                <c:pt idx="23">
                  <c:v>14.131726973483763</c:v>
                </c:pt>
                <c:pt idx="24">
                  <c:v>8.716531178121869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5.450572052963105</c:v>
                </c:pt>
                <c:pt idx="1">
                  <c:v>12.590040714062011</c:v>
                </c:pt>
                <c:pt idx="2">
                  <c:v>8.258047682723982</c:v>
                </c:pt>
                <c:pt idx="3">
                  <c:v>6.2661977045538695</c:v>
                </c:pt>
                <c:pt idx="4">
                  <c:v>5.8519274869854865</c:v>
                </c:pt>
                <c:pt idx="5">
                  <c:v>9.324406965142105</c:v>
                </c:pt>
                <c:pt idx="6">
                  <c:v>11.91476075247834</c:v>
                </c:pt>
                <c:pt idx="7">
                  <c:v>9.545131704906895</c:v>
                </c:pt>
                <c:pt idx="8">
                  <c:v>7.394142834487499</c:v>
                </c:pt>
                <c:pt idx="9">
                  <c:v>9.127904225618702</c:v>
                </c:pt>
                <c:pt idx="10">
                  <c:v>9.034485123504064</c:v>
                </c:pt>
                <c:pt idx="11">
                  <c:v>10.687641907233216</c:v>
                </c:pt>
                <c:pt idx="12">
                  <c:v>11.654950050214067</c:v>
                </c:pt>
                <c:pt idx="13">
                  <c:v>10.089798435271899</c:v>
                </c:pt>
                <c:pt idx="14">
                  <c:v>8.786159619419081</c:v>
                </c:pt>
                <c:pt idx="15">
                  <c:v>9.967659410146258</c:v>
                </c:pt>
                <c:pt idx="16">
                  <c:v>7.935443072777764</c:v>
                </c:pt>
                <c:pt idx="17">
                  <c:v>10.018491644785694</c:v>
                </c:pt>
                <c:pt idx="18">
                  <c:v>11.746657614372259</c:v>
                </c:pt>
                <c:pt idx="19">
                  <c:v>7.0993375554009805</c:v>
                </c:pt>
                <c:pt idx="20">
                  <c:v>8.242789434825065</c:v>
                </c:pt>
                <c:pt idx="21">
                  <c:v>11.621658617397653</c:v>
                </c:pt>
                <c:pt idx="22">
                  <c:v>8.022412443305708</c:v>
                </c:pt>
                <c:pt idx="23">
                  <c:v>10.968347369039165</c:v>
                </c:pt>
                <c:pt idx="24">
                  <c:v>9.439972325744042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4.499292968247846</c:v>
                </c:pt>
                <c:pt idx="1">
                  <c:v>9.039304729094894</c:v>
                </c:pt>
                <c:pt idx="2">
                  <c:v>5.779328789015361</c:v>
                </c:pt>
                <c:pt idx="3">
                  <c:v>7.534246575342467</c:v>
                </c:pt>
                <c:pt idx="4">
                  <c:v>7.6095144038432565</c:v>
                </c:pt>
                <c:pt idx="5">
                  <c:v>9.021854581737424</c:v>
                </c:pt>
                <c:pt idx="6">
                  <c:v>7.8807274998048555</c:v>
                </c:pt>
                <c:pt idx="7">
                  <c:v>6.412315103603743</c:v>
                </c:pt>
                <c:pt idx="8">
                  <c:v>7.928054131204738</c:v>
                </c:pt>
                <c:pt idx="9">
                  <c:v>9.655515071215635</c:v>
                </c:pt>
                <c:pt idx="10">
                  <c:v>6.1014779338644605</c:v>
                </c:pt>
                <c:pt idx="11">
                  <c:v>6.732619742674885</c:v>
                </c:pt>
                <c:pt idx="12">
                  <c:v>7.800623711612663</c:v>
                </c:pt>
                <c:pt idx="13">
                  <c:v>7.691833352603382</c:v>
                </c:pt>
                <c:pt idx="14">
                  <c:v>8.296398073456844</c:v>
                </c:pt>
                <c:pt idx="15">
                  <c:v>7.871382370585923</c:v>
                </c:pt>
                <c:pt idx="16">
                  <c:v>6.116961315333646</c:v>
                </c:pt>
                <c:pt idx="17">
                  <c:v>6.4017006489062735</c:v>
                </c:pt>
                <c:pt idx="18">
                  <c:v>7.24009470092612</c:v>
                </c:pt>
                <c:pt idx="19">
                  <c:v>9.864561216946054</c:v>
                </c:pt>
                <c:pt idx="20">
                  <c:v>8.159668468811777</c:v>
                </c:pt>
                <c:pt idx="21">
                  <c:v>5.780381310720504</c:v>
                </c:pt>
                <c:pt idx="22">
                  <c:v>6.328927191909781</c:v>
                </c:pt>
                <c:pt idx="23">
                  <c:v>8.094471508865151</c:v>
                </c:pt>
                <c:pt idx="24">
                  <c:v>7.02406134746554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100.54581662729633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195.49532544247302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1595.682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98.72156901234293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97.79707312740113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789.921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101.32416690396605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91.14299038440187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747.264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101.17657404309728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120.47633852235127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986.9259999999999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94.62379014562792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78.0451244698097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615.688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101.18160085633238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66.52395016766228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544.971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101.76223775426334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50.51919788590082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415.24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880.335</c:v>
                </c:pt>
                <c:pt idx="2">
                  <c:v>990.308</c:v>
                </c:pt>
                <c:pt idx="3">
                  <c:v>1114.8229999999999</c:v>
                </c:pt>
                <c:pt idx="4">
                  <c:v>1254.876</c:v>
                </c:pt>
                <c:pt idx="5">
                  <c:v>1415.138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880.335</c:v>
                </c:pt>
                <c:pt idx="1">
                  <c:v>109.97299999999996</c:v>
                </c:pt>
                <c:pt idx="2">
                  <c:v>124.51499999999987</c:v>
                </c:pt>
                <c:pt idx="3">
                  <c:v>140.0530000000001</c:v>
                </c:pt>
                <c:pt idx="4">
                  <c:v>160.26199999999994</c:v>
                </c:pt>
                <c:pt idx="5">
                  <c:v>180.5440000000001</c:v>
                </c:pt>
                <c:pt idx="6">
                  <c:v>1595.682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440.39</c:v>
                </c:pt>
                <c:pt idx="2">
                  <c:v>494.741</c:v>
                </c:pt>
                <c:pt idx="3">
                  <c:v>555.999</c:v>
                </c:pt>
                <c:pt idx="4">
                  <c:v>624.2470000000001</c:v>
                </c:pt>
                <c:pt idx="5">
                  <c:v>702.381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440.39</c:v>
                </c:pt>
                <c:pt idx="1">
                  <c:v>54.351</c:v>
                </c:pt>
                <c:pt idx="2">
                  <c:v>61.25800000000004</c:v>
                </c:pt>
                <c:pt idx="3">
                  <c:v>68.24800000000005</c:v>
                </c:pt>
                <c:pt idx="4">
                  <c:v>78.1339999999999</c:v>
                </c:pt>
                <c:pt idx="5">
                  <c:v>87.54000000000008</c:v>
                </c:pt>
                <c:pt idx="6">
                  <c:v>789.921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410.426</c:v>
                </c:pt>
                <c:pt idx="2">
                  <c:v>462.428</c:v>
                </c:pt>
                <c:pt idx="3">
                  <c:v>521.033</c:v>
                </c:pt>
                <c:pt idx="4">
                  <c:v>586.981</c:v>
                </c:pt>
                <c:pt idx="5">
                  <c:v>662.205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410.426</c:v>
                </c:pt>
                <c:pt idx="1">
                  <c:v>52.00200000000001</c:v>
                </c:pt>
                <c:pt idx="2">
                  <c:v>58.60500000000002</c:v>
                </c:pt>
                <c:pt idx="3">
                  <c:v>65.94799999999998</c:v>
                </c:pt>
                <c:pt idx="4">
                  <c:v>75.22400000000005</c:v>
                </c:pt>
                <c:pt idx="5">
                  <c:v>85.05899999999997</c:v>
                </c:pt>
                <c:pt idx="6">
                  <c:v>747.264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542.5169999999999</c:v>
                </c:pt>
                <c:pt idx="2">
                  <c:v>611.452</c:v>
                </c:pt>
                <c:pt idx="3">
                  <c:v>689.2470000000001</c:v>
                </c:pt>
                <c:pt idx="4">
                  <c:v>776.133</c:v>
                </c:pt>
                <c:pt idx="5">
                  <c:v>875.319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542.5169999999999</c:v>
                </c:pt>
                <c:pt idx="1">
                  <c:v>68.93500000000006</c:v>
                </c:pt>
                <c:pt idx="2">
                  <c:v>77.79500000000007</c:v>
                </c:pt>
                <c:pt idx="3">
                  <c:v>86.88599999999997</c:v>
                </c:pt>
                <c:pt idx="4">
                  <c:v>99.18599999999992</c:v>
                </c:pt>
                <c:pt idx="5">
                  <c:v>111.60699999999997</c:v>
                </c:pt>
                <c:pt idx="6">
                  <c:v>986.9259999999999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351.445</c:v>
                </c:pt>
                <c:pt idx="2">
                  <c:v>392.881</c:v>
                </c:pt>
                <c:pt idx="3">
                  <c:v>439.33500000000004</c:v>
                </c:pt>
                <c:pt idx="4">
                  <c:v>491.02700000000004</c:v>
                </c:pt>
                <c:pt idx="5">
                  <c:v>550.06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351.445</c:v>
                </c:pt>
                <c:pt idx="1">
                  <c:v>41.43599999999998</c:v>
                </c:pt>
                <c:pt idx="2">
                  <c:v>46.454000000000065</c:v>
                </c:pt>
                <c:pt idx="3">
                  <c:v>51.69200000000001</c:v>
                </c:pt>
                <c:pt idx="4">
                  <c:v>59.0329999999999</c:v>
                </c:pt>
                <c:pt idx="5">
                  <c:v>65.62800000000004</c:v>
                </c:pt>
                <c:pt idx="6">
                  <c:v>615.688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299.56399999999996</c:v>
                </c:pt>
                <c:pt idx="2">
                  <c:v>337.52</c:v>
                </c:pt>
                <c:pt idx="3">
                  <c:v>380.384</c:v>
                </c:pt>
                <c:pt idx="4">
                  <c:v>428.341</c:v>
                </c:pt>
                <c:pt idx="5">
                  <c:v>483.313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299.56399999999996</c:v>
                </c:pt>
                <c:pt idx="1">
                  <c:v>37.95600000000002</c:v>
                </c:pt>
                <c:pt idx="2">
                  <c:v>42.86400000000003</c:v>
                </c:pt>
                <c:pt idx="3">
                  <c:v>47.956999999999994</c:v>
                </c:pt>
                <c:pt idx="4">
                  <c:v>54.97199999999998</c:v>
                </c:pt>
                <c:pt idx="5">
                  <c:v>61.658000000000015</c:v>
                </c:pt>
                <c:pt idx="6">
                  <c:v>544.971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227.493</c:v>
                </c:pt>
                <c:pt idx="2">
                  <c:v>256.459</c:v>
                </c:pt>
                <c:pt idx="3">
                  <c:v>289.201</c:v>
                </c:pt>
                <c:pt idx="4">
                  <c:v>325.866</c:v>
                </c:pt>
                <c:pt idx="5">
                  <c:v>367.955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227.493</c:v>
                </c:pt>
                <c:pt idx="1">
                  <c:v>28.966000000000008</c:v>
                </c:pt>
                <c:pt idx="2">
                  <c:v>32.74200000000002</c:v>
                </c:pt>
                <c:pt idx="3">
                  <c:v>36.664999999999964</c:v>
                </c:pt>
                <c:pt idx="4">
                  <c:v>42.089</c:v>
                </c:pt>
                <c:pt idx="5">
                  <c:v>47.285000000000025</c:v>
                </c:pt>
                <c:pt idx="6">
                  <c:v>415.24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27.925256507204516</c:v>
                </c:pt>
                <c:pt idx="1">
                  <c:v>27.927903634638994</c:v>
                </c:pt>
                <c:pt idx="2">
                  <c:v>28.015594944389548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17.123441638670915</c:v>
                </c:pt>
                <c:pt idx="1">
                  <c:v>17.210905503193036</c:v>
                </c:pt>
                <c:pt idx="2">
                  <c:v>17.32758723610757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14.029652770029873</c:v>
                </c:pt>
                <c:pt idx="1">
                  <c:v>13.97101044677159</c:v>
                </c:pt>
                <c:pt idx="2">
                  <c:v>13.868745009386041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12.980483551720862</c:v>
                </c:pt>
                <c:pt idx="1">
                  <c:v>13.020427197771692</c:v>
                </c:pt>
                <c:pt idx="2">
                  <c:v>13.119810551553702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11.312969781116605</c:v>
                </c:pt>
                <c:pt idx="1">
                  <c:v>11.149303495687098</c:v>
                </c:pt>
                <c:pt idx="2">
                  <c:v>10.809713727497904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9.451696480593053</c:v>
                </c:pt>
                <c:pt idx="1">
                  <c:v>9.503421452523181</c:v>
                </c:pt>
                <c:pt idx="2">
                  <c:v>9.568126225926541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7.17649927066417</c:v>
                </c:pt>
                <c:pt idx="1">
                  <c:v>7.217028269414404</c:v>
                </c:pt>
                <c:pt idx="2">
                  <c:v>7.290422305138692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60.23223926643243</c:v>
                </c:pt>
                <c:pt idx="1">
                  <c:v>77.16791293113573</c:v>
                </c:pt>
                <c:pt idx="2">
                  <c:v>73.0448111669167</c:v>
                </c:pt>
                <c:pt idx="3">
                  <c:v>76.61432141424737</c:v>
                </c:pt>
                <c:pt idx="4">
                  <c:v>61.208844550826036</c:v>
                </c:pt>
                <c:pt idx="5">
                  <c:v>72.10930333606915</c:v>
                </c:pt>
                <c:pt idx="6">
                  <c:v>74.46569354461009</c:v>
                </c:pt>
                <c:pt idx="7">
                  <c:v>67.99765301710828</c:v>
                </c:pt>
                <c:pt idx="8">
                  <c:v>70.3288134697222</c:v>
                </c:pt>
                <c:pt idx="9">
                  <c:v>75.747358957069</c:v>
                </c:pt>
                <c:pt idx="10">
                  <c:v>77.86464584119148</c:v>
                </c:pt>
                <c:pt idx="11">
                  <c:v>72.823207585931</c:v>
                </c:pt>
                <c:pt idx="12">
                  <c:v>72.67009175863673</c:v>
                </c:pt>
                <c:pt idx="13">
                  <c:v>56.61111796263181</c:v>
                </c:pt>
                <c:pt idx="14">
                  <c:v>59.21638731504806</c:v>
                </c:pt>
                <c:pt idx="15">
                  <c:v>72.5961273238815</c:v>
                </c:pt>
                <c:pt idx="16">
                  <c:v>75.88120140332354</c:v>
                </c:pt>
                <c:pt idx="17">
                  <c:v>70.03528458204514</c:v>
                </c:pt>
                <c:pt idx="18">
                  <c:v>66.36811503377201</c:v>
                </c:pt>
                <c:pt idx="19">
                  <c:v>72.70803743763429</c:v>
                </c:pt>
                <c:pt idx="20">
                  <c:v>78.99310972284081</c:v>
                </c:pt>
                <c:pt idx="21">
                  <c:v>74.8230590902789</c:v>
                </c:pt>
                <c:pt idx="22">
                  <c:v>72.77764549990682</c:v>
                </c:pt>
                <c:pt idx="23">
                  <c:v>62.582222719562495</c:v>
                </c:pt>
                <c:pt idx="24">
                  <c:v>67.53159552570399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4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4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4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39.76776073356756</c:v>
                </c:pt>
                <c:pt idx="1">
                  <c:v>22.83208706886427</c:v>
                </c:pt>
                <c:pt idx="2">
                  <c:v>26.955188833083298</c:v>
                </c:pt>
                <c:pt idx="3">
                  <c:v>23.385678585752633</c:v>
                </c:pt>
                <c:pt idx="4">
                  <c:v>38.791155449173964</c:v>
                </c:pt>
                <c:pt idx="5">
                  <c:v>27.890696663930864</c:v>
                </c:pt>
                <c:pt idx="6">
                  <c:v>25.5343064553899</c:v>
                </c:pt>
                <c:pt idx="7">
                  <c:v>32.00234698289173</c:v>
                </c:pt>
                <c:pt idx="8">
                  <c:v>29.671186530277804</c:v>
                </c:pt>
                <c:pt idx="9">
                  <c:v>24.252641042930996</c:v>
                </c:pt>
                <c:pt idx="10">
                  <c:v>22.135354158808536</c:v>
                </c:pt>
                <c:pt idx="11">
                  <c:v>27.176792414069002</c:v>
                </c:pt>
                <c:pt idx="12">
                  <c:v>27.32990824136327</c:v>
                </c:pt>
                <c:pt idx="13">
                  <c:v>43.38888203736819</c:v>
                </c:pt>
                <c:pt idx="14">
                  <c:v>40.783612684951954</c:v>
                </c:pt>
                <c:pt idx="15">
                  <c:v>27.403872676118503</c:v>
                </c:pt>
                <c:pt idx="16">
                  <c:v>24.11879859667646</c:v>
                </c:pt>
                <c:pt idx="17">
                  <c:v>29.964715417954853</c:v>
                </c:pt>
                <c:pt idx="18">
                  <c:v>33.63188496622798</c:v>
                </c:pt>
                <c:pt idx="19">
                  <c:v>27.291962562365708</c:v>
                </c:pt>
                <c:pt idx="20">
                  <c:v>21.006890277159197</c:v>
                </c:pt>
                <c:pt idx="21">
                  <c:v>25.176940909721086</c:v>
                </c:pt>
                <c:pt idx="22">
                  <c:v>27.22235450009317</c:v>
                </c:pt>
                <c:pt idx="23">
                  <c:v>37.417777280437505</c:v>
                </c:pt>
                <c:pt idx="24">
                  <c:v>32.46840447429601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99.17549261359355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140.51709725322817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3982.797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101.93389970118648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59.48290274677183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1712.895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.0"/>
          <c:min val="25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2214.6710000000003</c:v>
                </c:pt>
                <c:pt idx="2">
                  <c:v>2488.69</c:v>
                </c:pt>
                <c:pt idx="3">
                  <c:v>2797.814</c:v>
                </c:pt>
                <c:pt idx="4">
                  <c:v>3143.8050000000003</c:v>
                </c:pt>
                <c:pt idx="5">
                  <c:v>3538.791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2214.6710000000003</c:v>
                </c:pt>
                <c:pt idx="1">
                  <c:v>274.0189999999998</c:v>
                </c:pt>
                <c:pt idx="2">
                  <c:v>309.1239999999998</c:v>
                </c:pt>
                <c:pt idx="3">
                  <c:v>345.99100000000044</c:v>
                </c:pt>
                <c:pt idx="4">
                  <c:v>394.9859999999999</c:v>
                </c:pt>
                <c:pt idx="5">
                  <c:v>444.00599999999986</c:v>
                </c:pt>
                <c:pt idx="6">
                  <c:v>3982.797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937.502</c:v>
                </c:pt>
                <c:pt idx="2">
                  <c:v>1057.1</c:v>
                </c:pt>
                <c:pt idx="3">
                  <c:v>1192.207</c:v>
                </c:pt>
                <c:pt idx="4">
                  <c:v>1343.665</c:v>
                </c:pt>
                <c:pt idx="5">
                  <c:v>1517.5810000000001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937.502</c:v>
                </c:pt>
                <c:pt idx="1">
                  <c:v>119.59799999999996</c:v>
                </c:pt>
                <c:pt idx="2">
                  <c:v>135.1070000000002</c:v>
                </c:pt>
                <c:pt idx="3">
                  <c:v>151.45799999999986</c:v>
                </c:pt>
                <c:pt idx="4">
                  <c:v>173.91600000000017</c:v>
                </c:pt>
                <c:pt idx="5">
                  <c:v>195.31399999999985</c:v>
                </c:pt>
                <c:pt idx="6">
                  <c:v>1712.895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70.45289069053433</c:v>
                </c:pt>
                <c:pt idx="1">
                  <c:v>70.25854862661409</c:v>
                </c:pt>
                <c:pt idx="2">
                  <c:v>69.92648127742862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29.547109309465664</c:v>
                </c:pt>
                <c:pt idx="1">
                  <c:v>29.741451373385914</c:v>
                </c:pt>
                <c:pt idx="2">
                  <c:v>30.073518722571375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61.140629017053726</c:v>
                </c:pt>
                <c:pt idx="1">
                  <c:v>61.96609638648554</c:v>
                </c:pt>
                <c:pt idx="2">
                  <c:v>63.567585194847545</c:v>
                </c:pt>
                <c:pt idx="3">
                  <c:v>62.37697078152479</c:v>
                </c:pt>
                <c:pt idx="4">
                  <c:v>67.07786555972149</c:v>
                </c:pt>
                <c:pt idx="5">
                  <c:v>67.206862145547</c:v>
                </c:pt>
                <c:pt idx="6">
                  <c:v>64.69697442782653</c:v>
                </c:pt>
                <c:pt idx="7">
                  <c:v>66.19263788524489</c:v>
                </c:pt>
                <c:pt idx="8">
                  <c:v>77.02829502953732</c:v>
                </c:pt>
                <c:pt idx="9">
                  <c:v>64.93280651114371</c:v>
                </c:pt>
                <c:pt idx="10">
                  <c:v>68.67949113602853</c:v>
                </c:pt>
                <c:pt idx="11">
                  <c:v>68.8921806072139</c:v>
                </c:pt>
                <c:pt idx="12">
                  <c:v>67.56699614144512</c:v>
                </c:pt>
                <c:pt idx="13">
                  <c:v>68.92867878862623</c:v>
                </c:pt>
                <c:pt idx="14">
                  <c:v>60.214370664755904</c:v>
                </c:pt>
                <c:pt idx="15">
                  <c:v>70.90685919581841</c:v>
                </c:pt>
                <c:pt idx="16">
                  <c:v>71.72645887864857</c:v>
                </c:pt>
                <c:pt idx="17">
                  <c:v>70.59474465875226</c:v>
                </c:pt>
                <c:pt idx="18">
                  <c:v>70.86776949423998</c:v>
                </c:pt>
                <c:pt idx="19">
                  <c:v>55.768845575354995</c:v>
                </c:pt>
                <c:pt idx="20">
                  <c:v>68.96255242731627</c:v>
                </c:pt>
                <c:pt idx="21">
                  <c:v>57.79115028096295</c:v>
                </c:pt>
                <c:pt idx="22">
                  <c:v>68.78062793824398</c:v>
                </c:pt>
                <c:pt idx="23">
                  <c:v>62.15958696182056</c:v>
                </c:pt>
                <c:pt idx="24">
                  <c:v>57.66001630807873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7.879852600908389</c:v>
                </c:pt>
                <c:pt idx="1">
                  <c:v>14.912108992679013</c:v>
                </c:pt>
                <c:pt idx="2">
                  <c:v>11.654981248980922</c:v>
                </c:pt>
                <c:pt idx="3">
                  <c:v>12.665453086914939</c:v>
                </c:pt>
                <c:pt idx="4">
                  <c:v>12.972013926084628</c:v>
                </c:pt>
                <c:pt idx="5">
                  <c:v>10.45897840290965</c:v>
                </c:pt>
                <c:pt idx="6">
                  <c:v>13.082711462203763</c:v>
                </c:pt>
                <c:pt idx="7">
                  <c:v>10.200111172873818</c:v>
                </c:pt>
                <c:pt idx="8">
                  <c:v>10.4100862991793</c:v>
                </c:pt>
                <c:pt idx="9">
                  <c:v>17.587422514550706</c:v>
                </c:pt>
                <c:pt idx="10">
                  <c:v>14.001760221284961</c:v>
                </c:pt>
                <c:pt idx="11">
                  <c:v>7.789118588357409</c:v>
                </c:pt>
                <c:pt idx="12">
                  <c:v>12.053491199323432</c:v>
                </c:pt>
                <c:pt idx="13">
                  <c:v>14.663511565706006</c:v>
                </c:pt>
                <c:pt idx="14">
                  <c:v>13.59724612736661</c:v>
                </c:pt>
                <c:pt idx="15">
                  <c:v>10.598757387064966</c:v>
                </c:pt>
                <c:pt idx="16">
                  <c:v>12.659745287376548</c:v>
                </c:pt>
                <c:pt idx="17">
                  <c:v>9.886040439142294</c:v>
                </c:pt>
                <c:pt idx="18">
                  <c:v>14.167460928829756</c:v>
                </c:pt>
                <c:pt idx="19">
                  <c:v>12.042085022233392</c:v>
                </c:pt>
                <c:pt idx="20">
                  <c:v>7.458552351101659</c:v>
                </c:pt>
                <c:pt idx="21">
                  <c:v>15.53246078627511</c:v>
                </c:pt>
                <c:pt idx="22">
                  <c:v>12.566011415882597</c:v>
                </c:pt>
                <c:pt idx="23">
                  <c:v>12.48975160096612</c:v>
                </c:pt>
                <c:pt idx="24">
                  <c:v>16.14231215897261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30.979518382037874</c:v>
                </c:pt>
                <c:pt idx="1">
                  <c:v>23.121794620835452</c:v>
                </c:pt>
                <c:pt idx="2">
                  <c:v>24.777433556171534</c:v>
                </c:pt>
                <c:pt idx="3">
                  <c:v>24.957576131560273</c:v>
                </c:pt>
                <c:pt idx="4">
                  <c:v>19.950120514193895</c:v>
                </c:pt>
                <c:pt idx="5">
                  <c:v>22.334159451543336</c:v>
                </c:pt>
                <c:pt idx="6">
                  <c:v>22.220314109969713</c:v>
                </c:pt>
                <c:pt idx="7">
                  <c:v>23.607250941881293</c:v>
                </c:pt>
                <c:pt idx="8">
                  <c:v>12.561618671283387</c:v>
                </c:pt>
                <c:pt idx="9">
                  <c:v>17.479770974305588</c:v>
                </c:pt>
                <c:pt idx="10">
                  <c:v>17.318748642686508</c:v>
                </c:pt>
                <c:pt idx="11">
                  <c:v>23.318700804428683</c:v>
                </c:pt>
                <c:pt idx="12">
                  <c:v>20.37951265923146</c:v>
                </c:pt>
                <c:pt idx="13">
                  <c:v>16.407809645667772</c:v>
                </c:pt>
                <c:pt idx="14">
                  <c:v>26.188383207877497</c:v>
                </c:pt>
                <c:pt idx="15">
                  <c:v>18.494383417116612</c:v>
                </c:pt>
                <c:pt idx="16">
                  <c:v>15.61379583397488</c:v>
                </c:pt>
                <c:pt idx="17">
                  <c:v>19.519214902105436</c:v>
                </c:pt>
                <c:pt idx="18">
                  <c:v>14.964769576930273</c:v>
                </c:pt>
                <c:pt idx="19">
                  <c:v>32.189069402411626</c:v>
                </c:pt>
                <c:pt idx="20">
                  <c:v>23.578895221582073</c:v>
                </c:pt>
                <c:pt idx="21">
                  <c:v>26.67638893276193</c:v>
                </c:pt>
                <c:pt idx="22">
                  <c:v>18.65336064587342</c:v>
                </c:pt>
                <c:pt idx="23">
                  <c:v>25.350661437213322</c:v>
                </c:pt>
                <c:pt idx="24">
                  <c:v>26.197671532948657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98.49742753907508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193.95042337487402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3650.612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102.84330580007624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38.236694646324715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737.893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102.64758253789827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67.81288197880127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1307.187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2037.883</c:v>
                </c:pt>
                <c:pt idx="2">
                  <c:v>2288.147</c:v>
                </c:pt>
                <c:pt idx="3">
                  <c:v>2570.557</c:v>
                </c:pt>
                <c:pt idx="4">
                  <c:v>2886.309</c:v>
                </c:pt>
                <c:pt idx="5">
                  <c:v>3246.566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2037.883</c:v>
                </c:pt>
                <c:pt idx="1">
                  <c:v>250.2639999999999</c:v>
                </c:pt>
                <c:pt idx="2">
                  <c:v>282.40999999999985</c:v>
                </c:pt>
                <c:pt idx="3">
                  <c:v>315.7520000000004</c:v>
                </c:pt>
                <c:pt idx="4">
                  <c:v>360.2569999999996</c:v>
                </c:pt>
                <c:pt idx="5">
                  <c:v>404.0460000000003</c:v>
                </c:pt>
                <c:pt idx="6">
                  <c:v>3650.612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401.762</c:v>
                </c:pt>
                <c:pt idx="2">
                  <c:v>453.589</c:v>
                </c:pt>
                <c:pt idx="3">
                  <c:v>512.079</c:v>
                </c:pt>
                <c:pt idx="4">
                  <c:v>577.683</c:v>
                </c:pt>
                <c:pt idx="5">
                  <c:v>652.8820000000001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401.762</c:v>
                </c:pt>
                <c:pt idx="1">
                  <c:v>51.827</c:v>
                </c:pt>
                <c:pt idx="2">
                  <c:v>58.48999999999995</c:v>
                </c:pt>
                <c:pt idx="3">
                  <c:v>65.60400000000004</c:v>
                </c:pt>
                <c:pt idx="4">
                  <c:v>75.19900000000007</c:v>
                </c:pt>
                <c:pt idx="5">
                  <c:v>85.01099999999997</c:v>
                </c:pt>
                <c:pt idx="6">
                  <c:v>737.893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712.526</c:v>
                </c:pt>
                <c:pt idx="2">
                  <c:v>804.054</c:v>
                </c:pt>
                <c:pt idx="3">
                  <c:v>907.386</c:v>
                </c:pt>
                <c:pt idx="4">
                  <c:v>1023.4780000000001</c:v>
                </c:pt>
                <c:pt idx="5">
                  <c:v>1156.924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712.526</c:v>
                </c:pt>
                <c:pt idx="1">
                  <c:v>91.52800000000002</c:v>
                </c:pt>
                <c:pt idx="2">
                  <c:v>103.332</c:v>
                </c:pt>
                <c:pt idx="3">
                  <c:v>116.0920000000001</c:v>
                </c:pt>
                <c:pt idx="4">
                  <c:v>133.4459999999999</c:v>
                </c:pt>
                <c:pt idx="5">
                  <c:v>150.26299999999992</c:v>
                </c:pt>
                <c:pt idx="6">
                  <c:v>1307.187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64.9010976387317</c:v>
                </c:pt>
                <c:pt idx="1">
                  <c:v>64.65014112495801</c:v>
                </c:pt>
                <c:pt idx="2">
                  <c:v>64.09426633322167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22.468970208011278</c:v>
                </c:pt>
                <c:pt idx="1">
                  <c:v>22.60429399293376</c:v>
                </c:pt>
                <c:pt idx="2">
                  <c:v>22.950450972419155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12.629932153257025</c:v>
                </c:pt>
                <c:pt idx="1">
                  <c:v>12.745564882108237</c:v>
                </c:pt>
                <c:pt idx="2">
                  <c:v>12.955282694359177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28.412888850801266</c:v>
                </c:pt>
                <c:pt idx="1">
                  <c:v>22.929961241827503</c:v>
                </c:pt>
                <c:pt idx="2">
                  <c:v>19.218602224178976</c:v>
                </c:pt>
                <c:pt idx="3">
                  <c:v>31.160336901860358</c:v>
                </c:pt>
                <c:pt idx="4">
                  <c:v>28.131434023534922</c:v>
                </c:pt>
                <c:pt idx="5">
                  <c:v>22.146765368522694</c:v>
                </c:pt>
                <c:pt idx="6">
                  <c:v>20.59824523058669</c:v>
                </c:pt>
                <c:pt idx="7">
                  <c:v>26.508144831313206</c:v>
                </c:pt>
                <c:pt idx="8">
                  <c:v>23.46068960048634</c:v>
                </c:pt>
                <c:pt idx="9">
                  <c:v>21.533602261838574</c:v>
                </c:pt>
                <c:pt idx="10">
                  <c:v>22.754600525774375</c:v>
                </c:pt>
                <c:pt idx="11">
                  <c:v>28.937808148084077</c:v>
                </c:pt>
                <c:pt idx="12">
                  <c:v>22.42824673608542</c:v>
                </c:pt>
                <c:pt idx="13">
                  <c:v>25.256098970979306</c:v>
                </c:pt>
                <c:pt idx="14">
                  <c:v>29.456173268131252</c:v>
                </c:pt>
                <c:pt idx="15">
                  <c:v>28.30269345874305</c:v>
                </c:pt>
                <c:pt idx="16">
                  <c:v>23.71242865155564</c:v>
                </c:pt>
                <c:pt idx="17">
                  <c:v>31.329353523587656</c:v>
                </c:pt>
                <c:pt idx="18">
                  <c:v>23.143074747035143</c:v>
                </c:pt>
                <c:pt idx="19">
                  <c:v>26.48940780584801</c:v>
                </c:pt>
                <c:pt idx="20">
                  <c:v>20.410272776855525</c:v>
                </c:pt>
                <c:pt idx="21">
                  <c:v>22.219804325889527</c:v>
                </c:pt>
                <c:pt idx="22">
                  <c:v>31.59550404770285</c:v>
                </c:pt>
                <c:pt idx="23">
                  <c:v>23.543619402158257</c:v>
                </c:pt>
                <c:pt idx="24">
                  <c:v>24.607176851527566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33.04053475019282</c:v>
                </c:pt>
                <c:pt idx="1">
                  <c:v>42.332537290059896</c:v>
                </c:pt>
                <c:pt idx="2">
                  <c:v>41.45386948439487</c:v>
                </c:pt>
                <c:pt idx="3">
                  <c:v>33.33230493937617</c:v>
                </c:pt>
                <c:pt idx="4">
                  <c:v>37.34118946786963</c:v>
                </c:pt>
                <c:pt idx="5">
                  <c:v>47.22079176054071</c:v>
                </c:pt>
                <c:pt idx="6">
                  <c:v>35.793236956318104</c:v>
                </c:pt>
                <c:pt idx="7">
                  <c:v>35.52844900795183</c:v>
                </c:pt>
                <c:pt idx="8">
                  <c:v>48.318289346742965</c:v>
                </c:pt>
                <c:pt idx="9">
                  <c:v>37.13815906214142</c:v>
                </c:pt>
                <c:pt idx="10">
                  <c:v>39.60109726825923</c:v>
                </c:pt>
                <c:pt idx="11">
                  <c:v>30.698036502032693</c:v>
                </c:pt>
                <c:pt idx="12">
                  <c:v>41.13008087108197</c:v>
                </c:pt>
                <c:pt idx="13">
                  <c:v>34.883416194550435</c:v>
                </c:pt>
                <c:pt idx="14">
                  <c:v>39.88949133511605</c:v>
                </c:pt>
                <c:pt idx="15">
                  <c:v>32.68008109338151</c:v>
                </c:pt>
                <c:pt idx="16">
                  <c:v>34.933518096934904</c:v>
                </c:pt>
                <c:pt idx="17">
                  <c:v>40.00242671325957</c:v>
                </c:pt>
                <c:pt idx="18">
                  <c:v>39.080839952127086</c:v>
                </c:pt>
                <c:pt idx="19">
                  <c:v>32.76351201249868</c:v>
                </c:pt>
                <c:pt idx="20">
                  <c:v>37.54260277659354</c:v>
                </c:pt>
                <c:pt idx="21">
                  <c:v>33.79844689158952</c:v>
                </c:pt>
                <c:pt idx="22">
                  <c:v>31.455490796910908</c:v>
                </c:pt>
                <c:pt idx="23">
                  <c:v>39.678144873584614</c:v>
                </c:pt>
                <c:pt idx="24">
                  <c:v>42.751921411735374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28.202930842402946</c:v>
                </c:pt>
                <c:pt idx="1">
                  <c:v>25.110597815448454</c:v>
                </c:pt>
                <c:pt idx="2">
                  <c:v>30.54169520268728</c:v>
                </c:pt>
                <c:pt idx="3">
                  <c:v>24.34517014778021</c:v>
                </c:pt>
                <c:pt idx="4">
                  <c:v>25.490031971342958</c:v>
                </c:pt>
                <c:pt idx="5">
                  <c:v>20.175410363694883</c:v>
                </c:pt>
                <c:pt idx="6">
                  <c:v>31.83876104536797</c:v>
                </c:pt>
                <c:pt idx="7">
                  <c:v>26.985254381224426</c:v>
                </c:pt>
                <c:pt idx="8">
                  <c:v>19.365112929017933</c:v>
                </c:pt>
                <c:pt idx="9">
                  <c:v>32.143659872475844</c:v>
                </c:pt>
                <c:pt idx="10">
                  <c:v>26.25214310206881</c:v>
                </c:pt>
                <c:pt idx="11">
                  <c:v>32.755600726580745</c:v>
                </c:pt>
                <c:pt idx="12">
                  <c:v>27.458110893810456</c:v>
                </c:pt>
                <c:pt idx="13">
                  <c:v>30.476741049061552</c:v>
                </c:pt>
                <c:pt idx="14">
                  <c:v>19.78075553651366</c:v>
                </c:pt>
                <c:pt idx="15">
                  <c:v>28.59713966542084</c:v>
                </c:pt>
                <c:pt idx="16">
                  <c:v>27.01342835461414</c:v>
                </c:pt>
                <c:pt idx="17">
                  <c:v>18.63036303630363</c:v>
                </c:pt>
                <c:pt idx="18">
                  <c:v>25.45054945054945</c:v>
                </c:pt>
                <c:pt idx="19">
                  <c:v>27.933748256485146</c:v>
                </c:pt>
                <c:pt idx="20">
                  <c:v>30.97409417744191</c:v>
                </c:pt>
                <c:pt idx="21">
                  <c:v>32.0400122844733</c:v>
                </c:pt>
                <c:pt idx="22">
                  <c:v>25.96986997660407</c:v>
                </c:pt>
                <c:pt idx="23">
                  <c:v>25.92856034922112</c:v>
                </c:pt>
                <c:pt idx="24">
                  <c:v>25.631428430232926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10.343645556602965</c:v>
                </c:pt>
                <c:pt idx="1">
                  <c:v>9.626903652664135</c:v>
                </c:pt>
                <c:pt idx="2">
                  <c:v>8.78583308873887</c:v>
                </c:pt>
                <c:pt idx="3">
                  <c:v>11.162188010983245</c:v>
                </c:pt>
                <c:pt idx="4">
                  <c:v>9.037344537252471</c:v>
                </c:pt>
                <c:pt idx="5">
                  <c:v>10.457032507241712</c:v>
                </c:pt>
                <c:pt idx="6">
                  <c:v>11.76975676772723</c:v>
                </c:pt>
                <c:pt idx="7">
                  <c:v>10.978151779510538</c:v>
                </c:pt>
                <c:pt idx="8">
                  <c:v>8.855908123752759</c:v>
                </c:pt>
                <c:pt idx="9">
                  <c:v>9.18457880354418</c:v>
                </c:pt>
                <c:pt idx="10">
                  <c:v>11.392159103897589</c:v>
                </c:pt>
                <c:pt idx="11">
                  <c:v>7.608554623302482</c:v>
                </c:pt>
                <c:pt idx="12">
                  <c:v>8.983561499022146</c:v>
                </c:pt>
                <c:pt idx="13">
                  <c:v>9.383743785408718</c:v>
                </c:pt>
                <c:pt idx="14">
                  <c:v>10.873579860239042</c:v>
                </c:pt>
                <c:pt idx="15">
                  <c:v>10.420085782454592</c:v>
                </c:pt>
                <c:pt idx="16">
                  <c:v>14.34062489689531</c:v>
                </c:pt>
                <c:pt idx="17">
                  <c:v>10.037856726849155</c:v>
                </c:pt>
                <c:pt idx="18">
                  <c:v>12.325535850288325</c:v>
                </c:pt>
                <c:pt idx="19">
                  <c:v>12.813331925168159</c:v>
                </c:pt>
                <c:pt idx="20">
                  <c:v>11.073030269109026</c:v>
                </c:pt>
                <c:pt idx="21">
                  <c:v>11.941736498047645</c:v>
                </c:pt>
                <c:pt idx="22">
                  <c:v>10.979135178782169</c:v>
                </c:pt>
                <c:pt idx="23">
                  <c:v>10.849675375036009</c:v>
                </c:pt>
                <c:pt idx="24">
                  <c:v>7.009473306504114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106.72755731004122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97.20462500289484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1438.551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94.82575215768047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154.1979797415813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2131.263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102.84916812234918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105.93828824641811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1533.352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95.68010027473595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42.659107009105796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592.526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766.014</c:v>
                </c:pt>
                <c:pt idx="2">
                  <c:v>868.491</c:v>
                </c:pt>
                <c:pt idx="3">
                  <c:v>984.995</c:v>
                </c:pt>
                <c:pt idx="4">
                  <c:v>1116.646</c:v>
                </c:pt>
                <c:pt idx="5">
                  <c:v>1267.564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766.014</c:v>
                </c:pt>
                <c:pt idx="1">
                  <c:v>102.47699999999998</c:v>
                </c:pt>
                <c:pt idx="2">
                  <c:v>116.50400000000002</c:v>
                </c:pt>
                <c:pt idx="3">
                  <c:v>131.65099999999995</c:v>
                </c:pt>
                <c:pt idx="4">
                  <c:v>150.91800000000012</c:v>
                </c:pt>
                <c:pt idx="5">
                  <c:v>170.98699999999985</c:v>
                </c:pt>
                <c:pt idx="6">
                  <c:v>1438.551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1215.146</c:v>
                </c:pt>
                <c:pt idx="2">
                  <c:v>1358.968</c:v>
                </c:pt>
                <c:pt idx="3">
                  <c:v>1520.217</c:v>
                </c:pt>
                <c:pt idx="4">
                  <c:v>1699.399</c:v>
                </c:pt>
                <c:pt idx="5">
                  <c:v>1903.642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1215.146</c:v>
                </c:pt>
                <c:pt idx="1">
                  <c:v>143.82200000000012</c:v>
                </c:pt>
                <c:pt idx="2">
                  <c:v>161.24900000000002</c:v>
                </c:pt>
                <c:pt idx="3">
                  <c:v>179.1819999999998</c:v>
                </c:pt>
                <c:pt idx="4">
                  <c:v>204.24300000000017</c:v>
                </c:pt>
                <c:pt idx="5">
                  <c:v>227.62099999999987</c:v>
                </c:pt>
                <c:pt idx="6">
                  <c:v>2131.263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834.839</c:v>
                </c:pt>
                <c:pt idx="2">
                  <c:v>942.357</c:v>
                </c:pt>
                <c:pt idx="3">
                  <c:v>1063.984</c:v>
                </c:pt>
                <c:pt idx="4">
                  <c:v>1200.428</c:v>
                </c:pt>
                <c:pt idx="5">
                  <c:v>1356.9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834.839</c:v>
                </c:pt>
                <c:pt idx="1">
                  <c:v>107.51799999999992</c:v>
                </c:pt>
                <c:pt idx="2">
                  <c:v>121.62699999999995</c:v>
                </c:pt>
                <c:pt idx="3">
                  <c:v>136.4440000000002</c:v>
                </c:pt>
                <c:pt idx="4">
                  <c:v>156.47199999999998</c:v>
                </c:pt>
                <c:pt idx="5">
                  <c:v>176.452</c:v>
                </c:pt>
                <c:pt idx="6">
                  <c:v>1533.352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336.172</c:v>
                </c:pt>
                <c:pt idx="2">
                  <c:v>375.974</c:v>
                </c:pt>
                <c:pt idx="3">
                  <c:v>420.825</c:v>
                </c:pt>
                <c:pt idx="4">
                  <c:v>470.997</c:v>
                </c:pt>
                <c:pt idx="5">
                  <c:v>528.267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336.172</c:v>
                </c:pt>
                <c:pt idx="1">
                  <c:v>39.801999999999964</c:v>
                </c:pt>
                <c:pt idx="2">
                  <c:v>44.851</c:v>
                </c:pt>
                <c:pt idx="3">
                  <c:v>50.172000000000025</c:v>
                </c:pt>
                <c:pt idx="4">
                  <c:v>57.27000000000004</c:v>
                </c:pt>
                <c:pt idx="5">
                  <c:v>64.2589999999999</c:v>
                </c:pt>
                <c:pt idx="6">
                  <c:v>592.526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39.10678955310965</c:v>
                </c:pt>
                <c:pt idx="1">
                  <c:v>38.549494935395316</c:v>
                </c:pt>
                <c:pt idx="2">
                  <c:v>37.41885972766786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26.263092910283092</c:v>
                </c:pt>
                <c:pt idx="1">
                  <c:v>26.484572061604528</c:v>
                </c:pt>
                <c:pt idx="2">
                  <c:v>26.921259084936477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23.806865420502046</c:v>
                </c:pt>
                <c:pt idx="1">
                  <c:v>24.301156250723704</c:v>
                </c:pt>
                <c:pt idx="2">
                  <c:v>25.256825685096736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10.823252116105207</c:v>
                </c:pt>
                <c:pt idx="1">
                  <c:v>10.664776752276445</c:v>
                </c:pt>
                <c:pt idx="2">
                  <c:v>10.40305550229893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31.7794249967865</c:v>
                </c:pt>
                <c:pt idx="1">
                  <c:v>29.88960225493266</c:v>
                </c:pt>
                <c:pt idx="2">
                  <c:v>24.178977921273194</c:v>
                </c:pt>
                <c:pt idx="3">
                  <c:v>19.988276670574443</c:v>
                </c:pt>
                <c:pt idx="4">
                  <c:v>32.71345596973704</c:v>
                </c:pt>
                <c:pt idx="5">
                  <c:v>28.795120616681956</c:v>
                </c:pt>
                <c:pt idx="6">
                  <c:v>25.620170166263367</c:v>
                </c:pt>
                <c:pt idx="7">
                  <c:v>34.360621313652224</c:v>
                </c:pt>
                <c:pt idx="8">
                  <c:v>31.757989057172313</c:v>
                </c:pt>
                <c:pt idx="9">
                  <c:v>22.649946764462324</c:v>
                </c:pt>
                <c:pt idx="10">
                  <c:v>25.337752886044118</c:v>
                </c:pt>
                <c:pt idx="11">
                  <c:v>22.581552001902974</c:v>
                </c:pt>
                <c:pt idx="12">
                  <c:v>33.975348316032054</c:v>
                </c:pt>
                <c:pt idx="13">
                  <c:v>27.609702706244164</c:v>
                </c:pt>
                <c:pt idx="14">
                  <c:v>22.362083739621195</c:v>
                </c:pt>
                <c:pt idx="15">
                  <c:v>23.53655088713737</c:v>
                </c:pt>
                <c:pt idx="16">
                  <c:v>28.924692749718183</c:v>
                </c:pt>
                <c:pt idx="17">
                  <c:v>21.824235452855557</c:v>
                </c:pt>
                <c:pt idx="18">
                  <c:v>27.1266548869759</c:v>
                </c:pt>
                <c:pt idx="19">
                  <c:v>32.31447727330665</c:v>
                </c:pt>
                <c:pt idx="20">
                  <c:v>34.07650517902098</c:v>
                </c:pt>
                <c:pt idx="21">
                  <c:v>26.308566534812627</c:v>
                </c:pt>
                <c:pt idx="22">
                  <c:v>32.24583810503569</c:v>
                </c:pt>
                <c:pt idx="23">
                  <c:v>31.000900754173884</c:v>
                </c:pt>
                <c:pt idx="24">
                  <c:v>41.90810967021798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26.659239898881697</c:v>
                </c:pt>
                <c:pt idx="1">
                  <c:v>31.803946132164114</c:v>
                </c:pt>
                <c:pt idx="2">
                  <c:v>36.438052375827546</c:v>
                </c:pt>
                <c:pt idx="3">
                  <c:v>43.17887332634047</c:v>
                </c:pt>
                <c:pt idx="4">
                  <c:v>29.53986241065899</c:v>
                </c:pt>
                <c:pt idx="5">
                  <c:v>38.682630875939424</c:v>
                </c:pt>
                <c:pt idx="6">
                  <c:v>30.70174069159316</c:v>
                </c:pt>
                <c:pt idx="7">
                  <c:v>25.47478615322854</c:v>
                </c:pt>
                <c:pt idx="8">
                  <c:v>32.21790500356831</c:v>
                </c:pt>
                <c:pt idx="9">
                  <c:v>39.70069797704957</c:v>
                </c:pt>
                <c:pt idx="10">
                  <c:v>24.85884101040119</c:v>
                </c:pt>
                <c:pt idx="11">
                  <c:v>35.432006660395515</c:v>
                </c:pt>
                <c:pt idx="12">
                  <c:v>28.425548108839514</c:v>
                </c:pt>
                <c:pt idx="13">
                  <c:v>36.858413559740086</c:v>
                </c:pt>
                <c:pt idx="14">
                  <c:v>34.85506604024466</c:v>
                </c:pt>
                <c:pt idx="15">
                  <c:v>35.31379079694104</c:v>
                </c:pt>
                <c:pt idx="16">
                  <c:v>33.50306562921009</c:v>
                </c:pt>
                <c:pt idx="17">
                  <c:v>35.74649213490781</c:v>
                </c:pt>
                <c:pt idx="18">
                  <c:v>35.396084848590355</c:v>
                </c:pt>
                <c:pt idx="19">
                  <c:v>27.49855238192353</c:v>
                </c:pt>
                <c:pt idx="20">
                  <c:v>33.26529591513504</c:v>
                </c:pt>
                <c:pt idx="21">
                  <c:v>37.578577169712645</c:v>
                </c:pt>
                <c:pt idx="22">
                  <c:v>26.767859106996127</c:v>
                </c:pt>
                <c:pt idx="23">
                  <c:v>30.436295185895503</c:v>
                </c:pt>
                <c:pt idx="24">
                  <c:v>22.420385313275183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10.52315866146793</c:v>
                </c:pt>
                <c:pt idx="1">
                  <c:v>8.56952709051049</c:v>
                </c:pt>
                <c:pt idx="2">
                  <c:v>15.044190066203566</c:v>
                </c:pt>
                <c:pt idx="3">
                  <c:v>12.901832541494418</c:v>
                </c:pt>
                <c:pt idx="4">
                  <c:v>10.528430108966742</c:v>
                </c:pt>
                <c:pt idx="5">
                  <c:v>9.069988252144386</c:v>
                </c:pt>
                <c:pt idx="6">
                  <c:v>13.916165795019902</c:v>
                </c:pt>
                <c:pt idx="7">
                  <c:v>13.331068770651267</c:v>
                </c:pt>
                <c:pt idx="8">
                  <c:v>13.239764226997597</c:v>
                </c:pt>
                <c:pt idx="9">
                  <c:v>13.34200875428842</c:v>
                </c:pt>
                <c:pt idx="10">
                  <c:v>16.009829694822265</c:v>
                </c:pt>
                <c:pt idx="11">
                  <c:v>13.218073891465828</c:v>
                </c:pt>
                <c:pt idx="12">
                  <c:v>10.500221992008289</c:v>
                </c:pt>
                <c:pt idx="13">
                  <c:v>9.096094406375975</c:v>
                </c:pt>
                <c:pt idx="14">
                  <c:v>15.47070295186597</c:v>
                </c:pt>
                <c:pt idx="15">
                  <c:v>14.803092051276742</c:v>
                </c:pt>
                <c:pt idx="16">
                  <c:v>11.773665832668886</c:v>
                </c:pt>
                <c:pt idx="17">
                  <c:v>12.183248639807415</c:v>
                </c:pt>
                <c:pt idx="18">
                  <c:v>12.390435819544422</c:v>
                </c:pt>
                <c:pt idx="19">
                  <c:v>15.766108620520122</c:v>
                </c:pt>
                <c:pt idx="20">
                  <c:v>9.64757887616793</c:v>
                </c:pt>
                <c:pt idx="21">
                  <c:v>11.615908125695393</c:v>
                </c:pt>
                <c:pt idx="22">
                  <c:v>14.841255976759385</c:v>
                </c:pt>
                <c:pt idx="23">
                  <c:v>11.244137619283451</c:v>
                </c:pt>
                <c:pt idx="24">
                  <c:v>10.680502391958978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21.62046360169673</c:v>
                </c:pt>
                <c:pt idx="1">
                  <c:v>19.957720012527403</c:v>
                </c:pt>
                <c:pt idx="2">
                  <c:v>11.707921599321658</c:v>
                </c:pt>
                <c:pt idx="3">
                  <c:v>15.382242241006974</c:v>
                </c:pt>
                <c:pt idx="4">
                  <c:v>17.997087524898316</c:v>
                </c:pt>
                <c:pt idx="5">
                  <c:v>15.798451857931411</c:v>
                </c:pt>
                <c:pt idx="6">
                  <c:v>18.79478573101241</c:v>
                </c:pt>
                <c:pt idx="7">
                  <c:v>17.620356359818423</c:v>
                </c:pt>
                <c:pt idx="8">
                  <c:v>14.98955937937779</c:v>
                </c:pt>
                <c:pt idx="9">
                  <c:v>16.23447296817698</c:v>
                </c:pt>
                <c:pt idx="10">
                  <c:v>21.95222311121271</c:v>
                </c:pt>
                <c:pt idx="11">
                  <c:v>20.370430438872493</c:v>
                </c:pt>
                <c:pt idx="12">
                  <c:v>18.59975898010529</c:v>
                </c:pt>
                <c:pt idx="13">
                  <c:v>16.705334638537963</c:v>
                </c:pt>
                <c:pt idx="14">
                  <c:v>18.701799485861184</c:v>
                </c:pt>
                <c:pt idx="15">
                  <c:v>17.162815394057247</c:v>
                </c:pt>
                <c:pt idx="16">
                  <c:v>15.962167661048637</c:v>
                </c:pt>
                <c:pt idx="17">
                  <c:v>19.409620602124864</c:v>
                </c:pt>
                <c:pt idx="18">
                  <c:v>14.677465683671784</c:v>
                </c:pt>
                <c:pt idx="19">
                  <c:v>16.076026352111704</c:v>
                </c:pt>
                <c:pt idx="20">
                  <c:v>14.437667166031149</c:v>
                </c:pt>
                <c:pt idx="21">
                  <c:v>16.620628898147142</c:v>
                </c:pt>
                <c:pt idx="22">
                  <c:v>17.133614135885146</c:v>
                </c:pt>
                <c:pt idx="23">
                  <c:v>17.822412935406064</c:v>
                </c:pt>
                <c:pt idx="24">
                  <c:v>13.342006624216959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9.417712841167146</c:v>
                </c:pt>
                <c:pt idx="1">
                  <c:v>9.779204509865332</c:v>
                </c:pt>
                <c:pt idx="2">
                  <c:v>12.630858037374034</c:v>
                </c:pt>
                <c:pt idx="3">
                  <c:v>8.548775220583698</c:v>
                </c:pt>
                <c:pt idx="4">
                  <c:v>9.221163985738915</c:v>
                </c:pt>
                <c:pt idx="5">
                  <c:v>7.653808397302821</c:v>
                </c:pt>
                <c:pt idx="6">
                  <c:v>10.967137616111154</c:v>
                </c:pt>
                <c:pt idx="7">
                  <c:v>9.213167402649537</c:v>
                </c:pt>
                <c:pt idx="8">
                  <c:v>7.794782332883991</c:v>
                </c:pt>
                <c:pt idx="9">
                  <c:v>8.072873536022716</c:v>
                </c:pt>
                <c:pt idx="10">
                  <c:v>11.841353297519715</c:v>
                </c:pt>
                <c:pt idx="11">
                  <c:v>8.397937007363197</c:v>
                </c:pt>
                <c:pt idx="12">
                  <c:v>8.499122603014865</c:v>
                </c:pt>
                <c:pt idx="13">
                  <c:v>9.730454689101798</c:v>
                </c:pt>
                <c:pt idx="14">
                  <c:v>8.610347782406999</c:v>
                </c:pt>
                <c:pt idx="15">
                  <c:v>9.183750870587584</c:v>
                </c:pt>
                <c:pt idx="16">
                  <c:v>9.836408127354213</c:v>
                </c:pt>
                <c:pt idx="17">
                  <c:v>10.836403170304363</c:v>
                </c:pt>
                <c:pt idx="18">
                  <c:v>10.409358761217543</c:v>
                </c:pt>
                <c:pt idx="19">
                  <c:v>8.344835372137997</c:v>
                </c:pt>
                <c:pt idx="20">
                  <c:v>8.572952863644918</c:v>
                </c:pt>
                <c:pt idx="21">
                  <c:v>7.876319271632195</c:v>
                </c:pt>
                <c:pt idx="22">
                  <c:v>9.011432675323666</c:v>
                </c:pt>
                <c:pt idx="23">
                  <c:v>9.496253505241103</c:v>
                </c:pt>
                <c:pt idx="24">
                  <c:v>11.648996000330888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105.3699609183212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151.88855434013297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1784.342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99.41505280615995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153.12119607648438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1738.41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95.6171879464121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62.58238364455251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695.153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94.01861832663839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84.95345908996747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934.995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100.71377869529124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47.45440684886267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542.792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957.558</c:v>
                </c:pt>
                <c:pt idx="2">
                  <c:v>1084.027</c:v>
                </c:pt>
                <c:pt idx="3">
                  <c:v>1227.5430000000001</c:v>
                </c:pt>
                <c:pt idx="4">
                  <c:v>1388.909</c:v>
                </c:pt>
                <c:pt idx="5">
                  <c:v>1574.462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957.558</c:v>
                </c:pt>
                <c:pt idx="1">
                  <c:v>126.46900000000005</c:v>
                </c:pt>
                <c:pt idx="2">
                  <c:v>143.51600000000008</c:v>
                </c:pt>
                <c:pt idx="3">
                  <c:v>161.36599999999999</c:v>
                </c:pt>
                <c:pt idx="4">
                  <c:v>185.55299999999988</c:v>
                </c:pt>
                <c:pt idx="5">
                  <c:v>209.8800000000001</c:v>
                </c:pt>
                <c:pt idx="6">
                  <c:v>1784.342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965.329</c:v>
                </c:pt>
                <c:pt idx="2">
                  <c:v>1085.416</c:v>
                </c:pt>
                <c:pt idx="3">
                  <c:v>1220.81</c:v>
                </c:pt>
                <c:pt idx="4">
                  <c:v>1372.105</c:v>
                </c:pt>
                <c:pt idx="5">
                  <c:v>1544.873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965.329</c:v>
                </c:pt>
                <c:pt idx="1">
                  <c:v>120.08699999999999</c:v>
                </c:pt>
                <c:pt idx="2">
                  <c:v>135.394</c:v>
                </c:pt>
                <c:pt idx="3">
                  <c:v>151.29500000000007</c:v>
                </c:pt>
                <c:pt idx="4">
                  <c:v>172.76800000000003</c:v>
                </c:pt>
                <c:pt idx="5">
                  <c:v>193.53700000000003</c:v>
                </c:pt>
                <c:pt idx="6">
                  <c:v>1738.41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394.541</c:v>
                </c:pt>
                <c:pt idx="2">
                  <c:v>441.401</c:v>
                </c:pt>
                <c:pt idx="3">
                  <c:v>494.07800000000003</c:v>
                </c:pt>
                <c:pt idx="4">
                  <c:v>553.014</c:v>
                </c:pt>
                <c:pt idx="5">
                  <c:v>620.011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394.541</c:v>
                </c:pt>
                <c:pt idx="1">
                  <c:v>46.860000000000014</c:v>
                </c:pt>
                <c:pt idx="2">
                  <c:v>52.67700000000002</c:v>
                </c:pt>
                <c:pt idx="3">
                  <c:v>58.93599999999998</c:v>
                </c:pt>
                <c:pt idx="4">
                  <c:v>66.99699999999996</c:v>
                </c:pt>
                <c:pt idx="5">
                  <c:v>75.14200000000005</c:v>
                </c:pt>
                <c:pt idx="6">
                  <c:v>695.153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535.576</c:v>
                </c:pt>
                <c:pt idx="2">
                  <c:v>598.239</c:v>
                </c:pt>
                <c:pt idx="3">
                  <c:v>668.479</c:v>
                </c:pt>
                <c:pt idx="4">
                  <c:v>746.775</c:v>
                </c:pt>
                <c:pt idx="5">
                  <c:v>835.764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535.576</c:v>
                </c:pt>
                <c:pt idx="1">
                  <c:v>62.66300000000001</c:v>
                </c:pt>
                <c:pt idx="2">
                  <c:v>70.24000000000001</c:v>
                </c:pt>
                <c:pt idx="3">
                  <c:v>78.29599999999994</c:v>
                </c:pt>
                <c:pt idx="4">
                  <c:v>88.98900000000003</c:v>
                </c:pt>
                <c:pt idx="5">
                  <c:v>99.231</c:v>
                </c:pt>
                <c:pt idx="6">
                  <c:v>934.995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299.169</c:v>
                </c:pt>
                <c:pt idx="2">
                  <c:v>336.70500000000004</c:v>
                </c:pt>
                <c:pt idx="3">
                  <c:v>379.111</c:v>
                </c:pt>
                <c:pt idx="4">
                  <c:v>426.666</c:v>
                </c:pt>
                <c:pt idx="5">
                  <c:v>481.263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299.169</c:v>
                </c:pt>
                <c:pt idx="1">
                  <c:v>37.53600000000006</c:v>
                </c:pt>
                <c:pt idx="2">
                  <c:v>42.40599999999995</c:v>
                </c:pt>
                <c:pt idx="3">
                  <c:v>47.55500000000001</c:v>
                </c:pt>
                <c:pt idx="4">
                  <c:v>54.59699999999998</c:v>
                </c:pt>
                <c:pt idx="5">
                  <c:v>61.52900000000005</c:v>
                </c:pt>
                <c:pt idx="6">
                  <c:v>542.792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29.905843442098636</c:v>
                </c:pt>
                <c:pt idx="1">
                  <c:v>30.377710868026597</c:v>
                </c:pt>
                <c:pt idx="2">
                  <c:v>31.32792292841678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30.63319520729649</c:v>
                </c:pt>
                <c:pt idx="1">
                  <c:v>30.62423921529688</c:v>
                </c:pt>
                <c:pt idx="2">
                  <c:v>30.521488872642692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17.284211813825713</c:v>
                </c:pt>
                <c:pt idx="1">
                  <c:v>16.990691817993493</c:v>
                </c:pt>
                <c:pt idx="2">
                  <c:v>16.41582796260753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12.687127171270223</c:v>
                </c:pt>
                <c:pt idx="1">
                  <c:v>12.516476728910503</c:v>
                </c:pt>
                <c:pt idx="2">
                  <c:v>12.204890994808006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9.48962236550893</c:v>
                </c:pt>
                <c:pt idx="1">
                  <c:v>9.490881369772534</c:v>
                </c:pt>
                <c:pt idx="2">
                  <c:v>9.529869241524999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27.532897772279718</c:v>
                </c:pt>
                <c:pt idx="1">
                  <c:v>28.57774668376153</c:v>
                </c:pt>
                <c:pt idx="2">
                  <c:v>28.30744973368628</c:v>
                </c:pt>
                <c:pt idx="3">
                  <c:v>27.679710253664457</c:v>
                </c:pt>
                <c:pt idx="4">
                  <c:v>27.290987024778556</c:v>
                </c:pt>
                <c:pt idx="5">
                  <c:v>28.479080089965297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17.408615776495235</c:v>
                </c:pt>
                <c:pt idx="1">
                  <c:v>16.747466591054785</c:v>
                </c:pt>
                <c:pt idx="2">
                  <c:v>17.07762088805423</c:v>
                </c:pt>
                <c:pt idx="3">
                  <c:v>17.55529939772595</c:v>
                </c:pt>
                <c:pt idx="4">
                  <c:v>17.464816984976615</c:v>
                </c:pt>
                <c:pt idx="5">
                  <c:v>17.022282794882106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14.081973309018418</c:v>
                </c:pt>
                <c:pt idx="1">
                  <c:v>13.896302825583117</c:v>
                </c:pt>
                <c:pt idx="2">
                  <c:v>14.008336591483516</c:v>
                </c:pt>
                <c:pt idx="3">
                  <c:v>13.229566676443103</c:v>
                </c:pt>
                <c:pt idx="4">
                  <c:v>14.105934395422251</c:v>
                </c:pt>
                <c:pt idx="5">
                  <c:v>14.253317842620314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13.074688883874039</c:v>
                </c:pt>
                <c:pt idx="1">
                  <c:v>12.869070220425069</c:v>
                </c:pt>
                <c:pt idx="2">
                  <c:v>12.98303411763952</c:v>
                </c:pt>
                <c:pt idx="3">
                  <c:v>13.300502690794005</c:v>
                </c:pt>
                <c:pt idx="4">
                  <c:v>13.621343130734068</c:v>
                </c:pt>
                <c:pt idx="5">
                  <c:v>12.07679818877817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10.98437955390776</c:v>
                </c:pt>
                <c:pt idx="1">
                  <c:v>11.075650919670593</c:v>
                </c:pt>
                <c:pt idx="2">
                  <c:v>11.296273744437107</c:v>
                </c:pt>
                <c:pt idx="3">
                  <c:v>11.64714789476915</c:v>
                </c:pt>
                <c:pt idx="4">
                  <c:v>10.983540789070831</c:v>
                </c:pt>
                <c:pt idx="5">
                  <c:v>11.43073119144436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9.650561384049913</c:v>
                </c:pt>
                <c:pt idx="1">
                  <c:v>9.716948567483605</c:v>
                </c:pt>
                <c:pt idx="2">
                  <c:v>9.264683574863746</c:v>
                </c:pt>
                <c:pt idx="3">
                  <c:v>9.290571648784878</c:v>
                </c:pt>
                <c:pt idx="4">
                  <c:v>9.360582354121139</c:v>
                </c:pt>
                <c:pt idx="5">
                  <c:v>9.238199502509794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7.26688332037492</c:v>
                </c:pt>
                <c:pt idx="1">
                  <c:v>7.1168141920213035</c:v>
                </c:pt>
                <c:pt idx="2">
                  <c:v>7.062601349835597</c:v>
                </c:pt>
                <c:pt idx="3">
                  <c:v>7.297201437818443</c:v>
                </c:pt>
                <c:pt idx="4">
                  <c:v>7.1727953208965465</c:v>
                </c:pt>
                <c:pt idx="5">
                  <c:v>7.499590389799961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57.514289264413534</c:v>
                </c:pt>
                <c:pt idx="1">
                  <c:v>57.48366516673858</c:v>
                </c:pt>
                <c:pt idx="2">
                  <c:v>57.430576029876136</c:v>
                </c:pt>
                <c:pt idx="3">
                  <c:v>57.95420440903635</c:v>
                </c:pt>
                <c:pt idx="4">
                  <c:v>57.393404331129496</c:v>
                </c:pt>
                <c:pt idx="5">
                  <c:v>56.87011956938637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29.01259721085253</c:v>
                </c:pt>
                <c:pt idx="1">
                  <c:v>29.120692843493813</c:v>
                </c:pt>
                <c:pt idx="2">
                  <c:v>29.143112296129175</c:v>
                </c:pt>
                <c:pt idx="3">
                  <c:v>28.745361781076063</c:v>
                </c:pt>
                <c:pt idx="4">
                  <c:v>29.19117938160656</c:v>
                </c:pt>
                <c:pt idx="5">
                  <c:v>29.904634942859165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13.473113524733952</c:v>
                </c:pt>
                <c:pt idx="1">
                  <c:v>13.395641989767615</c:v>
                </c:pt>
                <c:pt idx="2">
                  <c:v>13.426311673994693</c:v>
                </c:pt>
                <c:pt idx="3">
                  <c:v>13.30043380988759</c:v>
                </c:pt>
                <c:pt idx="4">
                  <c:v>13.415416287263945</c:v>
                </c:pt>
                <c:pt idx="5">
                  <c:v>13.225245487754469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24532.0</c:v>
                </c:pt>
                <c:pt idx="1">
                  <c:v>25736.0</c:v>
                </c:pt>
                <c:pt idx="2">
                  <c:v>26732.0</c:v>
                </c:pt>
                <c:pt idx="3">
                  <c:v>27888.0</c:v>
                </c:pt>
                <c:pt idx="4">
                  <c:v>29261.0</c:v>
                </c:pt>
                <c:pt idx="5">
                  <c:v>30690.0</c:v>
                </c:pt>
                <c:pt idx="6">
                  <c:v>32448.0</c:v>
                </c:pt>
                <c:pt idx="7">
                  <c:v>34176.0</c:v>
                </c:pt>
                <c:pt idx="8">
                  <c:v>36087.0</c:v>
                </c:pt>
                <c:pt idx="9">
                  <c:v>37894.0</c:v>
                </c:pt>
                <c:pt idx="10">
                  <c:v>39839.0</c:v>
                </c:pt>
                <c:pt idx="11">
                  <c:v>41841.0</c:v>
                </c:pt>
                <c:pt idx="12">
                  <c:v>44237.0</c:v>
                </c:pt>
                <c:pt idx="13">
                  <c:v>46329.0</c:v>
                </c:pt>
                <c:pt idx="14">
                  <c:v>48743.0</c:v>
                </c:pt>
                <c:pt idx="15">
                  <c:v>51354.0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9E7E0A"/>
              </a:solidFill>
            </c:spPr>
          </c:dPt>
          <c:dPt>
            <c:idx val="1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Europe</c:v>
                </c:pt>
                <c:pt idx="1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0.055286007370664914</c:v>
                </c:pt>
                <c:pt idx="1">
                  <c:v>0.05282875716221902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7463610995039764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30690.0</c:v>
                </c:pt>
                <c:pt idx="2">
                  <c:v>32448.0</c:v>
                </c:pt>
                <c:pt idx="3">
                  <c:v>34176.0</c:v>
                </c:pt>
                <c:pt idx="4">
                  <c:v>36087.0</c:v>
                </c:pt>
                <c:pt idx="5">
                  <c:v>37894.0</c:v>
                </c:pt>
                <c:pt idx="6">
                  <c:v>39839.0</c:v>
                </c:pt>
                <c:pt idx="7">
                  <c:v>41841.0</c:v>
                </c:pt>
                <c:pt idx="8">
                  <c:v>44237.0</c:v>
                </c:pt>
                <c:pt idx="9">
                  <c:v>46329.0</c:v>
                </c:pt>
                <c:pt idx="10">
                  <c:v>48743.0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30690.0</c:v>
                </c:pt>
                <c:pt idx="1">
                  <c:v>1758.0</c:v>
                </c:pt>
                <c:pt idx="2">
                  <c:v>1728.0</c:v>
                </c:pt>
                <c:pt idx="3">
                  <c:v>1911.0</c:v>
                </c:pt>
                <c:pt idx="4">
                  <c:v>1807.0</c:v>
                </c:pt>
                <c:pt idx="5">
                  <c:v>1945.0</c:v>
                </c:pt>
                <c:pt idx="6">
                  <c:v>2002.0</c:v>
                </c:pt>
                <c:pt idx="7">
                  <c:v>2396.0</c:v>
                </c:pt>
                <c:pt idx="8">
                  <c:v>2092.0</c:v>
                </c:pt>
                <c:pt idx="9">
                  <c:v>2414.0</c:v>
                </c:pt>
                <c:pt idx="10">
                  <c:v>2611.0</c:v>
                </c:pt>
                <c:pt idx="11">
                  <c:v>51354.0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18.19270394916239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81.8072960508376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405.91600000000005</c:v>
                </c:pt>
                <c:pt idx="1">
                  <c:v>428.566</c:v>
                </c:pt>
                <c:pt idx="2">
                  <c:v>447.909</c:v>
                </c:pt>
                <c:pt idx="3">
                  <c:v>470.2289999999999</c:v>
                </c:pt>
                <c:pt idx="4">
                  <c:v>496.5279999999999</c:v>
                </c:pt>
                <c:pt idx="5">
                  <c:v>523.9780000000001</c:v>
                </c:pt>
                <c:pt idx="6">
                  <c:v>557.437</c:v>
                </c:pt>
                <c:pt idx="7">
                  <c:v>590.6650000000001</c:v>
                </c:pt>
                <c:pt idx="8">
                  <c:v>627.469</c:v>
                </c:pt>
                <c:pt idx="9">
                  <c:v>662.952</c:v>
                </c:pt>
                <c:pt idx="10">
                  <c:v>701.1880000000001</c:v>
                </c:pt>
                <c:pt idx="11">
                  <c:v>740.782</c:v>
                </c:pt>
                <c:pt idx="12">
                  <c:v>787.925</c:v>
                </c:pt>
                <c:pt idx="13">
                  <c:v>830.0680000000001</c:v>
                </c:pt>
                <c:pt idx="14">
                  <c:v>878.423</c:v>
                </c:pt>
                <c:pt idx="15">
                  <c:v>930.8270000000001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9E7E0A"/>
              </a:solidFill>
            </c:spPr>
          </c:dPt>
          <c:dPt>
            <c:idx val="1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Europe</c:v>
                </c:pt>
                <c:pt idx="1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0.060946929912261805</c:v>
                </c:pt>
                <c:pt idx="1">
                  <c:v>0.05914541845776666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8227835538155344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523.9780000000001</c:v>
                </c:pt>
                <c:pt idx="2">
                  <c:v>557.437</c:v>
                </c:pt>
                <c:pt idx="3">
                  <c:v>590.6650000000001</c:v>
                </c:pt>
                <c:pt idx="4">
                  <c:v>627.469</c:v>
                </c:pt>
                <c:pt idx="5">
                  <c:v>662.952</c:v>
                </c:pt>
                <c:pt idx="6">
                  <c:v>701.1880000000001</c:v>
                </c:pt>
                <c:pt idx="7">
                  <c:v>740.782</c:v>
                </c:pt>
                <c:pt idx="8">
                  <c:v>787.925</c:v>
                </c:pt>
                <c:pt idx="9">
                  <c:v>830.0680000000001</c:v>
                </c:pt>
                <c:pt idx="10">
                  <c:v>878.423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523.9780000000001</c:v>
                </c:pt>
                <c:pt idx="1">
                  <c:v>33.458999999999946</c:v>
                </c:pt>
                <c:pt idx="2">
                  <c:v>33.228000000000065</c:v>
                </c:pt>
                <c:pt idx="3">
                  <c:v>36.803999999999974</c:v>
                </c:pt>
                <c:pt idx="4">
                  <c:v>35.48299999999995</c:v>
                </c:pt>
                <c:pt idx="5">
                  <c:v>38.236000000000104</c:v>
                </c:pt>
                <c:pt idx="6">
                  <c:v>39.59399999999994</c:v>
                </c:pt>
                <c:pt idx="7">
                  <c:v>47.142999999999915</c:v>
                </c:pt>
                <c:pt idx="8">
                  <c:v>42.14300000000014</c:v>
                </c:pt>
                <c:pt idx="9">
                  <c:v>48.354999999999905</c:v>
                </c:pt>
                <c:pt idx="10">
                  <c:v>52.40400000000011</c:v>
                </c:pt>
                <c:pt idx="11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16.622760433123577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83.37723956687643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EC6DE"/>
              </a:solidFill>
            </c:spPr>
          </c:dPt>
          <c:dPt>
            <c:idx val="3"/>
            <c:spPr>
              <a:solidFill>
                <a:srgbClr val="81B5D4"/>
              </a:solidFill>
            </c:spPr>
          </c:dPt>
          <c:dPt>
            <c:idx val="4"/>
            <c:spPr>
              <a:solidFill>
                <a:srgbClr val="64A4CB"/>
              </a:solidFill>
            </c:spPr>
          </c:dPt>
          <c:dPt>
            <c:idx val="5"/>
            <c:spPr>
              <a:solidFill>
                <a:srgbClr val="4793C1"/>
              </a:solidFill>
            </c:spPr>
          </c:dPt>
          <c:dPt>
            <c:idx val="6"/>
            <c:spPr>
              <a:solidFill>
                <a:srgbClr val="2A82B7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40.718</c:v>
                </c:pt>
                <c:pt idx="3">
                  <c:v>43.306</c:v>
                </c:pt>
                <c:pt idx="4">
                  <c:v>59.513</c:v>
                </c:pt>
                <c:pt idx="5">
                  <c:v>69.303</c:v>
                </c:pt>
                <c:pt idx="6">
                  <c:v>79.935</c:v>
                </c:pt>
                <c:pt idx="7">
                  <c:v>231.203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202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9DABB6"/>
              </a:solidFill>
            </c:spPr>
          </c:dPt>
          <c:dPt>
            <c:idx val="6"/>
            <c:spPr>
              <a:solidFill>
                <a:srgbClr val="546C80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Emerging Ingredients…</c:v>
                </c:pt>
                <c:pt idx="6">
                  <c:v>Niche / Specialized I…</c:v>
                </c:pt>
                <c:pt idx="7">
                  <c:v>Regular / Established…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66.334</c:v>
                </c:pt>
                <c:pt idx="6">
                  <c:v>169.798</c:v>
                </c:pt>
                <c:pt idx="7">
                  <c:v>287.847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85.71497999999997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C5B1E6"/>
              </a:solidFill>
            </c:spPr>
          </c:dPt>
          <c:dPt>
            <c:idx val="1"/>
            <c:spPr>
              <a:solidFill>
                <a:srgbClr val="B9A0E1"/>
              </a:solidFill>
            </c:spPr>
          </c:dPt>
          <c:dPt>
            <c:idx val="2"/>
            <c:spPr>
              <a:solidFill>
                <a:srgbClr val="AC8FDC"/>
              </a:solidFill>
            </c:spPr>
          </c:dPt>
          <c:dPt>
            <c:idx val="3"/>
            <c:spPr>
              <a:solidFill>
                <a:srgbClr val="A07ED6"/>
              </a:solidFill>
            </c:spPr>
          </c:dPt>
          <c:dPt>
            <c:idx val="4"/>
            <c:spPr>
              <a:solidFill>
                <a:srgbClr val="946ED1"/>
              </a:solidFill>
            </c:spPr>
          </c:dPt>
          <c:dPt>
            <c:idx val="5"/>
            <c:spPr>
              <a:solidFill>
                <a:srgbClr val="875DCC"/>
              </a:solidFill>
            </c:spPr>
          </c:dPt>
          <c:dPt>
            <c:idx val="6"/>
            <c:spPr>
              <a:solidFill>
                <a:srgbClr val="7B4CC7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Solid</c:v>
                </c:pt>
                <c:pt idx="1">
                  <c:v>Powder</c:v>
                </c:pt>
                <c:pt idx="2">
                  <c:v>Gel</c:v>
                </c:pt>
                <c:pt idx="3">
                  <c:v>Foam</c:v>
                </c:pt>
                <c:pt idx="4">
                  <c:v>Cream &amp; Balm</c:v>
                </c:pt>
                <c:pt idx="5">
                  <c:v>Wipe &amp; Pad</c:v>
                </c:pt>
                <c:pt idx="6">
                  <c:v>Spray</c:v>
                </c:pt>
                <c:pt idx="7">
                  <c:v>Liquid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16.971</c:v>
                </c:pt>
                <c:pt idx="1">
                  <c:v>20.311</c:v>
                </c:pt>
                <c:pt idx="2">
                  <c:v>31.71</c:v>
                </c:pt>
                <c:pt idx="3">
                  <c:v>43.95</c:v>
                </c:pt>
                <c:pt idx="4">
                  <c:v>60.037</c:v>
                </c:pt>
                <c:pt idx="5">
                  <c:v>65.975</c:v>
                </c:pt>
                <c:pt idx="6">
                  <c:v>112.093</c:v>
                </c:pt>
                <c:pt idx="7">
                  <c:v>172.931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31.72754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DABAA0"/>
              </a:solidFill>
            </c:spPr>
          </c:dPt>
          <c:dPt>
            <c:idx val="2"/>
            <c:spPr>
              <a:solidFill>
                <a:srgbClr val="D1A989"/>
              </a:solidFill>
            </c:spPr>
          </c:dPt>
          <c:dPt>
            <c:idx val="3"/>
            <c:spPr>
              <a:solidFill>
                <a:srgbClr val="C79771"/>
              </a:solidFill>
            </c:spPr>
          </c:dPt>
          <c:dPt>
            <c:idx val="4"/>
            <c:spPr>
              <a:solidFill>
                <a:srgbClr val="BE8659"/>
              </a:solidFill>
            </c:spPr>
          </c:dPt>
          <c:dPt>
            <c:idx val="5"/>
            <c:spPr>
              <a:solidFill>
                <a:srgbClr val="B57542"/>
              </a:solidFill>
            </c:spPr>
          </c:dPt>
          <c:dPt>
            <c:idx val="6"/>
            <c:spPr>
              <a:solidFill>
                <a:srgbClr val="AC642A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Ear &amp; Eye-Area Hygiene</c:v>
                </c:pt>
                <c:pt idx="2">
                  <c:v>Body &amp; Coat Odor Mana…</c:v>
                </c:pt>
                <c:pt idx="3">
                  <c:v>Dental &amp; Oral Hygiene</c:v>
                </c:pt>
                <c:pt idx="4">
                  <c:v>Skin Soothing &amp; Comfo…</c:v>
                </c:pt>
                <c:pt idx="5">
                  <c:v>Moisturizing &amp; Skin B…</c:v>
                </c:pt>
                <c:pt idx="6">
                  <c:v>Coat Conditioning &amp; S…</c:v>
                </c:pt>
                <c:pt idx="7">
                  <c:v>Cleansing &amp; General H…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1">
                  <c:v>40.012</c:v>
                </c:pt>
                <c:pt idx="2">
                  <c:v>46.452</c:v>
                </c:pt>
                <c:pt idx="3">
                  <c:v>52.713</c:v>
                </c:pt>
                <c:pt idx="4">
                  <c:v>75.09899999999999</c:v>
                </c:pt>
                <c:pt idx="5">
                  <c:v>87.08</c:v>
                </c:pt>
                <c:pt idx="6">
                  <c:v>108.513</c:v>
                </c:pt>
                <c:pt idx="7">
                  <c:v>114.107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52.903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DCC599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Cats</c:v>
                </c:pt>
                <c:pt idx="7">
                  <c:v>Dogs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169.149</c:v>
                </c:pt>
                <c:pt idx="7">
                  <c:v>354.829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75.4708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Solid, Powder &amp; Weigh…</c:v>
                </c:pt>
                <c:pt idx="6">
                  <c:v>Wipes &amp; Other Count-B…</c:v>
                </c:pt>
                <c:pt idx="7">
                  <c:v>Liquid, Gel &amp; Cream P…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84.313</c:v>
                </c:pt>
                <c:pt idx="6">
                  <c:v>125.249</c:v>
                </c:pt>
                <c:pt idx="7">
                  <c:v>314.415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1.3161000000000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C4C9CF"/>
              </a:solidFill>
            </c:spPr>
          </c:dPt>
          <c:dPt>
            <c:idx val="5"/>
            <c:spPr>
              <a:solidFill>
                <a:srgbClr val="A6AFB8"/>
              </a:solidFill>
            </c:spPr>
          </c:dPt>
          <c:dPt>
            <c:idx val="6"/>
            <c:spPr>
              <a:solidFill>
                <a:srgbClr val="8994A0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Super-Premium / Luxur…</c:v>
                </c:pt>
                <c:pt idx="5">
                  <c:v>Economy / Mass-Market…</c:v>
                </c:pt>
                <c:pt idx="6">
                  <c:v>Premium: US$6 to belo…</c:v>
                </c:pt>
                <c:pt idx="7">
                  <c:v>Mid-Range: US$3 to 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45.702</c:v>
                </c:pt>
                <c:pt idx="5">
                  <c:v>127.144</c:v>
                </c:pt>
                <c:pt idx="6">
                  <c:v>137.685</c:v>
                </c:pt>
                <c:pt idx="7">
                  <c:v>213.449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86.02166000000005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9EC6DE"/>
              </a:solidFill>
            </c:spPr>
          </c:dPt>
          <c:dPt>
            <c:idx val="4"/>
            <c:spPr>
              <a:solidFill>
                <a:srgbClr val="7AB1D2"/>
              </a:solidFill>
            </c:spPr>
          </c:dPt>
          <c:dPt>
            <c:idx val="5"/>
            <c:spPr>
              <a:solidFill>
                <a:srgbClr val="569CC6"/>
              </a:solidFill>
            </c:spPr>
          </c:dPt>
          <c:dPt>
            <c:idx val="6"/>
            <c:spPr>
              <a:solidFill>
                <a:srgbClr val="3287BA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Veterinary &amp; Animal H…</c:v>
                </c:pt>
                <c:pt idx="4">
                  <c:v>Professional &amp; B2B</c:v>
                </c:pt>
                <c:pt idx="5">
                  <c:v>General Retail</c:v>
                </c:pt>
                <c:pt idx="6">
                  <c:v>Pet Specialty Retail</c:v>
                </c:pt>
                <c:pt idx="7">
                  <c:v>E-commerce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3">
                  <c:v>59.143</c:v>
                </c:pt>
                <c:pt idx="4">
                  <c:v>61.311</c:v>
                </c:pt>
                <c:pt idx="5">
                  <c:v>80.73599999999999</c:v>
                </c:pt>
                <c:pt idx="6">
                  <c:v>131.249</c:v>
                </c:pt>
                <c:pt idx="7">
                  <c:v>191.538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56.66092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DABB6"/>
              </a:solidFill>
            </c:spPr>
          </c:dPt>
          <c:dPt>
            <c:idx val="3"/>
            <c:spPr>
              <a:solidFill>
                <a:srgbClr val="8092A0"/>
              </a:solidFill>
            </c:spPr>
          </c:dPt>
          <c:dPt>
            <c:idx val="4"/>
            <c:spPr>
              <a:solidFill>
                <a:srgbClr val="62798B"/>
              </a:solidFill>
            </c:spPr>
          </c:dPt>
          <c:dPt>
            <c:idx val="5"/>
            <c:spPr>
              <a:solidFill>
                <a:srgbClr val="456075"/>
              </a:solidFill>
            </c:spPr>
          </c:dPt>
          <c:dPt>
            <c:idx val="6"/>
            <c:spPr>
              <a:solidFill>
                <a:srgbClr val="28475F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43.304</c:v>
                </c:pt>
                <c:pt idx="4">
                  <c:v>59.52</c:v>
                </c:pt>
                <c:pt idx="5">
                  <c:v>69.30499999999999</c:v>
                </c:pt>
                <c:pt idx="6">
                  <c:v>79.934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C5B1E6"/>
              </a:solidFill>
            </c:spPr>
          </c:dPt>
          <c:dPt>
            <c:idx val="3"/>
            <c:spPr>
              <a:solidFill>
                <a:srgbClr val="B499DF"/>
              </a:solidFill>
            </c:spPr>
          </c:dPt>
          <c:dPt>
            <c:idx val="4"/>
            <c:spPr>
              <a:solidFill>
                <a:srgbClr val="A282D7"/>
              </a:solidFill>
            </c:spPr>
          </c:dPt>
          <c:dPt>
            <c:idx val="5"/>
            <c:spPr>
              <a:solidFill>
                <a:srgbClr val="916AD0"/>
              </a:solidFill>
            </c:spPr>
          </c:dPt>
          <c:dPt>
            <c:idx val="6"/>
            <c:spPr>
              <a:solidFill>
                <a:srgbClr val="8053C9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43.307</c:v>
                </c:pt>
                <c:pt idx="4">
                  <c:v>59.517</c:v>
                </c:pt>
                <c:pt idx="5">
                  <c:v>69.306</c:v>
                </c:pt>
                <c:pt idx="6">
                  <c:v>79.937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523.9780000000001</c:v>
                </c:pt>
                <c:pt idx="2">
                  <c:v>738.4830000000001</c:v>
                </c:pt>
                <c:pt idx="3">
                  <c:v>780.6200000000001</c:v>
                </c:pt>
                <c:pt idx="4">
                  <c:v>808.5720000000001</c:v>
                </c:pt>
                <c:pt idx="5">
                  <c:v>836.9210000000002</c:v>
                </c:pt>
                <c:pt idx="6">
                  <c:v>892.3130000000001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523.9780000000001</c:v>
                </c:pt>
                <c:pt idx="1">
                  <c:v>214.50500000000002</c:v>
                </c:pt>
                <c:pt idx="2">
                  <c:v>42.137</c:v>
                </c:pt>
                <c:pt idx="3">
                  <c:v>27.952000000000005</c:v>
                </c:pt>
                <c:pt idx="4">
                  <c:v>28.349000000000004</c:v>
                </c:pt>
                <c:pt idx="5">
                  <c:v>55.391999999999996</c:v>
                </c:pt>
                <c:pt idx="6">
                  <c:v>38.51400000000001</c:v>
                </c:pt>
                <c:pt idx="7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214.50500000000002</c:v>
                </c:pt>
                <c:pt idx="2">
                  <c:v>256.64200000000005</c:v>
                </c:pt>
                <c:pt idx="3">
                  <c:v>284.59400000000005</c:v>
                </c:pt>
                <c:pt idx="4">
                  <c:v>312.94300000000004</c:v>
                </c:pt>
                <c:pt idx="5">
                  <c:v>368.33500000000004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214.50500000000002</c:v>
                </c:pt>
                <c:pt idx="1">
                  <c:v>42.137</c:v>
                </c:pt>
                <c:pt idx="2">
                  <c:v>27.952000000000005</c:v>
                </c:pt>
                <c:pt idx="3">
                  <c:v>28.349000000000004</c:v>
                </c:pt>
                <c:pt idx="4">
                  <c:v>55.391999999999996</c:v>
                </c:pt>
                <c:pt idx="5">
                  <c:v>38.51400000000001</c:v>
                </c:pt>
                <c:pt idx="6">
                  <c:v>406.84900000000005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523.979</c:v>
                </c:pt>
                <c:pt idx="2">
                  <c:v>760.8270000000001</c:v>
                </c:pt>
                <c:pt idx="3">
                  <c:v>883.0470000000001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523.979</c:v>
                </c:pt>
                <c:pt idx="1">
                  <c:v>236.84800000000007</c:v>
                </c:pt>
                <c:pt idx="2">
                  <c:v>122.22000000000003</c:v>
                </c:pt>
                <c:pt idx="3">
                  <c:v>47.778999999999996</c:v>
                </c:pt>
                <c:pt idx="4">
                  <c:v>930.826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236.84800000000007</c:v>
                </c:pt>
                <c:pt idx="2">
                  <c:v>359.0680000000001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236.84800000000007</c:v>
                </c:pt>
                <c:pt idx="1">
                  <c:v>122.22000000000003</c:v>
                </c:pt>
                <c:pt idx="2">
                  <c:v>47.778999999999996</c:v>
                </c:pt>
                <c:pt idx="3">
                  <c:v>406.8470000000001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0.0</c:v>
                </c:pt>
                <c:pt idx="1">
                  <c:v>523.9780000000001</c:v>
                </c:pt>
                <c:pt idx="2">
                  <c:v>648.6650000000001</c:v>
                </c:pt>
                <c:pt idx="3">
                  <c:v>724.565</c:v>
                </c:pt>
                <c:pt idx="4">
                  <c:v>786.7650000000001</c:v>
                </c:pt>
                <c:pt idx="5">
                  <c:v>817.5380000000001</c:v>
                </c:pt>
                <c:pt idx="6">
                  <c:v>858.5050000000001</c:v>
                </c:pt>
                <c:pt idx="7">
                  <c:v>904.5220000000002</c:v>
                </c:pt>
                <c:pt idx="8">
                  <c:v>917.8100000000002</c:v>
                </c:pt>
                <c:pt idx="9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523.9780000000001</c:v>
                </c:pt>
                <c:pt idx="1">
                  <c:v>124.68699999999998</c:v>
                </c:pt>
                <c:pt idx="2">
                  <c:v>75.89999999999999</c:v>
                </c:pt>
                <c:pt idx="3">
                  <c:v>62.199999999999996</c:v>
                </c:pt>
                <c:pt idx="4">
                  <c:v>30.772999999999996</c:v>
                </c:pt>
                <c:pt idx="5">
                  <c:v>40.967</c:v>
                </c:pt>
                <c:pt idx="6">
                  <c:v>46.01700000000001</c:v>
                </c:pt>
                <c:pt idx="7">
                  <c:v>13.287999999999997</c:v>
                </c:pt>
                <c:pt idx="8">
                  <c:v>13.018999999999998</c:v>
                </c:pt>
                <c:pt idx="9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124.68699999999998</c:v>
                </c:pt>
                <c:pt idx="2">
                  <c:v>200.587</c:v>
                </c:pt>
                <c:pt idx="3">
                  <c:v>262.787</c:v>
                </c:pt>
                <c:pt idx="4">
                  <c:v>293.55999999999995</c:v>
                </c:pt>
                <c:pt idx="5">
                  <c:v>334.52699999999993</c:v>
                </c:pt>
                <c:pt idx="6">
                  <c:v>380.5439999999999</c:v>
                </c:pt>
                <c:pt idx="7">
                  <c:v>393.83199999999994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124.68699999999998</c:v>
                </c:pt>
                <c:pt idx="1">
                  <c:v>75.89999999999999</c:v>
                </c:pt>
                <c:pt idx="2">
                  <c:v>62.199999999999996</c:v>
                </c:pt>
                <c:pt idx="3">
                  <c:v>30.772999999999996</c:v>
                </c:pt>
                <c:pt idx="4">
                  <c:v>40.967</c:v>
                </c:pt>
                <c:pt idx="5">
                  <c:v>46.01700000000001</c:v>
                </c:pt>
                <c:pt idx="6">
                  <c:v>13.287999999999997</c:v>
                </c:pt>
                <c:pt idx="7">
                  <c:v>13.018999999999998</c:v>
                </c:pt>
                <c:pt idx="8">
                  <c:v>406.85099999999994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523.976</c:v>
                </c:pt>
                <c:pt idx="2">
                  <c:v>599.725</c:v>
                </c:pt>
                <c:pt idx="3">
                  <c:v>675.333</c:v>
                </c:pt>
                <c:pt idx="4">
                  <c:v>732.746</c:v>
                </c:pt>
                <c:pt idx="5">
                  <c:v>835.6179999999999</c:v>
                </c:pt>
                <c:pt idx="6">
                  <c:v>864.0409999999999</c:v>
                </c:pt>
                <c:pt idx="7">
                  <c:v>905.459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523.976</c:v>
                </c:pt>
                <c:pt idx="1">
                  <c:v>75.749</c:v>
                </c:pt>
                <c:pt idx="2">
                  <c:v>75.60799999999999</c:v>
                </c:pt>
                <c:pt idx="3">
                  <c:v>57.41300000000001</c:v>
                </c:pt>
                <c:pt idx="4">
                  <c:v>102.87199999999999</c:v>
                </c:pt>
                <c:pt idx="5">
                  <c:v>28.422999999999995</c:v>
                </c:pt>
                <c:pt idx="6">
                  <c:v>41.418000000000006</c:v>
                </c:pt>
                <c:pt idx="7">
                  <c:v>25.370000000000005</c:v>
                </c:pt>
                <c:pt idx="8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75.749</c:v>
                </c:pt>
                <c:pt idx="2">
                  <c:v>151.35699999999997</c:v>
                </c:pt>
                <c:pt idx="3">
                  <c:v>208.76999999999998</c:v>
                </c:pt>
                <c:pt idx="4">
                  <c:v>311.64199999999994</c:v>
                </c:pt>
                <c:pt idx="5">
                  <c:v>340.06499999999994</c:v>
                </c:pt>
                <c:pt idx="6">
                  <c:v>381.48299999999995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75.749</c:v>
                </c:pt>
                <c:pt idx="1">
                  <c:v>75.60799999999999</c:v>
                </c:pt>
                <c:pt idx="2">
                  <c:v>57.41300000000001</c:v>
                </c:pt>
                <c:pt idx="3">
                  <c:v>102.87199999999999</c:v>
                </c:pt>
                <c:pt idx="4">
                  <c:v>28.422999999999995</c:v>
                </c:pt>
                <c:pt idx="5">
                  <c:v>41.418000000000006</c:v>
                </c:pt>
                <c:pt idx="6">
                  <c:v>25.370000000000005</c:v>
                </c:pt>
                <c:pt idx="7">
                  <c:v>406.85299999999995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523.9780000000001</c:v>
                </c:pt>
                <c:pt idx="2">
                  <c:v>797.752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523.9780000000001</c:v>
                </c:pt>
                <c:pt idx="1">
                  <c:v>273.77399999999994</c:v>
                </c:pt>
                <c:pt idx="2">
                  <c:v>133.07600000000002</c:v>
                </c:pt>
                <c:pt idx="3">
                  <c:v>930.828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273.77399999999994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273.77399999999994</c:v>
                </c:pt>
                <c:pt idx="1">
                  <c:v>133.07600000000002</c:v>
                </c:pt>
                <c:pt idx="2">
                  <c:v>406.84999999999997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523.977</c:v>
                </c:pt>
                <c:pt idx="2">
                  <c:v>746.277</c:v>
                </c:pt>
                <c:pt idx="3">
                  <c:v>812.221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523.977</c:v>
                </c:pt>
                <c:pt idx="1">
                  <c:v>222.3</c:v>
                </c:pt>
                <c:pt idx="2">
                  <c:v>65.944</c:v>
                </c:pt>
                <c:pt idx="3">
                  <c:v>118.60600000000002</c:v>
                </c:pt>
                <c:pt idx="4">
                  <c:v>930.827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222.3</c:v>
                </c:pt>
                <c:pt idx="2">
                  <c:v>288.244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222.3</c:v>
                </c:pt>
                <c:pt idx="1">
                  <c:v>65.944</c:v>
                </c:pt>
                <c:pt idx="2">
                  <c:v>118.60600000000002</c:v>
                </c:pt>
                <c:pt idx="3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523.98</c:v>
                </c:pt>
                <c:pt idx="2">
                  <c:v>625.886</c:v>
                </c:pt>
                <c:pt idx="3">
                  <c:v>810.383</c:v>
                </c:pt>
                <c:pt idx="4">
                  <c:v>911.282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523.98</c:v>
                </c:pt>
                <c:pt idx="1">
                  <c:v>101.906</c:v>
                </c:pt>
                <c:pt idx="2">
                  <c:v>184.497</c:v>
                </c:pt>
                <c:pt idx="3">
                  <c:v>100.899</c:v>
                </c:pt>
                <c:pt idx="4">
                  <c:v>19.543999999999997</c:v>
                </c:pt>
                <c:pt idx="5">
                  <c:v>930.8260000000001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101.906</c:v>
                </c:pt>
                <c:pt idx="2">
                  <c:v>286.403</c:v>
                </c:pt>
                <c:pt idx="3">
                  <c:v>387.302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101.906</c:v>
                </c:pt>
                <c:pt idx="1">
                  <c:v>184.497</c:v>
                </c:pt>
                <c:pt idx="2">
                  <c:v>100.899</c:v>
                </c:pt>
                <c:pt idx="3">
                  <c:v>19.543999999999997</c:v>
                </c:pt>
                <c:pt idx="4">
                  <c:v>406.846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523.9770000000001</c:v>
                </c:pt>
                <c:pt idx="2">
                  <c:v>722.5310000000001</c:v>
                </c:pt>
                <c:pt idx="3">
                  <c:v>799.9770000000001</c:v>
                </c:pt>
                <c:pt idx="4">
                  <c:v>840.2510000000001</c:v>
                </c:pt>
                <c:pt idx="5">
                  <c:v>883.7060000000001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523.9770000000001</c:v>
                </c:pt>
                <c:pt idx="1">
                  <c:v>198.55399999999997</c:v>
                </c:pt>
                <c:pt idx="2">
                  <c:v>77.446</c:v>
                </c:pt>
                <c:pt idx="3">
                  <c:v>40.274</c:v>
                </c:pt>
                <c:pt idx="4">
                  <c:v>43.45500000000001</c:v>
                </c:pt>
                <c:pt idx="5">
                  <c:v>47.121</c:v>
                </c:pt>
                <c:pt idx="6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198.55399999999997</c:v>
                </c:pt>
                <c:pt idx="2">
                  <c:v>276.0</c:v>
                </c:pt>
                <c:pt idx="3">
                  <c:v>316.274</c:v>
                </c:pt>
                <c:pt idx="4">
                  <c:v>359.72900000000004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Incremental Opportunity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198.55399999999997</c:v>
                </c:pt>
                <c:pt idx="1">
                  <c:v>77.446</c:v>
                </c:pt>
                <c:pt idx="2">
                  <c:v>40.274</c:v>
                </c:pt>
                <c:pt idx="3">
                  <c:v>43.45500000000001</c:v>
                </c:pt>
                <c:pt idx="4">
                  <c:v>47.121</c:v>
                </c:pt>
                <c:pt idx="5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20.724286029402222</c:v>
                </c:pt>
                <c:pt idx="1">
                  <c:v>22.38972152025421</c:v>
                </c:pt>
                <c:pt idx="2">
                  <c:v>23.0057123655914</c:v>
                </c:pt>
                <c:pt idx="3">
                  <c:v>20.306014686740184</c:v>
                </c:pt>
                <c:pt idx="4">
                  <c:v>24.6432436332155</c:v>
                </c:pt>
                <c:pt idx="5">
                  <c:v>21.376778126731942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21.84579186616322</c:v>
                </c:pt>
                <c:pt idx="1">
                  <c:v>18.939374984362097</c:v>
                </c:pt>
                <c:pt idx="2">
                  <c:v>20.571236559139784</c:v>
                </c:pt>
                <c:pt idx="3">
                  <c:v>21.25893361495199</c:v>
                </c:pt>
                <c:pt idx="4">
                  <c:v>18.932255969987736</c:v>
                </c:pt>
                <c:pt idx="5">
                  <c:v>20.423055606872346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16.496472857655693</c:v>
                </c:pt>
                <c:pt idx="1">
                  <c:v>15.704205969925189</c:v>
                </c:pt>
                <c:pt idx="2">
                  <c:v>15.840053763440862</c:v>
                </c:pt>
                <c:pt idx="3">
                  <c:v>16.739936635803225</c:v>
                </c:pt>
                <c:pt idx="4">
                  <c:v>17.535531346944666</c:v>
                </c:pt>
                <c:pt idx="5">
                  <c:v>18.45556992425642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14.181664049963885</c:v>
                </c:pt>
                <c:pt idx="1">
                  <c:v>15.342657692596392</c:v>
                </c:pt>
                <c:pt idx="2">
                  <c:v>14.34811827956989</c:v>
                </c:pt>
                <c:pt idx="3">
                  <c:v>15.83122528673527</c:v>
                </c:pt>
                <c:pt idx="4">
                  <c:v>15.039318952456535</c:v>
                </c:pt>
                <c:pt idx="5">
                  <c:v>10.710326990578237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10.370360758973563</c:v>
                </c:pt>
                <c:pt idx="1">
                  <c:v>11.400655540821178</c:v>
                </c:pt>
                <c:pt idx="2">
                  <c:v>9.768145161290324</c:v>
                </c:pt>
                <c:pt idx="3">
                  <c:v>8.22506569737456</c:v>
                </c:pt>
                <c:pt idx="4">
                  <c:v>8.860832551763943</c:v>
                </c:pt>
                <c:pt idx="5">
                  <c:v>9.980602253833364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8.884246584229718</c:v>
                </c:pt>
                <c:pt idx="1">
                  <c:v>8.000350288988416</c:v>
                </c:pt>
                <c:pt idx="2">
                  <c:v>9.507728494623656</c:v>
                </c:pt>
                <c:pt idx="3">
                  <c:v>10.192302969275733</c:v>
                </c:pt>
                <c:pt idx="4">
                  <c:v>8.01962340379482</c:v>
                </c:pt>
                <c:pt idx="5">
                  <c:v>9.581101053020506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7.4971778536117</c:v>
                </c:pt>
                <c:pt idx="1">
                  <c:v>8.223034003052518</c:v>
                </c:pt>
                <c:pt idx="2">
                  <c:v>6.959005376344087</c:v>
                </c:pt>
                <c:pt idx="3">
                  <c:v>7.4465211091190415</c:v>
                </c:pt>
                <c:pt idx="4">
                  <c:v>6.96919414183681</c:v>
                </c:pt>
                <c:pt idx="5">
                  <c:v>9.472566044707186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55.617260723075</c:v>
                </c:pt>
                <c:pt idx="1">
                  <c:v>54.93325994220448</c:v>
                </c:pt>
                <c:pt idx="2">
                  <c:v>53.89216526370616</c:v>
                </c:pt>
                <c:pt idx="3">
                  <c:v>59.00483827393964</c:v>
                </c:pt>
                <c:pt idx="4">
                  <c:v>54.344501197587505</c:v>
                </c:pt>
                <c:pt idx="5">
                  <c:v>49.83028147874477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31.87922510996639</c:v>
                </c:pt>
                <c:pt idx="1">
                  <c:v>31.564857325143553</c:v>
                </c:pt>
                <c:pt idx="2">
                  <c:v>33.66601139170321</c:v>
                </c:pt>
                <c:pt idx="3">
                  <c:v>29.1548984453668</c:v>
                </c:pt>
                <c:pt idx="4">
                  <c:v>32.8441981935186</c:v>
                </c:pt>
                <c:pt idx="5">
                  <c:v>37.38194749116771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12.503514166958613</c:v>
                </c:pt>
                <c:pt idx="1">
                  <c:v>13.501882732651966</c:v>
                </c:pt>
                <c:pt idx="2">
                  <c:v>12.441823344590622</c:v>
                </c:pt>
                <c:pt idx="3">
                  <c:v>11.840263280693568</c:v>
                </c:pt>
                <c:pt idx="4">
                  <c:v>12.811300608893891</c:v>
                </c:pt>
                <c:pt idx="5">
                  <c:v>12.787771030087514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11.693602256562977</c:v>
                </c:pt>
                <c:pt idx="1">
                  <c:v>9.98907014549872</c:v>
                </c:pt>
                <c:pt idx="2">
                  <c:v>11.264513875278551</c:v>
                </c:pt>
                <c:pt idx="3">
                  <c:v>11.542462021743303</c:v>
                </c:pt>
                <c:pt idx="4">
                  <c:v>9.170712625473369</c:v>
                </c:pt>
                <c:pt idx="5">
                  <c:v>5.69371565484273</c:v>
                </c:pt>
                <c:pt idx="6">
                  <c:v>3.7515880157620747</c:v>
                </c:pt>
                <c:pt idx="7">
                  <c:v>3.240076671241286</c:v>
                </c:pt>
                <c:pt idx="8">
                  <c:v>3.3901784262482124</c:v>
                </c:pt>
                <c:pt idx="9">
                  <c:v>3.0300946920704144</c:v>
                </c:pt>
                <c:pt idx="10">
                  <c:v>27.23398561527836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12.127056022733685</c:v>
                </c:pt>
                <c:pt idx="1">
                  <c:v>13.515963661294228</c:v>
                </c:pt>
                <c:pt idx="2">
                  <c:v>13.672509787055716</c:v>
                </c:pt>
                <c:pt idx="3">
                  <c:v>10.747277583816313</c:v>
                </c:pt>
                <c:pt idx="4">
                  <c:v>6.853819923875349</c:v>
                </c:pt>
                <c:pt idx="5">
                  <c:v>4.527540451517601</c:v>
                </c:pt>
                <c:pt idx="6">
                  <c:v>4.351504519294602</c:v>
                </c:pt>
                <c:pt idx="7">
                  <c:v>4.386878793633664</c:v>
                </c:pt>
                <c:pt idx="8">
                  <c:v>3.8343075690671227</c:v>
                </c:pt>
                <c:pt idx="9">
                  <c:v>2.614124464284719</c:v>
                </c:pt>
                <c:pt idx="10">
                  <c:v>23.369017223427004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16.616982878130067</c:v>
                </c:pt>
                <c:pt idx="1">
                  <c:v>15.838373751146182</c:v>
                </c:pt>
                <c:pt idx="2">
                  <c:v>12.226323321243273</c:v>
                </c:pt>
                <c:pt idx="3">
                  <c:v>7.956018792951128</c:v>
                </c:pt>
                <c:pt idx="4">
                  <c:v>5.814138033935409</c:v>
                </c:pt>
                <c:pt idx="5">
                  <c:v>5.618762435113717</c:v>
                </c:pt>
                <c:pt idx="6">
                  <c:v>5.851259038190952</c:v>
                </c:pt>
                <c:pt idx="7">
                  <c:v>4.767350351372047</c:v>
                </c:pt>
                <c:pt idx="8">
                  <c:v>3.1905899020099833</c:v>
                </c:pt>
                <c:pt idx="9">
                  <c:v>1.9266097914653117</c:v>
                </c:pt>
                <c:pt idx="10">
                  <c:v>20.193591704441936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245.06593474654844</c:v>
                </c:pt>
                <c:pt idx="1">
                  <c:v>136.3388649495522</c:v>
                </c:pt>
                <c:pt idx="2">
                  <c:v>171.61181912838902</c:v>
                </c:pt>
                <c:pt idx="3">
                  <c:v>324.19092878122404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7.9320259912157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57.9139628395421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101.07072628683687</c:v>
                </c:pt>
                <c:pt idx="1">
                  <c:v>140.51179942064496</c:v>
                </c:pt>
                <c:pt idx="2">
                  <c:v>262.0091088541116</c:v>
                </c:pt>
                <c:pt idx="3">
                  <c:v>373.6159130441202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4442.64132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686.5808896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88.48338129732075</c:v>
                </c:pt>
                <c:pt idx="1">
                  <c:v>123.0124644560787</c:v>
                </c:pt>
                <c:pt idx="2">
                  <c:v>229.3785028942541</c:v>
                </c:pt>
                <c:pt idx="3">
                  <c:v>327.08579929275714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31.7532550664394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13.7073952813422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97.25199699062335</c:v>
                </c:pt>
                <c:pt idx="1">
                  <c:v>177.90845212012633</c:v>
                </c:pt>
                <c:pt idx="2">
                  <c:v>245.01436968888936</c:v>
                </c:pt>
                <c:pt idx="3">
                  <c:v>247.78532914077164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4698.94755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014.65286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67.07477453248384</c:v>
                </c:pt>
                <c:pt idx="1">
                  <c:v>122.70359152142879</c:v>
                </c:pt>
                <c:pt idx="2">
                  <c:v>168.98659269367417</c:v>
                </c:pt>
                <c:pt idx="3">
                  <c:v>170.89772548503046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25.58499764024023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99.1547431870548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116.06171433202267</c:v>
                </c:pt>
                <c:pt idx="1">
                  <c:v>154.3744414705741</c:v>
                </c:pt>
                <c:pt idx="2">
                  <c:v>150.9181148593944</c:v>
                </c:pt>
                <c:pt idx="3">
                  <c:v>108.30841357062604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4955.25378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342.724838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3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3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0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9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3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7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2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3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7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1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7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8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0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1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0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3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Europe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By Ingredient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By Product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By Primary Product Function / Benefit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By Pet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By Pack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By Price Tier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By Sales Channels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Regional Price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Benchmarking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(1/8)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(2/8)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(3/8)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(4/8)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(5/8)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(6/8)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(7/8)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(8/8)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slide" Target="slide3.xml"/><Relationship Id="rId4" Type="http://schemas.openxmlformats.org/officeDocument/2006/relationships/slide" Target="slide5.xml"/><Relationship Id="rId5" Type="http://schemas.openxmlformats.org/officeDocument/2006/relationships/slide" Target="slide6.xml"/><Relationship Id="rId6" Type="http://schemas.openxmlformats.org/officeDocument/2006/relationships/slide" Target="slide11.xml"/><Relationship Id="rId7" Type="http://schemas.openxmlformats.org/officeDocument/2006/relationships/slide" Target="slide20.xml"/><Relationship Id="rId8" Type="http://schemas.openxmlformats.org/officeDocument/2006/relationships/slide" Target="slide29.xml"/><Relationship Id="rId9" Type="http://schemas.openxmlformats.org/officeDocument/2006/relationships/slide" Target="slide30.xml"/><Relationship Id="rId10" Type="http://schemas.openxmlformats.org/officeDocument/2006/relationships/slide" Target="slide41.xml"/><Relationship Id="rId11" Type="http://schemas.openxmlformats.org/officeDocument/2006/relationships/slide" Target="slide54.xml"/><Relationship Id="rId12" Type="http://schemas.openxmlformats.org/officeDocument/2006/relationships/slide" Target="slide131.xml"/><Relationship Id="rId13" Type="http://schemas.openxmlformats.org/officeDocument/2006/relationships/slide" Target="slide146.xml"/><Relationship Id="rId14" Type="http://schemas.openxmlformats.org/officeDocument/2006/relationships/slide" Target="slide147.xml"/><Relationship Id="rId15" Type="http://schemas.openxmlformats.org/officeDocument/2006/relationships/slide" Target="slide152.xml"/><Relationship Id="rId16" Type="http://schemas.openxmlformats.org/officeDocument/2006/relationships/slide" Target="slide186.xml"/><Relationship Id="rId17" Type="http://schemas.openxmlformats.org/officeDocument/2006/relationships/slide" Target="slide201.xml"/><Relationship Id="rId18" Type="http://schemas.openxmlformats.org/officeDocument/2006/relationships/slide" Target="slide202.xml"/><Relationship Id="rId19" Type="http://schemas.openxmlformats.org/officeDocument/2006/relationships/slide" Target="slide214.xml"/><Relationship Id="rId20" Type="http://schemas.openxmlformats.org/officeDocument/2006/relationships/slide" Target="slide218.xml"/><Relationship Id="rId21" Type="http://schemas.openxmlformats.org/officeDocument/2006/relationships/slide" Target="slide219.xml"/><Relationship Id="rId22" Type="http://schemas.openxmlformats.org/officeDocument/2006/relationships/slide" Target="slide228.xml"/><Relationship Id="rId23" Type="http://schemas.openxmlformats.org/officeDocument/2006/relationships/slide" Target="slide229.xml"/><Relationship Id="rId24" Type="http://schemas.openxmlformats.org/officeDocument/2006/relationships/slide" Target="slide243.xml"/><Relationship Id="rId25" Type="http://schemas.openxmlformats.org/officeDocument/2006/relationships/slide" Target="slide249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image" Target="../media/image2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.xml"/><Relationship Id="rId4" Type="http://schemas.openxmlformats.org/officeDocument/2006/relationships/image" Target="../media/image2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0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1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2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3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4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5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6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8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9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0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1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2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3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4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5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.xml"/><Relationship Id="rId4" Type="http://schemas.openxmlformats.org/officeDocument/2006/relationships/chart" Target="../charts/chart2.xml"/><Relationship Id="rId5" Type="http://schemas.openxmlformats.org/officeDocument/2006/relationships/notesSlide" Target="../notesSlides/notesSlide8.xml"/><Relationship Id="rId6" Type="http://schemas.openxmlformats.org/officeDocument/2006/relationships/image" Target="../media/image2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.xml"/><Relationship Id="rId4" Type="http://schemas.openxmlformats.org/officeDocument/2006/relationships/image" Target="../media/image2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.xml"/><Relationship Id="rId4" Type="http://schemas.openxmlformats.org/officeDocument/2006/relationships/chart" Target="../charts/chart4.xml"/><Relationship Id="rId5" Type="http://schemas.openxmlformats.org/officeDocument/2006/relationships/notesSlide" Target="../notesSlides/notesSlide10.xml"/><Relationship Id="rId6" Type="http://schemas.openxmlformats.org/officeDocument/2006/relationships/image" Target="../media/image2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.xml"/><Relationship Id="rId4" Type="http://schemas.openxmlformats.org/officeDocument/2006/relationships/chart" Target="../charts/chart6.xml"/><Relationship Id="rId5" Type="http://schemas.openxmlformats.org/officeDocument/2006/relationships/notesSlide" Target="../notesSlides/notesSlide11.xml"/><Relationship Id="rId6" Type="http://schemas.openxmlformats.org/officeDocument/2006/relationships/image" Target="../media/image2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.xml"/><Relationship Id="rId4" Type="http://schemas.openxmlformats.org/officeDocument/2006/relationships/chart" Target="../charts/chart8.xml"/><Relationship Id="rId5" Type="http://schemas.openxmlformats.org/officeDocument/2006/relationships/notesSlide" Target="../notesSlides/notesSlide12.xml"/><Relationship Id="rId6" Type="http://schemas.openxmlformats.org/officeDocument/2006/relationships/image" Target="../media/image2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.xml"/><Relationship Id="rId4" Type="http://schemas.openxmlformats.org/officeDocument/2006/relationships/image" Target="../media/image2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.xml"/><Relationship Id="rId4" Type="http://schemas.openxmlformats.org/officeDocument/2006/relationships/image" Target="../media/image2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.xml"/><Relationship Id="rId4" Type="http://schemas.openxmlformats.org/officeDocument/2006/relationships/notesSlide" Target="../notesSlides/notesSlide15.xml"/><Relationship Id="rId5" Type="http://schemas.openxmlformats.org/officeDocument/2006/relationships/image" Target="../media/image2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.xml"/><Relationship Id="rId4" Type="http://schemas.openxmlformats.org/officeDocument/2006/relationships/image" Target="../media/image2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.xml"/><Relationship Id="rId4" Type="http://schemas.openxmlformats.org/officeDocument/2006/relationships/notesSlide" Target="../notesSlides/notesSlide17.xml"/><Relationship Id="rId5" Type="http://schemas.openxmlformats.org/officeDocument/2006/relationships/image" Target="../media/image2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.xml"/><Relationship Id="rId4" Type="http://schemas.openxmlformats.org/officeDocument/2006/relationships/image" Target="../media/image59.png"/><Relationship Id="rId5" Type="http://schemas.openxmlformats.org/officeDocument/2006/relationships/image" Target="../media/image60.png"/><Relationship Id="rId6" Type="http://schemas.openxmlformats.org/officeDocument/2006/relationships/image" Target="../media/image61.png"/><Relationship Id="rId7" Type="http://schemas.openxmlformats.org/officeDocument/2006/relationships/image" Target="../media/image62.png"/><Relationship Id="rId8" Type="http://schemas.openxmlformats.org/officeDocument/2006/relationships/image" Target="../media/image63.png"/><Relationship Id="rId9" Type="http://schemas.openxmlformats.org/officeDocument/2006/relationships/image" Target="../media/image64.png"/><Relationship Id="rId10" Type="http://schemas.openxmlformats.org/officeDocument/2006/relationships/image" Target="../media/image65.png"/><Relationship Id="rId11" Type="http://schemas.openxmlformats.org/officeDocument/2006/relationships/image" Target="../media/image66.png"/><Relationship Id="rId12" Type="http://schemas.openxmlformats.org/officeDocument/2006/relationships/image" Target="../media/image67.png"/><Relationship Id="rId13" Type="http://schemas.openxmlformats.org/officeDocument/2006/relationships/image" Target="../media/image68.png"/><Relationship Id="rId14" Type="http://schemas.openxmlformats.org/officeDocument/2006/relationships/image" Target="../media/image69.png"/><Relationship Id="rId15" Type="http://schemas.openxmlformats.org/officeDocument/2006/relationships/image" Target="../media/image70.png"/><Relationship Id="rId16" Type="http://schemas.openxmlformats.org/officeDocument/2006/relationships/image" Target="../media/image71.png"/><Relationship Id="rId17" Type="http://schemas.openxmlformats.org/officeDocument/2006/relationships/image" Target="../media/image72.png"/><Relationship Id="rId18" Type="http://schemas.openxmlformats.org/officeDocument/2006/relationships/image" Target="../media/image73.png"/><Relationship Id="rId19" Type="http://schemas.openxmlformats.org/officeDocument/2006/relationships/image" Target="../media/image74.png"/><Relationship Id="rId20" Type="http://schemas.openxmlformats.org/officeDocument/2006/relationships/image" Target="../media/image75.png"/><Relationship Id="rId21" Type="http://schemas.openxmlformats.org/officeDocument/2006/relationships/image" Target="../media/image76.png"/><Relationship Id="rId22" Type="http://schemas.openxmlformats.org/officeDocument/2006/relationships/image" Target="../media/image77.png"/><Relationship Id="rId23" Type="http://schemas.openxmlformats.org/officeDocument/2006/relationships/image" Target="../media/image78.png"/><Relationship Id="rId24" Type="http://schemas.openxmlformats.org/officeDocument/2006/relationships/image" Target="../media/image2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.xml"/><Relationship Id="rId4" Type="http://schemas.openxmlformats.org/officeDocument/2006/relationships/image" Target="../media/image79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Relationship Id="rId9" Type="http://schemas.openxmlformats.org/officeDocument/2006/relationships/image" Target="../media/image84.png"/><Relationship Id="rId10" Type="http://schemas.openxmlformats.org/officeDocument/2006/relationships/image" Target="../media/image85.png"/><Relationship Id="rId11" Type="http://schemas.openxmlformats.org/officeDocument/2006/relationships/image" Target="../media/image86.png"/><Relationship Id="rId12" Type="http://schemas.openxmlformats.org/officeDocument/2006/relationships/image" Target="../media/image64.png"/><Relationship Id="rId13" Type="http://schemas.openxmlformats.org/officeDocument/2006/relationships/image" Target="../media/image87.png"/><Relationship Id="rId14" Type="http://schemas.openxmlformats.org/officeDocument/2006/relationships/image" Target="../media/image88.png"/><Relationship Id="rId15" Type="http://schemas.openxmlformats.org/officeDocument/2006/relationships/image" Target="../media/image89.png"/><Relationship Id="rId16" Type="http://schemas.openxmlformats.org/officeDocument/2006/relationships/image" Target="../media/image90.png"/><Relationship Id="rId17" Type="http://schemas.openxmlformats.org/officeDocument/2006/relationships/image" Target="../media/image91.png"/><Relationship Id="rId18" Type="http://schemas.openxmlformats.org/officeDocument/2006/relationships/image" Target="../media/image92.png"/><Relationship Id="rId19" Type="http://schemas.openxmlformats.org/officeDocument/2006/relationships/image" Target="../media/image93.png"/><Relationship Id="rId20" Type="http://schemas.openxmlformats.org/officeDocument/2006/relationships/image" Target="../media/image94.png"/><Relationship Id="rId21" Type="http://schemas.openxmlformats.org/officeDocument/2006/relationships/image" Target="../media/image95.png"/><Relationship Id="rId22" Type="http://schemas.openxmlformats.org/officeDocument/2006/relationships/image" Target="../media/image96.png"/><Relationship Id="rId23" Type="http://schemas.openxmlformats.org/officeDocument/2006/relationships/image" Target="../media/image97.png"/><Relationship Id="rId24" Type="http://schemas.openxmlformats.org/officeDocument/2006/relationships/image" Target="../media/image98.png"/><Relationship Id="rId25" Type="http://schemas.openxmlformats.org/officeDocument/2006/relationships/image" Target="../media/image2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.xml"/><Relationship Id="rId4" Type="http://schemas.openxmlformats.org/officeDocument/2006/relationships/image" Target="../media/image99.png"/><Relationship Id="rId5" Type="http://schemas.openxmlformats.org/officeDocument/2006/relationships/image" Target="../media/image100.png"/><Relationship Id="rId6" Type="http://schemas.openxmlformats.org/officeDocument/2006/relationships/image" Target="../media/image101.png"/><Relationship Id="rId7" Type="http://schemas.openxmlformats.org/officeDocument/2006/relationships/image" Target="../media/image102.png"/><Relationship Id="rId8" Type="http://schemas.openxmlformats.org/officeDocument/2006/relationships/image" Target="../media/image103.png"/><Relationship Id="rId9" Type="http://schemas.openxmlformats.org/officeDocument/2006/relationships/image" Target="../media/image95.png"/><Relationship Id="rId10" Type="http://schemas.openxmlformats.org/officeDocument/2006/relationships/image" Target="../media/image104.png"/><Relationship Id="rId11" Type="http://schemas.openxmlformats.org/officeDocument/2006/relationships/image" Target="../media/image105.png"/><Relationship Id="rId12" Type="http://schemas.openxmlformats.org/officeDocument/2006/relationships/image" Target="../media/image106.png"/><Relationship Id="rId13" Type="http://schemas.openxmlformats.org/officeDocument/2006/relationships/image" Target="../media/image107.png"/><Relationship Id="rId14" Type="http://schemas.openxmlformats.org/officeDocument/2006/relationships/image" Target="../media/image108.png"/><Relationship Id="rId15" Type="http://schemas.openxmlformats.org/officeDocument/2006/relationships/image" Target="../media/image75.png"/><Relationship Id="rId16" Type="http://schemas.openxmlformats.org/officeDocument/2006/relationships/image" Target="../media/image109.png"/><Relationship Id="rId17" Type="http://schemas.openxmlformats.org/officeDocument/2006/relationships/image" Target="../media/image110.png"/><Relationship Id="rId18" Type="http://schemas.openxmlformats.org/officeDocument/2006/relationships/image" Target="../media/image111.png"/><Relationship Id="rId19" Type="http://schemas.openxmlformats.org/officeDocument/2006/relationships/image" Target="../media/image112.png"/><Relationship Id="rId20" Type="http://schemas.openxmlformats.org/officeDocument/2006/relationships/image" Target="../media/image113.png"/><Relationship Id="rId21" Type="http://schemas.openxmlformats.org/officeDocument/2006/relationships/image" Target="../media/image114.png"/><Relationship Id="rId22" Type="http://schemas.openxmlformats.org/officeDocument/2006/relationships/image" Target="../media/image115.png"/><Relationship Id="rId23" Type="http://schemas.openxmlformats.org/officeDocument/2006/relationships/image" Target="../media/image98.png"/><Relationship Id="rId24" Type="http://schemas.openxmlformats.org/officeDocument/2006/relationships/image" Target="../media/image2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.xml"/><Relationship Id="rId4" Type="http://schemas.openxmlformats.org/officeDocument/2006/relationships/image" Target="../media/image116.png"/><Relationship Id="rId5" Type="http://schemas.openxmlformats.org/officeDocument/2006/relationships/image" Target="../media/image114.png"/><Relationship Id="rId6" Type="http://schemas.openxmlformats.org/officeDocument/2006/relationships/image" Target="../media/image117.png"/><Relationship Id="rId7" Type="http://schemas.openxmlformats.org/officeDocument/2006/relationships/image" Target="../media/image52.png"/><Relationship Id="rId8" Type="http://schemas.openxmlformats.org/officeDocument/2006/relationships/image" Target="../media/image118.png"/><Relationship Id="rId9" Type="http://schemas.openxmlformats.org/officeDocument/2006/relationships/image" Target="../media/image72.png"/><Relationship Id="rId10" Type="http://schemas.openxmlformats.org/officeDocument/2006/relationships/image" Target="../media/image119.png"/><Relationship Id="rId11" Type="http://schemas.openxmlformats.org/officeDocument/2006/relationships/image" Target="../media/image120.png"/><Relationship Id="rId12" Type="http://schemas.openxmlformats.org/officeDocument/2006/relationships/image" Target="../media/image121.png"/><Relationship Id="rId13" Type="http://schemas.openxmlformats.org/officeDocument/2006/relationships/image" Target="../media/image122.png"/><Relationship Id="rId14" Type="http://schemas.openxmlformats.org/officeDocument/2006/relationships/image" Target="../media/image123.png"/><Relationship Id="rId15" Type="http://schemas.openxmlformats.org/officeDocument/2006/relationships/image" Target="../media/image101.png"/><Relationship Id="rId16" Type="http://schemas.openxmlformats.org/officeDocument/2006/relationships/image" Target="../media/image2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.xml"/><Relationship Id="rId4" Type="http://schemas.openxmlformats.org/officeDocument/2006/relationships/notesSlide" Target="../notesSlides/notesSlide22.xml"/><Relationship Id="rId5" Type="http://schemas.openxmlformats.org/officeDocument/2006/relationships/image" Target="../media/image2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.xml"/><Relationship Id="rId4" Type="http://schemas.openxmlformats.org/officeDocument/2006/relationships/notesSlide" Target="../notesSlides/notesSlide23.xml"/><Relationship Id="rId5" Type="http://schemas.openxmlformats.org/officeDocument/2006/relationships/image" Target="../media/image2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.xml"/><Relationship Id="rId4" Type="http://schemas.openxmlformats.org/officeDocument/2006/relationships/image" Target="../media/image2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.xml"/><Relationship Id="rId4" Type="http://schemas.openxmlformats.org/officeDocument/2006/relationships/image" Target="../media/image2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.xml"/><Relationship Id="rId4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.xml"/><Relationship Id="rId4" Type="http://schemas.openxmlformats.org/officeDocument/2006/relationships/image" Target="../media/image2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.xml"/><Relationship Id="rId4" Type="http://schemas.openxmlformats.org/officeDocument/2006/relationships/chart" Target="../charts/chart14.xml"/><Relationship Id="rId5" Type="http://schemas.openxmlformats.org/officeDocument/2006/relationships/notesSlide" Target="../notesSlides/notesSlide28.xml"/><Relationship Id="rId6" Type="http://schemas.openxmlformats.org/officeDocument/2006/relationships/image" Target="../media/image2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.xml"/><Relationship Id="rId4" Type="http://schemas.openxmlformats.org/officeDocument/2006/relationships/image" Target="../media/image2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187.png"/><Relationship Id="rId5" Type="http://schemas.openxmlformats.org/officeDocument/2006/relationships/image" Target="../media/image188.png"/><Relationship Id="rId6" Type="http://schemas.openxmlformats.org/officeDocument/2006/relationships/image" Target="../media/image189.png"/><Relationship Id="rId7" Type="http://schemas.openxmlformats.org/officeDocument/2006/relationships/image" Target="../media/image190.png"/><Relationship Id="rId8" Type="http://schemas.openxmlformats.org/officeDocument/2006/relationships/image" Target="../media/image191.png"/><Relationship Id="rId9" Type="http://schemas.openxmlformats.org/officeDocument/2006/relationships/image" Target="../media/image111.png"/><Relationship Id="rId10" Type="http://schemas.openxmlformats.org/officeDocument/2006/relationships/image" Target="../media/image192.png"/><Relationship Id="rId11" Type="http://schemas.openxmlformats.org/officeDocument/2006/relationships/image" Target="../media/image55.png"/><Relationship Id="rId12" Type="http://schemas.openxmlformats.org/officeDocument/2006/relationships/image" Target="../media/image64.png"/><Relationship Id="rId13" Type="http://schemas.openxmlformats.org/officeDocument/2006/relationships/image" Target="../media/image193.png"/><Relationship Id="rId14" Type="http://schemas.openxmlformats.org/officeDocument/2006/relationships/image" Target="../media/image57.png"/><Relationship Id="rId15" Type="http://schemas.openxmlformats.org/officeDocument/2006/relationships/image" Target="../media/image98.png"/><Relationship Id="rId16" Type="http://schemas.openxmlformats.org/officeDocument/2006/relationships/image" Target="../media/image194.png"/><Relationship Id="rId17" Type="http://schemas.openxmlformats.org/officeDocument/2006/relationships/image" Target="../media/image56.png"/><Relationship Id="rId18" Type="http://schemas.openxmlformats.org/officeDocument/2006/relationships/image" Target="../media/image195.png"/><Relationship Id="rId19" Type="http://schemas.openxmlformats.org/officeDocument/2006/relationships/image" Target="../media/image196.png"/><Relationship Id="rId20" Type="http://schemas.openxmlformats.org/officeDocument/2006/relationships/image" Target="../media/image58.png"/><Relationship Id="rId21" Type="http://schemas.openxmlformats.org/officeDocument/2006/relationships/image" Target="../media/image2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.xml"/><Relationship Id="rId4" Type="http://schemas.openxmlformats.org/officeDocument/2006/relationships/chart" Target="../charts/chart16.xml"/><Relationship Id="rId5" Type="http://schemas.openxmlformats.org/officeDocument/2006/relationships/notesSlide" Target="../notesSlides/notesSlide31.xml"/><Relationship Id="rId6" Type="http://schemas.openxmlformats.org/officeDocument/2006/relationships/image" Target="../media/image2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.xml"/><Relationship Id="rId4" Type="http://schemas.openxmlformats.org/officeDocument/2006/relationships/chart" Target="../charts/chart18.xml"/><Relationship Id="rId5" Type="http://schemas.openxmlformats.org/officeDocument/2006/relationships/chart" Target="../charts/chart19.xml"/><Relationship Id="rId6" Type="http://schemas.openxmlformats.org/officeDocument/2006/relationships/chart" Target="../charts/chart20.xml"/><Relationship Id="rId7" Type="http://schemas.openxmlformats.org/officeDocument/2006/relationships/notesSlide" Target="../notesSlides/notesSlide32.xml"/><Relationship Id="rId8" Type="http://schemas.openxmlformats.org/officeDocument/2006/relationships/image" Target="../media/image2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.xml"/><Relationship Id="rId4" Type="http://schemas.openxmlformats.org/officeDocument/2006/relationships/chart" Target="../charts/chart22.xml"/><Relationship Id="rId5" Type="http://schemas.openxmlformats.org/officeDocument/2006/relationships/notesSlide" Target="../notesSlides/notesSlide33.xml"/><Relationship Id="rId6" Type="http://schemas.openxmlformats.org/officeDocument/2006/relationships/image" Target="../media/image2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.xml"/><Relationship Id="rId4" Type="http://schemas.openxmlformats.org/officeDocument/2006/relationships/image" Target="../media/image2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.xml"/><Relationship Id="rId4" Type="http://schemas.openxmlformats.org/officeDocument/2006/relationships/image" Target="../media/image2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.xml"/><Relationship Id="rId4" Type="http://schemas.openxmlformats.org/officeDocument/2006/relationships/notesSlide" Target="../notesSlides/notesSlide36.xml"/><Relationship Id="rId5" Type="http://schemas.openxmlformats.org/officeDocument/2006/relationships/image" Target="../media/image2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.xml"/><Relationship Id="rId4" Type="http://schemas.openxmlformats.org/officeDocument/2006/relationships/image" Target="../media/image2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.xml"/><Relationship Id="rId4" Type="http://schemas.openxmlformats.org/officeDocument/2006/relationships/image" Target="../media/image2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.xml"/><Relationship Id="rId4" Type="http://schemas.openxmlformats.org/officeDocument/2006/relationships/image" Target="../media/image215.png"/><Relationship Id="rId5" Type="http://schemas.openxmlformats.org/officeDocument/2006/relationships/image" Target="../media/image216.png"/><Relationship Id="rId6" Type="http://schemas.openxmlformats.org/officeDocument/2006/relationships/image" Target="../media/image95.png"/><Relationship Id="rId7" Type="http://schemas.openxmlformats.org/officeDocument/2006/relationships/image" Target="../media/image217.png"/><Relationship Id="rId8" Type="http://schemas.openxmlformats.org/officeDocument/2006/relationships/image" Target="../media/image218.png"/><Relationship Id="rId9" Type="http://schemas.openxmlformats.org/officeDocument/2006/relationships/image" Target="../media/image195.png"/><Relationship Id="rId10" Type="http://schemas.openxmlformats.org/officeDocument/2006/relationships/image" Target="../media/image219.png"/><Relationship Id="rId11" Type="http://schemas.openxmlformats.org/officeDocument/2006/relationships/image" Target="../media/image220.png"/><Relationship Id="rId12" Type="http://schemas.openxmlformats.org/officeDocument/2006/relationships/image" Target="../media/image2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.xml"/><Relationship Id="rId4" Type="http://schemas.openxmlformats.org/officeDocument/2006/relationships/chart" Target="../charts/chart25.xml"/><Relationship Id="rId5" Type="http://schemas.openxmlformats.org/officeDocument/2006/relationships/notesSlide" Target="../notesSlides/notesSlide40.xml"/><Relationship Id="rId6" Type="http://schemas.openxmlformats.org/officeDocument/2006/relationships/image" Target="../media/image2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.xml"/><Relationship Id="rId4" Type="http://schemas.openxmlformats.org/officeDocument/2006/relationships/chart" Target="../charts/chart27.xml"/><Relationship Id="rId5" Type="http://schemas.openxmlformats.org/officeDocument/2006/relationships/chart" Target="../charts/chart28.xml"/><Relationship Id="rId6" Type="http://schemas.openxmlformats.org/officeDocument/2006/relationships/notesSlide" Target="../notesSlides/notesSlide41.xml"/><Relationship Id="rId7" Type="http://schemas.openxmlformats.org/officeDocument/2006/relationships/image" Target="../media/image2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.xml"/><Relationship Id="rId4" Type="http://schemas.openxmlformats.org/officeDocument/2006/relationships/image" Target="../media/image2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.xml"/><Relationship Id="rId4" Type="http://schemas.openxmlformats.org/officeDocument/2006/relationships/image" Target="../media/image2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.xml"/><Relationship Id="rId4" Type="http://schemas.openxmlformats.org/officeDocument/2006/relationships/notesSlide" Target="../notesSlides/notesSlide44.xml"/><Relationship Id="rId5" Type="http://schemas.openxmlformats.org/officeDocument/2006/relationships/image" Target="../media/image2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.xml"/><Relationship Id="rId4" Type="http://schemas.openxmlformats.org/officeDocument/2006/relationships/image" Target="../media/image2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.xml"/><Relationship Id="rId4" Type="http://schemas.openxmlformats.org/officeDocument/2006/relationships/image" Target="../media/image2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.xml"/><Relationship Id="rId4" Type="http://schemas.openxmlformats.org/officeDocument/2006/relationships/image" Target="../media/image228.png"/><Relationship Id="rId5" Type="http://schemas.openxmlformats.org/officeDocument/2006/relationships/image" Target="../media/image229.png"/><Relationship Id="rId6" Type="http://schemas.openxmlformats.org/officeDocument/2006/relationships/image" Target="../media/image195.png"/><Relationship Id="rId7" Type="http://schemas.openxmlformats.org/officeDocument/2006/relationships/image" Target="../media/image230.png"/><Relationship Id="rId8" Type="http://schemas.openxmlformats.org/officeDocument/2006/relationships/image" Target="../media/image231.png"/><Relationship Id="rId9" Type="http://schemas.openxmlformats.org/officeDocument/2006/relationships/image" Target="../media/image95.png"/><Relationship Id="rId10" Type="http://schemas.openxmlformats.org/officeDocument/2006/relationships/image" Target="../media/image232.png"/><Relationship Id="rId11" Type="http://schemas.openxmlformats.org/officeDocument/2006/relationships/image" Target="../media/image233.png"/><Relationship Id="rId12" Type="http://schemas.openxmlformats.org/officeDocument/2006/relationships/image" Target="../media/image98.png"/><Relationship Id="rId13" Type="http://schemas.openxmlformats.org/officeDocument/2006/relationships/image" Target="../media/image234.png"/><Relationship Id="rId14" Type="http://schemas.openxmlformats.org/officeDocument/2006/relationships/image" Target="../media/image235.png"/><Relationship Id="rId15" Type="http://schemas.openxmlformats.org/officeDocument/2006/relationships/image" Target="../media/image101.png"/><Relationship Id="rId16" Type="http://schemas.openxmlformats.org/officeDocument/2006/relationships/image" Target="../media/image236.png"/><Relationship Id="rId17" Type="http://schemas.openxmlformats.org/officeDocument/2006/relationships/image" Target="../media/image237.png"/><Relationship Id="rId18" Type="http://schemas.openxmlformats.org/officeDocument/2006/relationships/image" Target="../media/image238.png"/><Relationship Id="rId19" Type="http://schemas.openxmlformats.org/officeDocument/2006/relationships/image" Target="../media/image239.png"/><Relationship Id="rId20" Type="http://schemas.openxmlformats.org/officeDocument/2006/relationships/image" Target="../media/image61.png"/><Relationship Id="rId21" Type="http://schemas.openxmlformats.org/officeDocument/2006/relationships/image" Target="../media/image240.png"/><Relationship Id="rId22" Type="http://schemas.openxmlformats.org/officeDocument/2006/relationships/image" Target="../media/image241.png"/><Relationship Id="rId23" Type="http://schemas.openxmlformats.org/officeDocument/2006/relationships/image" Target="../media/image242.png"/><Relationship Id="rId24" Type="http://schemas.openxmlformats.org/officeDocument/2006/relationships/image" Target="../media/image243.png"/><Relationship Id="rId25" Type="http://schemas.openxmlformats.org/officeDocument/2006/relationships/image" Target="../media/image67.png"/><Relationship Id="rId26" Type="http://schemas.openxmlformats.org/officeDocument/2006/relationships/image" Target="../media/image2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.xml"/><Relationship Id="rId4" Type="http://schemas.openxmlformats.org/officeDocument/2006/relationships/chart" Target="../charts/chart31.xml"/><Relationship Id="rId5" Type="http://schemas.openxmlformats.org/officeDocument/2006/relationships/notesSlide" Target="../notesSlides/notesSlide48.xml"/><Relationship Id="rId6" Type="http://schemas.openxmlformats.org/officeDocument/2006/relationships/image" Target="../media/image2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.xml"/><Relationship Id="rId4" Type="http://schemas.openxmlformats.org/officeDocument/2006/relationships/chart" Target="../charts/chart33.xml"/><Relationship Id="rId5" Type="http://schemas.openxmlformats.org/officeDocument/2006/relationships/chart" Target="../charts/chart34.xml"/><Relationship Id="rId6" Type="http://schemas.openxmlformats.org/officeDocument/2006/relationships/chart" Target="../charts/chart35.xml"/><Relationship Id="rId7" Type="http://schemas.openxmlformats.org/officeDocument/2006/relationships/notesSlide" Target="../notesSlides/notesSlide49.xml"/><Relationship Id="rId8" Type="http://schemas.openxmlformats.org/officeDocument/2006/relationships/image" Target="../media/image2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6.xml"/><Relationship Id="rId4" Type="http://schemas.openxmlformats.org/officeDocument/2006/relationships/chart" Target="../charts/chart37.xml"/><Relationship Id="rId5" Type="http://schemas.openxmlformats.org/officeDocument/2006/relationships/chart" Target="../charts/chart38.xml"/><Relationship Id="rId6" Type="http://schemas.openxmlformats.org/officeDocument/2006/relationships/chart" Target="../charts/chart39.xml"/><Relationship Id="rId7" Type="http://schemas.openxmlformats.org/officeDocument/2006/relationships/notesSlide" Target="../notesSlides/notesSlide50.xml"/><Relationship Id="rId8" Type="http://schemas.openxmlformats.org/officeDocument/2006/relationships/image" Target="../media/image2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.xml"/><Relationship Id="rId4" Type="http://schemas.openxmlformats.org/officeDocument/2006/relationships/image" Target="../media/image2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.xml"/><Relationship Id="rId4" Type="http://schemas.openxmlformats.org/officeDocument/2006/relationships/image" Target="../media/image2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0.xml"/><Relationship Id="rId4" Type="http://schemas.openxmlformats.org/officeDocument/2006/relationships/notesSlide" Target="../notesSlides/notesSlide53.xml"/><Relationship Id="rId5" Type="http://schemas.openxmlformats.org/officeDocument/2006/relationships/image" Target="../media/image2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4.xml"/><Relationship Id="rId4" Type="http://schemas.openxmlformats.org/officeDocument/2006/relationships/image" Target="../media/image2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5.xml"/><Relationship Id="rId4" Type="http://schemas.openxmlformats.org/officeDocument/2006/relationships/image" Target="../media/image2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6.xml"/><Relationship Id="rId4" Type="http://schemas.openxmlformats.org/officeDocument/2006/relationships/image" Target="../media/image261.png"/><Relationship Id="rId5" Type="http://schemas.openxmlformats.org/officeDocument/2006/relationships/image" Target="../media/image262.png"/><Relationship Id="rId6" Type="http://schemas.openxmlformats.org/officeDocument/2006/relationships/image" Target="../media/image95.png"/><Relationship Id="rId7" Type="http://schemas.openxmlformats.org/officeDocument/2006/relationships/image" Target="../media/image263.png"/><Relationship Id="rId8" Type="http://schemas.openxmlformats.org/officeDocument/2006/relationships/image" Target="../media/image264.png"/><Relationship Id="rId9" Type="http://schemas.openxmlformats.org/officeDocument/2006/relationships/image" Target="../media/image101.png"/><Relationship Id="rId10" Type="http://schemas.openxmlformats.org/officeDocument/2006/relationships/image" Target="../media/image265.png"/><Relationship Id="rId11" Type="http://schemas.openxmlformats.org/officeDocument/2006/relationships/image" Target="../media/image266.png"/><Relationship Id="rId12" Type="http://schemas.openxmlformats.org/officeDocument/2006/relationships/image" Target="../media/image195.png"/><Relationship Id="rId13" Type="http://schemas.openxmlformats.org/officeDocument/2006/relationships/image" Target="../media/image267.png"/><Relationship Id="rId14" Type="http://schemas.openxmlformats.org/officeDocument/2006/relationships/image" Target="../media/image268.png"/><Relationship Id="rId15" Type="http://schemas.openxmlformats.org/officeDocument/2006/relationships/image" Target="../media/image269.png"/><Relationship Id="rId16" Type="http://schemas.openxmlformats.org/officeDocument/2006/relationships/image" Target="../media/image270.png"/><Relationship Id="rId17" Type="http://schemas.openxmlformats.org/officeDocument/2006/relationships/image" Target="../media/image64.png"/><Relationship Id="rId18" Type="http://schemas.openxmlformats.org/officeDocument/2006/relationships/image" Target="../media/image271.png"/><Relationship Id="rId19" Type="http://schemas.openxmlformats.org/officeDocument/2006/relationships/image" Target="../media/image272.png"/><Relationship Id="rId20" Type="http://schemas.openxmlformats.org/officeDocument/2006/relationships/image" Target="../media/image273.png"/><Relationship Id="rId21" Type="http://schemas.openxmlformats.org/officeDocument/2006/relationships/image" Target="../media/image274.png"/><Relationship Id="rId22" Type="http://schemas.openxmlformats.org/officeDocument/2006/relationships/image" Target="../media/image2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1.xml"/><Relationship Id="rId4" Type="http://schemas.openxmlformats.org/officeDocument/2006/relationships/chart" Target="../charts/chart42.xml"/><Relationship Id="rId5" Type="http://schemas.openxmlformats.org/officeDocument/2006/relationships/notesSlide" Target="../notesSlides/notesSlide57.xml"/><Relationship Id="rId6" Type="http://schemas.openxmlformats.org/officeDocument/2006/relationships/image" Target="../media/image2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3.xml"/><Relationship Id="rId4" Type="http://schemas.openxmlformats.org/officeDocument/2006/relationships/chart" Target="../charts/chart44.xml"/><Relationship Id="rId5" Type="http://schemas.openxmlformats.org/officeDocument/2006/relationships/chart" Target="../charts/chart45.xml"/><Relationship Id="rId6" Type="http://schemas.openxmlformats.org/officeDocument/2006/relationships/chart" Target="../charts/chart46.xml"/><Relationship Id="rId7" Type="http://schemas.openxmlformats.org/officeDocument/2006/relationships/notesSlide" Target="../notesSlides/notesSlide58.xml"/><Relationship Id="rId8" Type="http://schemas.openxmlformats.org/officeDocument/2006/relationships/image" Target="../media/image2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7.xml"/><Relationship Id="rId4" Type="http://schemas.openxmlformats.org/officeDocument/2006/relationships/chart" Target="../charts/chart48.xml"/><Relationship Id="rId5" Type="http://schemas.openxmlformats.org/officeDocument/2006/relationships/chart" Target="../charts/chart49.xml"/><Relationship Id="rId6" Type="http://schemas.openxmlformats.org/officeDocument/2006/relationships/notesSlide" Target="../notesSlides/notesSlide59.xml"/><Relationship Id="rId7" Type="http://schemas.openxmlformats.org/officeDocument/2006/relationships/image" Target="../media/image2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0.xml"/><Relationship Id="rId4" Type="http://schemas.openxmlformats.org/officeDocument/2006/relationships/image" Target="../media/image2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1.xml"/><Relationship Id="rId4" Type="http://schemas.openxmlformats.org/officeDocument/2006/relationships/image" Target="../media/image2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0.xml"/><Relationship Id="rId4" Type="http://schemas.openxmlformats.org/officeDocument/2006/relationships/notesSlide" Target="../notesSlides/notesSlide62.xml"/><Relationship Id="rId5" Type="http://schemas.openxmlformats.org/officeDocument/2006/relationships/image" Target="../media/image2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3.xml"/><Relationship Id="rId4" Type="http://schemas.openxmlformats.org/officeDocument/2006/relationships/image" Target="../media/image2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4.xml"/><Relationship Id="rId4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5.xml"/><Relationship Id="rId4" Type="http://schemas.openxmlformats.org/officeDocument/2006/relationships/image" Target="../media/image291.png"/><Relationship Id="rId5" Type="http://schemas.openxmlformats.org/officeDocument/2006/relationships/image" Target="../media/image292.png"/><Relationship Id="rId6" Type="http://schemas.openxmlformats.org/officeDocument/2006/relationships/image" Target="../media/image195.png"/><Relationship Id="rId7" Type="http://schemas.openxmlformats.org/officeDocument/2006/relationships/image" Target="../media/image293.png"/><Relationship Id="rId8" Type="http://schemas.openxmlformats.org/officeDocument/2006/relationships/image" Target="../media/image294.png"/><Relationship Id="rId9" Type="http://schemas.openxmlformats.org/officeDocument/2006/relationships/image" Target="../media/image101.png"/><Relationship Id="rId10" Type="http://schemas.openxmlformats.org/officeDocument/2006/relationships/image" Target="../media/image2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1.xml"/><Relationship Id="rId4" Type="http://schemas.openxmlformats.org/officeDocument/2006/relationships/chart" Target="../charts/chart52.xml"/><Relationship Id="rId5" Type="http://schemas.openxmlformats.org/officeDocument/2006/relationships/notesSlide" Target="../notesSlides/notesSlide66.xml"/><Relationship Id="rId6" Type="http://schemas.openxmlformats.org/officeDocument/2006/relationships/image" Target="../media/image2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3.xml"/><Relationship Id="rId4" Type="http://schemas.openxmlformats.org/officeDocument/2006/relationships/chart" Target="../charts/chart54.xml"/><Relationship Id="rId5" Type="http://schemas.openxmlformats.org/officeDocument/2006/relationships/notesSlide" Target="../notesSlides/notesSlide67.xml"/><Relationship Id="rId6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8.xml"/><Relationship Id="rId4" Type="http://schemas.openxmlformats.org/officeDocument/2006/relationships/image" Target="../media/image2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9.xml"/><Relationship Id="rId4" Type="http://schemas.openxmlformats.org/officeDocument/2006/relationships/image" Target="../media/image2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5.xml"/><Relationship Id="rId4" Type="http://schemas.openxmlformats.org/officeDocument/2006/relationships/notesSlide" Target="../notesSlides/notesSlide70.xml"/><Relationship Id="rId5" Type="http://schemas.openxmlformats.org/officeDocument/2006/relationships/image" Target="../media/image2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1.xml"/><Relationship Id="rId4" Type="http://schemas.openxmlformats.org/officeDocument/2006/relationships/image" Target="../media/image2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2.xml"/><Relationship Id="rId4" Type="http://schemas.openxmlformats.org/officeDocument/2006/relationships/image" Target="../media/image2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3.xml"/><Relationship Id="rId4" Type="http://schemas.openxmlformats.org/officeDocument/2006/relationships/image" Target="../media/image347.png"/><Relationship Id="rId5" Type="http://schemas.openxmlformats.org/officeDocument/2006/relationships/image" Target="../media/image348.png"/><Relationship Id="rId6" Type="http://schemas.openxmlformats.org/officeDocument/2006/relationships/image" Target="../media/image195.png"/><Relationship Id="rId7" Type="http://schemas.openxmlformats.org/officeDocument/2006/relationships/image" Target="../media/image349.png"/><Relationship Id="rId8" Type="http://schemas.openxmlformats.org/officeDocument/2006/relationships/image" Target="../media/image350.png"/><Relationship Id="rId9" Type="http://schemas.openxmlformats.org/officeDocument/2006/relationships/image" Target="../media/image98.png"/><Relationship Id="rId10" Type="http://schemas.openxmlformats.org/officeDocument/2006/relationships/image" Target="../media/image351.png"/><Relationship Id="rId11" Type="http://schemas.openxmlformats.org/officeDocument/2006/relationships/image" Target="../media/image352.png"/><Relationship Id="rId12" Type="http://schemas.openxmlformats.org/officeDocument/2006/relationships/image" Target="../media/image2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6.xml"/><Relationship Id="rId4" Type="http://schemas.openxmlformats.org/officeDocument/2006/relationships/chart" Target="../charts/chart57.xml"/><Relationship Id="rId5" Type="http://schemas.openxmlformats.org/officeDocument/2006/relationships/notesSlide" Target="../notesSlides/notesSlide74.xml"/><Relationship Id="rId6" Type="http://schemas.openxmlformats.org/officeDocument/2006/relationships/image" Target="../media/image2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8.xml"/><Relationship Id="rId4" Type="http://schemas.openxmlformats.org/officeDocument/2006/relationships/chart" Target="../charts/chart59.xml"/><Relationship Id="rId5" Type="http://schemas.openxmlformats.org/officeDocument/2006/relationships/chart" Target="../charts/chart60.xml"/><Relationship Id="rId6" Type="http://schemas.openxmlformats.org/officeDocument/2006/relationships/notesSlide" Target="../notesSlides/notesSlide75.xml"/><Relationship Id="rId7" Type="http://schemas.openxmlformats.org/officeDocument/2006/relationships/image" Target="../media/image2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6.xml"/><Relationship Id="rId4" Type="http://schemas.openxmlformats.org/officeDocument/2006/relationships/image" Target="../media/image2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7.xml"/><Relationship Id="rId4" Type="http://schemas.openxmlformats.org/officeDocument/2006/relationships/image" Target="../media/image2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1.xml"/><Relationship Id="rId4" Type="http://schemas.openxmlformats.org/officeDocument/2006/relationships/notesSlide" Target="../notesSlides/notesSlide78.xml"/><Relationship Id="rId5" Type="http://schemas.openxmlformats.org/officeDocument/2006/relationships/image" Target="../media/image2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9.xml"/><Relationship Id="rId4" Type="http://schemas.openxmlformats.org/officeDocument/2006/relationships/image" Target="../media/image2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0.xml"/><Relationship Id="rId4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1.xml"/><Relationship Id="rId4" Type="http://schemas.openxmlformats.org/officeDocument/2006/relationships/image" Target="../media/image362.png"/><Relationship Id="rId5" Type="http://schemas.openxmlformats.org/officeDocument/2006/relationships/image" Target="../media/image363.png"/><Relationship Id="rId6" Type="http://schemas.openxmlformats.org/officeDocument/2006/relationships/image" Target="../media/image64.png"/><Relationship Id="rId7" Type="http://schemas.openxmlformats.org/officeDocument/2006/relationships/image" Target="../media/image364.png"/><Relationship Id="rId8" Type="http://schemas.openxmlformats.org/officeDocument/2006/relationships/image" Target="../media/image365.png"/><Relationship Id="rId9" Type="http://schemas.openxmlformats.org/officeDocument/2006/relationships/image" Target="../media/image98.png"/><Relationship Id="rId10" Type="http://schemas.openxmlformats.org/officeDocument/2006/relationships/image" Target="../media/image366.png"/><Relationship Id="rId11" Type="http://schemas.openxmlformats.org/officeDocument/2006/relationships/image" Target="../media/image367.png"/><Relationship Id="rId12" Type="http://schemas.openxmlformats.org/officeDocument/2006/relationships/image" Target="../media/image189.png"/><Relationship Id="rId13" Type="http://schemas.openxmlformats.org/officeDocument/2006/relationships/image" Target="../media/image368.png"/><Relationship Id="rId14" Type="http://schemas.openxmlformats.org/officeDocument/2006/relationships/image" Target="../media/image369.png"/><Relationship Id="rId15" Type="http://schemas.openxmlformats.org/officeDocument/2006/relationships/image" Target="../media/image2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2.xml"/><Relationship Id="rId4" Type="http://schemas.openxmlformats.org/officeDocument/2006/relationships/chart" Target="../charts/chart63.xml"/><Relationship Id="rId5" Type="http://schemas.openxmlformats.org/officeDocument/2006/relationships/notesSlide" Target="../notesSlides/notesSlide82.xml"/><Relationship Id="rId6" Type="http://schemas.openxmlformats.org/officeDocument/2006/relationships/image" Target="../media/image2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4.xml"/><Relationship Id="rId4" Type="http://schemas.openxmlformats.org/officeDocument/2006/relationships/chart" Target="../charts/chart65.xml"/><Relationship Id="rId5" Type="http://schemas.openxmlformats.org/officeDocument/2006/relationships/chart" Target="../charts/chart66.xml"/><Relationship Id="rId6" Type="http://schemas.openxmlformats.org/officeDocument/2006/relationships/chart" Target="../charts/chart67.xml"/><Relationship Id="rId7" Type="http://schemas.openxmlformats.org/officeDocument/2006/relationships/notesSlide" Target="../notesSlides/notesSlide83.xml"/><Relationship Id="rId8" Type="http://schemas.openxmlformats.org/officeDocument/2006/relationships/image" Target="../media/image2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4.xml"/><Relationship Id="rId4" Type="http://schemas.openxmlformats.org/officeDocument/2006/relationships/image" Target="../media/image2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5.xml"/><Relationship Id="rId4" Type="http://schemas.openxmlformats.org/officeDocument/2006/relationships/image" Target="../media/image2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8.xml"/><Relationship Id="rId4" Type="http://schemas.openxmlformats.org/officeDocument/2006/relationships/notesSlide" Target="../notesSlides/notesSlide86.xml"/><Relationship Id="rId5" Type="http://schemas.openxmlformats.org/officeDocument/2006/relationships/image" Target="../media/image2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7.xml"/><Relationship Id="rId4" Type="http://schemas.openxmlformats.org/officeDocument/2006/relationships/image" Target="../media/image2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8.xml"/><Relationship Id="rId4" Type="http://schemas.openxmlformats.org/officeDocument/2006/relationships/image" Target="../media/image2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9.xml"/><Relationship Id="rId4" Type="http://schemas.openxmlformats.org/officeDocument/2006/relationships/image" Target="../media/image382.png"/><Relationship Id="rId5" Type="http://schemas.openxmlformats.org/officeDocument/2006/relationships/image" Target="../media/image383.png"/><Relationship Id="rId6" Type="http://schemas.openxmlformats.org/officeDocument/2006/relationships/image" Target="../media/image95.png"/><Relationship Id="rId7" Type="http://schemas.openxmlformats.org/officeDocument/2006/relationships/image" Target="../media/image384.png"/><Relationship Id="rId8" Type="http://schemas.openxmlformats.org/officeDocument/2006/relationships/image" Target="../media/image385.png"/><Relationship Id="rId9" Type="http://schemas.openxmlformats.org/officeDocument/2006/relationships/image" Target="../media/image67.png"/><Relationship Id="rId10" Type="http://schemas.openxmlformats.org/officeDocument/2006/relationships/image" Target="../media/image386.png"/><Relationship Id="rId11" Type="http://schemas.openxmlformats.org/officeDocument/2006/relationships/image" Target="../media/image387.png"/><Relationship Id="rId12" Type="http://schemas.openxmlformats.org/officeDocument/2006/relationships/image" Target="../media/image388.png"/><Relationship Id="rId13" Type="http://schemas.openxmlformats.org/officeDocument/2006/relationships/image" Target="../media/image389.png"/><Relationship Id="rId14" Type="http://schemas.openxmlformats.org/officeDocument/2006/relationships/image" Target="../media/image390.png"/><Relationship Id="rId15" Type="http://schemas.openxmlformats.org/officeDocument/2006/relationships/image" Target="../media/image64.png"/><Relationship Id="rId16" Type="http://schemas.openxmlformats.org/officeDocument/2006/relationships/image" Target="../media/image391.png"/><Relationship Id="rId17" Type="http://schemas.openxmlformats.org/officeDocument/2006/relationships/image" Target="../media/image392.png"/><Relationship Id="rId18" Type="http://schemas.openxmlformats.org/officeDocument/2006/relationships/image" Target="../media/image2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9.xml"/><Relationship Id="rId4" Type="http://schemas.openxmlformats.org/officeDocument/2006/relationships/chart" Target="../charts/chart70.xml"/><Relationship Id="rId5" Type="http://schemas.openxmlformats.org/officeDocument/2006/relationships/notesSlide" Target="../notesSlides/notesSlide90.xml"/><Relationship Id="rId6" Type="http://schemas.openxmlformats.org/officeDocument/2006/relationships/image" Target="../media/image2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1.xml"/><Relationship Id="rId4" Type="http://schemas.openxmlformats.org/officeDocument/2006/relationships/chart" Target="../charts/chart72.xml"/><Relationship Id="rId5" Type="http://schemas.openxmlformats.org/officeDocument/2006/relationships/chart" Target="../charts/chart73.xml"/><Relationship Id="rId6" Type="http://schemas.openxmlformats.org/officeDocument/2006/relationships/chart" Target="../charts/chart74.xml"/><Relationship Id="rId7" Type="http://schemas.openxmlformats.org/officeDocument/2006/relationships/notesSlide" Target="../notesSlides/notesSlide91.xml"/><Relationship Id="rId8" Type="http://schemas.openxmlformats.org/officeDocument/2006/relationships/image" Target="../media/image2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5.xml"/><Relationship Id="rId4" Type="http://schemas.openxmlformats.org/officeDocument/2006/relationships/notesSlide" Target="../notesSlides/notesSlide92.xml"/><Relationship Id="rId5" Type="http://schemas.openxmlformats.org/officeDocument/2006/relationships/image" Target="../media/image2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3.xml"/><Relationship Id="rId4" Type="http://schemas.openxmlformats.org/officeDocument/2006/relationships/image" Target="../media/image2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4.xml"/><Relationship Id="rId4" Type="http://schemas.openxmlformats.org/officeDocument/2006/relationships/image" Target="../media/image2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6.xml"/><Relationship Id="rId4" Type="http://schemas.openxmlformats.org/officeDocument/2006/relationships/notesSlide" Target="../notesSlides/notesSlide95.xml"/><Relationship Id="rId5" Type="http://schemas.openxmlformats.org/officeDocument/2006/relationships/image" Target="../media/image2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6.xml"/><Relationship Id="rId4" Type="http://schemas.openxmlformats.org/officeDocument/2006/relationships/image" Target="../media/image2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7.xml"/><Relationship Id="rId4" Type="http://schemas.openxmlformats.org/officeDocument/2006/relationships/image" Target="../media/image2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8.xml"/><Relationship Id="rId4" Type="http://schemas.openxmlformats.org/officeDocument/2006/relationships/image" Target="../media/image2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7.xml"/><Relationship Id="rId4" Type="http://schemas.openxmlformats.org/officeDocument/2006/relationships/notesSlide" Target="../notesSlides/notesSlide99.xml"/><Relationship Id="rId5" Type="http://schemas.openxmlformats.org/officeDocument/2006/relationships/image" Target="../media/image2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0.xml"/><Relationship Id="rId4" Type="http://schemas.openxmlformats.org/officeDocument/2006/relationships/image" Target="../media/image2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1.xml"/><Relationship Id="rId4" Type="http://schemas.openxmlformats.org/officeDocument/2006/relationships/image" Target="../media/image2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2.xml"/><Relationship Id="rId4" Type="http://schemas.openxmlformats.org/officeDocument/2006/relationships/image" Target="../media/image2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3.xml"/><Relationship Id="rId4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4.xml"/><Relationship Id="rId4" Type="http://schemas.openxmlformats.org/officeDocument/2006/relationships/image" Target="../media/image2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8.xml"/><Relationship Id="rId4" Type="http://schemas.openxmlformats.org/officeDocument/2006/relationships/notesSlide" Target="../notesSlides/notesSlide105.xml"/><Relationship Id="rId5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6.xml"/><Relationship Id="rId4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7.xml"/><Relationship Id="rId4" Type="http://schemas.openxmlformats.org/officeDocument/2006/relationships/image" Target="../media/image2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8.xml"/><Relationship Id="rId4" Type="http://schemas.openxmlformats.org/officeDocument/2006/relationships/image" Target="../media/image2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9.xml"/><Relationship Id="rId4" Type="http://schemas.openxmlformats.org/officeDocument/2006/relationships/image" Target="../media/image2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0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9.xml"/><Relationship Id="rId4" Type="http://schemas.openxmlformats.org/officeDocument/2006/relationships/chart" Target="../charts/chart80.xml"/><Relationship Id="rId5" Type="http://schemas.openxmlformats.org/officeDocument/2006/relationships/chart" Target="../charts/chart81.xml"/><Relationship Id="rId6" Type="http://schemas.openxmlformats.org/officeDocument/2006/relationships/chart" Target="../charts/chart82.xml"/><Relationship Id="rId7" Type="http://schemas.openxmlformats.org/officeDocument/2006/relationships/notesSlide" Target="../notesSlides/notesSlide111.xml"/><Relationship Id="rId8" Type="http://schemas.openxmlformats.org/officeDocument/2006/relationships/image" Target="../media/image2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3.xml"/><Relationship Id="rId4" Type="http://schemas.openxmlformats.org/officeDocument/2006/relationships/chart" Target="../charts/chart84.xml"/><Relationship Id="rId5" Type="http://schemas.openxmlformats.org/officeDocument/2006/relationships/chart" Target="../charts/chart85.xml"/><Relationship Id="rId6" Type="http://schemas.openxmlformats.org/officeDocument/2006/relationships/chart" Target="../charts/chart86.xml"/><Relationship Id="rId7" Type="http://schemas.openxmlformats.org/officeDocument/2006/relationships/notesSlide" Target="../notesSlides/notesSlide112.xml"/><Relationship Id="rId8" Type="http://schemas.openxmlformats.org/officeDocument/2006/relationships/image" Target="../media/image2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7.xml"/><Relationship Id="rId4" Type="http://schemas.openxmlformats.org/officeDocument/2006/relationships/chart" Target="../charts/chart88.xml"/><Relationship Id="rId5" Type="http://schemas.openxmlformats.org/officeDocument/2006/relationships/chart" Target="../charts/chart89.xml"/><Relationship Id="rId6" Type="http://schemas.openxmlformats.org/officeDocument/2006/relationships/chart" Target="../charts/chart90.xml"/><Relationship Id="rId7" Type="http://schemas.openxmlformats.org/officeDocument/2006/relationships/chart" Target="../charts/chart91.xml"/><Relationship Id="rId8" Type="http://schemas.openxmlformats.org/officeDocument/2006/relationships/chart" Target="../charts/chart92.xml"/><Relationship Id="rId9" Type="http://schemas.openxmlformats.org/officeDocument/2006/relationships/chart" Target="../charts/chart93.xml"/><Relationship Id="rId10" Type="http://schemas.openxmlformats.org/officeDocument/2006/relationships/chart" Target="../charts/chart94.xml"/><Relationship Id="rId11" Type="http://schemas.openxmlformats.org/officeDocument/2006/relationships/chart" Target="../charts/chart95.xml"/><Relationship Id="rId12" Type="http://schemas.openxmlformats.org/officeDocument/2006/relationships/chart" Target="../charts/chart96.xml"/><Relationship Id="rId13" Type="http://schemas.openxmlformats.org/officeDocument/2006/relationships/notesSlide" Target="../notesSlides/notesSlide113.xml"/><Relationship Id="rId14" Type="http://schemas.openxmlformats.org/officeDocument/2006/relationships/image" Target="../media/image2.png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4.xml"/><Relationship Id="rId4" Type="http://schemas.openxmlformats.org/officeDocument/2006/relationships/image" Target="../media/image2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7.xml"/><Relationship Id="rId4" Type="http://schemas.openxmlformats.org/officeDocument/2006/relationships/chart" Target="../charts/chart98.xml"/><Relationship Id="rId5" Type="http://schemas.openxmlformats.org/officeDocument/2006/relationships/notesSlide" Target="../notesSlides/notesSlide115.xml"/><Relationship Id="rId6" Type="http://schemas.openxmlformats.org/officeDocument/2006/relationships/image" Target="../media/image2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6.xml"/><Relationship Id="rId4" Type="http://schemas.openxmlformats.org/officeDocument/2006/relationships/image" Target="../media/image2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7.xml"/><Relationship Id="rId4" Type="http://schemas.openxmlformats.org/officeDocument/2006/relationships/image" Target="../media/image2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9.xml"/><Relationship Id="rId4" Type="http://schemas.openxmlformats.org/officeDocument/2006/relationships/chart" Target="../charts/chart100.xml"/><Relationship Id="rId5" Type="http://schemas.openxmlformats.org/officeDocument/2006/relationships/notesSlide" Target="../notesSlides/notesSlide118.xml"/><Relationship Id="rId6" Type="http://schemas.openxmlformats.org/officeDocument/2006/relationships/image" Target="../media/image2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9.xml"/><Relationship Id="rId4" Type="http://schemas.openxmlformats.org/officeDocument/2006/relationships/image" Target="../media/image2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0.xml"/><Relationship Id="rId4" Type="http://schemas.openxmlformats.org/officeDocument/2006/relationships/image" Target="../media/image2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1.xml"/><Relationship Id="rId4" Type="http://schemas.openxmlformats.org/officeDocument/2006/relationships/chart" Target="../charts/chart102.xml"/><Relationship Id="rId5" Type="http://schemas.openxmlformats.org/officeDocument/2006/relationships/notesSlide" Target="../notesSlides/notesSlide121.xml"/><Relationship Id="rId6" Type="http://schemas.openxmlformats.org/officeDocument/2006/relationships/image" Target="../media/image2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2.xml"/><Relationship Id="rId4" Type="http://schemas.openxmlformats.org/officeDocument/2006/relationships/image" Target="../media/image2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3.xml"/><Relationship Id="rId4" Type="http://schemas.openxmlformats.org/officeDocument/2006/relationships/image" Target="../media/image2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4.xml"/><Relationship Id="rId4" Type="http://schemas.openxmlformats.org/officeDocument/2006/relationships/image" Target="../media/image2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3.xml"/><Relationship Id="rId4" Type="http://schemas.openxmlformats.org/officeDocument/2006/relationships/chart" Target="../charts/chart104.xml"/><Relationship Id="rId5" Type="http://schemas.openxmlformats.org/officeDocument/2006/relationships/notesSlide" Target="../notesSlides/notesSlide125.xml"/><Relationship Id="rId6" Type="http://schemas.openxmlformats.org/officeDocument/2006/relationships/image" Target="../media/image2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6.xml"/><Relationship Id="rId4" Type="http://schemas.openxmlformats.org/officeDocument/2006/relationships/image" Target="../media/image2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7.xml"/><Relationship Id="rId4" Type="http://schemas.openxmlformats.org/officeDocument/2006/relationships/image" Target="../media/image2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5.xml"/><Relationship Id="rId4" Type="http://schemas.openxmlformats.org/officeDocument/2006/relationships/chart" Target="../charts/chart106.xml"/><Relationship Id="rId5" Type="http://schemas.openxmlformats.org/officeDocument/2006/relationships/notesSlide" Target="../notesSlides/notesSlide128.xml"/><Relationship Id="rId6" Type="http://schemas.openxmlformats.org/officeDocument/2006/relationships/image" Target="../media/image2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9.xml"/><Relationship Id="rId4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0.xml"/><Relationship Id="rId4" Type="http://schemas.openxmlformats.org/officeDocument/2006/relationships/image" Target="../media/image2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7.xml"/><Relationship Id="rId4" Type="http://schemas.openxmlformats.org/officeDocument/2006/relationships/chart" Target="../charts/chart108.xml"/><Relationship Id="rId5" Type="http://schemas.openxmlformats.org/officeDocument/2006/relationships/notesSlide" Target="../notesSlides/notesSlide131.xml"/><Relationship Id="rId6" Type="http://schemas.openxmlformats.org/officeDocument/2006/relationships/image" Target="../media/image2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2.xml"/><Relationship Id="rId4" Type="http://schemas.openxmlformats.org/officeDocument/2006/relationships/image" Target="../media/image2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3.xml"/><Relationship Id="rId4" Type="http://schemas.openxmlformats.org/officeDocument/2006/relationships/image" Target="../media/image2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9.xml"/><Relationship Id="rId4" Type="http://schemas.openxmlformats.org/officeDocument/2006/relationships/chart" Target="../charts/chart110.xml"/><Relationship Id="rId5" Type="http://schemas.openxmlformats.org/officeDocument/2006/relationships/notesSlide" Target="../notesSlides/notesSlide134.xml"/><Relationship Id="rId6" Type="http://schemas.openxmlformats.org/officeDocument/2006/relationships/image" Target="../media/image2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5.xml"/><Relationship Id="rId4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6.xml"/><Relationship Id="rId4" Type="http://schemas.openxmlformats.org/officeDocument/2006/relationships/image" Target="../media/image2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1.xml"/><Relationship Id="rId4" Type="http://schemas.openxmlformats.org/officeDocument/2006/relationships/chart" Target="../charts/chart112.xml"/><Relationship Id="rId5" Type="http://schemas.openxmlformats.org/officeDocument/2006/relationships/notesSlide" Target="../notesSlides/notesSlide137.xml"/><Relationship Id="rId6" Type="http://schemas.openxmlformats.org/officeDocument/2006/relationships/image" Target="../media/image2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8.xml"/><Relationship Id="rId4" Type="http://schemas.openxmlformats.org/officeDocument/2006/relationships/image" Target="../media/image2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9.xml"/><Relationship Id="rId4" Type="http://schemas.openxmlformats.org/officeDocument/2006/relationships/image" Target="../media/image2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0.xml"/><Relationship Id="rId4" Type="http://schemas.openxmlformats.org/officeDocument/2006/relationships/image" Target="../media/image2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3.xml"/><Relationship Id="rId4" Type="http://schemas.openxmlformats.org/officeDocument/2006/relationships/notesSlide" Target="../notesSlides/notesSlide141.xml"/><Relationship Id="rId5" Type="http://schemas.openxmlformats.org/officeDocument/2006/relationships/image" Target="../media/image2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2.xml"/><Relationship Id="rId4" Type="http://schemas.openxmlformats.org/officeDocument/2006/relationships/image" Target="../media/image2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3.xml"/><Relationship Id="rId4" Type="http://schemas.openxmlformats.org/officeDocument/2006/relationships/image" Target="../media/image2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4.xml"/><Relationship Id="rId4" Type="http://schemas.openxmlformats.org/officeDocument/2006/relationships/image" Target="../media/image2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5.xml"/><Relationship Id="rId4" Type="http://schemas.openxmlformats.org/officeDocument/2006/relationships/image" Target="../media/image2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6.xml"/><Relationship Id="rId4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4.xml"/><Relationship Id="rId4" Type="http://schemas.openxmlformats.org/officeDocument/2006/relationships/notesSlide" Target="../notesSlides/notesSlide147.xml"/><Relationship Id="rId5" Type="http://schemas.openxmlformats.org/officeDocument/2006/relationships/image" Target="../media/image2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8.xml"/><Relationship Id="rId4" Type="http://schemas.openxmlformats.org/officeDocument/2006/relationships/image" Target="../media/image2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9.xml"/><Relationship Id="rId4" Type="http://schemas.openxmlformats.org/officeDocument/2006/relationships/image" Target="../media/image2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0.xml"/><Relationship Id="rId4" Type="http://schemas.openxmlformats.org/officeDocument/2006/relationships/image" Target="../media/image2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1.xml"/><Relationship Id="rId4" Type="http://schemas.openxmlformats.org/officeDocument/2006/relationships/image" Target="../media/image2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2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3.xml"/><Relationship Id="rId4" Type="http://schemas.openxmlformats.org/officeDocument/2006/relationships/image" Target="../media/image2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4.xml"/><Relationship Id="rId4" Type="http://schemas.openxmlformats.org/officeDocument/2006/relationships/image" Target="../media/image2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5.xml"/><Relationship Id="rId4" Type="http://schemas.openxmlformats.org/officeDocument/2006/relationships/image" Target="../media/image2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6.xml"/><Relationship Id="rId4" Type="http://schemas.openxmlformats.org/officeDocument/2006/relationships/image" Target="../media/image2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7.xml"/><Relationship Id="rId4" Type="http://schemas.openxmlformats.org/officeDocument/2006/relationships/image" Target="../media/image2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8.xml"/><Relationship Id="rId4" Type="http://schemas.openxmlformats.org/officeDocument/2006/relationships/image" Target="../media/image2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9.xml"/><Relationship Id="rId4" Type="http://schemas.openxmlformats.org/officeDocument/2006/relationships/image" Target="../media/image2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0.xml"/><Relationship Id="rId4" Type="http://schemas.openxmlformats.org/officeDocument/2006/relationships/image" Target="../media/image2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1.xml"/><Relationship Id="rId4" Type="http://schemas.openxmlformats.org/officeDocument/2006/relationships/image" Target="../media/image2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2.xml"/><Relationship Id="rId4" Type="http://schemas.openxmlformats.org/officeDocument/2006/relationships/image" Target="../media/image2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3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4.xml"/><Relationship Id="rId4" Type="http://schemas.openxmlformats.org/officeDocument/2006/relationships/image" Target="../media/image2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5.xml"/><Relationship Id="rId4" Type="http://schemas.openxmlformats.org/officeDocument/2006/relationships/image" Target="../media/image2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6.xml"/><Relationship Id="rId4" Type="http://schemas.openxmlformats.org/officeDocument/2006/relationships/image" Target="../media/image2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8.xml"/><Relationship Id="rId4" Type="http://schemas.openxmlformats.org/officeDocument/2006/relationships/image" Target="../media/image2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9.xml"/><Relationship Id="rId4" Type="http://schemas.openxmlformats.org/officeDocument/2006/relationships/image" Target="../media/image2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0.xml"/><Relationship Id="rId4" Type="http://schemas.openxmlformats.org/officeDocument/2006/relationships/image" Target="../media/image2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1.xml"/><Relationship Id="rId4" Type="http://schemas.openxmlformats.org/officeDocument/2006/relationships/image" Target="../media/image2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2.xml"/><Relationship Id="rId4" Type="http://schemas.openxmlformats.org/officeDocument/2006/relationships/image" Target="../media/image2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3.xml"/><Relationship Id="rId4" Type="http://schemas.openxmlformats.org/officeDocument/2006/relationships/image" Target="../media/image2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4.xml"/><Relationship Id="rId4" Type="http://schemas.openxmlformats.org/officeDocument/2006/relationships/image" Target="../media/image2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5.xml"/><Relationship Id="rId4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6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7.xml"/><Relationship Id="rId4" Type="http://schemas.openxmlformats.org/officeDocument/2006/relationships/image" Target="../media/image2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8.xml"/><Relationship Id="rId4" Type="http://schemas.openxmlformats.org/officeDocument/2006/relationships/image" Target="../media/image2.png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9.xml"/><Relationship Id="rId4" Type="http://schemas.openxmlformats.org/officeDocument/2006/relationships/image" Target="../media/image2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0.xml"/><Relationship Id="rId4" Type="http://schemas.openxmlformats.org/officeDocument/2006/relationships/image" Target="../media/image2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1.xml"/><Relationship Id="rId4" Type="http://schemas.openxmlformats.org/officeDocument/2006/relationships/image" Target="../media/image2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2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3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4.xml"/><Relationship Id="rId4" Type="http://schemas.openxmlformats.org/officeDocument/2006/relationships/image" Target="../media/image2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5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6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7.xml"/><Relationship Id="rId4" Type="http://schemas.openxmlformats.org/officeDocument/2006/relationships/image" Target="../media/image2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8.xml"/><Relationship Id="rId4" Type="http://schemas.openxmlformats.org/officeDocument/2006/relationships/image" Target="../media/image2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9.xml"/><Relationship Id="rId4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0.xml"/><Relationship Id="rId4" Type="http://schemas.openxmlformats.org/officeDocument/2006/relationships/image" Target="../media/image2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5.xml"/><Relationship Id="rId4" Type="http://schemas.openxmlformats.org/officeDocument/2006/relationships/notesSlide" Target="../notesSlides/notesSlide191.xml"/><Relationship Id="rId5" Type="http://schemas.openxmlformats.org/officeDocument/2006/relationships/image" Target="../media/image2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6.xml"/><Relationship Id="rId4" Type="http://schemas.openxmlformats.org/officeDocument/2006/relationships/chart" Target="../charts/chart117.xml"/><Relationship Id="rId5" Type="http://schemas.openxmlformats.org/officeDocument/2006/relationships/chart" Target="../charts/chart118.xml"/><Relationship Id="rId6" Type="http://schemas.openxmlformats.org/officeDocument/2006/relationships/notesSlide" Target="../notesSlides/notesSlide192.xml"/><Relationship Id="rId7" Type="http://schemas.openxmlformats.org/officeDocument/2006/relationships/image" Target="../media/image2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9.xml"/><Relationship Id="rId4" Type="http://schemas.openxmlformats.org/officeDocument/2006/relationships/notesSlide" Target="../notesSlides/notesSlide193.xml"/><Relationship Id="rId5" Type="http://schemas.openxmlformats.org/officeDocument/2006/relationships/image" Target="../media/image2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4.xml"/><Relationship Id="rId4" Type="http://schemas.openxmlformats.org/officeDocument/2006/relationships/image" Target="../media/image2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0.xml"/><Relationship Id="rId4" Type="http://schemas.openxmlformats.org/officeDocument/2006/relationships/chart" Target="../charts/chart121.xml"/><Relationship Id="rId5" Type="http://schemas.openxmlformats.org/officeDocument/2006/relationships/chart" Target="../charts/chart122.xml"/><Relationship Id="rId6" Type="http://schemas.openxmlformats.org/officeDocument/2006/relationships/notesSlide" Target="../notesSlides/notesSlide195.xml"/><Relationship Id="rId7" Type="http://schemas.openxmlformats.org/officeDocument/2006/relationships/image" Target="../media/image2.png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3.xml"/><Relationship Id="rId4" Type="http://schemas.openxmlformats.org/officeDocument/2006/relationships/notesSlide" Target="../notesSlides/notesSlide196.xml"/><Relationship Id="rId5" Type="http://schemas.openxmlformats.org/officeDocument/2006/relationships/image" Target="../media/image2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7.xml"/><Relationship Id="rId4" Type="http://schemas.openxmlformats.org/officeDocument/2006/relationships/image" Target="../media/image2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8.xml"/><Relationship Id="rId4" Type="http://schemas.openxmlformats.org/officeDocument/2006/relationships/image" Target="../media/image2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9.xml"/><Relationship Id="rId4" Type="http://schemas.openxmlformats.org/officeDocument/2006/relationships/image" Target="../media/image2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4.xml"/><Relationship Id="rId4" Type="http://schemas.openxmlformats.org/officeDocument/2006/relationships/chart" Target="../charts/chart125.xml"/><Relationship Id="rId5" Type="http://schemas.openxmlformats.org/officeDocument/2006/relationships/chart" Target="../charts/chart126.xml"/><Relationship Id="rId6" Type="http://schemas.openxmlformats.org/officeDocument/2006/relationships/notesSlide" Target="../notesSlides/notesSlide200.xml"/><Relationship Id="rId7" Type="http://schemas.openxmlformats.org/officeDocument/2006/relationships/image" Target="../media/image2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7.xml"/><Relationship Id="rId4" Type="http://schemas.openxmlformats.org/officeDocument/2006/relationships/notesSlide" Target="../notesSlides/notesSlide201.xml"/><Relationship Id="rId5" Type="http://schemas.openxmlformats.org/officeDocument/2006/relationships/image" Target="../media/image2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2.xml"/><Relationship Id="rId4" Type="http://schemas.openxmlformats.org/officeDocument/2006/relationships/image" Target="../media/image2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3.xml"/><Relationship Id="rId4" Type="http://schemas.openxmlformats.org/officeDocument/2006/relationships/image" Target="../media/image2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4.xml"/><Relationship Id="rId4" Type="http://schemas.openxmlformats.org/officeDocument/2006/relationships/image" Target="../media/image2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8.xml"/><Relationship Id="rId4" Type="http://schemas.openxmlformats.org/officeDocument/2006/relationships/chart" Target="../charts/chart129.xml"/><Relationship Id="rId5" Type="http://schemas.openxmlformats.org/officeDocument/2006/relationships/chart" Target="../charts/chart130.xml"/><Relationship Id="rId6" Type="http://schemas.openxmlformats.org/officeDocument/2006/relationships/notesSlide" Target="../notesSlides/notesSlide205.xml"/><Relationship Id="rId7" Type="http://schemas.openxmlformats.org/officeDocument/2006/relationships/image" Target="../media/image2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1.xml"/><Relationship Id="rId4" Type="http://schemas.openxmlformats.org/officeDocument/2006/relationships/notesSlide" Target="../notesSlides/notesSlide206.xml"/><Relationship Id="rId5" Type="http://schemas.openxmlformats.org/officeDocument/2006/relationships/image" Target="../media/image2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7.xml"/><Relationship Id="rId4" Type="http://schemas.openxmlformats.org/officeDocument/2006/relationships/image" Target="../media/image2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8.xml"/><Relationship Id="rId4" Type="http://schemas.openxmlformats.org/officeDocument/2006/relationships/image" Target="../media/image2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9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Europe Pet Cosmetic Products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Europe   ·   Country focus: Germany   ·   Generated 06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action="ppaction://hlinksldjump" r:id="rId3"/>
          </p:cNvPr>
          <p:cNvSpPr/>
          <p:nvPr/>
        </p:nvSpPr>
        <p:spPr>
          <a:xfrm>
            <a:off x="314325" y="113503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action="ppaction://hlinksldjump" r:id="rId4"/>
          </p:cNvPr>
          <p:cNvSpPr/>
          <p:nvPr/>
        </p:nvSpPr>
        <p:spPr>
          <a:xfrm>
            <a:off x="142875" y="169887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action="ppaction://hlinksldjump" r:id="rId5"/>
          </p:cNvPr>
          <p:cNvSpPr/>
          <p:nvPr/>
        </p:nvSpPr>
        <p:spPr>
          <a:xfrm>
            <a:off x="314325" y="2244456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action="ppaction://hlinksldjump" r:id="rId6"/>
          </p:cNvPr>
          <p:cNvSpPr/>
          <p:nvPr/>
        </p:nvSpPr>
        <p:spPr>
          <a:xfrm>
            <a:off x="314325" y="280829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action="ppaction://hlinksldjump" r:id="rId7"/>
          </p:cNvPr>
          <p:cNvSpPr/>
          <p:nvPr/>
        </p:nvSpPr>
        <p:spPr>
          <a:xfrm>
            <a:off x="314325" y="3372129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action="ppaction://hlinksldjump" r:id="rId8"/>
          </p:cNvPr>
          <p:cNvSpPr/>
          <p:nvPr/>
        </p:nvSpPr>
        <p:spPr>
          <a:xfrm>
            <a:off x="142875" y="393596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Market Outlook</a:t>
            </a:r>
          </a:p>
        </p:txBody>
      </p:sp>
      <p:sp>
        <p:nvSpPr>
          <p:cNvPr id="16" name="Rounded Rectangle 15">
            <a:hlinkClick action="ppaction://hlinksldjump" r:id="rId9"/>
          </p:cNvPr>
          <p:cNvSpPr/>
          <p:nvPr/>
        </p:nvSpPr>
        <p:spPr>
          <a:xfrm>
            <a:off x="314325" y="448154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Europe Overview</a:t>
            </a:r>
          </a:p>
        </p:txBody>
      </p:sp>
      <p:sp>
        <p:nvSpPr>
          <p:cNvPr id="17" name="Rounded Rectangle 16">
            <a:hlinkClick action="ppaction://hlinksldjump" r:id="rId10"/>
          </p:cNvPr>
          <p:cNvSpPr/>
          <p:nvPr/>
        </p:nvSpPr>
        <p:spPr>
          <a:xfrm>
            <a:off x="314325" y="5045384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Europe Market Analysis By Region</a:t>
            </a:r>
          </a:p>
        </p:txBody>
      </p:sp>
      <p:sp>
        <p:nvSpPr>
          <p:cNvPr id="18" name="Rounded Rectangle 17">
            <a:hlinkClick action="ppaction://hlinksldjump" r:id="rId11"/>
          </p:cNvPr>
          <p:cNvSpPr/>
          <p:nvPr/>
        </p:nvSpPr>
        <p:spPr>
          <a:xfrm>
            <a:off x="314325" y="5609221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Europe Market Analysis By Segments</a:t>
            </a:r>
          </a:p>
        </p:txBody>
      </p:sp>
      <p:sp>
        <p:nvSpPr>
          <p:cNvPr id="19" name="Rounded Rectangle 18">
            <a:hlinkClick action="ppaction://hlinksldjump" r:id="rId12"/>
          </p:cNvPr>
          <p:cNvSpPr/>
          <p:nvPr/>
        </p:nvSpPr>
        <p:spPr>
          <a:xfrm>
            <a:off x="31432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action="ppaction://hlinksldjump" r:id="rId13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1" name="Rounded Rectangle 20">
            <a:hlinkClick action="ppaction://hlinksldjump" r:id="rId14"/>
          </p:cNvPr>
          <p:cNvSpPr/>
          <p:nvPr/>
        </p:nvSpPr>
        <p:spPr>
          <a:xfrm>
            <a:off x="6391275" y="154270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Pet Cosmetic Products Market Overview (Volume &amp; Value)</a:t>
            </a:r>
          </a:p>
        </p:txBody>
      </p:sp>
      <p:sp>
        <p:nvSpPr>
          <p:cNvPr id="22" name="Rounded Rectangle 21">
            <a:hlinkClick action="ppaction://hlinksldjump" r:id="rId15"/>
          </p:cNvPr>
          <p:cNvSpPr/>
          <p:nvPr/>
        </p:nvSpPr>
        <p:spPr>
          <a:xfrm>
            <a:off x="6391275" y="196862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Segment Overview (Volume &amp; Value)</a:t>
            </a:r>
          </a:p>
        </p:txBody>
      </p:sp>
      <p:sp>
        <p:nvSpPr>
          <p:cNvPr id="23" name="Rounded Rectangle 22">
            <a:hlinkClick action="ppaction://hlinksldjump" r:id="rId16"/>
          </p:cNvPr>
          <p:cNvSpPr/>
          <p:nvPr/>
        </p:nvSpPr>
        <p:spPr>
          <a:xfrm>
            <a:off x="6391275" y="2394542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Cross-sectional Assessment</a:t>
            </a:r>
          </a:p>
        </p:txBody>
      </p:sp>
      <p:sp>
        <p:nvSpPr>
          <p:cNvPr id="24" name="Rounded Rectangle 23">
            <a:hlinkClick action="ppaction://hlinksldjump" r:id="rId17"/>
          </p:cNvPr>
          <p:cNvSpPr/>
          <p:nvPr/>
        </p:nvSpPr>
        <p:spPr>
          <a:xfrm>
            <a:off x="6219825" y="28204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5" name="Rounded Rectangle 24">
            <a:hlinkClick action="ppaction://hlinksldjump" r:id="rId18"/>
          </p:cNvPr>
          <p:cNvSpPr/>
          <p:nvPr/>
        </p:nvSpPr>
        <p:spPr>
          <a:xfrm>
            <a:off x="6391275" y="322812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Pet Cosmetic Products Market Pricing Analysis</a:t>
            </a:r>
          </a:p>
        </p:txBody>
      </p:sp>
      <p:sp>
        <p:nvSpPr>
          <p:cNvPr id="26" name="Rounded Rectangle 25">
            <a:hlinkClick action="ppaction://hlinksldjump" r:id="rId19"/>
          </p:cNvPr>
          <p:cNvSpPr/>
          <p:nvPr/>
        </p:nvSpPr>
        <p:spPr>
          <a:xfrm>
            <a:off x="6391275" y="365404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Supply Chain Analysis</a:t>
            </a:r>
          </a:p>
        </p:txBody>
      </p:sp>
      <p:sp>
        <p:nvSpPr>
          <p:cNvPr id="27" name="Rounded Rectangle 26">
            <a:hlinkClick action="ppaction://hlinksldjump" r:id="rId20"/>
          </p:cNvPr>
          <p:cNvSpPr/>
          <p:nvPr/>
        </p:nvSpPr>
        <p:spPr>
          <a:xfrm>
            <a:off x="6219825" y="407996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28" name="Rounded Rectangle 27">
            <a:hlinkClick action="ppaction://hlinksldjump" r:id="rId21"/>
          </p:cNvPr>
          <p:cNvSpPr/>
          <p:nvPr/>
        </p:nvSpPr>
        <p:spPr>
          <a:xfrm>
            <a:off x="6391275" y="448763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Market Dynamics &amp; Forces</a:t>
            </a:r>
          </a:p>
        </p:txBody>
      </p:sp>
      <p:sp>
        <p:nvSpPr>
          <p:cNvPr id="29" name="Rounded Rectangle 28">
            <a:hlinkClick action="ppaction://hlinksldjump" r:id="rId22"/>
          </p:cNvPr>
          <p:cNvSpPr/>
          <p:nvPr/>
        </p:nvSpPr>
        <p:spPr>
          <a:xfrm>
            <a:off x="6219825" y="491355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0" name="Rounded Rectangle 29">
            <a:hlinkClick action="ppaction://hlinksldjump" r:id="rId23"/>
          </p:cNvPr>
          <p:cNvSpPr/>
          <p:nvPr/>
        </p:nvSpPr>
        <p:spPr>
          <a:xfrm>
            <a:off x="6391275" y="532121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Competitive Landscape</a:t>
            </a:r>
          </a:p>
        </p:txBody>
      </p:sp>
      <p:sp>
        <p:nvSpPr>
          <p:cNvPr id="31" name="Rounded Rectangle 30">
            <a:hlinkClick action="ppaction://hlinksldjump" r:id="rId24"/>
          </p:cNvPr>
          <p:cNvSpPr/>
          <p:nvPr/>
        </p:nvSpPr>
        <p:spPr>
          <a:xfrm>
            <a:off x="6391275" y="574713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Share by Leading Players</a:t>
            </a:r>
          </a:p>
        </p:txBody>
      </p:sp>
      <p:sp>
        <p:nvSpPr>
          <p:cNvPr id="32" name="Rounded Rectangle 31">
            <a:hlinkClick action="ppaction://hlinksldjump" r:id="rId25"/>
          </p:cNvPr>
          <p:cNvSpPr/>
          <p:nvPr/>
        </p:nvSpPr>
        <p:spPr>
          <a:xfrm>
            <a:off x="639127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Company Profiles &amp; Strategic Benchmarking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Pet Cosmetic Products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Pet Cosmetic Products demand, the evidence behind each and what it implies for the Europe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/>
                <a:gridCol w="5000625"/>
                <a:gridCol w="3333750"/>
              </a:tblGrid>
              <a:tr h="346820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Pet Cosmetic Products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Pet Cosmetic Products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7304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3300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630796" y="1761432"/>
            <a:ext cx="27081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6957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3784750" y="2801893"/>
            <a:ext cx="31965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leads Product Type,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9332" y="2792114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96827" y="2801893"/>
            <a:ext cx="13676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3784750" y="2969533"/>
            <a:ext cx="16450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mix of 6 tracked categories.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85375" y="2801893"/>
            <a:ext cx="23067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Shampoos &amp; Cleansing Products ·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0188" y="2792114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1207683" y="2801893"/>
            <a:ext cx="389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785375" y="2969533"/>
            <a:ext cx="4445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(2036)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3784750" y="3842354"/>
            <a:ext cx="36093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E-commerce is the fastest-growing part of Sales Channels, at a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2126" y="383257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509622" y="3842354"/>
            <a:ext cx="8892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84750" y="4009994"/>
            <a:ext cx="16922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outpacing the wider market.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785375" y="3926174"/>
            <a:ext cx="13298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E-commerce ·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3289" y="3916395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230785" y="3926174"/>
            <a:ext cx="5023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784750" y="4882815"/>
            <a:ext cx="22467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is the largest regional market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9535" y="487303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147031" y="4882815"/>
            <a:ext cx="2487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Europe grows fastest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3784750" y="5050455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780" y="5040676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4090276" y="505045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785375" y="4966635"/>
            <a:ext cx="10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Europe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0882" y="4956856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38378" y="4966635"/>
            <a:ext cx="1170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Europe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6977" y="4956856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24473" y="4966635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Europe market broken into 25 countries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60960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 flipH="1">
            <a:off x="4086225" y="2212005"/>
            <a:ext cx="2009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4086225" y="2212005"/>
            <a:ext cx="0" cy="42348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 flipH="1">
            <a:off x="3990975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 flipH="1">
            <a:off x="3990975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 flipH="1">
            <a:off x="3990975" y="341674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 flipH="1">
            <a:off x="3990975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 flipH="1">
            <a:off x="3990975" y="44207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H="1">
            <a:off x="3990975" y="493180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H="1">
            <a:off x="3990975" y="544291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>
            <a:off x="3990975" y="593575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>
            <a:off x="3990975" y="64468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60960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6096000" y="256795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6096000" y="306992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096000" y="357190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096000" y="407388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096000" y="4575859"/>
            <a:ext cx="0" cy="20991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096000" y="5086963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096000" y="558893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6096000" y="609091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6096000" y="2212005"/>
            <a:ext cx="2000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8096250" y="2212005"/>
            <a:ext cx="0" cy="32491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8096250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8096250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8096250" y="34350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8096250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8096250" y="443895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8096250" y="495006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8096250" y="54611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ounded Rectangle 42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990725" y="1810424"/>
            <a:ext cx="8201025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199072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199072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99072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99072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99072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199072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199072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199072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53" name="Rounded Rectangle 52"/>
          <p:cNvSpPr/>
          <p:nvPr/>
        </p:nvSpPr>
        <p:spPr>
          <a:xfrm>
            <a:off x="199072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509587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509587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509587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509587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509587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509587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509587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509587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509587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191500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8191500" y="277787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8191500" y="327984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8191500" y="378182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8191500" y="429292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8191500" y="48040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8191500" y="53060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(1/2)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Shampoos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&amp; Hypoallergenic Shampoos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Functional &amp; Specialized Shampoos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Waterless &amp; Dry Shampoos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Foams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Facial Cleansing Wipes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Rinse-Out Conditioners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Leave-In Conditioners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 Sprays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De-shedding Products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Sprays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Treatments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20002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90525" y="39147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Creams &amp; Lotions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Soothing Treatments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Sprays &amp; Serums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Balms &amp; Creams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Nose Balms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Sunscreens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2000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0525" y="51549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3320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Cleansers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Cleansers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Removers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20002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90525" y="58635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Toothpaste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1524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714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619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 Gels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1524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714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619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Sprays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(2/2)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Wipes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 Additives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2099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4004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Perfumes &amp; Colognes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143125"/>
            <a:ext cx="241935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Deodorizing &amp; Odor-Neutralizing Sprays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(1/2)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Cocamidopropyl Betaine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Alkyl Glucosides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Glycerin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Aloe Vera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Colloidal Oatmeal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Coconut Oil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3912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5817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Panthenol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Vitamin E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Hydrated Silica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Sodium Bicarbonate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Ceramides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Hyaluronic Acid / Sodium Hyaluronate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Chitosan Derivatives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Phytosphingosine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Allantoin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Hydrolyzed Proteins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Jojoba Oil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61722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63912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5817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Zinc Salts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61722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63912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5817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Oral-Care Enzymes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61722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63912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5817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Cyclodextrins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61722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62198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6410325" y="515493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61722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63912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65817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Prebiotics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61722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63912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5817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Postbiotics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61722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63912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5817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Live Probiotic Preparations</a:t>
            </a:r>
          </a:p>
        </p:txBody>
      </p:sp>
      <p:cxnSp>
        <p:nvCxnSpPr>
          <p:cNvPr id="199" name="Connector 198"/>
          <p:cNvCxnSpPr/>
          <p:nvPr/>
        </p:nvCxnSpPr>
        <p:spPr>
          <a:xfrm>
            <a:off x="61722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/>
          <p:cNvSpPr txBox="1"/>
          <p:nvPr/>
        </p:nvSpPr>
        <p:spPr>
          <a:xfrm>
            <a:off x="63912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5817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Sophorolipid Biosurfactants</a:t>
            </a:r>
          </a:p>
        </p:txBody>
      </p:sp>
      <p:cxnSp>
        <p:nvCxnSpPr>
          <p:cNvPr id="202" name="Connector 201"/>
          <p:cNvCxnSpPr/>
          <p:nvPr/>
        </p:nvCxnSpPr>
        <p:spPr>
          <a:xfrm>
            <a:off x="61722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3" name="TextBox 202"/>
          <p:cNvSpPr txBox="1"/>
          <p:nvPr/>
        </p:nvSpPr>
        <p:spPr>
          <a:xfrm>
            <a:off x="63912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5817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Hydroxyapatite</a:t>
            </a:r>
          </a:p>
        </p:txBody>
      </p:sp>
      <p:cxnSp>
        <p:nvCxnSpPr>
          <p:cNvPr id="205" name="Connector 204"/>
          <p:cNvCxnSpPr/>
          <p:nvPr/>
        </p:nvCxnSpPr>
        <p:spPr>
          <a:xfrm>
            <a:off x="61722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" name="TextBox 205"/>
          <p:cNvSpPr txBox="1"/>
          <p:nvPr/>
        </p:nvSpPr>
        <p:spPr>
          <a:xfrm>
            <a:off x="63912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65817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Lactoferrin</a:t>
            </a:r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(2/2)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9420225" y="125730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213" name="Connector 21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TextBox 213"/>
          <p:cNvSpPr txBox="1"/>
          <p:nvPr/>
        </p:nvSpPr>
        <p:spPr>
          <a:xfrm>
            <a:off x="94011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95916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Ectoin</a:t>
            </a:r>
          </a:p>
        </p:txBody>
      </p:sp>
      <p:cxnSp>
        <p:nvCxnSpPr>
          <p:cNvPr id="216" name="Connector 21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7" name="TextBox 216"/>
          <p:cNvSpPr txBox="1"/>
          <p:nvPr/>
        </p:nvSpPr>
        <p:spPr>
          <a:xfrm>
            <a:off x="94011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95916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Beta-Glucan</a:t>
            </a:r>
          </a:p>
        </p:txBody>
      </p:sp>
      <p:cxnSp>
        <p:nvCxnSpPr>
          <p:cNvPr id="219" name="Connector 218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TextBox 219"/>
          <p:cNvSpPr txBox="1"/>
          <p:nvPr/>
        </p:nvSpPr>
        <p:spPr>
          <a:xfrm>
            <a:off x="94011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95916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Plant-Derived Squalane</a:t>
            </a:r>
          </a:p>
        </p:txBody>
      </p:sp>
      <p:cxnSp>
        <p:nvCxnSpPr>
          <p:cNvPr id="222" name="Connector 221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" name="TextBox 222"/>
          <p:cNvSpPr txBox="1"/>
          <p:nvPr/>
        </p:nvSpPr>
        <p:spPr>
          <a:xfrm>
            <a:off x="94011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5916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Bioactive Peptides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9172575" y="243459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9172575" y="243459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8775" y="243459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Format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2297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4202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cxnSp>
        <p:nvCxnSpPr>
          <p:cNvPr id="245" name="Connector 244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6" name="TextBox 245"/>
          <p:cNvSpPr txBox="1"/>
          <p:nvPr/>
        </p:nvSpPr>
        <p:spPr>
          <a:xfrm>
            <a:off x="922972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420225" y="37261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cxnSp>
        <p:nvCxnSpPr>
          <p:cNvPr id="248" name="Connector 247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9" name="TextBox 248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0120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Product Function / Benefit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Dirt &amp; Sebum Removal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Routine Body &amp; Coat Hygiene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Hydration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Barrier Support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&amp; Nose Protection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Skin Care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Dryness-Related Discomfort Relief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2000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905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Loose-Hair Removal Support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Enhancement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Styling &amp; Hold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20002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90525" y="40919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Plaque Control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Tartar Control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Breath Freshening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0002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90525" y="48006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Odor Neutralization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1549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Enhancement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20002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90525" y="53320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Cleansing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Cleansing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152775" y="102870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Pet Type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Puppies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Dogs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Dogs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20992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00425" y="19659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Kittens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Cats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Cats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Size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100 ml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ml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ml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501-1,000 ml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1-5 litres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 litres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50 g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50-100 g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g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g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500 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37376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20 pieces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21-50 pieces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51-100 pieces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100 pieces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9172575" y="1028700"/>
            <a:ext cx="2876550" cy="111442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Tier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9420225" y="178879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9172575" y="2257425"/>
            <a:ext cx="2876550" cy="341757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9172575" y="225742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TextBox 190"/>
          <p:cNvSpPr txBox="1"/>
          <p:nvPr/>
        </p:nvSpPr>
        <p:spPr>
          <a:xfrm>
            <a:off x="9248775" y="225742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Channels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cxnSp>
        <p:nvCxnSpPr>
          <p:cNvPr id="194" name="Connector 19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" name="TextBox 19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Brand-owned Webstores</a:t>
            </a:r>
          </a:p>
        </p:txBody>
      </p:sp>
      <p:cxnSp>
        <p:nvCxnSpPr>
          <p:cNvPr id="197" name="Connector 19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8" name="TextBox 19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Marketplaces</a:t>
            </a:r>
          </a:p>
        </p:txBody>
      </p:sp>
      <p:cxnSp>
        <p:nvCxnSpPr>
          <p:cNvPr id="200" name="Connector 19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Specialist Pet E-commerce</a:t>
            </a:r>
          </a:p>
        </p:txBody>
      </p:sp>
      <p:cxnSp>
        <p:nvCxnSpPr>
          <p:cNvPr id="203" name="Connector 20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" name="TextBox 203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cxnSp>
        <p:nvCxnSpPr>
          <p:cNvPr id="206" name="Connector 20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TextBox 20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Independent Pet Stores</a:t>
            </a:r>
          </a:p>
        </p:txBody>
      </p:sp>
      <p:cxnSp>
        <p:nvCxnSpPr>
          <p:cNvPr id="209" name="Connector 20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TextBox 20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591675" y="35490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Superstores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40117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591675" y="37261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Retail Chains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40117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591675" y="40805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Clinics</a:t>
            </a:r>
          </a:p>
        </p:txBody>
      </p:sp>
      <p:cxnSp>
        <p:nvCxnSpPr>
          <p:cNvPr id="221" name="Connector 220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" name="TextBox 221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Pharmacies</a:t>
            </a:r>
          </a:p>
        </p:txBody>
      </p:sp>
      <p:cxnSp>
        <p:nvCxnSpPr>
          <p:cNvPr id="224" name="Connector 223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TextBox 224"/>
          <p:cNvSpPr txBox="1"/>
          <p:nvPr/>
        </p:nvSpPr>
        <p:spPr>
          <a:xfrm>
            <a:off x="922972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9420225" y="44348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cxnSp>
        <p:nvCxnSpPr>
          <p:cNvPr id="227" name="Connector 226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&amp; Hypermarkets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Drugstores &amp; Pharmacies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49663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Grooming Salons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Grooming Suppliers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401175" y="54978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591675" y="54978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Boarding &amp; Daycare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Pet Cosmetic Products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152400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5" name="Connector 44"/>
          <p:cNvCxnSpPr/>
          <p:nvPr/>
        </p:nvCxnSpPr>
        <p:spPr>
          <a:xfrm>
            <a:off x="152400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Anju Beauté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Petuxe Cosmetics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81750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629400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Baldecchi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200775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200775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381750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629400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Ceva</a:t>
            </a:r>
          </a:p>
        </p:txBody>
      </p:sp>
      <p:cxnSp>
        <p:nvCxnSpPr>
          <p:cNvPr id="64" name="Connector 63"/>
          <p:cNvCxnSpPr/>
          <p:nvPr/>
        </p:nvCxnSpPr>
        <p:spPr>
          <a:xfrm>
            <a:off x="6200775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TextBox 64"/>
          <p:cNvSpPr txBox="1"/>
          <p:nvPr/>
        </p:nvSpPr>
        <p:spPr>
          <a:xfrm>
            <a:off x="6381750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629400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 Expert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200775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8" name="Connector 67"/>
          <p:cNvCxnSpPr/>
          <p:nvPr/>
        </p:nvCxnSpPr>
        <p:spPr>
          <a:xfrm>
            <a:off x="6200775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6381750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629400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Diamex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Virbac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200775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6200775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6381750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629400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Petosan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6200775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Ecuphar / Animalcare Group</a:t>
            </a:r>
          </a:p>
        </p:txBody>
      </p:sp>
      <p:sp>
        <p:nvSpPr>
          <p:cNvPr id="81" name="Rectangle 80"/>
          <p:cNvSpPr/>
          <p:nvPr/>
        </p:nvSpPr>
        <p:spPr>
          <a:xfrm>
            <a:off x="6200775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2" name="Connector 81"/>
          <p:cNvCxnSpPr/>
          <p:nvPr/>
        </p:nvCxnSpPr>
        <p:spPr>
          <a:xfrm>
            <a:off x="6200775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6381750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629400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Nextmune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Pubo S.r.l.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6200775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9" name="Connector 88"/>
          <p:cNvCxnSpPr/>
          <p:nvPr/>
        </p:nvCxnSpPr>
        <p:spPr>
          <a:xfrm>
            <a:off x="6200775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6381750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629400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Aries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6200775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Xanapel</a:t>
            </a:r>
          </a:p>
        </p:txBody>
      </p:sp>
      <p:sp>
        <p:nvSpPr>
          <p:cNvPr id="95" name="Rectangle 94"/>
          <p:cNvSpPr/>
          <p:nvPr/>
        </p:nvSpPr>
        <p:spPr>
          <a:xfrm>
            <a:off x="6200775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6" name="Connector 95"/>
          <p:cNvCxnSpPr/>
          <p:nvPr/>
        </p:nvCxnSpPr>
        <p:spPr>
          <a:xfrm>
            <a:off x="6200775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81750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29400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657975" y="5943208"/>
            <a:ext cx="376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Linea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82909" y="593342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Europe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Disposable Income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Consumption Expenditure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Consumer Spending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Product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Cosmetics &amp; Grooming Product Price Index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E-commerce Penetration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 Pet-Care Product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Europe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SShampoos &amp; Cleansing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Regular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&amp; Hypoallergenic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Functional &amp; Specialized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Waterless &amp; Dry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Cleansing Foams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Body &amp; Facial Cleansing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Rinse-Out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Leave-In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De-shedding Products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Creams &amp; Lotions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&amp; Soothing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Sprays &amp; Serums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Balms &amp; Creams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Nose Balms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Sunscreens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Toothpaste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 Gels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 Additives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Perfumes &amp; Colognes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Deodorizing &amp; Odor-Neutralizing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Ingredient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52578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Ingredients were selected to cover cleansing, grooming, skincare, and dental-care functions. They are grouped as regular, niche, or emerging based on established use, specialized applications, and innovation potential.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Product Format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Primary Product Function / Benefit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Pet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Puppies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Kittens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Pack Size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100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501–1,000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1–5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50–100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20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21–50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51–100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Price Tier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Proposed study thresholds in USD per 100 ml for liquid products or per 100 g for weight-labeled products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Sales Channels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Webstores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Specialist Pet E-commerce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Independent Pet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Superstores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Retail Chains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Clinics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&amp;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Drugstores &amp;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Grooming Salons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Professional Grooming Suppliers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Boarding &amp; Daycare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Western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Primary Product Function / Benefit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Ingredient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Pet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Product Format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Price Tier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Western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Need-State and Purchase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Consumer Needs Driving Pet Cosmetics Purchases?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Decision Drivers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Functional Benefits Influencing Product Selection?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Emotional and Pet-Wellness Benefits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Attribute and Claim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Product Attributes by Pet Owner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Preferences across Pet Cosmetics Categories?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Preferences across Natural, Sensitive and Functional Benefits?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Packaging, Format and Convenience Attributes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Journey and Channel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versus Offline Purchase Share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Discovery and Consideration through Online Search?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Channel Preference by Country and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Shopping Journey from Search to Repeat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Barriers and Consumer Frictions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Barriers Limiting Pet Cosmetics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Price Sensitivity and Affordability Concerns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Trust, Safety and Ingredient Concerns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Availability, Product Information and Convenience Barriers?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E-Commerce Opportunity and Consumer Channel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Penetration for Pet Cosmetics by Country?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Purchase Preference across Online Marketplaces?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Sales Potential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Retail Channel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Wise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Manufacturers &amp; Branded Product Companies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Ownership, brands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Portfolio: Product categories, target pets and age groups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Cosmetics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Market Share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Manufacturer &amp; Wholesale Pricing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 Pricing by Product &amp; Pack Size (USD/pack)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Standardized Unit Pricing &amp; Price Tier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Benchmarking: Ingredients, claims, pack sizes and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Footprint: Country presence, channels and distribution partners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Manufacturing &amp; Quality: Capabilities, certifications and testing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Overview: Product, marketing, channel and pricing strategies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Biogance — Biogance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Francodex — Francodex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Group55 — Animology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Lakeland Cosmetics — Bugalugs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Laboratorios Bilper — Menforsan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Artero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Iv San Bernard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Cosmetica Veneta — Yuup!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K9 Competition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Anju Beauté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Petuxe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Baldecchi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Ceva — DOUXO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Vet Expert — Caryodent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Diamex — Diamex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Virbac — C.E.T.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Petosan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Ecuphar / Animalcare Group — Orozyme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Nextmune — Stomodine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Pubo S.r.l. — Pet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Aries — Aries Bio Pet Cosmetic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Xanapel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Linea 101 — Love for 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Private-Label / Contract Manufacturing Partners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Techtron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Capabilities: Categories, ready-made and custom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Pet-Care Contract Manufacturing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Contract Manufacturing Share (%), Where Assessable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&amp; Commercial Terms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by Product &amp; Pack Size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MOQs, Volume Discounts &amp; Lead Times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Formulation, Development &amp; Packaging Charges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 &amp; Services: Pack formats, filling, labeling and customization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Quality &amp; Compliance: Certifications, testing and documentation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Partner Suitability: Scalability, strengths and limitations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PURUS.PET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Bergland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OriginItalia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Zetaphar Biolaboratories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Celmax 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NOESIS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CRAZYPETS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Statfold Natural Products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Masder Cosmetics Labs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FarmaP Industry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HeW Pharma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Valquer Laboratorios — Happy 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Emil Kiessling — head2tail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Vivere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Tojo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 Service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L.A. Schmitt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The Very Lab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 Maga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Multiservizi Wet Wipes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Europe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Europe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Europe Market Share by Ingredient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Europe Market Share by Product Format,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Europe Market Share by Primary Product Function / Benefit,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Europe Market Share by Pet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Europe Market Share by Pack Size,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Europe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Europe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Europe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Europe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Europe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Europe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Europe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Europe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Europe Market Share by Ingredient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Europe Market Share by Product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Europe Market Share by Primary Product Function / Benefit,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Europe Market Share by Pet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Europe Market Share by Pack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Europe Market Share by Price Tier,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Europe Market Share by Sales Channels,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Europe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Europe Market Absolute $ Opportunity by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Europe Market Absolute $ Opportunity by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Europe Market Absolute $ Opportunity by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Europe Market Absolute $ Opportunity by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Europe Market Absolute $ Opportunity by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Europe Market Absolute $ Opportunity by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Europe Market Absolute $ Opportunity by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Europe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Europe Market BPS Share Change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Europe Market BPS Share Change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Europe Market BPS Share Change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Europe Market BPS Share Change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Europe Market BPS Share Change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Europe Market BPS Share Change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Europe Market BPS Share Change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Europe Market Attractiveness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Europe Market Attractiveness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Europe Market Attractiveness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Europe Market Attractiveness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Europe Market Attractiveness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Europe Market Attractiveness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Europe Market Attractiveness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Europe Market Attractiveness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Ingredient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Product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Ingredient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Ingredient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Ingredient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Ingredient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Ingredient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Ingredient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Product Format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Product Format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Product Format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Product Format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Product Format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Primary Product Function / Benefit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Primary Product Function / Benefit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Primary Product Function / Benefit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Primary Product Function / Benefit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Germany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Germany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Germany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Germany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Germany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United Kingdom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United Kingdom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United Kingdom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United Kingdom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United Kingdom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United Kingdom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United Kingdom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United Kingdom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France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France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France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France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France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France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France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France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Italy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Italy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Italy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Italy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Italy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Italy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Italy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Italy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Spain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Spain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Spain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Netherlands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Netherlands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Poland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Poland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Other European Countries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Other European Countries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Sweden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Sweden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Austria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Austria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Switzerland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Switzerland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Europe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Europe Market Average Selling Price Outlook, US$/MT,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Europe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Europe Market Average Selling Price by Ingredient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Europe Market Average Selling Price by Product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Europe Market Average Selling Price by Primary Product Function / Benefit,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Europe Market Average Selling Price by Pet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Europe Market Average Selling Price by Pack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Europe Market Average Selling Price by Price Tier,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Europe Market Average Selling Price by Sales Channels,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Europe Market Value Chain Structure,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Europe Market Margin Distribution across the Value Chain,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Europe Market Cost Structure Breakdown,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Europe Market Pricing Pressure Assessment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Competitive Positioning of Leading Pet Cosmetic Products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Revenue from the Europe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Europe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Europe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Beaphar: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Laboratoire Biogance: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Laboratoire Francodex: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Group55: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Lakeland Cosmetics: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Laboratorios Bilper: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Artero: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33376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Iv San Bernard: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Cosmetica Veneta: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K9 Competition: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Europe Market Strategic Developments by Type, %,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Europe Market Company Footprint by Region,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Europe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Europe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Europe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Europe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Europe Market Opportunity Map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Europe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Europe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Europe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Europe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Europe Market Investment Hotspots,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Europe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Europe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Europe Market Go-to-Market Priority,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Europe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Europe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Europe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Europe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Europe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Europe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Europe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Europe Market Key Market Signals and Data Points,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Europe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Europe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Europe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Europe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Europe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Europe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Europe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Europe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Europe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Europe Market CAGR and Absolute $ Opportunity by Ingredient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Europe Market CAGR and Absolute $ Opportunity by Product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Europe Market CAGR and Absolute $ Opportunity by Primary Product Function / Benefit,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Europe Market CAGR and Absolute $ Opportunity by Pet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Europe Market CAGR and Absolute $ Opportunity by Pack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Europe Market CAGR and Absolute $ Opportunity by Price Tier,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Europe Market CAGR and Absolute $ Opportunity by Sales Channels,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Europe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Europe Market Share and BPS Change by Ingredient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Europe Market Share and BPS Change by Product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Europe Market Share and BPS Change by Primary Product Function / Benefit,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Europe Market Share and BPS Change by Pet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Europe Market Share and BPS Change by Pack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Europe Market Share and BPS Change by Price Tier,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Europe Market Share and BPS Change by Sales Channels,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Europe Market Attractiveness Index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Europe Market Attractiveness Index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Europe Market Attractiveness Index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Europe Market Attractiveness Index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Europe Market Attractiveness Index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Europe Market Attractiveness Index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Europe Market Attractiveness Index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Europe Market Attractiveness Index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Europe Market Value and YoY Growth, Liquid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Europe Market Value and YoY Growth, Cleansing &amp; General Hygiene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Europe Market Value and YoY Growth, Dogs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Europe Market Value and YoY Growth, Liquid, Gel &amp; Cream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Europe Market Value and YoY Growth, Economy / Mass-Market: Below US$3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Europe Market Value and YoY Growth, E-commerce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Europe Market Value and YoY Growth, Coat Conditioning &amp; Grooming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Europe Market Value and YoY Growth, Niche / Specialized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Europe Market Value and YoY Growth, Spray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Europe Market Value and YoY Growth, Moisturizing &amp; Skin Barrier Care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Europe Market Value and YoY Growth, Cats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Europe Market Value and YoY Growth, Solid, Powder &amp; Weight-Labeled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Europe Market Value and YoY Growth, Mid-Range: US$3 to below US$6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Europe Market Value and YoY Growth, Pet Specialty Retail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Europe Market Value and YoY Growth, Skin, Paw &amp; Nose Care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Europe Market Value and YoY Growth, Emerging Ingredients / Innovation Candidates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Europe Market Value and YoY Growth, Cream &amp; Balm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Europe Market Value by Product Type and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Europe Market Value by Product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Europe Market Value by Product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Europe Market Value by Product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Europe Market Value by Product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Europe Market Value by Product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Europe Market Value by Product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Europe Market Value by Ingredient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Europe Market Value by Ingredient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Europe Market Value by Ingredient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Europe Market Value by Ingredient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Europe Market Value by Ingredient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Europe Market Value by Ingredient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Europe Market Value by Product Format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Europe Market Value by Product Format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Europe Market Value by Product Format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Europe Market Value by Product Format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Europe Market Value by Product Format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Europe Market Value by Primary Product Function / Benefit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Europe Market Value by Primary Product Function / Benefit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Europe Market Value by Primary Product Function / Benefit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Europe Market Value by Primary Product Function / Benefit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Europe Market Value by Pet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Europe Market Value by Pet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Europe Market Value by Pet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Pack Size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Europe Market Value by Pack Size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Germany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Germany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Germany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Germany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Germany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United Kingdom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United Kingdom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United Kingdom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United Kingdom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United Kingdom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United Kingdom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United Kingdom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United Kingdom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France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France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France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France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France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France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France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France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Italy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Italy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Italy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Italy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Italy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Italy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Italy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Italy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Spain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Spain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Spain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Netherlands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Netherlands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Poland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Poland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Other European Countries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Other European Countries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Sweden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Sweden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Supplier-to-Customer Relationship Mapping in Germany,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Europe Market Value Chain Participants by Stage,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Europe Market Margin Analysis by Value Chain Stage,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Europe Market Cost Structure by Component,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Europe Market Import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Pet Cosmetic Products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Europe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Europe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Europe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Europe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Beaphar: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Laboratoire Biogance: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Laboratoire Francodex: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Group55: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Lakeland Cosmetics: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1833568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Laboratorios Bilper: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Artero: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Iv San Bernard: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Cosmetica Veneta: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K9 Competition: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Europe Market Value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Europe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Europe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Europe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Europe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Europe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9801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20281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Europe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907665"/>
            <a:ext cx="5067300" cy="34810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907665"/>
            <a:ext cx="5067300" cy="104013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10071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68877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27683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86488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64777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10071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68877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27683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86488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111919" y="303404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111919" y="2210155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111919" y="138627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1241425" y="2031633"/>
            <a:ext cx="0" cy="87895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109980" y="291058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1109980" y="20316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022350" y="2253432"/>
            <a:ext cx="438150" cy="43995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022350" y="2475134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8792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2409825" y="1859518"/>
            <a:ext cx="0" cy="94521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2278380" y="280473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2278380" y="185951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190750" y="2095376"/>
            <a:ext cx="438150" cy="47259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2190750" y="2332153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825625" y="17071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9" name="Connector 38"/>
          <p:cNvCxnSpPr/>
          <p:nvPr/>
        </p:nvCxnSpPr>
        <p:spPr>
          <a:xfrm flipV="1">
            <a:off x="3578225" y="1970830"/>
            <a:ext cx="0" cy="90953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446780" y="2880365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3446780" y="197083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3359150" y="2197139"/>
            <a:ext cx="438150" cy="45562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3" name="Connector 42"/>
          <p:cNvCxnSpPr/>
          <p:nvPr/>
        </p:nvCxnSpPr>
        <p:spPr>
          <a:xfrm>
            <a:off x="3359150" y="242517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2994025" y="1818430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45" name="Connector 44"/>
          <p:cNvCxnSpPr/>
          <p:nvPr/>
        </p:nvCxnSpPr>
        <p:spPr>
          <a:xfrm flipV="1">
            <a:off x="4746625" y="1643073"/>
            <a:ext cx="0" cy="93904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4615180" y="258211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615180" y="164307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4527550" y="1878370"/>
            <a:ext cx="438150" cy="46954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9" name="Connector 48"/>
          <p:cNvCxnSpPr/>
          <p:nvPr/>
        </p:nvCxnSpPr>
        <p:spPr>
          <a:xfrm>
            <a:off x="4527550" y="211394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4162425" y="149067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1" name="Connector 50"/>
          <p:cNvCxnSpPr/>
          <p:nvPr/>
        </p:nvCxnSpPr>
        <p:spPr>
          <a:xfrm flipV="1">
            <a:off x="5915025" y="1934229"/>
            <a:ext cx="0" cy="909332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783580" y="2843561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783580" y="19342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angle 53"/>
          <p:cNvSpPr/>
          <p:nvPr/>
        </p:nvSpPr>
        <p:spPr>
          <a:xfrm>
            <a:off x="5695950" y="2161453"/>
            <a:ext cx="438150" cy="45397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5" name="Connector 54"/>
          <p:cNvCxnSpPr/>
          <p:nvPr/>
        </p:nvCxnSpPr>
        <p:spPr>
          <a:xfrm>
            <a:off x="5695950" y="238931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5330825" y="1781829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7" name="Connector 56"/>
          <p:cNvCxnSpPr/>
          <p:nvPr/>
        </p:nvCxnSpPr>
        <p:spPr>
          <a:xfrm flipV="1">
            <a:off x="7083425" y="1896196"/>
            <a:ext cx="0" cy="947494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6951980" y="284369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6951980" y="189619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6864350" y="2134736"/>
            <a:ext cx="438150" cy="47462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864350" y="237368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499225" y="174379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57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256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9940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1624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3308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499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Europe  ·  2026–2036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19125" y="428167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619125" y="458404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619125" y="518877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619125" y="549114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619125" y="4281679"/>
            <a:ext cx="0" cy="1209464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590550" y="428167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590550" y="45840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590550" y="488641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590550" y="518877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590550" y="54911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MI Scale tick"/>
          <p:cNvSpPr txBox="1"/>
          <p:nvPr/>
        </p:nvSpPr>
        <p:spPr>
          <a:xfrm>
            <a:off x="219075" y="421500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83" name="FMI Scale tick"/>
          <p:cNvSpPr txBox="1"/>
          <p:nvPr/>
        </p:nvSpPr>
        <p:spPr>
          <a:xfrm>
            <a:off x="219075" y="4517370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+8%</a:t>
            </a:r>
          </a:p>
        </p:txBody>
      </p:sp>
      <p:sp>
        <p:nvSpPr>
          <p:cNvPr id="84" name="FMI Scale tick"/>
          <p:cNvSpPr txBox="1"/>
          <p:nvPr/>
        </p:nvSpPr>
        <p:spPr>
          <a:xfrm>
            <a:off x="66675" y="4819736"/>
            <a:ext cx="51435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Europe</a:t>
            </a:r>
          </a:p>
        </p:txBody>
      </p:sp>
      <p:sp>
        <p:nvSpPr>
          <p:cNvPr id="85" name="FMI Scale tick"/>
          <p:cNvSpPr txBox="1"/>
          <p:nvPr/>
        </p:nvSpPr>
        <p:spPr>
          <a:xfrm>
            <a:off x="219075" y="5122102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-8%</a:t>
            </a:r>
          </a:p>
        </p:txBody>
      </p:sp>
      <p:sp>
        <p:nvSpPr>
          <p:cNvPr id="86" name="FMI Scale tick"/>
          <p:cNvSpPr txBox="1"/>
          <p:nvPr/>
        </p:nvSpPr>
        <p:spPr>
          <a:xfrm>
            <a:off x="219075" y="5424468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angle 87"/>
          <p:cNvSpPr/>
          <p:nvPr/>
        </p:nvSpPr>
        <p:spPr>
          <a:xfrm>
            <a:off x="667055" y="4886411"/>
            <a:ext cx="186080" cy="28640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MI Dense Label"/>
          <p:cNvSpPr txBox="1"/>
          <p:nvPr/>
        </p:nvSpPr>
        <p:spPr>
          <a:xfrm>
            <a:off x="564348" y="518233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0" name="Rectangle 89"/>
          <p:cNvSpPr/>
          <p:nvPr/>
        </p:nvSpPr>
        <p:spPr>
          <a:xfrm>
            <a:off x="948995" y="4838774"/>
            <a:ext cx="186080" cy="4763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MI Dense Label"/>
          <p:cNvSpPr txBox="1"/>
          <p:nvPr/>
        </p:nvSpPr>
        <p:spPr>
          <a:xfrm>
            <a:off x="846288" y="472447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230935" y="4886411"/>
            <a:ext cx="186080" cy="376021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MI Dense Label"/>
          <p:cNvSpPr txBox="1"/>
          <p:nvPr/>
        </p:nvSpPr>
        <p:spPr>
          <a:xfrm>
            <a:off x="1128228" y="527195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512875" y="4786837"/>
            <a:ext cx="186080" cy="9957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FMI Dense Label"/>
          <p:cNvSpPr txBox="1"/>
          <p:nvPr/>
        </p:nvSpPr>
        <p:spPr>
          <a:xfrm>
            <a:off x="1410168" y="467253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6" name="Rectangle 95"/>
          <p:cNvSpPr/>
          <p:nvPr/>
        </p:nvSpPr>
        <p:spPr>
          <a:xfrm>
            <a:off x="1794815" y="4787646"/>
            <a:ext cx="186080" cy="987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FMI Dense Label"/>
          <p:cNvSpPr txBox="1"/>
          <p:nvPr/>
        </p:nvSpPr>
        <p:spPr>
          <a:xfrm>
            <a:off x="1692108" y="444474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76755" y="4886411"/>
            <a:ext cx="186080" cy="25555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FMI Dense Label"/>
          <p:cNvSpPr txBox="1"/>
          <p:nvPr/>
        </p:nvSpPr>
        <p:spPr>
          <a:xfrm>
            <a:off x="1974048" y="515149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2358695" y="4822058"/>
            <a:ext cx="186080" cy="6435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MI Dense Label"/>
          <p:cNvSpPr txBox="1"/>
          <p:nvPr/>
        </p:nvSpPr>
        <p:spPr>
          <a:xfrm>
            <a:off x="2255988" y="470775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640635" y="4382110"/>
            <a:ext cx="186080" cy="504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MI Dense Label"/>
          <p:cNvSpPr txBox="1"/>
          <p:nvPr/>
        </p:nvSpPr>
        <p:spPr>
          <a:xfrm>
            <a:off x="2537928" y="4267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922575" y="4886411"/>
            <a:ext cx="186080" cy="326204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MI Dense Label"/>
          <p:cNvSpPr txBox="1"/>
          <p:nvPr/>
        </p:nvSpPr>
        <p:spPr>
          <a:xfrm>
            <a:off x="2819868" y="522214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3204515" y="4467676"/>
            <a:ext cx="186080" cy="41873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MI Dense Label"/>
          <p:cNvSpPr txBox="1"/>
          <p:nvPr/>
        </p:nvSpPr>
        <p:spPr>
          <a:xfrm>
            <a:off x="3101808" y="43533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3486455" y="4886411"/>
            <a:ext cx="186080" cy="52864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FMI Dense Label"/>
          <p:cNvSpPr txBox="1"/>
          <p:nvPr/>
        </p:nvSpPr>
        <p:spPr>
          <a:xfrm>
            <a:off x="3383748" y="54245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3768395" y="4840409"/>
            <a:ext cx="186080" cy="460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MI Dense Label"/>
          <p:cNvSpPr txBox="1"/>
          <p:nvPr/>
        </p:nvSpPr>
        <p:spPr>
          <a:xfrm>
            <a:off x="3665688" y="47261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4050335" y="4803160"/>
            <a:ext cx="186080" cy="83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FMI Dense Label"/>
          <p:cNvSpPr txBox="1"/>
          <p:nvPr/>
        </p:nvSpPr>
        <p:spPr>
          <a:xfrm>
            <a:off x="3947628" y="4574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4332275" y="4642062"/>
            <a:ext cx="186080" cy="2443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MI Dense Label"/>
          <p:cNvSpPr txBox="1"/>
          <p:nvPr/>
        </p:nvSpPr>
        <p:spPr>
          <a:xfrm>
            <a:off x="4229568" y="4413462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614215" y="4886411"/>
            <a:ext cx="186080" cy="30475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FMI Dense Label"/>
          <p:cNvSpPr txBox="1"/>
          <p:nvPr/>
        </p:nvSpPr>
        <p:spPr>
          <a:xfrm>
            <a:off x="4511508" y="5200691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896155" y="4886411"/>
            <a:ext cx="186080" cy="4987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FMI Dense Label"/>
          <p:cNvSpPr txBox="1"/>
          <p:nvPr/>
        </p:nvSpPr>
        <p:spPr>
          <a:xfrm>
            <a:off x="4793448" y="4945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5178095" y="4631868"/>
            <a:ext cx="186080" cy="25454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MI Dense Label"/>
          <p:cNvSpPr txBox="1"/>
          <p:nvPr/>
        </p:nvSpPr>
        <p:spPr>
          <a:xfrm>
            <a:off x="5075388" y="451756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5460035" y="4630160"/>
            <a:ext cx="186080" cy="256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MI Dense Label"/>
          <p:cNvSpPr txBox="1"/>
          <p:nvPr/>
        </p:nvSpPr>
        <p:spPr>
          <a:xfrm>
            <a:off x="5357328" y="4401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5741975" y="4886411"/>
            <a:ext cx="186080" cy="22925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MI Dense Label"/>
          <p:cNvSpPr txBox="1"/>
          <p:nvPr/>
        </p:nvSpPr>
        <p:spPr>
          <a:xfrm>
            <a:off x="5639268" y="512518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6023915" y="4558310"/>
            <a:ext cx="186080" cy="32810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MI Dense Label"/>
          <p:cNvSpPr txBox="1"/>
          <p:nvPr/>
        </p:nvSpPr>
        <p:spPr>
          <a:xfrm>
            <a:off x="5921208" y="44440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6305855" y="4886411"/>
            <a:ext cx="186080" cy="7927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MI Dense Label"/>
          <p:cNvSpPr txBox="1"/>
          <p:nvPr/>
        </p:nvSpPr>
        <p:spPr>
          <a:xfrm>
            <a:off x="6203148" y="49752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6587795" y="4392286"/>
            <a:ext cx="186080" cy="4941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MI Dense Label"/>
          <p:cNvSpPr txBox="1"/>
          <p:nvPr/>
        </p:nvSpPr>
        <p:spPr>
          <a:xfrm>
            <a:off x="6485088" y="427798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6869735" y="4797025"/>
            <a:ext cx="186080" cy="8938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MI Dense Label"/>
          <p:cNvSpPr txBox="1"/>
          <p:nvPr/>
        </p:nvSpPr>
        <p:spPr>
          <a:xfrm>
            <a:off x="6767028" y="468272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7151675" y="4886411"/>
            <a:ext cx="186080" cy="107027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FMI Dense Label"/>
          <p:cNvSpPr txBox="1"/>
          <p:nvPr/>
        </p:nvSpPr>
        <p:spPr>
          <a:xfrm>
            <a:off x="7048968" y="5002963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433615" y="4414379"/>
            <a:ext cx="186080" cy="47203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MI Dense Label"/>
          <p:cNvSpPr txBox="1"/>
          <p:nvPr/>
        </p:nvSpPr>
        <p:spPr>
          <a:xfrm>
            <a:off x="7330908" y="430007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39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40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41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42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43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44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45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46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47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48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49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50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51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52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53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54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55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56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57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58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59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60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61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62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63" name="Rounded Rectangle 162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1852309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680194"/>
            <a:ext cx="128699" cy="187198"/>
          </a:xfrm>
          <a:prstGeom prst="rect">
            <a:avLst/>
          </a:prstGeom>
        </p:spPr>
      </p:pic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1791506"/>
            <a:ext cx="128699" cy="187198"/>
          </a:xfrm>
          <a:prstGeom prst="rect">
            <a:avLst/>
          </a:prstGeom>
        </p:spPr>
      </p:pic>
      <p:pic>
        <p:nvPicPr>
          <p:cNvPr id="171" name="Picture 1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463749"/>
            <a:ext cx="128699" cy="187198"/>
          </a:xfrm>
          <a:prstGeom prst="rect">
            <a:avLst/>
          </a:prstGeom>
        </p:spPr>
      </p:pic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1754905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1716872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6" y="5180938"/>
            <a:ext cx="93599" cy="136144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6" y="4723077"/>
            <a:ext cx="93599" cy="136144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6" y="5270560"/>
            <a:ext cx="93599" cy="136144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6" y="4671140"/>
            <a:ext cx="93599" cy="136144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6" y="4443349"/>
            <a:ext cx="93599" cy="136144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6" y="5150097"/>
            <a:ext cx="93599" cy="136144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6" y="4706361"/>
            <a:ext cx="93599" cy="136144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6" y="4266413"/>
            <a:ext cx="93599" cy="136144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6" y="5220743"/>
            <a:ext cx="93599" cy="136144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51979"/>
            <a:ext cx="93599" cy="136144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6" y="5423179"/>
            <a:ext cx="93599" cy="136144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724712"/>
            <a:ext cx="93599" cy="136144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6" y="4573163"/>
            <a:ext cx="93599" cy="136144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6" y="4412065"/>
            <a:ext cx="93599" cy="136144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6" y="5199294"/>
            <a:ext cx="93599" cy="136144"/>
          </a:xfrm>
          <a:prstGeom prst="rect">
            <a:avLst/>
          </a:prstGeom>
        </p:spPr>
      </p:pic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6" y="4944413"/>
            <a:ext cx="93599" cy="136144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6" y="4516171"/>
            <a:ext cx="93599" cy="136144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6" y="4400163"/>
            <a:ext cx="93599" cy="136144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6" y="5123791"/>
            <a:ext cx="93599" cy="136144"/>
          </a:xfrm>
          <a:prstGeom prst="rect">
            <a:avLst/>
          </a:prstGeom>
        </p:spPr>
      </p:pic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6" y="4442613"/>
            <a:ext cx="93599" cy="136144"/>
          </a:xfrm>
          <a:prstGeom prst="rect">
            <a:avLst/>
          </a:prstGeom>
        </p:spPr>
      </p:pic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973812"/>
            <a:ext cx="93599" cy="136144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6" y="4276589"/>
            <a:ext cx="93599" cy="136144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6" y="4681328"/>
            <a:ext cx="93599" cy="136144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6" y="5001566"/>
            <a:ext cx="93599" cy="136144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6" y="4298682"/>
            <a:ext cx="93599" cy="136144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8048625" y="1471995"/>
            <a:ext cx="3791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'Ear &amp; Eye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8048625" y="1647255"/>
            <a:ext cx="3815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Hygiene Products' commands the highest product type price at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4545" y="1812291"/>
            <a:ext cx="134549" cy="195707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8209654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8048625" y="2050353"/>
            <a:ext cx="3759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shows the steepest price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8048625" y="2225613"/>
            <a:ext cx="15395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uplift over 2026–2036 (+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37331" y="2215389"/>
            <a:ext cx="134549" cy="195707"/>
          </a:xfrm>
          <a:prstGeom prst="rect">
            <a:avLst/>
          </a:prstGeom>
        </p:spPr>
      </p:pic>
      <p:sp>
        <p:nvSpPr>
          <p:cNvPr id="206" name="TextBox 205"/>
          <p:cNvSpPr txBox="1"/>
          <p:nvPr/>
        </p:nvSpPr>
        <p:spPr>
          <a:xfrm>
            <a:off x="9712440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8048625" y="2453451"/>
            <a:ext cx="1776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europe price of</a:t>
            </a:r>
          </a:p>
        </p:txBody>
      </p:sp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3806" y="2443227"/>
            <a:ext cx="134549" cy="195707"/>
          </a:xfrm>
          <a:prstGeom prst="rect">
            <a:avLst/>
          </a:prstGeom>
        </p:spPr>
      </p:pic>
      <p:sp>
        <p:nvSpPr>
          <p:cNvPr id="209" name="TextBox 208"/>
          <p:cNvSpPr txBox="1"/>
          <p:nvPr/>
        </p:nvSpPr>
        <p:spPr>
          <a:xfrm>
            <a:off x="9948916" y="2453451"/>
            <a:ext cx="1706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15 of 25 countries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8048625" y="2628711"/>
            <a:ext cx="16399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above and 10 below.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8048625" y="2856548"/>
            <a:ext cx="1720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'France' is the dearest at +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8182" y="2846325"/>
            <a:ext cx="134549" cy="195707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9893291" y="2856548"/>
            <a:ext cx="17814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Europe, 'Hungary' the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8048625" y="3031808"/>
            <a:ext cx="8429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cheapest at -</a:t>
            </a:r>
          </a:p>
        </p:txBody>
      </p:sp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40741" y="3021585"/>
            <a:ext cx="134549" cy="195707"/>
          </a:xfrm>
          <a:prstGeom prst="rect">
            <a:avLst/>
          </a:prstGeom>
        </p:spPr>
      </p:pic>
      <p:sp>
        <p:nvSpPr>
          <p:cNvPr id="216" name="TextBox 215"/>
          <p:cNvSpPr txBox="1"/>
          <p:nvPr/>
        </p:nvSpPr>
        <p:spPr>
          <a:xfrm>
            <a:off x="9015850" y="3031808"/>
            <a:ext cx="2728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 the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8048625" y="3207068"/>
            <a:ext cx="1458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countries.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Europe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5" cy="2132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/>
                <a:gridCol w="747565"/>
                <a:gridCol w="534515"/>
                <a:gridCol w="95329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1900499" cy="1814588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110549" y="1293011"/>
            <a:ext cx="1842826" cy="1814588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107599"/>
            <a:ext cx="1795092" cy="1594947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02546"/>
            <a:ext cx="1795092" cy="1176063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05142" y="3107599"/>
            <a:ext cx="1177899" cy="1320628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7183041" y="3107599"/>
            <a:ext cx="770334" cy="1320628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005142" y="4428227"/>
            <a:ext cx="1113259" cy="76468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005142" y="5192916"/>
            <a:ext cx="1113259" cy="685693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118401" y="4428227"/>
            <a:ext cx="834974" cy="80691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7118401" y="5235139"/>
            <a:ext cx="834974" cy="643470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4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1187"/>
                <a:gridCol w="1068685"/>
                <a:gridCol w="584430"/>
                <a:gridCol w="11204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1466" y="4611423"/>
            <a:ext cx="330041" cy="48006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2673" y="2200305"/>
            <a:ext cx="115252" cy="16763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74336" y="2200305"/>
            <a:ext cx="115252" cy="16763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3905072"/>
            <a:ext cx="115252" cy="167639"/>
          </a:xfrm>
          <a:prstGeom prst="rect">
            <a:avLst/>
          </a:prstGeom>
        </p:spPr>
      </p:pic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5290577"/>
            <a:ext cx="115252" cy="167639"/>
          </a:xfrm>
          <a:prstGeom prst="rect">
            <a:avLst/>
          </a:prstGeom>
        </p:spPr>
      </p:pic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36465" y="3767913"/>
            <a:ext cx="115252" cy="16763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0582" y="3767913"/>
            <a:ext cx="115252" cy="16763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4810571"/>
            <a:ext cx="115252" cy="16763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5535762"/>
            <a:ext cx="115252" cy="167639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4831683"/>
            <a:ext cx="115252" cy="16763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5556874"/>
            <a:ext cx="115252" cy="16763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56209" y="4510468"/>
            <a:ext cx="330041" cy="48006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57175" y="6160574"/>
            <a:ext cx="3337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Other European Countries posts the highest CAGR Index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42804" y="6150795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710300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48331" y="6150795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615827" y="6160574"/>
            <a:ext cx="49760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Europe benchmark, while Germany offers the largest absolute opportunity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9947" y="6150795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707442" y="6160574"/>
            <a:ext cx="6734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57175" y="6328214"/>
            <a:ext cx="26830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market between 2026 and 2036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88250" y="6318435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055746" y="6328214"/>
            <a:ext cx="15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increment).</a:t>
            </a:r>
          </a:p>
        </p:txBody>
      </p:sp>
      <p:sp>
        <p:nvSpPr>
          <p:cNvPr id="6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7762"/>
                <a:gridCol w="3323146"/>
                <a:gridCol w="3323146"/>
                <a:gridCol w="332314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04843"/>
                <a:gridCol w="2594119"/>
                <a:gridCol w="2594119"/>
                <a:gridCol w="25941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8190" y="1656588"/>
            <a:ext cx="366712" cy="533400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61731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24150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098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0480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33725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467225"/>
            <a:ext cx="3943350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5529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7910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876800"/>
            <a:ext cx="3676650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'Shampoos &amp; Cleansing Products'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Other European Countries outpacing the Europe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6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371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Europe Pet Cosmetic Products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7117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772226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1764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6874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143250"/>
            <a:ext cx="68621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moderately fragmented: the leading product type category 'Shampoos &amp; Cleansing Products'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7484" y="31330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262593" y="314325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71087"/>
            <a:ext cx="51782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25 countries and 10 segmentation lenses (6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598925"/>
            <a:ext cx="25998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5220" y="358870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000329" y="359892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886325"/>
            <a:ext cx="3503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'Shampoos &amp; Cleansing Products'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061585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0513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520902" y="506158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6225" y="5289422"/>
            <a:ext cx="3262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Other European Countries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7517" y="5279199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662626" y="5289422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517260"/>
            <a:ext cx="3161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E-commerce within sales channels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6853" y="55070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561963" y="55172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4886325"/>
            <a:ext cx="33343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'Coat Conditioning &amp; Grooming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5061585"/>
            <a:ext cx="710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2018" y="5051361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5207128" y="506158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289422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46468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454459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58510" y="546468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692520"/>
            <a:ext cx="35137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'Shampoos &amp; Cleansing Products'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867780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raises barriers for new entrants.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'Shampoos &amp; Cleansing Products' and Other European Countries.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Germany and Other European Countries.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2871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'Shampoos &amp; 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462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92115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4494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Germany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3063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70559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172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'Shampoos &amp; Cleansing Products'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96798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564293" y="326707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1720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Other European Countries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44407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111903" y="3485007"/>
            <a:ext cx="2262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751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'Shampoos &amp; Cleansing Products'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5514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143010" y="3702939"/>
            <a:ext cx="466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569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'Shampoos &amp; Cleansing Products'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85007"/>
            <a:ext cx="4406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02939"/>
            <a:ext cx="15943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693160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15443" y="3702939"/>
            <a:ext cx="924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'Shampoos &amp; Cleansing Products' tier and E-commerce within sales channels.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363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'Shampoos &amp; Cleansing Products' with targeted growth in 'Shampoos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052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Cleansing Products',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7818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452927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779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'Shampoos &amp; Cleansing Products'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4930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80039" y="3219450"/>
            <a:ext cx="26697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'Shampoos &amp; Cleansing Products' anchors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384486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37254" y="339471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3219450"/>
            <a:ext cx="1394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Germany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49062" y="3209226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4171" y="3219450"/>
            <a:ext cx="28879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Other European Countries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1273" y="3209226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6382" y="321945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038725"/>
            <a:ext cx="1809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Pet Cosmetic Products adds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4496" y="5028501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209605" y="5038725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3867" y="502850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4148976" y="5038725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266563"/>
            <a:ext cx="63443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494400"/>
            <a:ext cx="52709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'Shampoos &amp; Cleansing Products' as the value anchor of the portfolio.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7.5%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6.1%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4.5%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546706"/>
            <a:ext cx="635826" cy="758594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65429"/>
            <a:ext cx="635826" cy="1239871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851744"/>
            <a:ext cx="635826" cy="1453556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605088"/>
            <a:ext cx="635826" cy="1700212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2079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27304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4.5%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4904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0129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6.1%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17729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2954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7.5%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208649" y="5372100"/>
            <a:ext cx="19300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 7.5% CAGR.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848759" y="5599938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6.1% CAGR.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370103" y="5827775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4.5% CAGR.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57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Pet Cosmetic Products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(1/2)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(2/2)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524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930_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14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02_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5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14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72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321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5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218_6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419_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6_7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141_4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274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140_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229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5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5149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'Germany' holds the largest share in 2026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948773" y="4219658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311626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European Countries'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6603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country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94201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261697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902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25 countries make up the geographic landscape.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4229437"/>
            <a:ext cx="751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Germany: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537861" y="4219658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705357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564807" y="4219658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732303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838575" y="4447369"/>
            <a:ext cx="11490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United Kingdom: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935678" y="4437590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10317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62624" y="4437590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6130120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838575" y="4665301"/>
            <a:ext cx="6115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France: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98161" y="4655522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456565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25107" y="4655522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59260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838575" y="4883233"/>
            <a:ext cx="4740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Italy: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260644" y="4873454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442813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287590" y="4873454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5455086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838575" y="5101165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Spain: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26128" y="5091385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493624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53074" y="5091385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5520570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3838575" y="5319097"/>
            <a:ext cx="9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Netherlands: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715214" y="5309317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4882710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742160" y="5309317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5909656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838575" y="5537029"/>
            <a:ext cx="6213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Poland: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407984" y="5527249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4575479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34930" y="5527249"/>
            <a:ext cx="128699" cy="187198"/>
          </a:xfrm>
          <a:prstGeom prst="rect">
            <a:avLst/>
          </a:prstGeom>
        </p:spPr>
      </p:pic>
      <p:sp>
        <p:nvSpPr>
          <p:cNvPr id="162" name="TextBox 161"/>
          <p:cNvSpPr txBox="1"/>
          <p:nvPr/>
        </p:nvSpPr>
        <p:spPr>
          <a:xfrm>
            <a:off x="5602425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8524875" y="5842641"/>
            <a:ext cx="3119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Europe market is projected to grow at a CAGR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10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Belgium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11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Switzerland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12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Czech Republic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13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Portugal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14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102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206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7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91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181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7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82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14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82_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129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4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80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13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52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94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1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50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92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17184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European Countries: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2320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31981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179266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346762" y="4229437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679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Sweden: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330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28079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4024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0774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Austria: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916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3441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93862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61358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690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Belgium: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24215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291711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1161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18657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8920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Switzerland: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325852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493348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352798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520294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1082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Czech Republic: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51603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68352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54297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71047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7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Portugal: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3315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310810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70261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337756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Norway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Denmark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Finland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Romania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Ireland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19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Hungary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20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Greece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21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48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1071" y="2286582"/>
            <a:ext cx="982436" cy="361950"/>
          </a:xfrm>
          <a:prstGeom prst="rect">
            <a:avLst/>
          </a:prstGeom>
        </p:spPr>
      </p:pic>
      <p:pic>
        <p:nvPicPr>
          <p:cNvPr id="75" name="Picture 74" descr="87_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1071" y="2779432"/>
            <a:ext cx="982436" cy="361950"/>
          </a:xfrm>
          <a:prstGeom prst="rect">
            <a:avLst/>
          </a:prstGeom>
        </p:spPr>
      </p:pic>
      <p:pic>
        <p:nvPicPr>
          <p:cNvPr id="76" name="Picture 7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46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84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86150" y="2779432"/>
            <a:ext cx="982436" cy="361950"/>
          </a:xfrm>
          <a:prstGeom prst="rect">
            <a:avLst/>
          </a:prstGeom>
        </p:spPr>
      </p:pic>
      <p:pic>
        <p:nvPicPr>
          <p:cNvPr id="79" name="Picture 78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64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931228" y="2779432"/>
            <a:ext cx="982436" cy="361950"/>
          </a:xfrm>
          <a:prstGeom prst="rect">
            <a:avLst/>
          </a:prstGeom>
        </p:spPr>
      </p:pic>
      <p:pic>
        <p:nvPicPr>
          <p:cNvPr id="82" name="Picture 8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38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75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76307" y="2779432"/>
            <a:ext cx="982436" cy="361950"/>
          </a:xfrm>
          <a:prstGeom prst="rect">
            <a:avLst/>
          </a:prstGeom>
        </p:spPr>
      </p:pic>
      <p:pic>
        <p:nvPicPr>
          <p:cNvPr id="85" name="Picture 8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37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64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2779432"/>
            <a:ext cx="982436" cy="361950"/>
          </a:xfrm>
          <a:prstGeom prst="rect">
            <a:avLst/>
          </a:prstGeom>
        </p:spPr>
      </p:pic>
      <p:pic>
        <p:nvPicPr>
          <p:cNvPr id="88" name="Picture 87" descr="5_6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34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62_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32_4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59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6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Norway: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6207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27370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33153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2300649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749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Denmark: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8315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35064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21009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7759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45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Finland: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8922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4641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05868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7336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7299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Romania: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63778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33127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90724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58220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6289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Ireland: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2823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230319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89769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257265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708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Hungary: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4195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30944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6889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33639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6344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Greece: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8280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235776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95226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262722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Bulgaria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22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Croatia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23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Malta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24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Slovenia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25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2976" y="2286582"/>
            <a:ext cx="982436" cy="361950"/>
          </a:xfrm>
          <a:prstGeom prst="rect">
            <a:avLst/>
          </a:prstGeom>
        </p:spPr>
      </p:pic>
      <p:pic>
        <p:nvPicPr>
          <p:cNvPr id="54" name="Picture 53" descr="32_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82976" y="2779432"/>
            <a:ext cx="982436" cy="361950"/>
          </a:xfrm>
          <a:prstGeom prst="rect">
            <a:avLst/>
          </a:prstGeom>
        </p:spPr>
      </p:pic>
      <p:pic>
        <p:nvPicPr>
          <p:cNvPr id="55" name="Picture 54" descr="5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16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11864" y="2286582"/>
            <a:ext cx="982436" cy="361950"/>
          </a:xfrm>
          <a:prstGeom prst="rect">
            <a:avLst/>
          </a:prstGeom>
        </p:spPr>
      </p:pic>
      <p:pic>
        <p:nvPicPr>
          <p:cNvPr id="57" name="Picture 56" descr="30_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2779432"/>
            <a:ext cx="982436" cy="361950"/>
          </a:xfrm>
          <a:prstGeom prst="rect">
            <a:avLst/>
          </a:prstGeom>
        </p:spPr>
      </p:pic>
      <p:pic>
        <p:nvPicPr>
          <p:cNvPr id="58" name="Picture 57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3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40751" y="2286582"/>
            <a:ext cx="982436" cy="361950"/>
          </a:xfrm>
          <a:prstGeom prst="rect">
            <a:avLst/>
          </a:prstGeom>
        </p:spPr>
      </p:pic>
      <p:pic>
        <p:nvPicPr>
          <p:cNvPr id="60" name="Picture 59" descr="25_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2779432"/>
            <a:ext cx="982436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2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9638" y="2286582"/>
            <a:ext cx="982436" cy="361950"/>
          </a:xfrm>
          <a:prstGeom prst="rect">
            <a:avLst/>
          </a:prstGeom>
        </p:spPr>
      </p:pic>
      <p:pic>
        <p:nvPicPr>
          <p:cNvPr id="63" name="Picture 62" descr="23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2779432"/>
            <a:ext cx="982436" cy="361950"/>
          </a:xfrm>
          <a:prstGeom prst="rect">
            <a:avLst/>
          </a:prstGeom>
        </p:spPr>
      </p:pic>
      <p:pic>
        <p:nvPicPr>
          <p:cNvPr id="64" name="Picture 63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691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Bulgaria: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25579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29307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52525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320021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Croatia: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73192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24068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00138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267634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Malta: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95702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31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2264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190144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704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Slovenia: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38403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30589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65349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332845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 rot="10800000">
            <a:off x="4717732" y="356997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9540643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778660" y="2486787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148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>
            <a:off x="4717732" y="356997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9540643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8778660" y="2486787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  <p:sp>
        <p:nvSpPr>
          <p:cNvPr id="146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2281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0447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35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658625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0085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9355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97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534825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17" name="FMI Dense Legend"/>
          <p:cNvSpPr txBox="1"/>
          <p:nvPr/>
        </p:nvSpPr>
        <p:spPr>
          <a:xfrm>
            <a:off x="10896600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By Country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3" name="FMI Dense Legend"/>
          <p:cNvSpPr txBox="1"/>
          <p:nvPr/>
        </p:nvSpPr>
        <p:spPr>
          <a:xfrm>
            <a:off x="9839325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24" name="FMI Dense Legend"/>
          <p:cNvSpPr txBox="1"/>
          <p:nvPr/>
        </p:nvSpPr>
        <p:spPr>
          <a:xfrm>
            <a:off x="10896600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2176405"/>
            <a:ext cx="347145" cy="504938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5062480"/>
            <a:ext cx="347145" cy="504938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20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Europe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4636091" cy="2693584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38125" y="3960409"/>
            <a:ext cx="4636091" cy="2611841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874216" y="1266825"/>
            <a:ext cx="3395021" cy="3053719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874216" y="4320544"/>
            <a:ext cx="3395021" cy="225170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269237" y="1266825"/>
            <a:ext cx="2227726" cy="2528502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0496963" y="1266825"/>
            <a:ext cx="1456912" cy="2528502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269237" y="3795327"/>
            <a:ext cx="2105479" cy="1464082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269237" y="5259409"/>
            <a:ext cx="2105479" cy="1312841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374715" y="3795327"/>
            <a:ext cx="1579160" cy="1544935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0374715" y="5340262"/>
            <a:ext cx="1579160" cy="1231988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261361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5266329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2793684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5446396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28661" y="2531076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0980" y="2531076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4527368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5915829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4567794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5956256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Grooming Prod…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09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2_0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648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11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68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826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78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697_6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293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2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0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68_5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474_0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605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holds the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is the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product type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973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Shampoos &amp; Cleansing Products: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82061" y="4220440"/>
            <a:ext cx="118403" cy="172222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836157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26851" y="4220440"/>
            <a:ext cx="118403" cy="172222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80948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84163"/>
            <a:ext cx="231306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Grooming Products: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097756" y="4575166"/>
            <a:ext cx="118403" cy="172222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251852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042546" y="4575166"/>
            <a:ext cx="118403" cy="172222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7196642" y="4584163"/>
            <a:ext cx="36988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738392"/>
            <a:ext cx="84282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938889"/>
            <a:ext cx="188331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Skin, Paw &amp; Nose Care Products: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68004" y="4929892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822100" y="4938889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12794" y="4929892"/>
            <a:ext cx="118403" cy="172222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766890" y="4938889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093118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838575" y="5293615"/>
            <a:ext cx="168852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Care Products: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73210" y="5284619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5627306" y="5293615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18000" y="5284619"/>
            <a:ext cx="118403" cy="172222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6572096" y="5293615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38575" y="5494113"/>
            <a:ext cx="166158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 Hygiene Products: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46272" y="5485116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5600368" y="549411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391062" y="5485116"/>
            <a:ext cx="118403" cy="172222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6545158" y="549411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694610"/>
            <a:ext cx="200180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Fragrance &amp; Deodorizing Products: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786487" y="5685613"/>
            <a:ext cx="118403" cy="172222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940583" y="569461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731277" y="5685613"/>
            <a:ext cx="118403" cy="172222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885373" y="569461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84883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'Shampoos &amp; Cleansing Products'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33992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'Coat Conditioning &amp; Grooming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2956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 Hygiene Products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Care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Fragrance &amp; Deodorizing Products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Product Type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148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product type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958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44698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24480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02790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877899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50370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625479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2920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5170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50279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22750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097860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24321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'Skin, Paw &amp; Nose Care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6815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861925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34396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609505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3152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7652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82761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55232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330342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044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1526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77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482823" y="39719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2080450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39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359023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6151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85675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805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424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62659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2578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816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43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7535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74877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7257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73448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36515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36039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28419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34610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414549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414073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40645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41264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41892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4141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3379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998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Type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3504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3370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458479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362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02321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77430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949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fastest-growing product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381631"/>
            <a:ext cx="492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1659" y="237140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844676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Ingredient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Ingredient Type segment categorizes the market by ingredient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Emerging Ingredients / Innovation…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Ingredient Type split shows how demand is distributed across ingredient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8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28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918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6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22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65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489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holds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4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695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ingredient type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0991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Regular / Established Ingredients: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85748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05324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912694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08018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1973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Niche / Specialized Ingredients: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60509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92800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87455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954951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838575" y="5000581"/>
            <a:ext cx="28958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Emerging Ingredients / Innovation Candidates: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82474" y="499080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849970" y="5000581"/>
            <a:ext cx="9264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3992603" y="5168221"/>
            <a:ext cx="1284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0941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Ingredient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Ingredient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Ingredient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Ingredient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01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'Regular / Established Ingredients' gains the most share in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287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36314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403810" y="5582698"/>
            <a:ext cx="2865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'Niche / Specialized Ingredients'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742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8491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Ingredient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Regular / Established Ingredients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Niche / Specialized Ingredients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Emerging Ingredients / Innovation Candidates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Ingredient Type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575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ingredient type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1221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87325" y="4286250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493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48145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9232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957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6708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362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72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79232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6479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990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2593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'Emerging Ingredients / Innovation Candidates'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405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68916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6163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43674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Ingredient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8876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015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8747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95697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670806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Ingredient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Ingredient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896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547006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Ingredient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Ingredient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783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7363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9743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593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94526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9405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6430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92621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243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9195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433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90527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Ingredient Type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55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287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503835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3065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36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019474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929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fastest-growing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137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16618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91728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10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Product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Format segment categorizes the market by product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280047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131344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131344" y="1992961"/>
            <a:ext cx="1150144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169444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Spray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131344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131344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131344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54449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395788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395788" y="1992961"/>
            <a:ext cx="1150144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433888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Cream &amp; Balm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95788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395788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395788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480893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5660231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5660231" y="1992961"/>
            <a:ext cx="1150144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5698331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 &amp; Pad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5660231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5660231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5660231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073378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6924675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6924675" y="1992961"/>
            <a:ext cx="1150144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62775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Foam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924675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6924675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6924675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7337822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8189119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8189119" y="1992961"/>
            <a:ext cx="1150144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227219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Gel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189119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8189119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8189119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860226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9453562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9453562" y="1992961"/>
            <a:ext cx="1150144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491662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Powder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453562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9453562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9453562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9866709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0718006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0718006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756106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718006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3" name="Rectangle 72"/>
          <p:cNvSpPr/>
          <p:nvPr/>
        </p:nvSpPr>
        <p:spPr>
          <a:xfrm>
            <a:off x="10718006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4" name="Rectangle 73"/>
          <p:cNvSpPr/>
          <p:nvPr/>
        </p:nvSpPr>
        <p:spPr>
          <a:xfrm>
            <a:off x="10718006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5" name="Oval 74"/>
          <p:cNvSpPr/>
          <p:nvPr/>
        </p:nvSpPr>
        <p:spPr>
          <a:xfrm>
            <a:off x="11131153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82" name="Rectangle 81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86" name="Rectangle 85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Format split shows how demand is distributed across product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2" name="Picture 91" descr="991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4108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1_7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44108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50754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671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8552" y="2286582"/>
            <a:ext cx="1195728" cy="361950"/>
          </a:xfrm>
          <a:prstGeom prst="rect">
            <a:avLst/>
          </a:prstGeom>
        </p:spPr>
      </p:pic>
      <p:pic>
        <p:nvPicPr>
          <p:cNvPr id="96" name="Picture 95" descr="1_2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8552" y="2779432"/>
            <a:ext cx="1195728" cy="361950"/>
          </a:xfrm>
          <a:prstGeom prst="rect">
            <a:avLst/>
          </a:prstGeom>
        </p:spPr>
      </p:pic>
      <p:pic>
        <p:nvPicPr>
          <p:cNvPr id="97" name="Picture 96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215198" y="3272281"/>
            <a:ext cx="982436" cy="361950"/>
          </a:xfrm>
          <a:prstGeom prst="rect">
            <a:avLst/>
          </a:prstGeom>
        </p:spPr>
      </p:pic>
      <p:pic>
        <p:nvPicPr>
          <p:cNvPr id="98" name="Picture 97" descr="39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372996" y="2286582"/>
            <a:ext cx="1195728" cy="361950"/>
          </a:xfrm>
          <a:prstGeom prst="rect">
            <a:avLst/>
          </a:prstGeom>
        </p:spPr>
      </p:pic>
      <p:pic>
        <p:nvPicPr>
          <p:cNvPr id="99" name="Picture 98" descr="731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72996" y="2779432"/>
            <a:ext cx="1195728" cy="361950"/>
          </a:xfrm>
          <a:prstGeom prst="rect">
            <a:avLst/>
          </a:prstGeom>
        </p:spPr>
      </p:pic>
      <p:pic>
        <p:nvPicPr>
          <p:cNvPr id="100" name="Picture 9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79642" y="3272281"/>
            <a:ext cx="982436" cy="361950"/>
          </a:xfrm>
          <a:prstGeom prst="rect">
            <a:avLst/>
          </a:prstGeom>
        </p:spPr>
      </p:pic>
      <p:pic>
        <p:nvPicPr>
          <p:cNvPr id="101" name="Picture 100" descr="391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37439" y="2286582"/>
            <a:ext cx="1195728" cy="361950"/>
          </a:xfrm>
          <a:prstGeom prst="rect">
            <a:avLst/>
          </a:prstGeom>
        </p:spPr>
      </p:pic>
      <p:pic>
        <p:nvPicPr>
          <p:cNvPr id="102" name="Picture 101" descr="714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637439" y="2779432"/>
            <a:ext cx="1195728" cy="361950"/>
          </a:xfrm>
          <a:prstGeom prst="rect">
            <a:avLst/>
          </a:prstGeom>
        </p:spPr>
      </p:pic>
      <p:pic>
        <p:nvPicPr>
          <p:cNvPr id="103" name="Picture 102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4085" y="3272281"/>
            <a:ext cx="982436" cy="361950"/>
          </a:xfrm>
          <a:prstGeom prst="rect">
            <a:avLst/>
          </a:prstGeom>
        </p:spPr>
      </p:pic>
      <p:pic>
        <p:nvPicPr>
          <p:cNvPr id="104" name="Picture 103" descr="248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901883" y="2286582"/>
            <a:ext cx="1195728" cy="361950"/>
          </a:xfrm>
          <a:prstGeom prst="rect">
            <a:avLst/>
          </a:prstGeom>
        </p:spPr>
      </p:pic>
      <p:pic>
        <p:nvPicPr>
          <p:cNvPr id="105" name="Picture 104" descr="443_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901883" y="2779432"/>
            <a:ext cx="1195728" cy="361950"/>
          </a:xfrm>
          <a:prstGeom prst="rect">
            <a:avLst/>
          </a:prstGeom>
        </p:spPr>
      </p:pic>
      <p:pic>
        <p:nvPicPr>
          <p:cNvPr id="106" name="Picture 105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8529" y="3272281"/>
            <a:ext cx="982436" cy="361950"/>
          </a:xfrm>
          <a:prstGeom prst="rect">
            <a:avLst/>
          </a:prstGeom>
        </p:spPr>
      </p:pic>
      <p:pic>
        <p:nvPicPr>
          <p:cNvPr id="107" name="Picture 106" descr="199_3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166327" y="2286582"/>
            <a:ext cx="1195728" cy="361950"/>
          </a:xfrm>
          <a:prstGeom prst="rect">
            <a:avLst/>
          </a:prstGeom>
        </p:spPr>
      </p:pic>
      <p:pic>
        <p:nvPicPr>
          <p:cNvPr id="108" name="Picture 107" descr="354_9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166327" y="2779432"/>
            <a:ext cx="1195728" cy="361950"/>
          </a:xfrm>
          <a:prstGeom prst="rect">
            <a:avLst/>
          </a:prstGeom>
        </p:spPr>
      </p:pic>
      <p:pic>
        <p:nvPicPr>
          <p:cNvPr id="109" name="Picture 108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72973" y="3272281"/>
            <a:ext cx="982436" cy="361950"/>
          </a:xfrm>
          <a:prstGeom prst="rect">
            <a:avLst/>
          </a:prstGeom>
        </p:spPr>
      </p:pic>
      <p:pic>
        <p:nvPicPr>
          <p:cNvPr id="110" name="Picture 109" descr="128_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430770" y="2286582"/>
            <a:ext cx="1195728" cy="361950"/>
          </a:xfrm>
          <a:prstGeom prst="rect">
            <a:avLst/>
          </a:prstGeom>
        </p:spPr>
      </p:pic>
      <p:pic>
        <p:nvPicPr>
          <p:cNvPr id="111" name="Picture 110" descr="228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430770" y="2779432"/>
            <a:ext cx="1195728" cy="361950"/>
          </a:xfrm>
          <a:prstGeom prst="rect">
            <a:avLst/>
          </a:prstGeom>
        </p:spPr>
      </p:pic>
      <p:pic>
        <p:nvPicPr>
          <p:cNvPr id="112" name="Picture 111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537416" y="3272281"/>
            <a:ext cx="982436" cy="361950"/>
          </a:xfrm>
          <a:prstGeom prst="rect">
            <a:avLst/>
          </a:prstGeom>
        </p:spPr>
      </p:pic>
      <p:pic>
        <p:nvPicPr>
          <p:cNvPr id="113" name="Picture 112" descr="124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695214" y="2286582"/>
            <a:ext cx="1195728" cy="361950"/>
          </a:xfrm>
          <a:prstGeom prst="rect">
            <a:avLst/>
          </a:prstGeom>
        </p:spPr>
      </p:pic>
      <p:pic>
        <p:nvPicPr>
          <p:cNvPr id="114" name="Picture 113" descr="230_7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95214" y="2779432"/>
            <a:ext cx="1195728" cy="361950"/>
          </a:xfrm>
          <a:prstGeom prst="rect">
            <a:avLst/>
          </a:prstGeom>
        </p:spPr>
      </p:pic>
      <p:pic>
        <p:nvPicPr>
          <p:cNvPr id="115" name="Picture 114" descr="6_4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801860" y="3272281"/>
            <a:ext cx="982436" cy="361950"/>
          </a:xfrm>
          <a:prstGeom prst="rect">
            <a:avLst/>
          </a:prstGeom>
        </p:spPr>
      </p:pic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348626" y="2827057"/>
            <a:ext cx="183356" cy="266700"/>
          </a:xfrm>
          <a:prstGeom prst="rect">
            <a:avLst/>
          </a:prstGeom>
        </p:spPr>
      </p:pic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613071" y="2827057"/>
            <a:ext cx="183356" cy="266700"/>
          </a:xfrm>
          <a:prstGeom prst="rect">
            <a:avLst/>
          </a:prstGeom>
        </p:spPr>
      </p:pic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77515" y="2827057"/>
            <a:ext cx="183356" cy="266700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6141958" y="2827057"/>
            <a:ext cx="183356" cy="266700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406402" y="2827057"/>
            <a:ext cx="183356" cy="266700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670846" y="2827057"/>
            <a:ext cx="183356" cy="266700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935289" y="2827057"/>
            <a:ext cx="183356" cy="266700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99733" y="2827057"/>
            <a:ext cx="183356" cy="266700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485775" y="4229437"/>
            <a:ext cx="2336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'Liquid' holds the largest share in 2026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770328" y="4219658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937824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4615009"/>
            <a:ext cx="26631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'Solid' is the fastest-growing sub-segment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096932" y="4605230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85775" y="5386153"/>
            <a:ext cx="26958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product format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4229437"/>
            <a:ext cx="5727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59416" y="4219658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4526912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86362" y="4219658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553858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4447369"/>
            <a:ext cx="5460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Spray: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676" y="4437590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450017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623" y="4437590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527118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4665301"/>
            <a:ext cx="10461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Cream &amp; Balm: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32813" y="4655522"/>
            <a:ext cx="128699" cy="187198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5000309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859759" y="4655522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02725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838575" y="4883233"/>
            <a:ext cx="9002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 &amp; Pad: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686838" y="4873454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485433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713784" y="4873454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8128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838575" y="5101165"/>
            <a:ext cx="5457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Foam:</a:t>
            </a:r>
          </a:p>
        </p:txBody>
      </p:sp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374" y="5091385"/>
            <a:ext cx="128699" cy="187198"/>
          </a:xfrm>
          <a:prstGeom prst="rect">
            <a:avLst/>
          </a:prstGeom>
        </p:spPr>
      </p:pic>
      <p:sp>
        <p:nvSpPr>
          <p:cNvPr id="161" name="TextBox 160"/>
          <p:cNvSpPr txBox="1"/>
          <p:nvPr/>
        </p:nvSpPr>
        <p:spPr>
          <a:xfrm>
            <a:off x="4499870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320" y="509138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5526816" y="510116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3838575" y="5319097"/>
            <a:ext cx="4194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Gel: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06073" y="5309317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4373569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33019" y="5309317"/>
            <a:ext cx="128699" cy="187198"/>
          </a:xfrm>
          <a:prstGeom prst="rect">
            <a:avLst/>
          </a:prstGeom>
        </p:spPr>
      </p:pic>
      <p:sp>
        <p:nvSpPr>
          <p:cNvPr id="168" name="TextBox 167"/>
          <p:cNvSpPr txBox="1"/>
          <p:nvPr/>
        </p:nvSpPr>
        <p:spPr>
          <a:xfrm>
            <a:off x="5400515" y="531909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838575" y="5537029"/>
            <a:ext cx="6671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Powder: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53823" y="5527249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4621318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480769" y="5527249"/>
            <a:ext cx="128699" cy="187198"/>
          </a:xfrm>
          <a:prstGeom prst="rect">
            <a:avLst/>
          </a:prstGeom>
        </p:spPr>
      </p:pic>
      <p:sp>
        <p:nvSpPr>
          <p:cNvPr id="173" name="TextBox 172"/>
          <p:cNvSpPr txBox="1"/>
          <p:nvPr/>
        </p:nvSpPr>
        <p:spPr>
          <a:xfrm>
            <a:off x="5648264" y="553702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38575" y="5754961"/>
            <a:ext cx="505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Solid:</a:t>
            </a:r>
          </a:p>
        </p:txBody>
      </p:sp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91749" y="5745181"/>
            <a:ext cx="128699" cy="187198"/>
          </a:xfrm>
          <a:prstGeom prst="rect">
            <a:avLst/>
          </a:prstGeom>
        </p:spPr>
      </p:pic>
      <p:sp>
        <p:nvSpPr>
          <p:cNvPr id="176" name="TextBox 175"/>
          <p:cNvSpPr txBox="1"/>
          <p:nvPr/>
        </p:nvSpPr>
        <p:spPr>
          <a:xfrm>
            <a:off x="4459245" y="575496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18695" y="5745181"/>
            <a:ext cx="128699" cy="187198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5486191" y="575496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524875" y="5842641"/>
            <a:ext cx="3087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Format segment is projected to grow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82" name="TextBox 181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481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'Cream &amp; Balm'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1701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884507" y="5582698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Spray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Cream &amp; Balm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Foam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 &amp; Pad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Powder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32865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75742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08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75951" y="44672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507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52151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3062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58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20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40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4747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19427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6651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2842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18252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17776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015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16347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503151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249838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4221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4841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296806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296330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288710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29490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35482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354353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34673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35292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33043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32567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24947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3113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53136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 rot="10800000">
            <a:off x="5090922" y="552660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45040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5123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Format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449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'Cream &amp; Balm'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931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403040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7958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54695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031111"/>
            <a:ext cx="29221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is the fastest-growing product format at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00882" y="2020887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0875991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5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Primary Product Function / Benefit,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Product Function / Benefit segment categorizes the market by primary product function / benefit.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Product Function / Benefit split shows how demand is distributed across primary product function / benefit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880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1_59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4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86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4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89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410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747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351_4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615_7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299_6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545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227_5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415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837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'Cleansing &amp; General Hygiene' holds the largest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8196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'Ear &amp; Eye-Area Hygiene'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7504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primary product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5553793"/>
            <a:ext cx="17122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function / benefit landscape.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229437"/>
            <a:ext cx="17279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Cleansing &amp; General Hygiene: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12620" y="4220440"/>
            <a:ext cx="118403" cy="172222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5666716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57411" y="4220440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611507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584163"/>
            <a:ext cx="179822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Softening: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82907" y="4575166"/>
            <a:ext cx="118403" cy="17222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5737003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27697" y="4575166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6681793" y="458416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38575" y="4784660"/>
            <a:ext cx="188607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Moisturizing &amp; Skin Barrier Care: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0765" y="4775664"/>
            <a:ext cx="118403" cy="172222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824861" y="478466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15555" y="4775664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6769651" y="478466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838575" y="493888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139386"/>
            <a:ext cx="15037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 Soothing &amp; Comfort: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88456" y="5130390"/>
            <a:ext cx="118403" cy="172222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442552" y="5139386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3247" y="5130390"/>
            <a:ext cx="118403" cy="17222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387343" y="5139386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838575" y="5339884"/>
            <a:ext cx="138227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Hygiene: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66961" y="5330887"/>
            <a:ext cx="118403" cy="17222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5321057" y="5339884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11751" y="5330887"/>
            <a:ext cx="118403" cy="172222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6265847" y="5339884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3838575" y="5540381"/>
            <a:ext cx="189360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Body &amp; Coat Odor Management: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8296" y="5531385"/>
            <a:ext cx="118403" cy="17222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32392" y="5540381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23086" y="5531385"/>
            <a:ext cx="118403" cy="17222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777182" y="5540381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838575" y="5694610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838575" y="5895108"/>
            <a:ext cx="14544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Eye-Area Hygiene:</a:t>
            </a:r>
          </a:p>
        </p:txBody>
      </p:sp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39177" y="5886111"/>
            <a:ext cx="118403" cy="172222"/>
          </a:xfrm>
          <a:prstGeom prst="rect">
            <a:avLst/>
          </a:prstGeom>
        </p:spPr>
      </p:pic>
      <p:sp>
        <p:nvSpPr>
          <p:cNvPr id="164" name="TextBox 163"/>
          <p:cNvSpPr txBox="1"/>
          <p:nvPr/>
        </p:nvSpPr>
        <p:spPr>
          <a:xfrm>
            <a:off x="5393273" y="5895108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83968" y="5886111"/>
            <a:ext cx="118403" cy="17222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6338064" y="5895108"/>
            <a:ext cx="112721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524875" y="5856661"/>
            <a:ext cx="289132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Primary Product Function / Benefit segment is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524875" y="6017901"/>
            <a:ext cx="1806400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projected to grow at a CAGR of</a:t>
            </a:r>
          </a:p>
        </p:txBody>
      </p:sp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78400" y="6008495"/>
            <a:ext cx="123784" cy="180050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10439501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Primary Product Function / Benefit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Product Function / Benefit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Product Function / Benefit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721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'Coat Conditioning &amp; Softening'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23875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'Dental &amp; Oral Hygiene'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7832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0685328" y="5582698"/>
            <a:ext cx="11070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35937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Cleansing &amp; General Hygiene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Moisturizing &amp; Skin Barrier Care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 Soothing &amp; Comfort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Softening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Hygiene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Body &amp; Coat Odor Management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Eye-Area Hygiene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Primary Product Function / Benefit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42936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primary product function / benefit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5483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723492" y="4286250"/>
            <a:ext cx="9368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4717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2255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0243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685353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7823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9432933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2335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0114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765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7695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12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2435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'Moisturizing &amp; Skin Barrier Care'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89953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65063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7533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612643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2531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85709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960819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3329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08399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Primary Product Function / Benefit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2306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47610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0462" y="239591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4100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3961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569070" y="44100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379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6276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6379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657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8555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8657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8555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8657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0935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0833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0935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0833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0935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Primary Product Function / Benefit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Primary Product Function / Benefit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0161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45270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6752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Product Function / Benefit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Primary Product Function / Benefit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37929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3316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569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188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2334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185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423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042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68922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68446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0826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67017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23629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323153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15533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2172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533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84854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723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342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56651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56175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4855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5474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60314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5983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5221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5840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Primary Product Function / Benefit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33919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70695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345804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25658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Hygiene'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4600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519709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450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is the fastest-growing primary product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381631"/>
            <a:ext cx="1273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function / benefit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2114" y="2371407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227223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Pet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Pet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Pet Type segment categorizes the market by pet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Dogs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Pet Type split shows how demand is distributed across pet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98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93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7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2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'Dogs'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70702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874523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630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'Cats' is the fastest-growing 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64190" y="460523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pet type landscape.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5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Dogs: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6114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6361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23060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90556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4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Cats: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5900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42650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8595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453448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2928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Pet Type segment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Pet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Pet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Pet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4178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'Cats' gains the most share in the Europe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366740" y="5405279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534236" y="5415058"/>
            <a:ext cx="331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000875" y="5582698"/>
            <a:ext cx="1114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while 'Dogs'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63599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231095" y="5582698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Pet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Dogs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Cats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Pet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7429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3028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204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95584" y="29908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Pet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Pet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6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471783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Pet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Pet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21895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21418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1379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19990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58743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58267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5064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56838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Pet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1849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28042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03151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15347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13407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88516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031111"/>
            <a:ext cx="24737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is the fastest-growing pet type 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2463" y="2020887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427572" y="203111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225894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248725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02779" y="225894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24872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829324" y="225894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8678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6204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Size segment categorizes the market by pack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Solid, Powder &amp; Weight-Labeled Pr…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Size split shows how demand is distributed across pack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3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65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71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3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0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37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592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'Liquid, Gel &amp; Cream Products' holds the largest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'Solid, Powder &amp; Weight-Labeled Products'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size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8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Liquid, Gel &amp; Cream Products: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7974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84724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0669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874187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23643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Wipes &amp; Other Count-Based Products: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150959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845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177905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7345401" y="4615009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782649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6006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Solid, Powder &amp; Weight-Labeled Products: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87249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554745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14195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838575" y="516822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29501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Size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Pack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296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'Wipes &amp; Other Count-Based Products'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7847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'Liquid, Gel &amp; Cream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7390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4139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Liquid, Gel &amp; Cream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Solid, Powder &amp; Weight-Labeled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Wipes &amp; Other Count-Based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Pack Size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2776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size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31687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206797" y="4286250"/>
            <a:ext cx="24127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278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32778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7078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803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554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770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412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200521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772992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48101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017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244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4755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2002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19513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Pack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86063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2343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998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74910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2810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640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151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Pack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Pack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60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51110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5280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343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92854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Pack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135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0874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325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944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66393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65916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8296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64488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7255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72081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6446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7065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Pack Size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8272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05992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803273"/>
            <a:ext cx="2981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cedes the most -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59929" y="1793049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935038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206371"/>
            <a:ext cx="40172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is the fastest-growing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381631"/>
            <a:ext cx="757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 size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3609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1119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Tier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Tier,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Tier segment categorizes the market by price tier.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Luxury: US$12 and…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Tier split shows how demand is distributed across price tier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1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834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3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3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336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592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235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'Mid-Range: US$3 to below US$6' holds the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700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'Economy / Mass-Market: Below US$3'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tier 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20737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 US$3 to below US$6: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6037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02786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87318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054814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615009"/>
            <a:ext cx="20448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 US$6 to below US$12: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31450" y="460523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99894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58396" y="460523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025892" y="4615009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5000581"/>
            <a:ext cx="237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Mass-Market: Below US$3: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158024" y="4990801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25519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184970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52465" y="5000581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5168221"/>
            <a:ext cx="8677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grows fastest.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386153"/>
            <a:ext cx="26759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Luxury: US$12 and above: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62556" y="5376373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630052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89502" y="5376373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3838575" y="555379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Tier segment is projected to grow at a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Price Tier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Tier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Tier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'Economy / Mass-Market: Below US$3'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9654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'Mid-Range: US$3 to below US$6'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5453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Tier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Economy / Mass-Market: Below US$3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Mid-Range: US$3 to below US$6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Premium: US$6 to below US$12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Super-Premium / Luxury: US$12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Price Tier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59166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0884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889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52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270309" y="3486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Price Tier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Price Tier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14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4650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Tier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Price Tier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5305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482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720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340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9765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59289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1669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78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83349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82872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7525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81444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35737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35261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27641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33832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Price Tier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8346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13378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803273"/>
            <a:ext cx="31700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cedes the most -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8767" y="179304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123877" y="1803273"/>
            <a:ext cx="5982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1978533"/>
            <a:ext cx="1596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is the fastest-growing price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381631"/>
            <a:ext cx="4347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tier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13468" y="237140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38857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Sales Channels,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Channels segment categorizes the market by sales channels.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Pet Specialty 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General Retail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44" name="Rectangle 43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Professional &amp; B2B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Channels split shows how demand is distributed across sales channels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965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2" name="Picture 71" descr="1_73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3" name="Picture 72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4" name="Picture 73" descr="957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1_7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535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93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5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4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695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299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542_8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85775" y="4229437"/>
            <a:ext cx="27613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'Pet Specialty Retail' holds the largest share in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'E-commerce' is the fastest-growing sub-segment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386153"/>
            <a:ext cx="26369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 sub-segments make up the sales channels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229437"/>
            <a:ext cx="13130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Pet Specialty Retail: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9662" y="4219658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26715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26608" y="421965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29410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447369"/>
            <a:ext cx="9438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30464" y="4437590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4897960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757410" y="443759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5924906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4665301"/>
            <a:ext cx="1033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General Retail: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819989" y="4655522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498748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846935" y="4655522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601443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838575" y="4883233"/>
            <a:ext cx="1791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Veterinary &amp; Animal Health: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578244" y="4873454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5745740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05190" y="4873454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6772686" y="4883233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838575" y="5050873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268805"/>
            <a:ext cx="1305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Professional &amp; B2B: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2295" y="525902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259791" y="526880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19241" y="525902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286737" y="526880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Channels segment is projected to grow at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Sales Channels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7457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'E-commerce'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9250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'General Retail'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758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345081" y="5582698"/>
            <a:ext cx="24213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22794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E-commerce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Pet Specialty Retail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Veterinary &amp; Animal Health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General Retail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Professional &amp; B2B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Sales Channels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30967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5 sub-segments, by sales channels adds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57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9526566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803273"/>
            <a:ext cx="12856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40349" y="1793049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458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7929" y="179304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8463038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031111"/>
            <a:ext cx="16716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'Pet Specialty Retail'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6329" y="202088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101438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3909" y="202088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849018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2258949"/>
            <a:ext cx="13792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adds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3943" y="224872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809053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81523" y="224872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556633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2486787"/>
            <a:ext cx="22501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'Professional &amp; B2B' adds the least: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04823" y="2476563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79933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52404" y="247656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27513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Sales Channels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94889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675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71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02250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5 categories.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Sales Channels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Sales Channels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33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78450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5 categories.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Sales Channels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89127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843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081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700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8602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38126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0506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36697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04035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0355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9593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0213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1134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41086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0324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0943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552742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55226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544645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550837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Sales Channels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9550" y="1400175"/>
            <a:ext cx="2342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gains the most share +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20929" y="138995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9603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803273"/>
            <a:ext cx="20823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cedes the most -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61094" y="179304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036203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206371"/>
            <a:ext cx="3319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fastest-growing sales channels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7924" y="219614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73033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1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610100"/>
            <a:ext cx="39160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'Cleansing &amp; General Hygiene'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3825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Cleansing &amp; General Hygiene'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7972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783081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3850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'Coat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2335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Grooming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952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17463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239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is the most concentrated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type 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3247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18356" y="4940807"/>
            <a:ext cx="16901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16067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534390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33368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306426" y="534390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519165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Cleansing &amp; General Hygiene' ranks highest (5/5); 'Fragrance &amp; Deodorizing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Cleansing &amp; General Hygiene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389122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16067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Coat Conditioning &amp; Softening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65520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692465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4449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3468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0964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413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067909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Moisturizing &amp; Skin Barrier Care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61018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787963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Skin Soothing &amp; Comfort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145465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72411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4399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Cleansing &amp;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405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4247" y="49503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029325" y="513587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512565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378220" y="5135879"/>
            <a:ext cx="1977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311139"/>
            <a:ext cx="1366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410075"/>
            <a:ext cx="4300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 ingredient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295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0468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695578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968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Emerging Ingredients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912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Innovation Candidates'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7655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312764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128640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068522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2954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13579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231511"/>
            <a:ext cx="420962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Skin, Paw &amp; Nose Care Products × Regular / Established Ingredients –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3904" y="5221731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601400" y="523151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850" y="5221731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828346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449443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Dental &amp; Oral Care Products × Regular / Established Ingredients –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5439663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3896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5439663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616613" y="5449443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99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Emerging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510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 / Innovation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14151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Candidates' 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89160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124825" y="511111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0420" y="510089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695529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09486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39966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104515"/>
            <a:ext cx="7124700" cy="30873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volume: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(MT),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888" y="2548413"/>
            <a:ext cx="261282" cy="380047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63959" y="4389011"/>
            <a:ext cx="362932" cy="527901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5916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53412" y="287655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8111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78651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396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3070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200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309496" y="5966460"/>
            <a:ext cx="41714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 market in 2026; by 2036 that share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6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120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73615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989026" y="5966460"/>
            <a:ext cx="34145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 the Germany market grows to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351616" y="595668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1519112" y="5966460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286500" y="6134100"/>
            <a:ext cx="1755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its 2026 size over the decade.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value: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(US$ Mn),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888" y="2548413"/>
            <a:ext cx="261282" cy="380047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63959" y="4389011"/>
            <a:ext cx="362932" cy="527901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5916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53412" y="287655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8111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78651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396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3070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200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309496" y="5966460"/>
            <a:ext cx="41714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 market in 2026; by 2036 that share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6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120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73615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989026" y="5966460"/>
            <a:ext cx="3676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Germany market grows to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73032" y="612432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6440528" y="6134100"/>
            <a:ext cx="18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 the decade.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438275"/>
          <a:ext cx="2667000" cy="127635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8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9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10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Primary Product Function / Benefit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1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2289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3242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Ingredient Type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3242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2"/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11655" y="1771650"/>
            <a:ext cx="183356" cy="2667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821555" y="1771650"/>
            <a:ext cx="183356" cy="2667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831455" y="1771650"/>
            <a:ext cx="183356" cy="266700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841355" y="1857375"/>
            <a:ext cx="183356" cy="266700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11655" y="3695700"/>
            <a:ext cx="183356" cy="266700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821555" y="3695700"/>
            <a:ext cx="183356" cy="266700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831455" y="369570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841355" y="3695700"/>
            <a:ext cx="183356" cy="266700"/>
          </a:xfrm>
          <a:prstGeom prst="rect">
            <a:avLst/>
          </a:prstGeom>
        </p:spPr>
      </p:pic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849755" y="5705475"/>
            <a:ext cx="183356" cy="266700"/>
          </a:xfrm>
          <a:prstGeom prst="rect">
            <a:avLst/>
          </a:prstGeom>
        </p:spPr>
      </p:pic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935855" y="5705475"/>
            <a:ext cx="183356" cy="266700"/>
          </a:xfrm>
          <a:prstGeom prst="rect">
            <a:avLst/>
          </a:prstGeom>
        </p:spPr>
      </p:pic>
      <p:sp>
        <p:nvSpPr>
          <p:cNvPr id="52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lockshield_22"/>
          <p:cNvSpPr/>
          <p:nvPr/>
        </p:nvSpPr>
        <p:spPr>
          <a:xfrm>
            <a:off x="9267825" y="143827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28"/>
          <p:cNvSpPr/>
          <p:nvPr/>
        </p:nvSpPr>
        <p:spPr>
          <a:xfrm>
            <a:off x="32480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37"/>
          <p:cNvSpPr/>
          <p:nvPr/>
        </p:nvSpPr>
        <p:spPr>
          <a:xfrm>
            <a:off x="2381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40"/>
          <p:cNvSpPr/>
          <p:nvPr/>
        </p:nvSpPr>
        <p:spPr>
          <a:xfrm>
            <a:off x="33242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36663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Type, 'Shampoos &amp; Cleansing Products'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1762" y="1389951"/>
            <a:ext cx="134549" cy="195707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4066871" y="140017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9342" y="13899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14451" y="1400175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58127" y="13899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33236" y="14001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28013"/>
            <a:ext cx="385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Ingredient Type, 'Regular / Established Ingredients'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4023" y="16177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259132" y="162801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603" y="161778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006712" y="1628013"/>
            <a:ext cx="30365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'Niche / Specialized Ingredients'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2431" y="161778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67541" y="162801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55851"/>
            <a:ext cx="22597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Format, 'Liquid'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144" y="184562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253" y="185585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2724" y="184562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3407833" y="1855851"/>
            <a:ext cx="15438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'Spray'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818" y="184562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075928" y="1855851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83689"/>
            <a:ext cx="47546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Primary Product Function / Benefit, 'Cleansing &amp; General Hygiene'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80005" y="207346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55115" y="208368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7586" y="207346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5902695" y="2083689"/>
            <a:ext cx="3009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Softening'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61315" y="207346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36424" y="2083689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311527"/>
            <a:ext cx="1779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Pet Type, 'Dogs'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04522" y="2301303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79631" y="231152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2102" y="2301303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927211" y="2311527"/>
            <a:ext cx="1466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'Cats'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3178" y="23013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518287" y="2311527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539365"/>
            <a:ext cx="3246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Pack Size, 'Liquid, Gel &amp; Cream Products'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1583" y="252914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646692" y="253936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9163" y="2529141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94272" y="2539365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'Wipes &amp; Other Count-Based Products'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8190" y="252914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7963299" y="253936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67203"/>
            <a:ext cx="34538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Price Tier, 'Mid-Range: US$3 to below US$6'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9248" y="2756979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854357" y="276720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6828" y="2756979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01937" y="2767203"/>
            <a:ext cx="31107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'Premium: US$6 to below US$12'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1822" y="27569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836931" y="276720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95040"/>
            <a:ext cx="25906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Sales Channels, 'E-commerce'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038" y="2984817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991147" y="2995040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3618" y="2984817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738728" y="2995040"/>
            <a:ext cx="23456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'Pet Specialty Retail'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3562" y="2984817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6208671" y="299504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222878"/>
            <a:ext cx="58742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Primary Product Function / Benefit, 'Shampoos &amp; Cleansing Products'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99627" y="3212655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274736" y="3222878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7207" y="3212655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022317" y="3222878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5992" y="3212655"/>
            <a:ext cx="134549" cy="195707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0741101" y="3222878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450716"/>
            <a:ext cx="4740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Ingredient Type, 'Shampoos &amp; Cleansing Products'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5743" y="3440493"/>
            <a:ext cx="134549" cy="195707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5140852" y="3450716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3323" y="3440493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5888432" y="3450716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2108" y="3440493"/>
            <a:ext cx="134549" cy="195707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607217" y="3450716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678554"/>
            <a:ext cx="69779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2238757"/>
            <a:ext cx="365138" cy="53111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5124832"/>
            <a:ext cx="365138" cy="53111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61135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8671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9880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Ingredient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Ingredient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Ingredient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Ingredient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Ingredient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2357418"/>
            <a:ext cx="334520" cy="486574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5243493"/>
            <a:ext cx="334520" cy="486574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Ingredient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44688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6867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Ingredient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1657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Ingredient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3181116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Format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Primary Product Function / Benefit: growth contribution, share variance and absolute $…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Product Function / Benefit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Product Function / Benefit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Product Function / Benefit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Product Function / Benefit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2237614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5123689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Primary Product Function / Benefit,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Primary Product Function / Benefit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Primary Product Function / Benefit,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Pet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Pet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Pet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Pet Type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Pet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Pet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Pet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Pet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2819758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Pack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Size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2241170"/>
            <a:ext cx="361820" cy="526284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5127245"/>
            <a:ext cx="361820" cy="526284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Pack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45100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8137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Pack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81863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Pack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Price Tier: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Tier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Tier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Tier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Tier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2243075"/>
            <a:ext cx="359200" cy="522472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5129150"/>
            <a:ext cx="359200" cy="522472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Price Tier,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1961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771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Price Tier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5294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Price Tier,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Sales Channels: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Channels (US$ Mn), between 2026–2036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Sales Channels,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Sales Channels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Sales Channels,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610100"/>
            <a:ext cx="39958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'Coat Conditioning &amp; Softening'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462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Coat Conditioning &amp; Softening'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7843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862952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41008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'Dental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13746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Oral Care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3907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21418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Care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940807"/>
            <a:ext cx="2776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 General Hygiene'.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6864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1584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306426" y="516864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5343905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Moisturizing &amp; Skin Barrier Care' ranks highest (5/5); 'Coat Conditioning &amp; Grooming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Coat Conditioning &amp; Softening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465520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92465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Moisturizing &amp; Skin Barrier Care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561018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87963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Shampoos &amp; Cleansing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122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067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Skin Soothing &amp; Comfort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145465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72411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4177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Body &amp; Coat Odor Management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1708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569204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8653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796149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5135879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51256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510192" y="5135879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5311139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30091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302527" y="5311139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029325" y="5486399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410075"/>
            <a:ext cx="365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9400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5427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0537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814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Regular / Established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1617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7152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562261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128640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Dental &amp; Oral Care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6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613" y="4845939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63871"/>
            <a:ext cx="49575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Emerging Ingredients / Innovation Candidates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1791" y="505409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349286" y="506387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757" y="5221731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0253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49443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Coat Conditioning &amp; Grooming Products × Regular / Established Ingredients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5439663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068522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543966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52954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76225" y="5617083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938584" y="493585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492563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124825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Product Pricing &amp; Regional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57150" y="3471051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17728.6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7150" y="2561000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19126.5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7150" y="1650949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20524.3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241425" y="2356833"/>
            <a:ext cx="0" cy="970881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22350" y="2356833"/>
            <a:ext cx="438150" cy="970881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57225" y="22044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2409825" y="2166718"/>
            <a:ext cx="0" cy="104407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2190750" y="2166718"/>
            <a:ext cx="438150" cy="104407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825625" y="20143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8256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3578225" y="2289672"/>
            <a:ext cx="0" cy="1004659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3359150" y="2289672"/>
            <a:ext cx="438150" cy="1004659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994025" y="213727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9940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4746625" y="1927636"/>
            <a:ext cx="0" cy="1037256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4527550" y="1927636"/>
            <a:ext cx="438150" cy="1037256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162425" y="177523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1624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5915025" y="2249242"/>
            <a:ext cx="0" cy="100443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Rectangle 32"/>
          <p:cNvSpPr/>
          <p:nvPr/>
        </p:nvSpPr>
        <p:spPr>
          <a:xfrm>
            <a:off x="5695950" y="2249242"/>
            <a:ext cx="438150" cy="100443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330825" y="209684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3308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7083425" y="2207232"/>
            <a:ext cx="0" cy="1046588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6864350" y="2207232"/>
            <a:ext cx="438150" cy="1046588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499225" y="205483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499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452919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619125" y="49159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68935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607608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4529195"/>
            <a:ext cx="0" cy="1546886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590550" y="452919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9159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53026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68935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607608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FMI Scale tick"/>
          <p:cNvSpPr txBox="1"/>
          <p:nvPr/>
        </p:nvSpPr>
        <p:spPr>
          <a:xfrm>
            <a:off x="138112" y="4462520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+6.3%</a:t>
            </a:r>
          </a:p>
        </p:txBody>
      </p:sp>
      <p:sp>
        <p:nvSpPr>
          <p:cNvPr id="54" name="FMI Scale tick"/>
          <p:cNvSpPr txBox="1"/>
          <p:nvPr/>
        </p:nvSpPr>
        <p:spPr>
          <a:xfrm>
            <a:off x="138112" y="484924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+3.1%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5235963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64306" y="5622684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-3.1%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6009406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-6.3%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3914775" y="4627936"/>
            <a:ext cx="457200" cy="6747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FMI Data Label"/>
          <p:cNvSpPr txBox="1"/>
          <p:nvPr/>
        </p:nvSpPr>
        <p:spPr>
          <a:xfrm>
            <a:off x="619125" y="4485061"/>
            <a:ext cx="7048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19125" y="6242060"/>
            <a:ext cx="704850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2177509"/>
            <a:ext cx="128699" cy="187198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987394"/>
            <a:ext cx="128699" cy="187198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2110348"/>
            <a:ext cx="128699" cy="187198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748312"/>
            <a:ext cx="128699" cy="187198"/>
          </a:xfrm>
          <a:prstGeom prst="rect">
            <a:avLst/>
          </a:prstGeom>
        </p:spPr>
      </p:pic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069918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2027908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79025" y="445813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048625" y="1736673"/>
            <a:ext cx="3720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Europe average pricing of key product type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665551"/>
            <a:ext cx="3836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'Fragrance &amp; Deodorizing Products' shows the most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048625" y="2840811"/>
            <a:ext cx="8737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movement (+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1548" y="2830588"/>
            <a:ext cx="134549" cy="195707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046658" y="2840811"/>
            <a:ext cx="26152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and 'Shampoos &amp; Cleansing Products' the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3016071"/>
            <a:ext cx="50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least (+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06423" y="3005848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8681533" y="3016071"/>
            <a:ext cx="2839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 should monitor when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3191331"/>
            <a:ext cx="203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planning procurement or pricing.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3419169"/>
            <a:ext cx="380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regional price movement to the base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8048625" y="3594429"/>
            <a:ext cx="3407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year, applied consistently across the horizon to strip out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048625" y="3769689"/>
            <a:ext cx="36932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944949"/>
            <a:ext cx="431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048625" y="4172787"/>
            <a:ext cx="21146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indices diverge by up 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12403" y="4162564"/>
            <a:ext cx="134549" cy="195707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10287512" y="4172787"/>
            <a:ext cx="15563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2036: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4348047"/>
            <a:ext cx="3366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developed regions start higher and grow steadily, while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4523307"/>
            <a:ext cx="3810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emerging regions start lower and converge, reflecting catch-up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8048625" y="4698567"/>
            <a:ext cx="54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growth.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pricing pattern, price range and average price by product for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52500"/>
            <a:ext cx="642937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>Europe Price Point Assessment (US$/MT)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715125" y="952500"/>
            <a:ext cx="5334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Average Pricing by Product Type (US$/MT)</a:t>
            </a:r>
          </a:p>
        </p:txBody>
      </p:sp>
      <p:sp>
        <p:nvSpPr>
          <p:cNvPr id="12" name="Oval 11"/>
          <p:cNvSpPr/>
          <p:nvPr/>
        </p:nvSpPr>
        <p:spPr>
          <a:xfrm>
            <a:off x="147638" y="1194361"/>
            <a:ext cx="104775" cy="10039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153291"/>
            <a:ext cx="1544723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Cleansin…</a:t>
            </a:r>
          </a:p>
        </p:txBody>
      </p:sp>
      <p:sp>
        <p:nvSpPr>
          <p:cNvPr id="14" name="Oval 13"/>
          <p:cNvSpPr/>
          <p:nvPr/>
        </p:nvSpPr>
        <p:spPr>
          <a:xfrm>
            <a:off x="2006686" y="1194361"/>
            <a:ext cx="104775" cy="10039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144798" y="1153291"/>
            <a:ext cx="1468399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&amp;…</a:t>
            </a:r>
          </a:p>
        </p:txBody>
      </p:sp>
      <p:sp>
        <p:nvSpPr>
          <p:cNvPr id="16" name="Oval 15"/>
          <p:cNvSpPr/>
          <p:nvPr/>
        </p:nvSpPr>
        <p:spPr>
          <a:xfrm>
            <a:off x="3789410" y="1194361"/>
            <a:ext cx="104775" cy="10039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3927522" y="1153291"/>
            <a:ext cx="1471242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Ca…</a:t>
            </a:r>
          </a:p>
        </p:txBody>
      </p:sp>
      <p:sp>
        <p:nvSpPr>
          <p:cNvPr id="18" name="Rectangle 17"/>
          <p:cNvSpPr/>
          <p:nvPr/>
        </p:nvSpPr>
        <p:spPr>
          <a:xfrm>
            <a:off x="5570214" y="1189798"/>
            <a:ext cx="209550" cy="109522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817864" y="1153291"/>
            <a:ext cx="1143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42875" y="1390589"/>
            <a:ext cx="11906250" cy="1204744"/>
          </a:xfrm>
          <a:prstGeom prst="rect">
            <a:avLst/>
          </a:prstGeom>
          <a:solidFill>
            <a:srgbClr val="F5F7F9"/>
          </a:solidFill>
          <a:ln w="9525">
            <a:solidFill>
              <a:srgbClr val="EDF1F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00025" y="1408842"/>
            <a:ext cx="3143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 Pricing Pattern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581025" y="2346705"/>
            <a:ext cx="2181225" cy="0"/>
          </a:xfrm>
          <a:prstGeom prst="line">
            <a:avLst/>
          </a:prstGeom>
          <a:ln w="10160">
            <a:solidFill>
              <a:srgbClr val="C9D2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133350" y="161876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33350" y="231240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5" name="Freeform 24"/>
          <p:cNvSpPr/>
          <p:nvPr/>
        </p:nvSpPr>
        <p:spPr>
          <a:xfrm>
            <a:off x="581025" y="1792170"/>
            <a:ext cx="2181225" cy="556738"/>
          </a:xfrm>
          <a:custGeom>
            <a:avLst/>
            <a:gdLst/>
            <a:ahLst/>
            <a:cxnLst/>
            <a:rect l="l" t="t" r="r" b="b"/>
            <a:pathLst>
              <a:path w="229" h="61">
                <a:moveTo>
                  <a:pt x="0" y="61"/>
                </a:moveTo>
                <a:lnTo>
                  <a:pt x="46" y="49"/>
                </a:lnTo>
                <a:lnTo>
                  <a:pt x="92" y="36"/>
                </a:lnTo>
                <a:lnTo>
                  <a:pt x="137" y="24"/>
                </a:lnTo>
                <a:lnTo>
                  <a:pt x="183" y="12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C55A1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Freeform 25"/>
          <p:cNvSpPr/>
          <p:nvPr/>
        </p:nvSpPr>
        <p:spPr>
          <a:xfrm>
            <a:off x="581025" y="1746536"/>
            <a:ext cx="2181225" cy="602372"/>
          </a:xfrm>
          <a:custGeom>
            <a:avLst/>
            <a:gdLst/>
            <a:ahLst/>
            <a:cxnLst/>
            <a:rect l="l" t="t" r="r" b="b"/>
            <a:pathLst>
              <a:path w="229" h="66">
                <a:moveTo>
                  <a:pt x="0" y="66"/>
                </a:moveTo>
                <a:lnTo>
                  <a:pt x="46" y="53"/>
                </a:lnTo>
                <a:lnTo>
                  <a:pt x="92" y="39"/>
                </a:lnTo>
                <a:lnTo>
                  <a:pt x="137" y="26"/>
                </a:lnTo>
                <a:lnTo>
                  <a:pt x="183" y="14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Freeform 26"/>
          <p:cNvSpPr/>
          <p:nvPr/>
        </p:nvSpPr>
        <p:spPr>
          <a:xfrm>
            <a:off x="581025" y="1764790"/>
            <a:ext cx="2181225" cy="584118"/>
          </a:xfrm>
          <a:custGeom>
            <a:avLst/>
            <a:gdLst/>
            <a:ahLst/>
            <a:cxnLst/>
            <a:rect l="l" t="t" r="r" b="b"/>
            <a:pathLst>
              <a:path w="229" h="64">
                <a:moveTo>
                  <a:pt x="0" y="64"/>
                </a:moveTo>
                <a:lnTo>
                  <a:pt x="46" y="51"/>
                </a:lnTo>
                <a:lnTo>
                  <a:pt x="92" y="38"/>
                </a:lnTo>
                <a:lnTo>
                  <a:pt x="137" y="26"/>
                </a:lnTo>
                <a:lnTo>
                  <a:pt x="183" y="13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71475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2021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514600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3314700" y="2151403"/>
            <a:ext cx="3257550" cy="0"/>
          </a:xfrm>
          <a:prstGeom prst="line">
            <a:avLst/>
          </a:prstGeom>
          <a:ln w="12700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143250" y="2069261"/>
            <a:ext cx="1333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331470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300990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18,515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396621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66141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18,572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461772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431292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18,629</a:t>
            </a:r>
          </a:p>
        </p:txBody>
      </p:sp>
      <p:cxnSp>
        <p:nvCxnSpPr>
          <p:cNvPr id="38" name="Connector 37"/>
          <p:cNvCxnSpPr/>
          <p:nvPr/>
        </p:nvCxnSpPr>
        <p:spPr>
          <a:xfrm>
            <a:off x="526923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496443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18,686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592074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561594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18,743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57225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626745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18,800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670995" y="2078388"/>
            <a:ext cx="2544961" cy="146030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3613845" y="2096642"/>
            <a:ext cx="114300" cy="109522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8805" y="2096642"/>
            <a:ext cx="114300" cy="109522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4469268" y="2096642"/>
            <a:ext cx="114300" cy="109522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715125" y="1609633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</a:t>
            </a:r>
          </a:p>
        </p:txBody>
      </p:sp>
      <p:sp>
        <p:nvSpPr>
          <p:cNvPr id="49" name="Oval 48"/>
          <p:cNvSpPr/>
          <p:nvPr/>
        </p:nvSpPr>
        <p:spPr>
          <a:xfrm>
            <a:off x="8972550" y="166987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0868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15,949.66</a:t>
            </a:r>
          </a:p>
        </p:txBody>
      </p:sp>
      <p:sp>
        <p:nvSpPr>
          <p:cNvPr id="51" name="Oval 50"/>
          <p:cNvSpPr/>
          <p:nvPr/>
        </p:nvSpPr>
        <p:spPr>
          <a:xfrm>
            <a:off x="10001250" y="166987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01155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16,141.11</a:t>
            </a:r>
          </a:p>
        </p:txBody>
      </p:sp>
      <p:sp>
        <p:nvSpPr>
          <p:cNvPr id="53" name="Oval 52"/>
          <p:cNvSpPr/>
          <p:nvPr/>
        </p:nvSpPr>
        <p:spPr>
          <a:xfrm>
            <a:off x="11029950" y="166987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111442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16,014.01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15125" y="180312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Pet Specialty Retail</a:t>
            </a:r>
          </a:p>
        </p:txBody>
      </p:sp>
      <p:sp>
        <p:nvSpPr>
          <p:cNvPr id="56" name="Oval 55"/>
          <p:cNvSpPr/>
          <p:nvPr/>
        </p:nvSpPr>
        <p:spPr>
          <a:xfrm>
            <a:off x="8972550" y="186336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0868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16,876.96</a:t>
            </a:r>
          </a:p>
        </p:txBody>
      </p:sp>
      <p:sp>
        <p:nvSpPr>
          <p:cNvPr id="58" name="Oval 57"/>
          <p:cNvSpPr/>
          <p:nvPr/>
        </p:nvSpPr>
        <p:spPr>
          <a:xfrm>
            <a:off x="10001250" y="186336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1155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17,079.55</a:t>
            </a:r>
          </a:p>
        </p:txBody>
      </p:sp>
      <p:sp>
        <p:nvSpPr>
          <p:cNvPr id="60" name="Oval 59"/>
          <p:cNvSpPr/>
          <p:nvPr/>
        </p:nvSpPr>
        <p:spPr>
          <a:xfrm>
            <a:off x="11029950" y="186336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442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16,945.06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715125" y="199661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Veterinary &amp; Animal He</a:t>
            </a:r>
          </a:p>
        </p:txBody>
      </p:sp>
      <p:sp>
        <p:nvSpPr>
          <p:cNvPr id="63" name="Oval 62"/>
          <p:cNvSpPr/>
          <p:nvPr/>
        </p:nvSpPr>
        <p:spPr>
          <a:xfrm>
            <a:off x="8972550" y="2056849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0868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17,804.27</a:t>
            </a:r>
          </a:p>
        </p:txBody>
      </p:sp>
      <p:sp>
        <p:nvSpPr>
          <p:cNvPr id="65" name="Oval 64"/>
          <p:cNvSpPr/>
          <p:nvPr/>
        </p:nvSpPr>
        <p:spPr>
          <a:xfrm>
            <a:off x="10001250" y="2056849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01155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18,017.99</a:t>
            </a:r>
          </a:p>
        </p:txBody>
      </p:sp>
      <p:sp>
        <p:nvSpPr>
          <p:cNvPr id="67" name="Oval 66"/>
          <p:cNvSpPr/>
          <p:nvPr/>
        </p:nvSpPr>
        <p:spPr>
          <a:xfrm>
            <a:off x="11029950" y="2056849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11442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17,876.10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715125" y="2190101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General Retail</a:t>
            </a:r>
          </a:p>
        </p:txBody>
      </p:sp>
      <p:sp>
        <p:nvSpPr>
          <p:cNvPr id="70" name="Oval 69"/>
          <p:cNvSpPr/>
          <p:nvPr/>
        </p:nvSpPr>
        <p:spPr>
          <a:xfrm>
            <a:off x="8972550" y="2250338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90868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18,731.57</a:t>
            </a:r>
          </a:p>
        </p:txBody>
      </p:sp>
      <p:sp>
        <p:nvSpPr>
          <p:cNvPr id="72" name="Oval 71"/>
          <p:cNvSpPr/>
          <p:nvPr/>
        </p:nvSpPr>
        <p:spPr>
          <a:xfrm>
            <a:off x="10001250" y="2250338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01155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18,956.42</a:t>
            </a:r>
          </a:p>
        </p:txBody>
      </p:sp>
      <p:sp>
        <p:nvSpPr>
          <p:cNvPr id="74" name="Oval 73"/>
          <p:cNvSpPr/>
          <p:nvPr/>
        </p:nvSpPr>
        <p:spPr>
          <a:xfrm>
            <a:off x="11029950" y="2250338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11442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18,807.15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715125" y="2383590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Professional &amp; B2B</a:t>
            </a:r>
          </a:p>
        </p:txBody>
      </p:sp>
      <p:sp>
        <p:nvSpPr>
          <p:cNvPr id="77" name="Oval 76"/>
          <p:cNvSpPr/>
          <p:nvPr/>
        </p:nvSpPr>
        <p:spPr>
          <a:xfrm>
            <a:off x="8972550" y="2443827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90868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19,658.88</a:t>
            </a:r>
          </a:p>
        </p:txBody>
      </p:sp>
      <p:sp>
        <p:nvSpPr>
          <p:cNvPr id="79" name="Oval 78"/>
          <p:cNvSpPr/>
          <p:nvPr/>
        </p:nvSpPr>
        <p:spPr>
          <a:xfrm>
            <a:off x="10001250" y="2443827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01155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19,894.86</a:t>
            </a:r>
          </a:p>
        </p:txBody>
      </p:sp>
      <p:sp>
        <p:nvSpPr>
          <p:cNvPr id="81" name="Oval 80"/>
          <p:cNvSpPr/>
          <p:nvPr/>
        </p:nvSpPr>
        <p:spPr>
          <a:xfrm>
            <a:off x="11029950" y="2443827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1442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19,738.20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314700" y="6465117"/>
            <a:ext cx="19050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Product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715125" y="6465117"/>
            <a:ext cx="20955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Application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1607302"/>
            <a:ext cx="128699" cy="187198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2300942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country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18,463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18,615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18,768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18,920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19,073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19,226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4013180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045494" y="2969605"/>
            <a:ext cx="4881562" cy="22586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3594891" y="4036992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34" name="Rectangle 3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44164" y="1911934"/>
            <a:ext cx="1495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to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88942" y="190171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264051" y="1911934"/>
            <a:ext cx="13826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at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087194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048625" y="2315032"/>
            <a:ext cx="38352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commands the premium a signal of stronger demand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048625" y="2490292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'Europe' remains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2665551"/>
            <a:ext cx="23205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most accessible, value-led geography.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02945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838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295650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reeform 14"/>
          <p:cNvSpPr/>
          <p:nvPr/>
        </p:nvSpPr>
        <p:spPr>
          <a:xfrm>
            <a:off x="2943225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2581275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Freeform 16"/>
          <p:cNvSpPr/>
          <p:nvPr/>
        </p:nvSpPr>
        <p:spPr>
          <a:xfrm>
            <a:off x="2219325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Freeform 17"/>
          <p:cNvSpPr/>
          <p:nvPr/>
        </p:nvSpPr>
        <p:spPr>
          <a:xfrm>
            <a:off x="1866900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 flipV="1">
            <a:off x="3657600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657600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657600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657600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657600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657600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48814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863547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863547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48814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95550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3624262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400412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790397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969802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4566730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3624262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2958991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2637533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2458128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3125309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686175" y="3634709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686175" y="3257434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686175" y="2880158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686175" y="2502882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686175" y="2125606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00375" y="1839856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232331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93722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93722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232331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00375" y="6031714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68419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007028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07028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768419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7248525" y="1354081"/>
            <a:ext cx="480060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381875" y="1439806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381875" y="1677931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7381875" y="1763656"/>
            <a:ext cx="4533900" cy="299366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Pet Cosmetic Products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Pet Cosmetic Products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248525" y="4943046"/>
            <a:ext cx="480060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381875" y="5028771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381875" y="5266896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381875" y="5352621"/>
            <a:ext cx="4533900" cy="1200579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288771" y="1898910"/>
            <a:ext cx="659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6652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14683" y="2322667"/>
            <a:ext cx="1115044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0988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083343" y="3370632"/>
            <a:ext cx="1100506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5111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72546" y="4662634"/>
            <a:ext cx="1115939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30716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279667" y="5653601"/>
            <a:ext cx="1238538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7988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097033" y="6110885"/>
            <a:ext cx="108027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9536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06713" y="5653601"/>
            <a:ext cx="111406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260671" y="5774302"/>
            <a:ext cx="295245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7177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097191" y="4605637"/>
            <a:ext cx="119571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685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079852" y="3370632"/>
            <a:ext cx="113410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55213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0723" y="2262317"/>
            <a:ext cx="120357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4076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381875" y="5362146"/>
            <a:ext cx="7408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079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238288" y="5362146"/>
            <a:ext cx="1744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381875" y="5580078"/>
            <a:ext cx="18513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8129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348794" y="5580078"/>
            <a:ext cx="15272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381875" y="5798010"/>
            <a:ext cx="1478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0831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975806" y="5798010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381875" y="6015942"/>
            <a:ext cx="15253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5524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022737" y="6015942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381875" y="6233874"/>
            <a:ext cx="16000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000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097498" y="6233874"/>
            <a:ext cx="1387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/>
                <a:gridCol w="2697613"/>
                <a:gridCol w="1098187"/>
                <a:gridCol w="1211368"/>
                <a:gridCol w="1098187"/>
                <a:gridCol w="32203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75075"/>
                <a:gridCol w="1252844"/>
                <a:gridCol w="1252844"/>
                <a:gridCol w="1252844"/>
                <a:gridCol w="12528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5604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30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62773"/>
                <a:gridCol w="1141632"/>
                <a:gridCol w="1141632"/>
                <a:gridCol w="1141632"/>
                <a:gridCol w="11416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55604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472" y="2566777"/>
            <a:ext cx="366712" cy="53340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9647" y="256677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16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1625"/>
          <a:ext cx="11887200" cy="18859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48"/>
                <a:gridCol w="1748034"/>
                <a:gridCol w="2018782"/>
                <a:gridCol w="1736753"/>
                <a:gridCol w="1588621"/>
                <a:gridCol w="1605609"/>
                <a:gridCol w="1812900"/>
                <a:gridCol w="84005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4470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19525"/>
            <a:ext cx="11906250" cy="2724150"/>
          </a:xfrm>
          <a:prstGeom prst="roundRect">
            <a:avLst>
              <a:gd name="adj" fmla="val 27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9052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433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29100"/>
            <a:ext cx="11639550" cy="22383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77534" y="246735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38625"/>
            <a:ext cx="4195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On a weighted-average basis 'Europe' is the highest-priced region (~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0930" y="42284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596039" y="4238625"/>
            <a:ext cx="2844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 and 'Europe' the most competitive (~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9782" y="42284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64892" y="4238625"/>
            <a:ext cx="644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66463"/>
            <a:ext cx="5929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54989" y="44562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30098" y="4466463"/>
            <a:ext cx="1455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94300"/>
            <a:ext cx="2140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66246" y="46840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41355" y="4694300"/>
            <a:ext cx="36270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22138"/>
            <a:ext cx="5691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2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10874"/>
                <a:gridCol w="1329388"/>
                <a:gridCol w="1329388"/>
                <a:gridCol w="1329388"/>
                <a:gridCol w="1329388"/>
                <a:gridCol w="1329388"/>
                <a:gridCol w="13293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25854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/>
                <a:gridCol w="1509479"/>
                <a:gridCol w="150947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64748" y="2183449"/>
            <a:ext cx="366712" cy="53340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34125" y="4220692"/>
            <a:ext cx="51925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Produ…' shows the strongest forecast price appreciation (+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793" y="421046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1650902" y="4220692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34125" y="4395952"/>
            <a:ext cx="1094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horizon.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34125" y="4623790"/>
            <a:ext cx="52424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34125" y="4799050"/>
            <a:ext cx="25670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5026888"/>
            <a:ext cx="5203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34125" y="5202148"/>
            <a:ext cx="1016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0375"/>
                <a:gridCol w="1319471"/>
                <a:gridCol w="1319471"/>
                <a:gridCol w="1319471"/>
                <a:gridCol w="1319471"/>
                <a:gridCol w="1319471"/>
                <a:gridCol w="131947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94497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49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6583"/>
                <a:gridCol w="580984"/>
                <a:gridCol w="1221399"/>
                <a:gridCol w="1143379"/>
                <a:gridCol w="27948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Biogance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Francodex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Group55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Lakeland Cosmetics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Laboratorios Bilper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5034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64799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Pet Cosmetic Products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256"/>
                <a:gridCol w="2799736"/>
                <a:gridCol w="2799736"/>
                <a:gridCol w="2799736"/>
                <a:gridCol w="2799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9364" y="1736490"/>
            <a:ext cx="335428" cy="487895"/>
          </a:xfrm>
          <a:prstGeom prst="rect">
            <a:avLst/>
          </a:prstGeom>
        </p:spPr>
      </p:pic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5288"/>
                <a:gridCol w="1184514"/>
                <a:gridCol w="633122"/>
                <a:gridCol w="1234640"/>
                <a:gridCol w="1753596"/>
                <a:gridCol w="1399763"/>
                <a:gridCol w="1535353"/>
                <a:gridCol w="1476427"/>
                <a:gridCol w="164449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0264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39065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00025" y="139065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41922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534025" y="141922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1525" y="141922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2124075"/>
            <a:ext cx="11906250" cy="73342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00025" y="212407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15265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534025" y="215265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391525" y="215265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142875" y="285750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00025" y="285750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88607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5534025" y="288607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391525" y="288607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142875" y="35909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200025" y="35909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6195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534025" y="36195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391525" y="36195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142875" y="4124325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00025" y="41243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41529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534025" y="41529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91525" y="41529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ectangle 41"/>
          <p:cNvSpPr/>
          <p:nvPr/>
        </p:nvSpPr>
        <p:spPr>
          <a:xfrm>
            <a:off x="142875" y="46577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00025" y="46577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6863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534025" y="46863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6863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142875" y="5191125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00025" y="519112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24025" y="521970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534025" y="521970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391525" y="521970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42875" y="59245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00025" y="59436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752600" y="150590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49612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2606285" y="1505902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496123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4278252" y="1505902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52600" y="1673542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1841182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1589722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79943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1589722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1757362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47583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425562" y="175736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1589722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57994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835587" y="1589722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57994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104552" y="1589722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1757362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52600" y="2239327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22954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606285" y="2239327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222954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278252" y="2239327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752600" y="2406967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752600" y="2574607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562600" y="232314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31336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965262" y="2323147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5562600" y="2490787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248100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6425562" y="2490787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420100" y="2323147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231336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835587" y="2323147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2313368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1104552" y="232314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20100" y="249078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752600" y="305657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3046793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2606285" y="3056572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3046793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405401" y="3056572"/>
            <a:ext cx="9032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752600" y="3224212"/>
            <a:ext cx="30325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 demand, Accelerating vs history.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562600" y="3140392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130613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791183" y="314039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420100" y="3056572"/>
            <a:ext cx="20729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Dental &amp; Oral Care Products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41079" y="3046793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0608575" y="3056572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420100" y="3224212"/>
            <a:ext cx="19373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Products,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05472" y="3214433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0472967" y="3224212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752600" y="3689985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68020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3002465" y="3689985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752600" y="38576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5562600" y="3773805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764026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6965262" y="3773805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420100" y="3689985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3680206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0835587" y="36899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3680206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1104552" y="36899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420100" y="38576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752600" y="42233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213606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3129614" y="42233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752600" y="43910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562600" y="4307205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4297426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791183" y="430720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420100" y="4223385"/>
            <a:ext cx="20436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Ear &amp; Eye Hygiene Products (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11798" y="421360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10579294" y="42233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80763" y="421360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0848259" y="42233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420100" y="43910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752600" y="47567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747006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3129614" y="47567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52600" y="49244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420100" y="4756785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4747006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1287429" y="47567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474700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1556394" y="4756785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8420100" y="4924425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752600" y="5390197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5380418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3002465" y="5390197"/>
            <a:ext cx="2248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Coat Conditioning &amp; Grooming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752600" y="5557837"/>
            <a:ext cx="24584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demand, Accelerating vs history.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562600" y="547401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5464238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965262" y="5474017"/>
            <a:ext cx="12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420100" y="5306377"/>
            <a:ext cx="2413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Fragrance &amp; Deodorizing Products (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81598" y="5296598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10949093" y="5306377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420100" y="5474017"/>
            <a:ext cx="23891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Products,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7314" y="5464238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10924810" y="547401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8420100" y="564165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2875" y="13906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00025" y="13906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724025" y="14192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534025" y="14192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391525" y="14192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Rectangle 20"/>
          <p:cNvSpPr/>
          <p:nvPr/>
        </p:nvSpPr>
        <p:spPr>
          <a:xfrm>
            <a:off x="142875" y="1924050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00025" y="19240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724025" y="19526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534025" y="19526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391525" y="19526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24574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00025" y="24574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724025" y="24860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534025" y="24860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391525" y="24860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42875" y="29908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00025" y="30099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142875" y="3276600"/>
            <a:ext cx="11906250" cy="1038225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76225" y="3314700"/>
            <a:ext cx="3810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76225" y="3562350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76225" y="3619500"/>
            <a:ext cx="11525250" cy="6191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52600" y="14897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1479931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129614" y="14897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52600" y="16573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420100" y="1489710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47993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5587" y="14897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47993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1104552" y="14897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420100" y="16573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752600" y="20231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201333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129614" y="20231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52600" y="21907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420100" y="2023110"/>
            <a:ext cx="22846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Skin, Paw &amp; Nose Care Products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52812" y="2013331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820307" y="20231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21776" y="2013331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89272" y="20231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420100" y="21907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52600" y="2556510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254673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3002465" y="2556510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27241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2556510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546731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2556510"/>
            <a:ext cx="12224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base,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272415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1437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791183" y="272415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2556510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254673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1287429" y="25565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2546731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556394" y="2556510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2724150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04800" y="3677602"/>
            <a:ext cx="38352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Germany, United Kingdom, France anchor scale with a combined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8127" y="3667823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55623" y="3677602"/>
            <a:ext cx="50320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Europe value in 2036, while 'Other European Countries' offers the steepest upside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5677" y="3667823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03173" y="3677602"/>
            <a:ext cx="18197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929" y="3667823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1338425" y="367760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04800" y="3845242"/>
            <a:ext cx="11272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14 of 25 countries grow at or above that pace, so entry logic has to differ by country scale defence in the leaders, mix and premiumisation in the mid-tier, and availability-led expansion in the fastest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04800" y="4012882"/>
            <a:ext cx="5326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312400"/>
            <a:ext cx="2324100" cy="2783689"/>
          </a:xfrm>
          <a:custGeom>
            <a:avLst/>
            <a:gdLst/>
            <a:ahLst/>
            <a:cxnLst/>
            <a:rect l="l" t="t" r="r" b="b"/>
            <a:pathLst>
              <a:path w="244" h="305">
                <a:moveTo>
                  <a:pt x="244" y="0"/>
                </a:moveTo>
                <a:lnTo>
                  <a:pt x="180" y="40"/>
                </a:lnTo>
                <a:lnTo>
                  <a:pt x="70" y="34"/>
                </a:lnTo>
                <a:lnTo>
                  <a:pt x="164" y="155"/>
                </a:lnTo>
                <a:lnTo>
                  <a:pt x="0" y="229"/>
                </a:lnTo>
                <a:lnTo>
                  <a:pt x="78" y="305"/>
                </a:lnTo>
                <a:lnTo>
                  <a:pt x="190" y="286"/>
                </a:lnTo>
                <a:lnTo>
                  <a:pt x="244" y="270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6 product type lines and 5 sales channels routes, giving producers wide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437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Portfolio Breadth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25293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192789" y="1496754"/>
            <a:ext cx="5916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8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227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'Germany'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6584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344079" y="2401990"/>
            <a:ext cx="20060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 countries.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04064"/>
            <a:ext cx="1485900" cy="3267412"/>
          </a:xfrm>
          <a:custGeom>
            <a:avLst/>
            <a:gdLst/>
            <a:ahLst/>
            <a:cxnLst/>
            <a:rect l="l" t="t" r="r" b="b"/>
            <a:pathLst>
              <a:path w="156" h="358">
                <a:moveTo>
                  <a:pt x="0" y="0"/>
                </a:moveTo>
                <a:lnTo>
                  <a:pt x="64" y="18"/>
                </a:lnTo>
                <a:lnTo>
                  <a:pt x="98" y="74"/>
                </a:lnTo>
                <a:lnTo>
                  <a:pt x="109" y="127"/>
                </a:lnTo>
                <a:lnTo>
                  <a:pt x="156" y="188"/>
                </a:lnTo>
                <a:lnTo>
                  <a:pt x="129" y="255"/>
                </a:lnTo>
                <a:lnTo>
                  <a:pt x="56" y="269"/>
                </a:lnTo>
                <a:lnTo>
                  <a:pt x="0" y="358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0975" y="261358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80975" y="3069929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0975" y="3526271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88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Consumer Reach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219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513715" y="1496754"/>
            <a:ext cx="1493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Category Maturity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5703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23199" y="1496754"/>
            <a:ext cx="15321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09550" y="1664394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093" y="1654615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43589" y="1664394"/>
            <a:ext cx="3375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 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26902"/>
            <a:ext cx="24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4431" y="2217123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2781927" y="2226902"/>
            <a:ext cx="37160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'Shampoos &amp; Cleansing Products'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09550" y="2394542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compounds fastest at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177" y="2384763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626673" y="239454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9550" y="2683244"/>
            <a:ext cx="28450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'Other European Countries' (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2699" y="2673465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3170195" y="2683244"/>
            <a:ext cx="531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9818" y="2673465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3817314" y="2683244"/>
            <a:ext cx="3064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14 of 25 countries at 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9550" y="2850884"/>
            <a:ext cx="758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pace.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9550" y="3223407"/>
            <a:ext cx="39790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5 sales channels routes, led by 'E-commerce'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640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4304136" y="3223407"/>
            <a:ext cx="24316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'E-commerce' growing fastest at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3885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851381" y="32234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Coat Conditioning &amp; Grooming Products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Country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Fragmented Demand Raises Cost-to-Serve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53513"/>
            <a:ext cx="32099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'Coat Conditioning &amp; Grooming Products'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8451" y="174373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3515947" y="1753513"/>
            <a:ext cx="60180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6.1%, a -51 BPS gap, and 'Coat Conditioning &amp; Grooming Products'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191137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44528" y="1921153"/>
            <a:ext cx="88652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 and 2036. Because these lines still carry meaningful volume, the drag is absorbed by the whole category: blended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88793"/>
            <a:ext cx="9098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sits below what the leading lines achieve on their own. Rationalising or repositioning the lagging end of a 6-line portfolio is therefore a precondition for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256433"/>
            <a:ext cx="18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3586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'Belgium'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153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664649" y="3498419"/>
            <a:ext cx="469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826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250104" y="3498419"/>
            <a:ext cx="6872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11 of 25 countries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419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countries out of returns earned in the fast ones. With 'Germany'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58279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725775" y="3666059"/>
            <a:ext cx="6625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 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471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shortfall in a single leading country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342043"/>
            <a:ext cx="27195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fragmented: no country exceeds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58137" y="5332264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025633" y="5342043"/>
            <a:ext cx="6363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demand spreads across 6 product type lines and 5 sales channels routes. Average realisation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90500" y="5509683"/>
            <a:ext cx="4486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193" y="549990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54689" y="5509683"/>
            <a:ext cx="8648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25 countries. The practical constraint is the same in either case commercial terms set for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90500" y="5677323"/>
            <a:ext cx="6852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9594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'Germany'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7972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1265467" y="1746064"/>
            <a:ext cx="7842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43594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execution 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7975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665471" y="1913704"/>
            <a:ext cx="4660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9176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converts the 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6226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223722" y="2081344"/>
            <a:ext cx="3306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4816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'Romania'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202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787705" y="3498419"/>
            <a:ext cx="7602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 That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138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profile is where share is cheapest to buy: competitive intensity is lower than in the 16.3%-share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7696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444464" y="3666059"/>
            <a:ext cx="1825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1371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10493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677989" y="5250774"/>
            <a:ext cx="3138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5 sales channels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4437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931933" y="5250774"/>
            <a:ext cx="371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'E-commerce'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8450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765946" y="5250774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418414"/>
            <a:ext cx="8160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today. Pairing the incumbent route for volume with the fastest route for growth and leading with 'Shampoos &amp; Cleansing Products' at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8797" y="54086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8466293" y="5418414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90500" y="5586054"/>
            <a:ext cx="27976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highest-yield combination the dataset supports.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Europe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296013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2960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296013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68957"/>
            <a:ext cx="102108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ectangle 17"/>
          <p:cNvSpPr/>
          <p:nvPr/>
        </p:nvSpPr>
        <p:spPr>
          <a:xfrm>
            <a:off x="142875" y="26135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42875" y="26135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6135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905646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35992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42875" y="35992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2033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5992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8913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45849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42875" y="45849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5849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8770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142875" y="55706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142875" y="55706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706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627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797939"/>
            <a:ext cx="35572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Strongest historical expansion on record: Europe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8366" y="1788160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415862" y="1797939"/>
            <a:ext cx="9359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9869" y="1788160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467365" y="1797939"/>
            <a:ext cx="5265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'Shampoos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43075" y="1965579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74558" y="195580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42054" y="1965579"/>
            <a:ext cx="7175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value by 2036 set the pace, and the 5 sales channels routes tracked here all carried volume through the year.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743075" y="2945502"/>
            <a:ext cx="340228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europe market is estimated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2438" y="2936114"/>
            <a:ext cx="123551" cy="17971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253234" y="2945502"/>
            <a:ext cx="182568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5996" y="2936114"/>
            <a:ext cx="123551" cy="179710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186792" y="2945502"/>
            <a:ext cx="20111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'Germany'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45006" y="2936114"/>
            <a:ext cx="123551" cy="179710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305802" y="2945502"/>
            <a:ext cx="20739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25 countries, and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106436"/>
            <a:ext cx="422162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10 segment breakdowns covering 6 product type lines.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43075" y="3931201"/>
            <a:ext cx="1089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921813"/>
            <a:ext cx="123551" cy="179710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940326" y="3931201"/>
            <a:ext cx="29452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921813"/>
            <a:ext cx="123551" cy="179710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993405" y="3931201"/>
            <a:ext cx="415037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'Shampoos &amp; Cleansing Products'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90863" y="3921813"/>
            <a:ext cx="123551" cy="17971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251659" y="3931201"/>
            <a:ext cx="11577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'Other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43075" y="4092135"/>
            <a:ext cx="227333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European Countries' among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3488" y="4082747"/>
            <a:ext cx="123551" cy="179710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4124284" y="4092135"/>
            <a:ext cx="342349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14 of 25 countries running at or above the market rate.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43075" y="4916901"/>
            <a:ext cx="21902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907513"/>
            <a:ext cx="123551" cy="179710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4041250" y="4916901"/>
            <a:ext cx="5411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907513"/>
            <a:ext cx="123551" cy="179710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690266" y="4916901"/>
            <a:ext cx="258133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907513"/>
            <a:ext cx="123551" cy="179710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7379477" y="4916901"/>
            <a:ext cx="17402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907513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227644" y="4916901"/>
            <a:ext cx="200432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3075" y="5077835"/>
            <a:ext cx="366526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Products' while 'Coat Conditioning &amp; Grooming Products' gives up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5424" y="5068447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5516220" y="5077835"/>
            <a:ext cx="3140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743075" y="5902601"/>
            <a:ext cx="260596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europe market reaches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6120" y="5893213"/>
            <a:ext cx="123551" cy="179710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56916" y="5902601"/>
            <a:ext cx="63569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9696" y="5893213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200492" y="5902601"/>
            <a:ext cx="143775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5324" y="5893213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46120" y="5902601"/>
            <a:ext cx="179922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92427" y="5893213"/>
            <a:ext cx="123551" cy="179710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8653223" y="5902601"/>
            <a:ext cx="167871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9022" y="5893213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0439818" y="5902601"/>
            <a:ext cx="85467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743075" y="6063535"/>
            <a:ext cx="15650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54147"/>
            <a:ext cx="123551" cy="179710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16005" y="6063535"/>
            <a:ext cx="425541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Europe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6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628900" y="385483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62890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6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01015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11499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391400" y="4037375"/>
            <a:ext cx="21717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91400" y="4530225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772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310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europe dataset 6 product type lines, 5 sales channels routes and 25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9545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97040" y="1069470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19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'Germany'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3778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31274" y="3016374"/>
            <a:ext cx="1407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20407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countries, concentrating upstream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5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60746"/>
            <a:ext cx="1746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28386"/>
            <a:ext cx="18546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routes through 5 sales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96026"/>
            <a:ext cx="14882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channels led by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657475" y="3363666"/>
            <a:ext cx="9975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at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3116" y="3353887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770612" y="3363666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 large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531306"/>
            <a:ext cx="808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buyers scale.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900000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657475" y="4067640"/>
            <a:ext cx="4958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405786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268868" y="4067640"/>
            <a:ext cx="13165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657475" y="4235280"/>
            <a:ext cx="632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225501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05566" y="423528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6 product type lines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29080"/>
            <a:ext cx="19340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38725" y="3796720"/>
            <a:ext cx="2109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3954581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192753" y="3964360"/>
            <a:ext cx="16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'Coat Conditioning &amp;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038725" y="4132000"/>
            <a:ext cx="13536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at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40467" y="4122221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6507963" y="41320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38725" y="4584514"/>
            <a:ext cx="18249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14 of 25 countries grow at or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038725" y="4752154"/>
            <a:ext cx="6442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the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1053" y="4742375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98549" y="4752154"/>
            <a:ext cx="12983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5038725" y="4919794"/>
            <a:ext cx="10235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contested.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419975" y="295201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'Coat Conditioning &amp;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419975" y="3119654"/>
            <a:ext cx="15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loses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2522" y="310987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060018" y="3119654"/>
            <a:ext cx="436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419975" y="3287294"/>
            <a:ext cx="18963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to 'Shampoos &amp; Cleansing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54934"/>
            <a:ext cx="7528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Products' (+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20898" y="3445155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8288394" y="3454934"/>
            <a:ext cx="8148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419975" y="362257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419975" y="4077231"/>
            <a:ext cx="155038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4067843"/>
            <a:ext cx="123551" cy="179710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9078236" y="4077231"/>
            <a:ext cx="18123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4067843"/>
            <a:ext cx="123551" cy="179710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7419975" y="4238165"/>
            <a:ext cx="136886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75387"/>
            <a:ext cx="12543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565608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8789895" y="4575387"/>
            <a:ext cx="4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419975" y="4743027"/>
            <a:ext cx="1911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7419975" y="4910667"/>
            <a:ext cx="7187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801225" y="2932554"/>
            <a:ext cx="20581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The market grows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801225" y="3100194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39255" y="3090415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106751" y="3100194"/>
            <a:ext cx="940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379" y="3090415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11162875" y="3100194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801225" y="3267834"/>
            <a:ext cx="15176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2036, attracting entry.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801225" y="379960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25 countries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3967245"/>
            <a:ext cx="14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95746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1409890" y="3967245"/>
            <a:ext cx="2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801225" y="4134885"/>
            <a:ext cx="14985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801225" y="4582836"/>
            <a:ext cx="2106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'Germany' and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50476"/>
            <a:ext cx="19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18116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67768" y="4908336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10035264" y="4918116"/>
            <a:ext cx="1468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segment) remains the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9801225" y="5085756"/>
            <a:ext cx="10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principal barrier.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Beaphar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Laboratoire Biogance, Beaphar, Laboratoire Francodex.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118079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1">
                <a:solidFill>
                  <a:srgbClr val="0F2D52"/>
                </a:solidFill>
                <a:latin typeface="Calibri"/>
              </a:rPr>
              <a:t>Pet Specialty 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92421" y="1456471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3 companies lead the 8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5.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9163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'Shampoos &amp; Cleansing Products' is the largest line; 'Shampoos &amp; Cleansing Products'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3875" y="4501515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compounds fastest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3502" y="4491736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940998" y="4501515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Beaphar, Laboratoire Biogance, Laboratoire Francodex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Group55, Lakeland Cosmetics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Laboratorios Bilper, Artero, Iv San Bernard, Cosmetica Veneta, K9 Competition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352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591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829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067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Pet Specialty Retail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305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E-commerce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9544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General Retail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782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1" name="Oval 40"/>
          <p:cNvSpPr/>
          <p:nvPr/>
        </p:nvSpPr>
        <p:spPr>
          <a:xfrm>
            <a:off x="2638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Freeform 41"/>
          <p:cNvSpPr/>
          <p:nvPr/>
        </p:nvSpPr>
        <p:spPr>
          <a:xfrm>
            <a:off x="2714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38766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Oval 43"/>
          <p:cNvSpPr/>
          <p:nvPr/>
        </p:nvSpPr>
        <p:spPr>
          <a:xfrm>
            <a:off x="5114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6353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7591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reeform 46"/>
          <p:cNvSpPr/>
          <p:nvPr/>
        </p:nvSpPr>
        <p:spPr>
          <a:xfrm>
            <a:off x="7667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82967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Freeform 48"/>
          <p:cNvSpPr/>
          <p:nvPr/>
        </p:nvSpPr>
        <p:spPr>
          <a:xfrm>
            <a:off x="890587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10067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1306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Oval 55"/>
          <p:cNvSpPr/>
          <p:nvPr/>
        </p:nvSpPr>
        <p:spPr>
          <a:xfrm>
            <a:off x="2638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Freeform 56"/>
          <p:cNvSpPr/>
          <p:nvPr/>
        </p:nvSpPr>
        <p:spPr>
          <a:xfrm>
            <a:off x="2714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Oval 57"/>
          <p:cNvSpPr/>
          <p:nvPr/>
        </p:nvSpPr>
        <p:spPr>
          <a:xfrm>
            <a:off x="38766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reeform 58"/>
          <p:cNvSpPr/>
          <p:nvPr/>
        </p:nvSpPr>
        <p:spPr>
          <a:xfrm>
            <a:off x="39528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5114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6353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6429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7591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Freeform 63"/>
          <p:cNvSpPr/>
          <p:nvPr/>
        </p:nvSpPr>
        <p:spPr>
          <a:xfrm>
            <a:off x="7667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8829675" y="3048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10067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Freeform 66"/>
          <p:cNvSpPr/>
          <p:nvPr/>
        </p:nvSpPr>
        <p:spPr>
          <a:xfrm>
            <a:off x="101441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1306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1382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0" name="Connector 69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4" name="Oval 73"/>
          <p:cNvSpPr/>
          <p:nvPr/>
        </p:nvSpPr>
        <p:spPr>
          <a:xfrm>
            <a:off x="2638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3876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5114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Freeform 76"/>
          <p:cNvSpPr/>
          <p:nvPr/>
        </p:nvSpPr>
        <p:spPr>
          <a:xfrm>
            <a:off x="5191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6353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591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8829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Freeform 80"/>
          <p:cNvSpPr/>
          <p:nvPr/>
        </p:nvSpPr>
        <p:spPr>
          <a:xfrm>
            <a:off x="89058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Oval 81"/>
          <p:cNvSpPr/>
          <p:nvPr/>
        </p:nvSpPr>
        <p:spPr>
          <a:xfrm>
            <a:off x="10067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Freeform 82"/>
          <p:cNvSpPr/>
          <p:nvPr/>
        </p:nvSpPr>
        <p:spPr>
          <a:xfrm>
            <a:off x="10144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Oval 83"/>
          <p:cNvSpPr/>
          <p:nvPr/>
        </p:nvSpPr>
        <p:spPr>
          <a:xfrm>
            <a:off x="11306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3823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90" name="Oval 89"/>
          <p:cNvSpPr/>
          <p:nvPr/>
        </p:nvSpPr>
        <p:spPr>
          <a:xfrm>
            <a:off x="2638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3876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3952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5114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reeform 93"/>
          <p:cNvSpPr/>
          <p:nvPr/>
        </p:nvSpPr>
        <p:spPr>
          <a:xfrm>
            <a:off x="51911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Oval 94"/>
          <p:cNvSpPr/>
          <p:nvPr/>
        </p:nvSpPr>
        <p:spPr>
          <a:xfrm>
            <a:off x="6353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64293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7591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76676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Oval 98"/>
          <p:cNvSpPr/>
          <p:nvPr/>
        </p:nvSpPr>
        <p:spPr>
          <a:xfrm>
            <a:off x="8829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Freeform 99"/>
          <p:cNvSpPr/>
          <p:nvPr/>
        </p:nvSpPr>
        <p:spPr>
          <a:xfrm>
            <a:off x="8905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Oval 100"/>
          <p:cNvSpPr/>
          <p:nvPr/>
        </p:nvSpPr>
        <p:spPr>
          <a:xfrm>
            <a:off x="10067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11306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7" name="Oval 106"/>
          <p:cNvSpPr/>
          <p:nvPr/>
        </p:nvSpPr>
        <p:spPr>
          <a:xfrm>
            <a:off x="2638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14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3876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Freeform 109"/>
          <p:cNvSpPr/>
          <p:nvPr/>
        </p:nvSpPr>
        <p:spPr>
          <a:xfrm>
            <a:off x="39528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Oval 110"/>
          <p:cNvSpPr/>
          <p:nvPr/>
        </p:nvSpPr>
        <p:spPr>
          <a:xfrm>
            <a:off x="5114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Freeform 111"/>
          <p:cNvSpPr/>
          <p:nvPr/>
        </p:nvSpPr>
        <p:spPr>
          <a:xfrm>
            <a:off x="5191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Oval 112"/>
          <p:cNvSpPr/>
          <p:nvPr/>
        </p:nvSpPr>
        <p:spPr>
          <a:xfrm>
            <a:off x="6353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Oval 113"/>
          <p:cNvSpPr/>
          <p:nvPr/>
        </p:nvSpPr>
        <p:spPr>
          <a:xfrm>
            <a:off x="7591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reeform 114"/>
          <p:cNvSpPr/>
          <p:nvPr/>
        </p:nvSpPr>
        <p:spPr>
          <a:xfrm>
            <a:off x="7667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Oval 115"/>
          <p:cNvSpPr/>
          <p:nvPr/>
        </p:nvSpPr>
        <p:spPr>
          <a:xfrm>
            <a:off x="8829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10067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0144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11306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20" name="Connector 119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Rectangle 120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24" name="Oval 123"/>
          <p:cNvSpPr/>
          <p:nvPr/>
        </p:nvSpPr>
        <p:spPr>
          <a:xfrm>
            <a:off x="2638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27146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3876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3952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5114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Oval 128"/>
          <p:cNvSpPr/>
          <p:nvPr/>
        </p:nvSpPr>
        <p:spPr>
          <a:xfrm>
            <a:off x="6353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7591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8829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Freeform 131"/>
          <p:cNvSpPr/>
          <p:nvPr/>
        </p:nvSpPr>
        <p:spPr>
          <a:xfrm>
            <a:off x="8905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Oval 132"/>
          <p:cNvSpPr/>
          <p:nvPr/>
        </p:nvSpPr>
        <p:spPr>
          <a:xfrm>
            <a:off x="10067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101441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11306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Rectangle 136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0" name="Oval 139"/>
          <p:cNvSpPr/>
          <p:nvPr/>
        </p:nvSpPr>
        <p:spPr>
          <a:xfrm>
            <a:off x="2638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714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3876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Oval 142"/>
          <p:cNvSpPr/>
          <p:nvPr/>
        </p:nvSpPr>
        <p:spPr>
          <a:xfrm>
            <a:off x="5114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Freeform 143"/>
          <p:cNvSpPr/>
          <p:nvPr/>
        </p:nvSpPr>
        <p:spPr>
          <a:xfrm>
            <a:off x="51911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Oval 144"/>
          <p:cNvSpPr/>
          <p:nvPr/>
        </p:nvSpPr>
        <p:spPr>
          <a:xfrm>
            <a:off x="6353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591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667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8829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Freeform 148"/>
          <p:cNvSpPr/>
          <p:nvPr/>
        </p:nvSpPr>
        <p:spPr>
          <a:xfrm>
            <a:off x="890587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Oval 149"/>
          <p:cNvSpPr/>
          <p:nvPr/>
        </p:nvSpPr>
        <p:spPr>
          <a:xfrm>
            <a:off x="10067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11306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52" name="Connector 151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Rectangle 152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6" name="Oval 155"/>
          <p:cNvSpPr/>
          <p:nvPr/>
        </p:nvSpPr>
        <p:spPr>
          <a:xfrm>
            <a:off x="2638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Oval 156"/>
          <p:cNvSpPr/>
          <p:nvPr/>
        </p:nvSpPr>
        <p:spPr>
          <a:xfrm>
            <a:off x="3876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95287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Oval 158"/>
          <p:cNvSpPr/>
          <p:nvPr/>
        </p:nvSpPr>
        <p:spPr>
          <a:xfrm>
            <a:off x="5114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Freeform 159"/>
          <p:cNvSpPr/>
          <p:nvPr/>
        </p:nvSpPr>
        <p:spPr>
          <a:xfrm>
            <a:off x="5191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Oval 160"/>
          <p:cNvSpPr/>
          <p:nvPr/>
        </p:nvSpPr>
        <p:spPr>
          <a:xfrm>
            <a:off x="6353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Oval 161"/>
          <p:cNvSpPr/>
          <p:nvPr/>
        </p:nvSpPr>
        <p:spPr>
          <a:xfrm>
            <a:off x="7591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Freeform 162"/>
          <p:cNvSpPr/>
          <p:nvPr/>
        </p:nvSpPr>
        <p:spPr>
          <a:xfrm>
            <a:off x="76676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Oval 163"/>
          <p:cNvSpPr/>
          <p:nvPr/>
        </p:nvSpPr>
        <p:spPr>
          <a:xfrm>
            <a:off x="8829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Oval 164"/>
          <p:cNvSpPr/>
          <p:nvPr/>
        </p:nvSpPr>
        <p:spPr>
          <a:xfrm>
            <a:off x="10067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10144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11306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68" name="Connector 167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" name="Rectangle 168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72" name="Oval 171"/>
          <p:cNvSpPr/>
          <p:nvPr/>
        </p:nvSpPr>
        <p:spPr>
          <a:xfrm>
            <a:off x="2638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Freeform 172"/>
          <p:cNvSpPr/>
          <p:nvPr/>
        </p:nvSpPr>
        <p:spPr>
          <a:xfrm>
            <a:off x="27146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Oval 173"/>
          <p:cNvSpPr/>
          <p:nvPr/>
        </p:nvSpPr>
        <p:spPr>
          <a:xfrm>
            <a:off x="3876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Freeform 174"/>
          <p:cNvSpPr/>
          <p:nvPr/>
        </p:nvSpPr>
        <p:spPr>
          <a:xfrm>
            <a:off x="3952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Oval 175"/>
          <p:cNvSpPr/>
          <p:nvPr/>
        </p:nvSpPr>
        <p:spPr>
          <a:xfrm>
            <a:off x="5114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Freeform 176"/>
          <p:cNvSpPr/>
          <p:nvPr/>
        </p:nvSpPr>
        <p:spPr>
          <a:xfrm>
            <a:off x="5191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Oval 177"/>
          <p:cNvSpPr/>
          <p:nvPr/>
        </p:nvSpPr>
        <p:spPr>
          <a:xfrm>
            <a:off x="6353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Oval 178"/>
          <p:cNvSpPr/>
          <p:nvPr/>
        </p:nvSpPr>
        <p:spPr>
          <a:xfrm>
            <a:off x="7591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Oval 179"/>
          <p:cNvSpPr/>
          <p:nvPr/>
        </p:nvSpPr>
        <p:spPr>
          <a:xfrm>
            <a:off x="8829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Freeform 180"/>
          <p:cNvSpPr/>
          <p:nvPr/>
        </p:nvSpPr>
        <p:spPr>
          <a:xfrm>
            <a:off x="8905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Oval 181"/>
          <p:cNvSpPr/>
          <p:nvPr/>
        </p:nvSpPr>
        <p:spPr>
          <a:xfrm>
            <a:off x="10067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Freeform 182"/>
          <p:cNvSpPr/>
          <p:nvPr/>
        </p:nvSpPr>
        <p:spPr>
          <a:xfrm>
            <a:off x="10144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Oval 183"/>
          <p:cNvSpPr/>
          <p:nvPr/>
        </p:nvSpPr>
        <p:spPr>
          <a:xfrm>
            <a:off x="11306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85" name="Connector 184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6" name="Rectangle 185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89" name="Oval 188"/>
          <p:cNvSpPr/>
          <p:nvPr/>
        </p:nvSpPr>
        <p:spPr>
          <a:xfrm>
            <a:off x="2638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Freeform 189"/>
          <p:cNvSpPr/>
          <p:nvPr/>
        </p:nvSpPr>
        <p:spPr>
          <a:xfrm>
            <a:off x="2714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Oval 190"/>
          <p:cNvSpPr/>
          <p:nvPr/>
        </p:nvSpPr>
        <p:spPr>
          <a:xfrm>
            <a:off x="3876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Freeform 191"/>
          <p:cNvSpPr/>
          <p:nvPr/>
        </p:nvSpPr>
        <p:spPr>
          <a:xfrm>
            <a:off x="3952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Oval 192"/>
          <p:cNvSpPr/>
          <p:nvPr/>
        </p:nvSpPr>
        <p:spPr>
          <a:xfrm>
            <a:off x="5114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Oval 193"/>
          <p:cNvSpPr/>
          <p:nvPr/>
        </p:nvSpPr>
        <p:spPr>
          <a:xfrm>
            <a:off x="6353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Oval 194"/>
          <p:cNvSpPr/>
          <p:nvPr/>
        </p:nvSpPr>
        <p:spPr>
          <a:xfrm>
            <a:off x="7591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Freeform 195"/>
          <p:cNvSpPr/>
          <p:nvPr/>
        </p:nvSpPr>
        <p:spPr>
          <a:xfrm>
            <a:off x="7667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Oval 196"/>
          <p:cNvSpPr/>
          <p:nvPr/>
        </p:nvSpPr>
        <p:spPr>
          <a:xfrm>
            <a:off x="8829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8905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10067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Oval 199"/>
          <p:cNvSpPr/>
          <p:nvPr/>
        </p:nvSpPr>
        <p:spPr>
          <a:xfrm>
            <a:off x="11306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1" name="Connector 200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Rectangle 201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206" name="Rectangle 205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'Shampoos &amp; Cleansing Products' is the most contested column (8 players active); 'Dental &amp; Oral Care Products' is the most open (3).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25527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6098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098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49149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49720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Shampoos &amp; Cleansing Products,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20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72771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3342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Coat Conditioning &amp; Grooming Products,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342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96393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96964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Skin, Paw &amp; Nose Care Products, share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6964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Rectangle 25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Shampoos &amp; Cleansing Products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reeform 43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Coat Conditioning &amp; Grooming Products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reeform 63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6219825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6219825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6315075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Skin, Paw &amp; Nose Care Products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15075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000875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315075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000875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6315075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6315075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315075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15075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15075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315075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6315075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315075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Artero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6315075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6315075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5075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9024938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reeform 83"/>
          <p:cNvSpPr/>
          <p:nvPr/>
        </p:nvSpPr>
        <p:spPr>
          <a:xfrm>
            <a:off x="9124950" y="3448050"/>
            <a:ext cx="76200" cy="95250"/>
          </a:xfrm>
          <a:custGeom>
            <a:avLst/>
            <a:gdLst/>
            <a:ahLst/>
            <a:cxnLst/>
            <a:rect l="l" t="t" r="r" b="b"/>
            <a:pathLst>
              <a:path w="8" h="10">
                <a:moveTo>
                  <a:pt x="8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Channels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0682288" y="2847975"/>
            <a:ext cx="76059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480977" y="28098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General Retail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82288" y="3171825"/>
            <a:ext cx="425409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145796" y="31337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9329738" y="33909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0682288" y="3495675"/>
            <a:ext cx="313385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11033772" y="34575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329738" y="37147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Professional &amp; B2B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10682288" y="3819525"/>
            <a:ext cx="23763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0958018" y="37814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09" name="Rectangle 108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Shampoos &amp; Cleansing Products Compounds Fastest Across the Product Type Mix  |  Europe Emerges as the Growth Engine Among Regions  |  Premiumisation Lifts Average Realisation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Coat Conditioning &amp; Grooming Products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6775" y="1258951"/>
            <a:ext cx="128699" cy="187198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975" y="1258951"/>
            <a:ext cx="128699" cy="187198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1175" y="1258951"/>
            <a:ext cx="128699" cy="187198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375" y="1258951"/>
            <a:ext cx="128699" cy="187198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5575" y="1258951"/>
            <a:ext cx="128699" cy="187198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1925701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2135251"/>
            <a:ext cx="128699" cy="187198"/>
          </a:xfrm>
          <a:prstGeom prst="rect">
            <a:avLst/>
          </a:prstGeom>
        </p:spPr>
      </p:pic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54752" y="2811526"/>
            <a:ext cx="128699" cy="187198"/>
          </a:xfrm>
          <a:prstGeom prst="rect">
            <a:avLst/>
          </a:prstGeom>
        </p:spPr>
      </p:pic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9571" y="3135376"/>
            <a:ext cx="128699" cy="187198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7547" y="3459226"/>
            <a:ext cx="128699" cy="187198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31793" y="3783076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314325" y="4676775"/>
            <a:ext cx="25193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'Shampoos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14325" y="4844415"/>
            <a:ext cx="16101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Cleansing Products' adds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2548" y="4834636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2040043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14325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28987" y="4676775"/>
            <a:ext cx="2204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'Coat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328987" y="4844415"/>
            <a:ext cx="23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Conditioning &amp; Grooming Products' adds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15519" y="500227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3483015" y="501205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343650" y="4676775"/>
            <a:ext cx="24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'Skin, Paw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43650" y="4844415"/>
            <a:ext cx="16472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Nose Care Products' adds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8980" y="4834636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8106476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343650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834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12733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0209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127705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0584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12808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6" name="Oval 45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58" name="Oval 57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Oval 58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1" name="Oval 70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Freeform 71"/>
          <p:cNvSpPr/>
          <p:nvPr/>
        </p:nvSpPr>
        <p:spPr>
          <a:xfrm>
            <a:off x="61817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Oval 72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79" name="Connector 7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5" name="Oval 84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reeform 85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reeform 87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Oval 88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reeform 89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1" name="Oval 100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reeform 101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Oval 102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Oval 104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reeform 105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ectangle 11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17" name="Oval 116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1817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Oval 120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Freeform 121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Oval 122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Freeform 123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3" name="Oval 132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61817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Freeform 135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Freeform 137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Oval 138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43" name="Connector 142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Rectangle 143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49" name="Oval 148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Freeform 149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Freeform 151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Oval 152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Freeform 153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Oval 154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Freeform 155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Rectangle 15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Freeform 167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Oval 168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Freeform 169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Oval 170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Freeform 171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Oval 175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78" name="Oval 177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Freeform 178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1" name="Oval 180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Freeform 181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TextBox 182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4" name="Oval 183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  People and Partnerships need company-level research and read n/a until the research feed supplies them.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2" name="TextBox 191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10420350" y="1895475"/>
            <a:ext cx="11430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1601450" y="1809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Oval 39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Freeform 43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420350" y="22002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11544300" y="2114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ectangle 48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1" name="Oval 50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Oval 52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reeform 54"/>
          <p:cNvSpPr/>
          <p:nvPr/>
        </p:nvSpPr>
        <p:spPr>
          <a:xfrm>
            <a:off x="7896225" y="2495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Oval 55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420350" y="25050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544300" y="2419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2" name="Oval 61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0420350" y="28098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11487150" y="2724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3" name="Oval 72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29241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45815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Oval 76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reeform 77"/>
          <p:cNvSpPr/>
          <p:nvPr/>
        </p:nvSpPr>
        <p:spPr>
          <a:xfrm>
            <a:off x="62388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0420350" y="31146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334750" y="3028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Rectangle 83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6" name="Oval 85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Freeform 86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Oval 87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reeform 88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Oval 91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reeform 92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Oval 93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97" name="Connector 9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Oval 99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reeform 100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reeform 102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Oval 103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reeform 104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Rectangle 110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13" name="Oval 112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Freeform 113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Oval 114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Freeform 115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Oval 119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420350" y="40290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182350" y="3943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3" name="Connector 122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Rectangle 123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26" name="Oval 125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292417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reeform 130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Oval 131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reeform 132"/>
          <p:cNvSpPr/>
          <p:nvPr/>
        </p:nvSpPr>
        <p:spPr>
          <a:xfrm>
            <a:off x="789622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Oval 133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0420350" y="43338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125200" y="4248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0" name="Oval 139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92417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Oval 143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Freeform 144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0420350" y="46386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125200" y="4552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Oval 151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4" name="Oval 153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Freeform 154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57" name="Oval 156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0" name="Oval 159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141720" y="49149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4" name="Rectangle 163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TextBox 164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Laboratoire Biogance, Beaphar, Laboratoire Francodex, Group55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innovation pipeline.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Laboratorios Bilper, Lakeland Cosmetics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Iv San Bernard, K9 Competition, Artero, Cosmetica Veneta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46650" y="1868551"/>
            <a:ext cx="128699" cy="187198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173351"/>
            <a:ext cx="128699" cy="187198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4781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7829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30877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40021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306951"/>
            <a:ext cx="128699" cy="187198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611751"/>
            <a:ext cx="128699" cy="187198"/>
          </a:xfrm>
          <a:prstGeom prst="rect">
            <a:avLst/>
          </a:prstGeom>
        </p:spPr>
      </p:pic>
      <p:sp>
        <p:nvSpPr>
          <p:cNvPr id="187" name="TextBox 186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99500" y="1219200"/>
            <a:ext cx="330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709025" y="16097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99500" y="16097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709025" y="18573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8699500" y="18573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709025" y="21050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699500" y="21050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709025" y="23526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699500" y="23526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8709025" y="26003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8699500" y="26003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709025" y="28479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699500" y="28479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709025" y="30956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699500" y="30956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8709025" y="33432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699500" y="33432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8709025" y="35909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699500" y="35909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8709025" y="38385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699500" y="38385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TextBox 248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254" name="Rectangle 253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TextBox 254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265" name="TextBox 264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/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Beaphar · Laboratoire Biogance · Laboratoire Francodex · Group55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Lakeland Cosmetics · Laboratorios Bilper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Artero · Iv San Bernard · Cosmetica Veneta · K9 Competition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Entry barriers (4 / 5) and buyer power (4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225988"/>
            <a:ext cx="128699" cy="187198"/>
          </a:xfrm>
          <a:prstGeom prst="rect">
            <a:avLst/>
          </a:prstGeom>
        </p:spPr>
      </p:pic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635563"/>
            <a:ext cx="128699" cy="187198"/>
          </a:xfrm>
          <a:prstGeom prst="rect">
            <a:avLst/>
          </a:prstGeom>
        </p:spPr>
      </p:pic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045138"/>
            <a:ext cx="128699" cy="187198"/>
          </a:xfrm>
          <a:prstGeom prst="rect">
            <a:avLst/>
          </a:prstGeom>
        </p:spPr>
      </p:pic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454713"/>
            <a:ext cx="128699" cy="187198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864288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6273863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1581150" y="3416749"/>
            <a:ext cx="495300" cy="474596"/>
          </a:xfrm>
          <a:custGeom>
            <a:avLst/>
            <a:gdLst/>
            <a:ahLst/>
            <a:cxnLst/>
            <a:rect l="l" t="t" r="r" b="b"/>
            <a:pathLst>
              <a:path w="52" h="52">
                <a:moveTo>
                  <a:pt x="26" y="26"/>
                </a:moveTo>
                <a:lnTo>
                  <a:pt x="26" y="0"/>
                </a:lnTo>
                <a:lnTo>
                  <a:pt x="30" y="0"/>
                </a:lnTo>
                <a:lnTo>
                  <a:pt x="33" y="1"/>
                </a:lnTo>
                <a:lnTo>
                  <a:pt x="36" y="2"/>
                </a:lnTo>
                <a:lnTo>
                  <a:pt x="40" y="3"/>
                </a:lnTo>
                <a:lnTo>
                  <a:pt x="42" y="5"/>
                </a:lnTo>
                <a:lnTo>
                  <a:pt x="45" y="8"/>
                </a:lnTo>
                <a:lnTo>
                  <a:pt x="47" y="10"/>
                </a:lnTo>
                <a:lnTo>
                  <a:pt x="49" y="13"/>
                </a:lnTo>
                <a:lnTo>
                  <a:pt x="51" y="16"/>
                </a:lnTo>
                <a:lnTo>
                  <a:pt x="52" y="19"/>
                </a:lnTo>
                <a:lnTo>
                  <a:pt x="52" y="23"/>
                </a:lnTo>
                <a:lnTo>
                  <a:pt x="52" y="26"/>
                </a:lnTo>
                <a:lnTo>
                  <a:pt x="52" y="29"/>
                </a:lnTo>
                <a:lnTo>
                  <a:pt x="52" y="33"/>
                </a:lnTo>
                <a:lnTo>
                  <a:pt x="51" y="36"/>
                </a:lnTo>
                <a:lnTo>
                  <a:pt x="49" y="39"/>
                </a:lnTo>
                <a:lnTo>
                  <a:pt x="47" y="42"/>
                </a:lnTo>
                <a:lnTo>
                  <a:pt x="45" y="44"/>
                </a:lnTo>
                <a:lnTo>
                  <a:pt x="42" y="47"/>
                </a:lnTo>
                <a:lnTo>
                  <a:pt x="40" y="49"/>
                </a:lnTo>
                <a:lnTo>
                  <a:pt x="36" y="50"/>
                </a:lnTo>
                <a:lnTo>
                  <a:pt x="33" y="51"/>
                </a:lnTo>
                <a:lnTo>
                  <a:pt x="30" y="52"/>
                </a:lnTo>
                <a:lnTo>
                  <a:pt x="26" y="52"/>
                </a:lnTo>
                <a:lnTo>
                  <a:pt x="23" y="52"/>
                </a:lnTo>
                <a:lnTo>
                  <a:pt x="20" y="51"/>
                </a:lnTo>
                <a:lnTo>
                  <a:pt x="17" y="50"/>
                </a:lnTo>
                <a:lnTo>
                  <a:pt x="14" y="49"/>
                </a:lnTo>
                <a:lnTo>
                  <a:pt x="11" y="47"/>
                </a:lnTo>
                <a:lnTo>
                  <a:pt x="8" y="44"/>
                </a:lnTo>
                <a:lnTo>
                  <a:pt x="6" y="42"/>
                </a:lnTo>
                <a:lnTo>
                  <a:pt x="4" y="39"/>
                </a:lnTo>
                <a:lnTo>
                  <a:pt x="2" y="36"/>
                </a:lnTo>
                <a:lnTo>
                  <a:pt x="1" y="33"/>
                </a:lnTo>
                <a:lnTo>
                  <a:pt x="1" y="29"/>
                </a:lnTo>
                <a:lnTo>
                  <a:pt x="0" y="26"/>
                </a:lnTo>
                <a:lnTo>
                  <a:pt x="1" y="23"/>
                </a:lnTo>
                <a:lnTo>
                  <a:pt x="1" y="19"/>
                </a:lnTo>
                <a:lnTo>
                  <a:pt x="2" y="16"/>
                </a:lnTo>
                <a:lnTo>
                  <a:pt x="4" y="13"/>
                </a:lnTo>
                <a:lnTo>
                  <a:pt x="6" y="10"/>
                </a:lnTo>
                <a:lnTo>
                  <a:pt x="8" y="8"/>
                </a:lnTo>
                <a:lnTo>
                  <a:pt x="11" y="5"/>
                </a:lnTo>
                <a:lnTo>
                  <a:pt x="14" y="3"/>
                </a:lnTo>
                <a:lnTo>
                  <a:pt x="17" y="2"/>
                </a:lnTo>
                <a:lnTo>
                  <a:pt x="20" y="1"/>
                </a:lnTo>
                <a:lnTo>
                  <a:pt x="23" y="0"/>
                </a:lnTo>
                <a:lnTo>
                  <a:pt x="26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2667000" y="3416749"/>
            <a:ext cx="485775" cy="474596"/>
          </a:xfrm>
          <a:custGeom>
            <a:avLst/>
            <a:gdLst/>
            <a:ahLst/>
            <a:cxnLst/>
            <a:rect l="l" t="t" r="r" b="b"/>
            <a:pathLst>
              <a:path w="51" h="52">
                <a:moveTo>
                  <a:pt x="26" y="26"/>
                </a:moveTo>
                <a:lnTo>
                  <a:pt x="26" y="0"/>
                </a:lnTo>
                <a:lnTo>
                  <a:pt x="29" y="0"/>
                </a:lnTo>
                <a:lnTo>
                  <a:pt x="32" y="1"/>
                </a:lnTo>
                <a:lnTo>
                  <a:pt x="35" y="2"/>
                </a:lnTo>
                <a:lnTo>
                  <a:pt x="39" y="3"/>
                </a:lnTo>
                <a:lnTo>
                  <a:pt x="41" y="5"/>
                </a:lnTo>
                <a:lnTo>
                  <a:pt x="44" y="8"/>
                </a:lnTo>
                <a:lnTo>
                  <a:pt x="46" y="10"/>
                </a:lnTo>
                <a:lnTo>
                  <a:pt x="48" y="13"/>
                </a:lnTo>
                <a:lnTo>
                  <a:pt x="50" y="16"/>
                </a:lnTo>
                <a:lnTo>
                  <a:pt x="51" y="19"/>
                </a:lnTo>
                <a:lnTo>
                  <a:pt x="51" y="23"/>
                </a:lnTo>
                <a:lnTo>
                  <a:pt x="51" y="26"/>
                </a:lnTo>
                <a:lnTo>
                  <a:pt x="51" y="29"/>
                </a:lnTo>
                <a:lnTo>
                  <a:pt x="51" y="33"/>
                </a:lnTo>
                <a:lnTo>
                  <a:pt x="50" y="36"/>
                </a:lnTo>
                <a:lnTo>
                  <a:pt x="48" y="39"/>
                </a:lnTo>
                <a:lnTo>
                  <a:pt x="46" y="42"/>
                </a:lnTo>
                <a:lnTo>
                  <a:pt x="44" y="44"/>
                </a:lnTo>
                <a:lnTo>
                  <a:pt x="41" y="47"/>
                </a:lnTo>
                <a:lnTo>
                  <a:pt x="38" y="49"/>
                </a:lnTo>
                <a:lnTo>
                  <a:pt x="35" y="50"/>
                </a:lnTo>
                <a:lnTo>
                  <a:pt x="32" y="51"/>
                </a:lnTo>
                <a:lnTo>
                  <a:pt x="29" y="52"/>
                </a:lnTo>
                <a:lnTo>
                  <a:pt x="25" y="52"/>
                </a:lnTo>
                <a:lnTo>
                  <a:pt x="22" y="52"/>
                </a:lnTo>
                <a:lnTo>
                  <a:pt x="19" y="51"/>
                </a:lnTo>
                <a:lnTo>
                  <a:pt x="16" y="50"/>
                </a:lnTo>
                <a:lnTo>
                  <a:pt x="12" y="48"/>
                </a:lnTo>
                <a:lnTo>
                  <a:pt x="10" y="47"/>
                </a:lnTo>
                <a:lnTo>
                  <a:pt x="7" y="44"/>
                </a:lnTo>
                <a:lnTo>
                  <a:pt x="5" y="42"/>
                </a:lnTo>
                <a:lnTo>
                  <a:pt x="3" y="39"/>
                </a:lnTo>
                <a:lnTo>
                  <a:pt x="1" y="36"/>
                </a:lnTo>
                <a:lnTo>
                  <a:pt x="0" y="33"/>
                </a:lnTo>
                <a:lnTo>
                  <a:pt x="0" y="29"/>
                </a:lnTo>
                <a:lnTo>
                  <a:pt x="0" y="26"/>
                </a:lnTo>
                <a:lnTo>
                  <a:pt x="0" y="23"/>
                </a:lnTo>
                <a:lnTo>
                  <a:pt x="0" y="19"/>
                </a:lnTo>
                <a:lnTo>
                  <a:pt x="2" y="16"/>
                </a:lnTo>
                <a:lnTo>
                  <a:pt x="3" y="13"/>
                </a:lnTo>
                <a:lnTo>
                  <a:pt x="5" y="10"/>
                </a:lnTo>
                <a:lnTo>
                  <a:pt x="7" y="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3838575" y="3416749"/>
            <a:ext cx="390525" cy="474596"/>
          </a:xfrm>
          <a:custGeom>
            <a:avLst/>
            <a:gdLst/>
            <a:ahLst/>
            <a:cxnLst/>
            <a:rect l="l" t="t" r="r" b="b"/>
            <a:pathLst>
              <a:path w="41" h="52">
                <a:moveTo>
                  <a:pt x="15" y="26"/>
                </a:moveTo>
                <a:lnTo>
                  <a:pt x="15" y="0"/>
                </a:lnTo>
                <a:lnTo>
                  <a:pt x="19" y="0"/>
                </a:lnTo>
                <a:lnTo>
                  <a:pt x="22" y="1"/>
                </a:lnTo>
                <a:lnTo>
                  <a:pt x="26" y="2"/>
                </a:lnTo>
                <a:lnTo>
                  <a:pt x="29" y="4"/>
                </a:lnTo>
                <a:lnTo>
                  <a:pt x="32" y="6"/>
                </a:lnTo>
                <a:lnTo>
                  <a:pt x="34" y="8"/>
                </a:lnTo>
                <a:lnTo>
                  <a:pt x="37" y="11"/>
                </a:lnTo>
                <a:lnTo>
                  <a:pt x="38" y="14"/>
                </a:lnTo>
                <a:lnTo>
                  <a:pt x="40" y="17"/>
                </a:lnTo>
                <a:lnTo>
                  <a:pt x="41" y="20"/>
                </a:lnTo>
                <a:lnTo>
                  <a:pt x="41" y="24"/>
                </a:lnTo>
                <a:lnTo>
                  <a:pt x="41" y="27"/>
                </a:lnTo>
                <a:lnTo>
                  <a:pt x="41" y="31"/>
                </a:lnTo>
                <a:lnTo>
                  <a:pt x="40" y="34"/>
                </a:lnTo>
                <a:lnTo>
                  <a:pt x="39" y="38"/>
                </a:lnTo>
                <a:lnTo>
                  <a:pt x="37" y="41"/>
                </a:lnTo>
                <a:lnTo>
                  <a:pt x="35" y="43"/>
                </a:lnTo>
                <a:lnTo>
                  <a:pt x="32" y="46"/>
                </a:lnTo>
                <a:lnTo>
                  <a:pt x="29" y="48"/>
                </a:lnTo>
                <a:lnTo>
                  <a:pt x="26" y="50"/>
                </a:lnTo>
                <a:lnTo>
                  <a:pt x="23" y="51"/>
                </a:lnTo>
                <a:lnTo>
                  <a:pt x="20" y="52"/>
                </a:lnTo>
                <a:lnTo>
                  <a:pt x="16" y="52"/>
                </a:lnTo>
                <a:lnTo>
                  <a:pt x="13" y="52"/>
                </a:lnTo>
                <a:lnTo>
                  <a:pt x="9" y="51"/>
                </a:lnTo>
                <a:lnTo>
                  <a:pt x="6" y="50"/>
                </a:lnTo>
                <a:lnTo>
                  <a:pt x="3" y="49"/>
                </a:lnTo>
                <a:lnTo>
                  <a:pt x="0" y="47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8" y="8"/>
                </a:lnTo>
                <a:lnTo>
                  <a:pt x="20" y="11"/>
                </a:lnTo>
                <a:lnTo>
                  <a:pt x="22" y="13"/>
                </a:lnTo>
                <a:lnTo>
                  <a:pt x="24" y="17"/>
                </a:lnTo>
                <a:lnTo>
                  <a:pt x="25" y="20"/>
                </a:lnTo>
                <a:lnTo>
                  <a:pt x="25" y="23"/>
                </a:lnTo>
                <a:lnTo>
                  <a:pt x="25" y="27"/>
                </a:lnTo>
                <a:lnTo>
                  <a:pt x="25" y="30"/>
                </a:lnTo>
                <a:lnTo>
                  <a:pt x="24" y="34"/>
                </a:lnTo>
                <a:lnTo>
                  <a:pt x="23" y="37"/>
                </a:lnTo>
                <a:lnTo>
                  <a:pt x="22" y="40"/>
                </a:lnTo>
                <a:lnTo>
                  <a:pt x="19" y="43"/>
                </a:lnTo>
                <a:lnTo>
                  <a:pt x="17" y="45"/>
                </a:lnTo>
                <a:lnTo>
                  <a:pt x="14" y="47"/>
                </a:lnTo>
                <a:lnTo>
                  <a:pt x="11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247650" cy="447216"/>
          </a:xfrm>
          <a:custGeom>
            <a:avLst/>
            <a:gdLst/>
            <a:ahLst/>
            <a:cxnLst/>
            <a:rect l="l" t="t" r="r" b="b"/>
            <a:pathLst>
              <a:path w="26" h="4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20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lnTo>
                  <a:pt x="21" y="42"/>
                </a:lnTo>
                <a:lnTo>
                  <a:pt x="19" y="45"/>
                </a:lnTo>
                <a:lnTo>
                  <a:pt x="16" y="47"/>
                </a:lnTo>
                <a:lnTo>
                  <a:pt x="13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9" y="2"/>
                </a:lnTo>
                <a:lnTo>
                  <a:pt x="13" y="4"/>
                </a:lnTo>
                <a:lnTo>
                  <a:pt x="15" y="5"/>
                </a:lnTo>
                <a:lnTo>
                  <a:pt x="18" y="8"/>
                </a:lnTo>
                <a:lnTo>
                  <a:pt x="20" y="10"/>
                </a:lnTo>
                <a:lnTo>
                  <a:pt x="22" y="13"/>
                </a:lnTo>
                <a:lnTo>
                  <a:pt x="24" y="16"/>
                </a:lnTo>
                <a:lnTo>
                  <a:pt x="25" y="19"/>
                </a:lnTo>
                <a:lnTo>
                  <a:pt x="25" y="23"/>
                </a:lnTo>
                <a:lnTo>
                  <a:pt x="25" y="26"/>
                </a:lnTo>
                <a:lnTo>
                  <a:pt x="25" y="30"/>
                </a:lnTo>
                <a:lnTo>
                  <a:pt x="25" y="33"/>
                </a:lnTo>
                <a:lnTo>
                  <a:pt x="23" y="36"/>
                </a:lnTo>
                <a:lnTo>
                  <a:pt x="22" y="39"/>
                </a:lnTo>
                <a:lnTo>
                  <a:pt x="20" y="42"/>
                </a:lnTo>
                <a:lnTo>
                  <a:pt x="18" y="44"/>
                </a:lnTo>
                <a:lnTo>
                  <a:pt x="15" y="47"/>
                </a:lnTo>
                <a:lnTo>
                  <a:pt x="12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247650" cy="355947"/>
          </a:xfrm>
          <a:custGeom>
            <a:avLst/>
            <a:gdLst/>
            <a:ahLst/>
            <a:cxnLst/>
            <a:rect l="l" t="t" r="r" b="b"/>
            <a:pathLst>
              <a:path w="26" h="3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19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228600" cy="237298"/>
          </a:xfrm>
          <a:custGeom>
            <a:avLst/>
            <a:gdLst/>
            <a:ahLst/>
            <a:cxnLst/>
            <a:rect l="l" t="t" r="r" b="b"/>
            <a:pathLst>
              <a:path w="24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lnTo>
                  <a:pt x="21" y="12"/>
                </a:lnTo>
                <a:lnTo>
                  <a:pt x="23" y="15"/>
                </a:lnTo>
                <a:lnTo>
                  <a:pt x="24" y="1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200025" cy="237298"/>
          </a:xfrm>
          <a:custGeom>
            <a:avLst/>
            <a:gdLst/>
            <a:ahLst/>
            <a:cxnLst/>
            <a:rect l="l" t="t" r="r" b="b"/>
            <a:pathLst>
              <a:path w="2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lnTo>
                  <a:pt x="18" y="7"/>
                </a:lnTo>
                <a:lnTo>
                  <a:pt x="21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7" y="7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19073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500438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652838" y="5716715"/>
            <a:ext cx="23645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6074569" y="5744096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6226969" y="5716715"/>
            <a:ext cx="188833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172450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8324850" y="5716715"/>
            <a:ext cx="74056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2" name="Oval 351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TextBox 352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5" name="Oval 354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8" name="Oval 357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9" name="TextBox 358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61" name="Oval 360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4" name="Oval 363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5" name="TextBox 364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7" name="Oval 366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70" name="Oval 369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1" name="TextBox 370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4" name="Picture 4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5" name="Picture 4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Pet Cosmetic Products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'Shampoos &amp; Cleansing Products') to lift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3225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ASP and 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2744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'Beaphar'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18218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193328" y="4465602"/>
            <a:ext cx="2219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Value Share (Europe)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Europe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962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Pet Cosmetic Products Market is moderately consolidated in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272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0778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285887" y="1948441"/>
            <a:ext cx="15521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4679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'Beaphar'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32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526542" y="2351539"/>
            <a:ext cx="23542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'Laboratoire Biogance'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300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84459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359568" y="2526799"/>
            <a:ext cx="3323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 pricing and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7493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767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overall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8098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in Europe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Product Type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31640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Shampoos &amp; Cleansing Products: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88337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555833" y="5022340"/>
            <a:ext cx="13768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'Group55'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0768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048264" y="5022340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24904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492400" y="5022340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0227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47723" y="502234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4421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Coat Conditioning &amp; Grooming Products: 'Laboratoire Francodex'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45910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813406" y="5240272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46936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014432" y="5240272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91072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458568" y="5240272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46396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113892" y="524027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31487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Skin, Paw &amp; Nose Care Products: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3058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540553" y="5458204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74084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741580" y="5458204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18220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185716" y="5458204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73543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841039" y="545820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8524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Region (Top 1)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regions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022340"/>
            <a:ext cx="1820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Europe: 'Beaphar' leads at ~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6191" y="501211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221301" y="5022340"/>
            <a:ext cx="2176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347264" y="501211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522374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57043" y="5012116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6032152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87608" y="501211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762717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50177"/>
            <a:ext cx="9705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6225" y="5478015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31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Pet Cosmetic Products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Beaphar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Biogance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Francodex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Group55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Lakeland Cosmetics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Beaphar: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3308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Beaphar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56225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2731335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Beaphar: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Beaphar: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Beaphar: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Beaphar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Beaphar: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254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Beaphar's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Biogance: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0970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Biogance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22417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497527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Biogance: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Biogance: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Biogance: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Biogance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Biogance: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07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Biogance's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Francodex: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1732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Francodex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98580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573689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Francodex: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Francodex: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Francodex: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Francodex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Francodex: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83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Francodex's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