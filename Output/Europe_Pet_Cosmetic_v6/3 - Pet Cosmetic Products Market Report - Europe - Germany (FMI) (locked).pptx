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4" r:id="rId266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23" r:id="rId275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265.xml"/><Relationship Id="rId255" Type="http://schemas.openxmlformats.org/officeDocument/2006/relationships/slide" Target="slides/slide266.xml"/><Relationship Id="rId256" Type="http://schemas.openxmlformats.org/officeDocument/2006/relationships/slide" Target="slides/slide267.xml"/><Relationship Id="rId257" Type="http://schemas.openxmlformats.org/officeDocument/2006/relationships/slide" Target="slides/slide268.xml"/><Relationship Id="rId258" Type="http://schemas.openxmlformats.org/officeDocument/2006/relationships/slide" Target="slides/slide12.xml"/><Relationship Id="rId259" Type="http://schemas.openxmlformats.org/officeDocument/2006/relationships/slide" Target="slides/slide13.xml"/><Relationship Id="rId260" Type="http://schemas.openxmlformats.org/officeDocument/2006/relationships/slide" Target="slides/slide14.xml"/><Relationship Id="rId261" Type="http://schemas.openxmlformats.org/officeDocument/2006/relationships/slide" Target="slides/slide15.xml"/><Relationship Id="rId262" Type="http://schemas.openxmlformats.org/officeDocument/2006/relationships/slide" Target="slides/slide16.xml"/><Relationship Id="rId263" Type="http://schemas.openxmlformats.org/officeDocument/2006/relationships/slide" Target="slides/slide17.xml"/><Relationship Id="rId264" Type="http://schemas.openxmlformats.org/officeDocument/2006/relationships/slide" Target="slides/slide18.xml"/><Relationship Id="rId265" Type="http://schemas.openxmlformats.org/officeDocument/2006/relationships/slide" Target="slides/slide19.xml"/><Relationship Id="rId266" Type="http://schemas.openxmlformats.org/officeDocument/2006/relationships/slide" Target="slides/slide11.xml"/><Relationship Id="rId267" Type="http://schemas.openxmlformats.org/officeDocument/2006/relationships/slide" Target="slides/slide21.xml"/><Relationship Id="rId268" Type="http://schemas.openxmlformats.org/officeDocument/2006/relationships/slide" Target="slides/slide22.xml"/><Relationship Id="rId269" Type="http://schemas.openxmlformats.org/officeDocument/2006/relationships/slide" Target="slides/slide23.xml"/><Relationship Id="rId270" Type="http://schemas.openxmlformats.org/officeDocument/2006/relationships/slide" Target="slides/slide24.xml"/><Relationship Id="rId271" Type="http://schemas.openxmlformats.org/officeDocument/2006/relationships/slide" Target="slides/slide25.xml"/><Relationship Id="rId272" Type="http://schemas.openxmlformats.org/officeDocument/2006/relationships/slide" Target="slides/slide26.xml"/><Relationship Id="rId273" Type="http://schemas.openxmlformats.org/officeDocument/2006/relationships/slide" Target="slides/slide27.xml"/><Relationship Id="rId274" Type="http://schemas.openxmlformats.org/officeDocument/2006/relationships/slide" Target="slides/slide28.xml"/><Relationship Id="rId275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3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5.png"/><Relationship Id="rId3" Type="http://schemas.openxmlformats.org/officeDocument/2006/relationships/image" Target="../media/image16.png"/><Relationship Id="rId4" Type="http://schemas.openxmlformats.org/officeDocument/2006/relationships/image" Target="../media/image17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Relationship Id="rId10" Type="http://schemas.openxmlformats.org/officeDocument/2006/relationships/image" Target="../media/image23.png"/><Relationship Id="rId11" Type="http://schemas.openxmlformats.org/officeDocument/2006/relationships/image" Target="../media/image24.png"/><Relationship Id="rId12" Type="http://schemas.openxmlformats.org/officeDocument/2006/relationships/image" Target="../media/image25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png"/><Relationship Id="rId23" Type="http://schemas.openxmlformats.org/officeDocument/2006/relationships/image" Target="../media/image36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45.png"/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image" Target="../media/image48.png"/><Relationship Id="rId6" Type="http://schemas.openxmlformats.org/officeDocument/2006/relationships/image" Target="../media/image49.png"/><Relationship Id="rId7" Type="http://schemas.openxmlformats.org/officeDocument/2006/relationships/image" Target="../media/image50.png"/><Relationship Id="rId8" Type="http://schemas.openxmlformats.org/officeDocument/2006/relationships/image" Target="../media/image51.png"/><Relationship Id="rId9" Type="http://schemas.openxmlformats.org/officeDocument/2006/relationships/image" Target="../media/image52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53.png"/><Relationship Id="rId3" Type="http://schemas.openxmlformats.org/officeDocument/2006/relationships/image" Target="../media/image54.png"/><Relationship Id="rId4" Type="http://schemas.openxmlformats.org/officeDocument/2006/relationships/image" Target="../media/image55.png"/><Relationship Id="rId5" Type="http://schemas.openxmlformats.org/officeDocument/2006/relationships/image" Target="../media/image56.png"/><Relationship Id="rId6" Type="http://schemas.openxmlformats.org/officeDocument/2006/relationships/image" Target="../media/image57.png"/><Relationship Id="rId7" Type="http://schemas.openxmlformats.org/officeDocument/2006/relationships/image" Target="../media/image58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24.png"/><Relationship Id="rId3" Type="http://schemas.openxmlformats.org/officeDocument/2006/relationships/image" Target="../media/image125.png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Relationship Id="rId7" Type="http://schemas.openxmlformats.org/officeDocument/2006/relationships/image" Target="../media/image129.png"/><Relationship Id="rId8" Type="http://schemas.openxmlformats.org/officeDocument/2006/relationships/image" Target="../media/image130.png"/><Relationship Id="rId9" Type="http://schemas.openxmlformats.org/officeDocument/2006/relationships/image" Target="../media/image131.png"/><Relationship Id="rId10" Type="http://schemas.openxmlformats.org/officeDocument/2006/relationships/image" Target="../media/image132.png"/><Relationship Id="rId11" Type="http://schemas.openxmlformats.org/officeDocument/2006/relationships/image" Target="../media/image133.png"/><Relationship Id="rId12" Type="http://schemas.openxmlformats.org/officeDocument/2006/relationships/image" Target="../media/image134.png"/><Relationship Id="rId13" Type="http://schemas.openxmlformats.org/officeDocument/2006/relationships/image" Target="../media/image135.png"/><Relationship Id="rId14" Type="http://schemas.openxmlformats.org/officeDocument/2006/relationships/image" Target="../media/image136.png"/><Relationship Id="rId15" Type="http://schemas.openxmlformats.org/officeDocument/2006/relationships/image" Target="../media/image137.png"/><Relationship Id="rId16" Type="http://schemas.openxmlformats.org/officeDocument/2006/relationships/image" Target="../media/image138.png"/><Relationship Id="rId17" Type="http://schemas.openxmlformats.org/officeDocument/2006/relationships/image" Target="../media/image139.png"/><Relationship Id="rId18" Type="http://schemas.openxmlformats.org/officeDocument/2006/relationships/image" Target="../media/image140.png"/><Relationship Id="rId19" Type="http://schemas.openxmlformats.org/officeDocument/2006/relationships/image" Target="../media/image141.png"/><Relationship Id="rId20" Type="http://schemas.openxmlformats.org/officeDocument/2006/relationships/image" Target="../media/image142.png"/><Relationship Id="rId21" Type="http://schemas.openxmlformats.org/officeDocument/2006/relationships/image" Target="../media/image143.png"/><Relationship Id="rId22" Type="http://schemas.openxmlformats.org/officeDocument/2006/relationships/image" Target="../media/image144.png"/><Relationship Id="rId23" Type="http://schemas.openxmlformats.org/officeDocument/2006/relationships/image" Target="../media/image145.png"/><Relationship Id="rId24" Type="http://schemas.openxmlformats.org/officeDocument/2006/relationships/image" Target="../media/image146.png"/><Relationship Id="rId25" Type="http://schemas.openxmlformats.org/officeDocument/2006/relationships/image" Target="../media/image147.png"/><Relationship Id="rId26" Type="http://schemas.openxmlformats.org/officeDocument/2006/relationships/image" Target="../media/image148.png"/><Relationship Id="rId27" Type="http://schemas.openxmlformats.org/officeDocument/2006/relationships/image" Target="../media/image149.png"/><Relationship Id="rId28" Type="http://schemas.openxmlformats.org/officeDocument/2006/relationships/image" Target="../media/image150.png"/><Relationship Id="rId29" Type="http://schemas.openxmlformats.org/officeDocument/2006/relationships/image" Target="../media/image151.png"/><Relationship Id="rId30" Type="http://schemas.openxmlformats.org/officeDocument/2006/relationships/image" Target="../media/image152.png"/><Relationship Id="rId31" Type="http://schemas.openxmlformats.org/officeDocument/2006/relationships/image" Target="../media/image153.png"/><Relationship Id="rId32" Type="http://schemas.openxmlformats.org/officeDocument/2006/relationships/image" Target="../media/image154.png"/><Relationship Id="rId33" Type="http://schemas.openxmlformats.org/officeDocument/2006/relationships/image" Target="../media/image155.png"/><Relationship Id="rId34" Type="http://schemas.openxmlformats.org/officeDocument/2006/relationships/image" Target="../media/image156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57.png"/><Relationship Id="rId3" Type="http://schemas.openxmlformats.org/officeDocument/2006/relationships/image" Target="../media/image158.png"/><Relationship Id="rId4" Type="http://schemas.openxmlformats.org/officeDocument/2006/relationships/image" Target="../media/image159.png"/><Relationship Id="rId5" Type="http://schemas.openxmlformats.org/officeDocument/2006/relationships/image" Target="../media/image160.png"/><Relationship Id="rId6" Type="http://schemas.openxmlformats.org/officeDocument/2006/relationships/image" Target="../media/image161.png"/><Relationship Id="rId7" Type="http://schemas.openxmlformats.org/officeDocument/2006/relationships/image" Target="../media/image162.png"/><Relationship Id="rId8" Type="http://schemas.openxmlformats.org/officeDocument/2006/relationships/image" Target="../media/image163.png"/><Relationship Id="rId9" Type="http://schemas.openxmlformats.org/officeDocument/2006/relationships/image" Target="../media/image164.png"/><Relationship Id="rId10" Type="http://schemas.openxmlformats.org/officeDocument/2006/relationships/image" Target="../media/image165.png"/><Relationship Id="rId11" Type="http://schemas.openxmlformats.org/officeDocument/2006/relationships/image" Target="../media/image166.png"/><Relationship Id="rId12" Type="http://schemas.openxmlformats.org/officeDocument/2006/relationships/image" Target="../media/image167.png"/><Relationship Id="rId13" Type="http://schemas.openxmlformats.org/officeDocument/2006/relationships/image" Target="../media/image168.png"/><Relationship Id="rId14" Type="http://schemas.openxmlformats.org/officeDocument/2006/relationships/image" Target="../media/image169.png"/><Relationship Id="rId15" Type="http://schemas.openxmlformats.org/officeDocument/2006/relationships/image" Target="../media/image170.png"/><Relationship Id="rId16" Type="http://schemas.openxmlformats.org/officeDocument/2006/relationships/image" Target="../media/image171.png"/><Relationship Id="rId17" Type="http://schemas.openxmlformats.org/officeDocument/2006/relationships/image" Target="../media/image172.png"/><Relationship Id="rId18" Type="http://schemas.openxmlformats.org/officeDocument/2006/relationships/image" Target="../media/image173.png"/><Relationship Id="rId19" Type="http://schemas.openxmlformats.org/officeDocument/2006/relationships/image" Target="../media/image174.png"/><Relationship Id="rId20" Type="http://schemas.openxmlformats.org/officeDocument/2006/relationships/image" Target="../media/image175.png"/><Relationship Id="rId21" Type="http://schemas.openxmlformats.org/officeDocument/2006/relationships/image" Target="../media/image176.png"/><Relationship Id="rId22" Type="http://schemas.openxmlformats.org/officeDocument/2006/relationships/image" Target="../media/image177.png"/><Relationship Id="rId23" Type="http://schemas.openxmlformats.org/officeDocument/2006/relationships/image" Target="../media/image178.png"/><Relationship Id="rId24" Type="http://schemas.openxmlformats.org/officeDocument/2006/relationships/image" Target="../media/image179.png"/><Relationship Id="rId25" Type="http://schemas.openxmlformats.org/officeDocument/2006/relationships/image" Target="../media/image180.png"/><Relationship Id="rId26" Type="http://schemas.openxmlformats.org/officeDocument/2006/relationships/image" Target="../media/image181.png"/><Relationship Id="rId27" Type="http://schemas.openxmlformats.org/officeDocument/2006/relationships/image" Target="../media/image182.png"/><Relationship Id="rId28" Type="http://schemas.openxmlformats.org/officeDocument/2006/relationships/image" Target="../media/image183.png"/><Relationship Id="rId29" Type="http://schemas.openxmlformats.org/officeDocument/2006/relationships/image" Target="../media/image184.png"/><Relationship Id="rId30" Type="http://schemas.openxmlformats.org/officeDocument/2006/relationships/image" Target="../media/image185.png"/><Relationship Id="rId31" Type="http://schemas.openxmlformats.org/officeDocument/2006/relationships/image" Target="../media/image186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197.png"/><Relationship Id="rId3" Type="http://schemas.openxmlformats.org/officeDocument/2006/relationships/image" Target="../media/image198.png"/><Relationship Id="rId4" Type="http://schemas.openxmlformats.org/officeDocument/2006/relationships/image" Target="../media/image199.png"/><Relationship Id="rId5" Type="http://schemas.openxmlformats.org/officeDocument/2006/relationships/image" Target="../media/image200.png"/><Relationship Id="rId6" Type="http://schemas.openxmlformats.org/officeDocument/2006/relationships/image" Target="../media/image201.png"/><Relationship Id="rId7" Type="http://schemas.openxmlformats.org/officeDocument/2006/relationships/image" Target="../media/image202.png"/><Relationship Id="rId8" Type="http://schemas.openxmlformats.org/officeDocument/2006/relationships/image" Target="../media/image203.png"/><Relationship Id="rId9" Type="http://schemas.openxmlformats.org/officeDocument/2006/relationships/image" Target="../media/image204.png"/><Relationship Id="rId10" Type="http://schemas.openxmlformats.org/officeDocument/2006/relationships/image" Target="../media/image205.png"/><Relationship Id="rId11" Type="http://schemas.openxmlformats.org/officeDocument/2006/relationships/image" Target="../media/image206.png"/><Relationship Id="rId12" Type="http://schemas.openxmlformats.org/officeDocument/2006/relationships/image" Target="../media/image207.png"/><Relationship Id="rId13" Type="http://schemas.openxmlformats.org/officeDocument/2006/relationships/image" Target="../media/image208.png"/><Relationship Id="rId14" Type="http://schemas.openxmlformats.org/officeDocument/2006/relationships/image" Target="../media/image209.png"/><Relationship Id="rId15" Type="http://schemas.openxmlformats.org/officeDocument/2006/relationships/image" Target="../media/image210.png"/><Relationship Id="rId16" Type="http://schemas.openxmlformats.org/officeDocument/2006/relationships/image" Target="../media/image211.png"/><Relationship Id="rId17" Type="http://schemas.openxmlformats.org/officeDocument/2006/relationships/image" Target="../media/image212.png"/><Relationship Id="rId18" Type="http://schemas.openxmlformats.org/officeDocument/2006/relationships/image" Target="../media/image213.png"/><Relationship Id="rId19" Type="http://schemas.openxmlformats.org/officeDocument/2006/relationships/image" Target="../media/image214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21.png"/><Relationship Id="rId3" Type="http://schemas.openxmlformats.org/officeDocument/2006/relationships/image" Target="../media/image222.png"/><Relationship Id="rId4" Type="http://schemas.openxmlformats.org/officeDocument/2006/relationships/image" Target="../media/image223.png"/><Relationship Id="rId5" Type="http://schemas.openxmlformats.org/officeDocument/2006/relationships/image" Target="../media/image224.png"/><Relationship Id="rId6" Type="http://schemas.openxmlformats.org/officeDocument/2006/relationships/image" Target="../media/image225.png"/><Relationship Id="rId7" Type="http://schemas.openxmlformats.org/officeDocument/2006/relationships/image" Target="../media/image226.png"/><Relationship Id="rId8" Type="http://schemas.openxmlformats.org/officeDocument/2006/relationships/image" Target="../media/image227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44.png"/><Relationship Id="rId3" Type="http://schemas.openxmlformats.org/officeDocument/2006/relationships/image" Target="../media/image245.png"/><Relationship Id="rId4" Type="http://schemas.openxmlformats.org/officeDocument/2006/relationships/image" Target="../media/image246.png"/><Relationship Id="rId5" Type="http://schemas.openxmlformats.org/officeDocument/2006/relationships/image" Target="../media/image247.png"/><Relationship Id="rId6" Type="http://schemas.openxmlformats.org/officeDocument/2006/relationships/image" Target="../media/image248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51.png"/><Relationship Id="rId10" Type="http://schemas.openxmlformats.org/officeDocument/2006/relationships/image" Target="../media/image252.png"/><Relationship Id="rId11" Type="http://schemas.openxmlformats.org/officeDocument/2006/relationships/image" Target="../media/image253.png"/><Relationship Id="rId12" Type="http://schemas.openxmlformats.org/officeDocument/2006/relationships/image" Target="../media/image254.png"/><Relationship Id="rId13" Type="http://schemas.openxmlformats.org/officeDocument/2006/relationships/image" Target="../media/image255.png"/><Relationship Id="rId14" Type="http://schemas.openxmlformats.org/officeDocument/2006/relationships/image" Target="../media/image256.png"/><Relationship Id="rId15" Type="http://schemas.openxmlformats.org/officeDocument/2006/relationships/image" Target="../media/image257.png"/><Relationship Id="rId16" Type="http://schemas.openxmlformats.org/officeDocument/2006/relationships/image" Target="../media/image258.png"/><Relationship Id="rId17" Type="http://schemas.openxmlformats.org/officeDocument/2006/relationships/image" Target="../media/image259.png"/><Relationship Id="rId18" Type="http://schemas.openxmlformats.org/officeDocument/2006/relationships/image" Target="../media/image260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5.png"/><Relationship Id="rId3" Type="http://schemas.openxmlformats.org/officeDocument/2006/relationships/image" Target="../media/image276.png"/><Relationship Id="rId4" Type="http://schemas.openxmlformats.org/officeDocument/2006/relationships/image" Target="../media/image277.png"/><Relationship Id="rId5" Type="http://schemas.openxmlformats.org/officeDocument/2006/relationships/image" Target="../media/image278.png"/><Relationship Id="rId6" Type="http://schemas.openxmlformats.org/officeDocument/2006/relationships/image" Target="../media/image279.png"/><Relationship Id="rId7" Type="http://schemas.openxmlformats.org/officeDocument/2006/relationships/image" Target="../media/image280.png"/><Relationship Id="rId8" Type="http://schemas.openxmlformats.org/officeDocument/2006/relationships/image" Target="../media/image281.png"/><Relationship Id="rId9" Type="http://schemas.openxmlformats.org/officeDocument/2006/relationships/image" Target="../media/image282.png"/><Relationship Id="rId10" Type="http://schemas.openxmlformats.org/officeDocument/2006/relationships/image" Target="../media/image283.png"/><Relationship Id="rId11" Type="http://schemas.openxmlformats.org/officeDocument/2006/relationships/image" Target="../media/image284.png"/><Relationship Id="rId12" Type="http://schemas.openxmlformats.org/officeDocument/2006/relationships/image" Target="../media/image285.png"/><Relationship Id="rId13" Type="http://schemas.openxmlformats.org/officeDocument/2006/relationships/image" Target="../media/image286.png"/><Relationship Id="rId14" Type="http://schemas.openxmlformats.org/officeDocument/2006/relationships/image" Target="../media/image287.png"/><Relationship Id="rId15" Type="http://schemas.openxmlformats.org/officeDocument/2006/relationships/image" Target="../media/image288.png"/><Relationship Id="rId16" Type="http://schemas.openxmlformats.org/officeDocument/2006/relationships/image" Target="../media/image289.png"/><Relationship Id="rId17" Type="http://schemas.openxmlformats.org/officeDocument/2006/relationships/image" Target="../media/image290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295.png"/><Relationship Id="rId3" Type="http://schemas.openxmlformats.org/officeDocument/2006/relationships/image" Target="../media/image296.png"/><Relationship Id="rId4" Type="http://schemas.openxmlformats.org/officeDocument/2006/relationships/image" Target="../media/image297.png"/><Relationship Id="rId5" Type="http://schemas.openxmlformats.org/officeDocument/2006/relationships/image" Target="../media/image298.png"/><Relationship Id="rId6" Type="http://schemas.openxmlformats.org/officeDocument/2006/relationships/image" Target="../media/image299.png"/><Relationship Id="rId7" Type="http://schemas.openxmlformats.org/officeDocument/2006/relationships/image" Target="../media/image300.png"/><Relationship Id="rId8" Type="http://schemas.openxmlformats.org/officeDocument/2006/relationships/image" Target="../media/image301.png"/><Relationship Id="rId9" Type="http://schemas.openxmlformats.org/officeDocument/2006/relationships/image" Target="../media/image302.png"/><Relationship Id="rId10" Type="http://schemas.openxmlformats.org/officeDocument/2006/relationships/image" Target="../media/image303.png"/><Relationship Id="rId11" Type="http://schemas.openxmlformats.org/officeDocument/2006/relationships/image" Target="../media/image304.png"/><Relationship Id="rId12" Type="http://schemas.openxmlformats.org/officeDocument/2006/relationships/image" Target="../media/image305.png"/><Relationship Id="rId13" Type="http://schemas.openxmlformats.org/officeDocument/2006/relationships/image" Target="../media/image306.png"/><Relationship Id="rId14" Type="http://schemas.openxmlformats.org/officeDocument/2006/relationships/image" Target="../media/image307.png"/><Relationship Id="rId15" Type="http://schemas.openxmlformats.org/officeDocument/2006/relationships/image" Target="../media/image308.png"/><Relationship Id="rId16" Type="http://schemas.openxmlformats.org/officeDocument/2006/relationships/image" Target="../media/image309.png"/><Relationship Id="rId17" Type="http://schemas.openxmlformats.org/officeDocument/2006/relationships/image" Target="../media/image310.png"/><Relationship Id="rId18" Type="http://schemas.openxmlformats.org/officeDocument/2006/relationships/image" Target="../media/image311.png"/><Relationship Id="rId19" Type="http://schemas.openxmlformats.org/officeDocument/2006/relationships/image" Target="../media/image312.png"/><Relationship Id="rId20" Type="http://schemas.openxmlformats.org/officeDocument/2006/relationships/image" Target="../media/image313.png"/><Relationship Id="rId21" Type="http://schemas.openxmlformats.org/officeDocument/2006/relationships/image" Target="../media/image314.png"/><Relationship Id="rId22" Type="http://schemas.openxmlformats.org/officeDocument/2006/relationships/image" Target="../media/image315.png"/><Relationship Id="rId23" Type="http://schemas.openxmlformats.org/officeDocument/2006/relationships/image" Target="../media/image316.png"/><Relationship Id="rId24" Type="http://schemas.openxmlformats.org/officeDocument/2006/relationships/image" Target="../media/image317.png"/><Relationship Id="rId25" Type="http://schemas.openxmlformats.org/officeDocument/2006/relationships/image" Target="../media/image318.png"/><Relationship Id="rId26" Type="http://schemas.openxmlformats.org/officeDocument/2006/relationships/image" Target="../media/image319.png"/><Relationship Id="rId27" Type="http://schemas.openxmlformats.org/officeDocument/2006/relationships/image" Target="../media/image320.png"/><Relationship Id="rId28" Type="http://schemas.openxmlformats.org/officeDocument/2006/relationships/image" Target="../media/image321.png"/><Relationship Id="rId29" Type="http://schemas.openxmlformats.org/officeDocument/2006/relationships/image" Target="../media/image322.png"/><Relationship Id="rId30" Type="http://schemas.openxmlformats.org/officeDocument/2006/relationships/image" Target="../media/image323.png"/><Relationship Id="rId31" Type="http://schemas.openxmlformats.org/officeDocument/2006/relationships/image" Target="../media/image324.png"/><Relationship Id="rId32" Type="http://schemas.openxmlformats.org/officeDocument/2006/relationships/image" Target="../media/image325.png"/><Relationship Id="rId33" Type="http://schemas.openxmlformats.org/officeDocument/2006/relationships/image" Target="../media/image326.png"/><Relationship Id="rId34" Type="http://schemas.openxmlformats.org/officeDocument/2006/relationships/image" Target="../media/image327.png"/><Relationship Id="rId35" Type="http://schemas.openxmlformats.org/officeDocument/2006/relationships/image" Target="../media/image328.png"/><Relationship Id="rId36" Type="http://schemas.openxmlformats.org/officeDocument/2006/relationships/image" Target="../media/image329.png"/><Relationship Id="rId37" Type="http://schemas.openxmlformats.org/officeDocument/2006/relationships/image" Target="../media/image330.png"/><Relationship Id="rId38" Type="http://schemas.openxmlformats.org/officeDocument/2006/relationships/image" Target="../media/image331.png"/><Relationship Id="rId39" Type="http://schemas.openxmlformats.org/officeDocument/2006/relationships/image" Target="../media/image332.png"/><Relationship Id="rId40" Type="http://schemas.openxmlformats.org/officeDocument/2006/relationships/image" Target="../media/image333.png"/><Relationship Id="rId41" Type="http://schemas.openxmlformats.org/officeDocument/2006/relationships/image" Target="../media/image334.png"/><Relationship Id="rId42" Type="http://schemas.openxmlformats.org/officeDocument/2006/relationships/image" Target="../media/image335.png"/><Relationship Id="rId43" Type="http://schemas.openxmlformats.org/officeDocument/2006/relationships/image" Target="../media/image336.png"/><Relationship Id="rId44" Type="http://schemas.openxmlformats.org/officeDocument/2006/relationships/image" Target="../media/image337.png"/><Relationship Id="rId45" Type="http://schemas.openxmlformats.org/officeDocument/2006/relationships/image" Target="../media/image338.png"/><Relationship Id="rId46" Type="http://schemas.openxmlformats.org/officeDocument/2006/relationships/image" Target="../media/image339.png"/><Relationship Id="rId47" Type="http://schemas.openxmlformats.org/officeDocument/2006/relationships/image" Target="../media/image340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41.png"/><Relationship Id="rId3" Type="http://schemas.openxmlformats.org/officeDocument/2006/relationships/image" Target="../media/image342.png"/><Relationship Id="rId4" Type="http://schemas.openxmlformats.org/officeDocument/2006/relationships/image" Target="../media/image343.png"/><Relationship Id="rId5" Type="http://schemas.openxmlformats.org/officeDocument/2006/relationships/image" Target="../media/image344.png"/><Relationship Id="rId6" Type="http://schemas.openxmlformats.org/officeDocument/2006/relationships/image" Target="../media/image345.png"/><Relationship Id="rId7" Type="http://schemas.openxmlformats.org/officeDocument/2006/relationships/image" Target="../media/image346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353.png"/><Relationship Id="rId3" Type="http://schemas.openxmlformats.org/officeDocument/2006/relationships/image" Target="../media/image354.png"/><Relationship Id="rId4" Type="http://schemas.openxmlformats.org/officeDocument/2006/relationships/image" Target="../media/image355.png"/><Relationship Id="rId5" Type="http://schemas.openxmlformats.org/officeDocument/2006/relationships/image" Target="../media/image356.png"/><Relationship Id="rId6" Type="http://schemas.openxmlformats.org/officeDocument/2006/relationships/image" Target="../media/image357.png"/><Relationship Id="rId7" Type="http://schemas.openxmlformats.org/officeDocument/2006/relationships/image" Target="../media/image358.png"/><Relationship Id="rId8" Type="http://schemas.openxmlformats.org/officeDocument/2006/relationships/image" Target="../media/image359.png"/><Relationship Id="rId9" Type="http://schemas.openxmlformats.org/officeDocument/2006/relationships/image" Target="../media/image360.png"/><Relationship Id="rId10" Type="http://schemas.openxmlformats.org/officeDocument/2006/relationships/image" Target="../media/image361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370.png"/><Relationship Id="rId3" Type="http://schemas.openxmlformats.org/officeDocument/2006/relationships/image" Target="../media/image371.png"/><Relationship Id="rId4" Type="http://schemas.openxmlformats.org/officeDocument/2006/relationships/image" Target="../media/image372.png"/><Relationship Id="rId5" Type="http://schemas.openxmlformats.org/officeDocument/2006/relationships/image" Target="../media/image373.png"/><Relationship Id="rId6" Type="http://schemas.openxmlformats.org/officeDocument/2006/relationships/image" Target="../media/image374.png"/><Relationship Id="rId7" Type="http://schemas.openxmlformats.org/officeDocument/2006/relationships/image" Target="../media/image375.png"/><Relationship Id="rId8" Type="http://schemas.openxmlformats.org/officeDocument/2006/relationships/image" Target="../media/image376.png"/><Relationship Id="rId9" Type="http://schemas.openxmlformats.org/officeDocument/2006/relationships/image" Target="../media/image377.png"/><Relationship Id="rId10" Type="http://schemas.openxmlformats.org/officeDocument/2006/relationships/image" Target="../media/image378.png"/><Relationship Id="rId11" Type="http://schemas.openxmlformats.org/officeDocument/2006/relationships/image" Target="../media/image379.png"/><Relationship Id="rId12" Type="http://schemas.openxmlformats.org/officeDocument/2006/relationships/image" Target="../media/image380.png"/><Relationship Id="rId13" Type="http://schemas.openxmlformats.org/officeDocument/2006/relationships/image" Target="../media/image381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393.png"/><Relationship Id="rId3" Type="http://schemas.openxmlformats.org/officeDocument/2006/relationships/image" Target="../media/image394.png"/><Relationship Id="rId4" Type="http://schemas.openxmlformats.org/officeDocument/2006/relationships/image" Target="../media/image395.png"/><Relationship Id="rId5" Type="http://schemas.openxmlformats.org/officeDocument/2006/relationships/image" Target="../media/image396.png"/><Relationship Id="rId6" Type="http://schemas.openxmlformats.org/officeDocument/2006/relationships/image" Target="../media/image397.png"/><Relationship Id="rId7" Type="http://schemas.openxmlformats.org/officeDocument/2006/relationships/image" Target="../media/image398.png"/><Relationship Id="rId8" Type="http://schemas.openxmlformats.org/officeDocument/2006/relationships/image" Target="../media/image399.png"/><Relationship Id="rId9" Type="http://schemas.openxmlformats.org/officeDocument/2006/relationships/image" Target="../media/image400.png"/><Relationship Id="rId10" Type="http://schemas.openxmlformats.org/officeDocument/2006/relationships/image" Target="../media/image401.png"/><Relationship Id="rId11" Type="http://schemas.openxmlformats.org/officeDocument/2006/relationships/image" Target="../media/image402.png"/><Relationship Id="rId12" Type="http://schemas.openxmlformats.org/officeDocument/2006/relationships/image" Target="../media/image403.png"/><Relationship Id="rId13" Type="http://schemas.openxmlformats.org/officeDocument/2006/relationships/image" Target="../media/image404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405.png"/><Relationship Id="rId3" Type="http://schemas.openxmlformats.org/officeDocument/2006/relationships/image" Target="../media/image406.png"/><Relationship Id="rId4" Type="http://schemas.openxmlformats.org/officeDocument/2006/relationships/image" Target="../media/image407.png"/><Relationship Id="rId5" Type="http://schemas.openxmlformats.org/officeDocument/2006/relationships/image" Target="../media/image408.png"/><Relationship Id="rId6" Type="http://schemas.openxmlformats.org/officeDocument/2006/relationships/image" Target="../media/image409.png"/><Relationship Id="rId7" Type="http://schemas.openxmlformats.org/officeDocument/2006/relationships/image" Target="../media/image410.png"/><Relationship Id="rId8" Type="http://schemas.openxmlformats.org/officeDocument/2006/relationships/image" Target="../media/image411.png"/><Relationship Id="rId9" Type="http://schemas.openxmlformats.org/officeDocument/2006/relationships/image" Target="../media/image412.png"/><Relationship Id="rId10" Type="http://schemas.openxmlformats.org/officeDocument/2006/relationships/image" Target="../media/image413.png"/><Relationship Id="rId11" Type="http://schemas.openxmlformats.org/officeDocument/2006/relationships/image" Target="../media/image414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415.png"/><Relationship Id="rId3" Type="http://schemas.openxmlformats.org/officeDocument/2006/relationships/image" Target="../media/image416.png"/><Relationship Id="rId4" Type="http://schemas.openxmlformats.org/officeDocument/2006/relationships/image" Target="../media/image417.png"/><Relationship Id="rId5" Type="http://schemas.openxmlformats.org/officeDocument/2006/relationships/image" Target="../media/image418.png"/><Relationship Id="rId6" Type="http://schemas.openxmlformats.org/officeDocument/2006/relationships/image" Target="../media/image419.png"/><Relationship Id="rId7" Type="http://schemas.openxmlformats.org/officeDocument/2006/relationships/image" Target="../media/image420.png"/><Relationship Id="rId8" Type="http://schemas.openxmlformats.org/officeDocument/2006/relationships/image" Target="../media/image421.png"/><Relationship Id="rId9" Type="http://schemas.openxmlformats.org/officeDocument/2006/relationships/image" Target="../media/image422.png"/><Relationship Id="rId10" Type="http://schemas.openxmlformats.org/officeDocument/2006/relationships/image" Target="../media/image423.png"/><Relationship Id="rId11" Type="http://schemas.openxmlformats.org/officeDocument/2006/relationships/image" Target="../media/image424.png"/><Relationship Id="rId12" Type="http://schemas.openxmlformats.org/officeDocument/2006/relationships/image" Target="../media/image425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426.png"/><Relationship Id="rId3" Type="http://schemas.openxmlformats.org/officeDocument/2006/relationships/image" Target="../media/image427.png"/><Relationship Id="rId4" Type="http://schemas.openxmlformats.org/officeDocument/2006/relationships/image" Target="../media/image428.png"/><Relationship Id="rId5" Type="http://schemas.openxmlformats.org/officeDocument/2006/relationships/image" Target="../media/image429.png"/><Relationship Id="rId6" Type="http://schemas.openxmlformats.org/officeDocument/2006/relationships/image" Target="../media/image430.png"/><Relationship Id="rId7" Type="http://schemas.openxmlformats.org/officeDocument/2006/relationships/image" Target="../media/image431.png"/><Relationship Id="rId8" Type="http://schemas.openxmlformats.org/officeDocument/2006/relationships/image" Target="../media/image432.png"/><Relationship Id="rId9" Type="http://schemas.openxmlformats.org/officeDocument/2006/relationships/image" Target="../media/image433.png"/><Relationship Id="rId10" Type="http://schemas.openxmlformats.org/officeDocument/2006/relationships/image" Target="../media/image434.png"/><Relationship Id="rId11" Type="http://schemas.openxmlformats.org/officeDocument/2006/relationships/image" Target="../media/image435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436.png"/><Relationship Id="rId3" Type="http://schemas.openxmlformats.org/officeDocument/2006/relationships/image" Target="../media/image437.png"/><Relationship Id="rId4" Type="http://schemas.openxmlformats.org/officeDocument/2006/relationships/image" Target="../media/image438.png"/><Relationship Id="rId5" Type="http://schemas.openxmlformats.org/officeDocument/2006/relationships/image" Target="../media/image439.png"/><Relationship Id="rId6" Type="http://schemas.openxmlformats.org/officeDocument/2006/relationships/image" Target="../media/image440.png"/><Relationship Id="rId7" Type="http://schemas.openxmlformats.org/officeDocument/2006/relationships/image" Target="../media/image441.png"/><Relationship Id="rId8" Type="http://schemas.openxmlformats.org/officeDocument/2006/relationships/image" Target="../media/image442.png"/><Relationship Id="rId9" Type="http://schemas.openxmlformats.org/officeDocument/2006/relationships/image" Target="../media/image443.png"/><Relationship Id="rId10" Type="http://schemas.openxmlformats.org/officeDocument/2006/relationships/image" Target="../media/image444.png"/><Relationship Id="rId11" Type="http://schemas.openxmlformats.org/officeDocument/2006/relationships/image" Target="../media/image445.png"/><Relationship Id="rId12" Type="http://schemas.openxmlformats.org/officeDocument/2006/relationships/image" Target="../media/image446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447.png"/><Relationship Id="rId3" Type="http://schemas.openxmlformats.org/officeDocument/2006/relationships/image" Target="../media/image448.png"/><Relationship Id="rId4" Type="http://schemas.openxmlformats.org/officeDocument/2006/relationships/image" Target="../media/image449.png"/><Relationship Id="rId5" Type="http://schemas.openxmlformats.org/officeDocument/2006/relationships/image" Target="../media/image450.png"/><Relationship Id="rId6" Type="http://schemas.openxmlformats.org/officeDocument/2006/relationships/image" Target="../media/image451.png"/><Relationship Id="rId7" Type="http://schemas.openxmlformats.org/officeDocument/2006/relationships/image" Target="../media/image452.png"/><Relationship Id="rId8" Type="http://schemas.openxmlformats.org/officeDocument/2006/relationships/image" Target="../media/image453.png"/><Relationship Id="rId9" Type="http://schemas.openxmlformats.org/officeDocument/2006/relationships/image" Target="../media/image454.png"/><Relationship Id="rId10" Type="http://schemas.openxmlformats.org/officeDocument/2006/relationships/image" Target="../media/image455.png"/><Relationship Id="rId11" Type="http://schemas.openxmlformats.org/officeDocument/2006/relationships/image" Target="../media/image456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457.png"/><Relationship Id="rId3" Type="http://schemas.openxmlformats.org/officeDocument/2006/relationships/image" Target="../media/image458.png"/><Relationship Id="rId4" Type="http://schemas.openxmlformats.org/officeDocument/2006/relationships/image" Target="../media/image459.png"/><Relationship Id="rId5" Type="http://schemas.openxmlformats.org/officeDocument/2006/relationships/image" Target="../media/image460.png"/><Relationship Id="rId6" Type="http://schemas.openxmlformats.org/officeDocument/2006/relationships/image" Target="../media/image461.png"/><Relationship Id="rId7" Type="http://schemas.openxmlformats.org/officeDocument/2006/relationships/image" Target="../media/image462.png"/><Relationship Id="rId8" Type="http://schemas.openxmlformats.org/officeDocument/2006/relationships/image" Target="../media/image463.png"/><Relationship Id="rId9" Type="http://schemas.openxmlformats.org/officeDocument/2006/relationships/image" Target="../media/image464.png"/><Relationship Id="rId10" Type="http://schemas.openxmlformats.org/officeDocument/2006/relationships/image" Target="../media/image465.png"/><Relationship Id="rId11" Type="http://schemas.openxmlformats.org/officeDocument/2006/relationships/image" Target="../media/image466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467.png"/><Relationship Id="rId3" Type="http://schemas.openxmlformats.org/officeDocument/2006/relationships/image" Target="../media/image468.png"/><Relationship Id="rId4" Type="http://schemas.openxmlformats.org/officeDocument/2006/relationships/image" Target="../media/image469.png"/><Relationship Id="rId5" Type="http://schemas.openxmlformats.org/officeDocument/2006/relationships/image" Target="../media/image470.png"/><Relationship Id="rId6" Type="http://schemas.openxmlformats.org/officeDocument/2006/relationships/image" Target="../media/image471.png"/><Relationship Id="rId7" Type="http://schemas.openxmlformats.org/officeDocument/2006/relationships/image" Target="../media/image472.png"/><Relationship Id="rId8" Type="http://schemas.openxmlformats.org/officeDocument/2006/relationships/image" Target="../media/image473.png"/><Relationship Id="rId9" Type="http://schemas.openxmlformats.org/officeDocument/2006/relationships/image" Target="../media/image474.png"/><Relationship Id="rId10" Type="http://schemas.openxmlformats.org/officeDocument/2006/relationships/image" Target="../media/image475.png"/><Relationship Id="rId11" Type="http://schemas.openxmlformats.org/officeDocument/2006/relationships/image" Target="../media/image476.png"/><Relationship Id="rId12" Type="http://schemas.openxmlformats.org/officeDocument/2006/relationships/image" Target="../media/image477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478.png"/><Relationship Id="rId3" Type="http://schemas.openxmlformats.org/officeDocument/2006/relationships/image" Target="../media/image479.png"/><Relationship Id="rId4" Type="http://schemas.openxmlformats.org/officeDocument/2006/relationships/image" Target="../media/image480.png"/><Relationship Id="rId5" Type="http://schemas.openxmlformats.org/officeDocument/2006/relationships/image" Target="../media/image481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482.png"/><Relationship Id="rId3" Type="http://schemas.openxmlformats.org/officeDocument/2006/relationships/image" Target="../media/image483.png"/><Relationship Id="rId4" Type="http://schemas.openxmlformats.org/officeDocument/2006/relationships/image" Target="../media/image484.png"/><Relationship Id="rId5" Type="http://schemas.openxmlformats.org/officeDocument/2006/relationships/image" Target="../media/image485.png"/><Relationship Id="rId6" Type="http://schemas.openxmlformats.org/officeDocument/2006/relationships/image" Target="../media/image486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487.png"/><Relationship Id="rId3" Type="http://schemas.openxmlformats.org/officeDocument/2006/relationships/image" Target="../media/image488.png"/><Relationship Id="rId4" Type="http://schemas.openxmlformats.org/officeDocument/2006/relationships/image" Target="../media/image489.png"/><Relationship Id="rId5" Type="http://schemas.openxmlformats.org/officeDocument/2006/relationships/image" Target="../media/image490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491.png"/><Relationship Id="rId3" Type="http://schemas.openxmlformats.org/officeDocument/2006/relationships/image" Target="../media/image492.png"/><Relationship Id="rId4" Type="http://schemas.openxmlformats.org/officeDocument/2006/relationships/image" Target="../media/image493.png"/><Relationship Id="rId5" Type="http://schemas.openxmlformats.org/officeDocument/2006/relationships/image" Target="../media/image494.png"/><Relationship Id="rId6" Type="http://schemas.openxmlformats.org/officeDocument/2006/relationships/image" Target="../media/image495.png"/><Relationship Id="rId7" Type="http://schemas.openxmlformats.org/officeDocument/2006/relationships/image" Target="../media/image496.png"/><Relationship Id="rId8" Type="http://schemas.openxmlformats.org/officeDocument/2006/relationships/image" Target="../media/image497.png"/><Relationship Id="rId9" Type="http://schemas.openxmlformats.org/officeDocument/2006/relationships/image" Target="../media/image498.png"/><Relationship Id="rId10" Type="http://schemas.openxmlformats.org/officeDocument/2006/relationships/image" Target="../media/image499.png"/><Relationship Id="rId11" Type="http://schemas.openxmlformats.org/officeDocument/2006/relationships/image" Target="../media/image500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501.png"/><Relationship Id="rId3" Type="http://schemas.openxmlformats.org/officeDocument/2006/relationships/image" Target="../media/image502.png"/><Relationship Id="rId4" Type="http://schemas.openxmlformats.org/officeDocument/2006/relationships/image" Target="../media/image503.png"/><Relationship Id="rId5" Type="http://schemas.openxmlformats.org/officeDocument/2006/relationships/image" Target="../media/image504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505.png"/><Relationship Id="rId3" Type="http://schemas.openxmlformats.org/officeDocument/2006/relationships/image" Target="../media/image506.png"/><Relationship Id="rId4" Type="http://schemas.openxmlformats.org/officeDocument/2006/relationships/image" Target="../media/image507.png"/><Relationship Id="rId5" Type="http://schemas.openxmlformats.org/officeDocument/2006/relationships/image" Target="../media/image508.png"/><Relationship Id="rId6" Type="http://schemas.openxmlformats.org/officeDocument/2006/relationships/image" Target="../media/image509.png"/></Relationships>
</file>

<file path=ppt/charts/_rels/chart132.xml.rels><?xml version='1.0' encoding='UTF-8' standalone='yes'?>
<Relationships xmlns="http://schemas.openxmlformats.org/package/2006/relationships"><Relationship Id="rId2" Type="http://schemas.openxmlformats.org/officeDocument/2006/relationships/image" Target="../media/image510.png"/><Relationship Id="rId3" Type="http://schemas.openxmlformats.org/officeDocument/2006/relationships/image" Target="../media/image511.png"/><Relationship Id="rId4" Type="http://schemas.openxmlformats.org/officeDocument/2006/relationships/image" Target="../media/image512.png"/><Relationship Id="rId5" Type="http://schemas.openxmlformats.org/officeDocument/2006/relationships/image" Target="../media/image513.png"/></Relationships>
</file>

<file path=ppt/charts/_rels/chart133.xml.rels><?xml version='1.0' encoding='UTF-8' standalone='yes'?>
<Relationships xmlns="http://schemas.openxmlformats.org/package/2006/relationships"><Relationship Id="rId2" Type="http://schemas.openxmlformats.org/officeDocument/2006/relationships/image" Target="../media/image514.png"/><Relationship Id="rId3" Type="http://schemas.openxmlformats.org/officeDocument/2006/relationships/image" Target="../media/image515.png"/><Relationship Id="rId4" Type="http://schemas.openxmlformats.org/officeDocument/2006/relationships/image" Target="../media/image516.png"/><Relationship Id="rId5" Type="http://schemas.openxmlformats.org/officeDocument/2006/relationships/image" Target="../media/image517.png"/><Relationship Id="rId6" Type="http://schemas.openxmlformats.org/officeDocument/2006/relationships/image" Target="../media/image518.png"/><Relationship Id="rId7" Type="http://schemas.openxmlformats.org/officeDocument/2006/relationships/image" Target="../media/image519.png"/><Relationship Id="rId8" Type="http://schemas.openxmlformats.org/officeDocument/2006/relationships/image" Target="../media/image520.png"/><Relationship Id="rId9" Type="http://schemas.openxmlformats.org/officeDocument/2006/relationships/image" Target="../media/image521.png"/><Relationship Id="rId10" Type="http://schemas.openxmlformats.org/officeDocument/2006/relationships/image" Target="../media/image522.png"/><Relationship Id="rId11" Type="http://schemas.openxmlformats.org/officeDocument/2006/relationships/image" Target="../media/image523.png"/></Relationships>
</file>

<file path=ppt/charts/_rels/chart134.xml.rels><?xml version='1.0' encoding='UTF-8' standalone='yes'?>
<Relationships xmlns="http://schemas.openxmlformats.org/package/2006/relationships"><Relationship Id="rId2" Type="http://schemas.openxmlformats.org/officeDocument/2006/relationships/image" Target="../media/image524.png"/><Relationship Id="rId3" Type="http://schemas.openxmlformats.org/officeDocument/2006/relationships/image" Target="../media/image525.png"/><Relationship Id="rId4" Type="http://schemas.openxmlformats.org/officeDocument/2006/relationships/image" Target="../media/image526.png"/><Relationship Id="rId5" Type="http://schemas.openxmlformats.org/officeDocument/2006/relationships/image" Target="../media/image527.png"/></Relationships>
</file>

<file path=ppt/charts/_rels/chart135.xml.rels><?xml version='1.0' encoding='UTF-8' standalone='yes'?>
<Relationships xmlns="http://schemas.openxmlformats.org/package/2006/relationships"><Relationship Id="rId2" Type="http://schemas.openxmlformats.org/officeDocument/2006/relationships/image" Target="../media/image528.png"/><Relationship Id="rId3" Type="http://schemas.openxmlformats.org/officeDocument/2006/relationships/image" Target="../media/image529.png"/><Relationship Id="rId4" Type="http://schemas.openxmlformats.org/officeDocument/2006/relationships/image" Target="../media/image530.png"/><Relationship Id="rId5" Type="http://schemas.openxmlformats.org/officeDocument/2006/relationships/image" Target="../media/image531.png"/><Relationship Id="rId6" Type="http://schemas.openxmlformats.org/officeDocument/2006/relationships/image" Target="../media/image532.png"/></Relationships>
</file>

<file path=ppt/charts/_rels/chart136.xml.rels><?xml version='1.0' encoding='UTF-8' standalone='yes'?>
<Relationships xmlns="http://schemas.openxmlformats.org/package/2006/relationships"><Relationship Id="rId2" Type="http://schemas.openxmlformats.org/officeDocument/2006/relationships/image" Target="../media/image533.png"/><Relationship Id="rId3" Type="http://schemas.openxmlformats.org/officeDocument/2006/relationships/image" Target="../media/image534.png"/><Relationship Id="rId4" Type="http://schemas.openxmlformats.org/officeDocument/2006/relationships/image" Target="../media/image535.png"/><Relationship Id="rId5" Type="http://schemas.openxmlformats.org/officeDocument/2006/relationships/image" Target="../media/image536.png"/></Relationships>
</file>

<file path=ppt/charts/_rels/chart137.xml.rels><?xml version='1.0' encoding='UTF-8' standalone='yes'?>
<Relationships xmlns="http://schemas.openxmlformats.org/package/2006/relationships"><Relationship Id="rId2" Type="http://schemas.openxmlformats.org/officeDocument/2006/relationships/image" Target="../media/image537.png"/><Relationship Id="rId3" Type="http://schemas.openxmlformats.org/officeDocument/2006/relationships/image" Target="../media/image538.png"/><Relationship Id="rId4" Type="http://schemas.openxmlformats.org/officeDocument/2006/relationships/image" Target="../media/image539.png"/><Relationship Id="rId5" Type="http://schemas.openxmlformats.org/officeDocument/2006/relationships/image" Target="../media/image540.png"/><Relationship Id="rId6" Type="http://schemas.openxmlformats.org/officeDocument/2006/relationships/image" Target="../media/image541.png"/><Relationship Id="rId7" Type="http://schemas.openxmlformats.org/officeDocument/2006/relationships/image" Target="../media/image542.png"/><Relationship Id="rId8" Type="http://schemas.openxmlformats.org/officeDocument/2006/relationships/image" Target="../media/image543.png"/><Relationship Id="rId9" Type="http://schemas.openxmlformats.org/officeDocument/2006/relationships/image" Target="../media/image544.png"/><Relationship Id="rId10" Type="http://schemas.openxmlformats.org/officeDocument/2006/relationships/image" Target="../media/image545.png"/><Relationship Id="rId11" Type="http://schemas.openxmlformats.org/officeDocument/2006/relationships/image" Target="../media/image546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0.055286007370664914</c:v>
                </c:pt>
                <c:pt idx="1">
                  <c:v>0.05282875716221902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746361099503976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18.19270394916239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81.8072960508376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0.060946929912261805</c:v>
                </c:pt>
                <c:pt idx="1">
                  <c:v>0.05914541845776666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822783553815534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16.622760433123577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83.37723956687643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ln w="25400">
              <a:solidFill>
                <a:srgbClr val="C55A11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18608.0</c:v>
                </c:pt>
                <c:pt idx="1">
                  <c:v>18715.0</c:v>
                </c:pt>
                <c:pt idx="2">
                  <c:v>18823.0</c:v>
                </c:pt>
                <c:pt idx="3">
                  <c:v>18929.0</c:v>
                </c:pt>
                <c:pt idx="4">
                  <c:v>19031.0</c:v>
                </c:pt>
                <c:pt idx="5">
                  <c:v>19142.0</c:v>
                </c:pt>
                <c:pt idx="6">
                  <c:v>19245.0</c:v>
                </c:pt>
                <c:pt idx="7">
                  <c:v>19351.0</c:v>
                </c:pt>
                <c:pt idx="8">
                  <c:v>19455.0</c:v>
                </c:pt>
                <c:pt idx="9">
                  <c:v>19562.0</c:v>
                </c:pt>
                <c:pt idx="10">
                  <c:v>19669.0</c:v>
                </c:pt>
                <c:pt idx="11">
                  <c:v>19777.0</c:v>
                </c:pt>
                <c:pt idx="12">
                  <c:v>19880.0</c:v>
                </c:pt>
                <c:pt idx="13">
                  <c:v>19989.0</c:v>
                </c:pt>
                <c:pt idx="14">
                  <c:v>20096.0</c:v>
                </c:pt>
                <c:pt idx="15">
                  <c:v>20202.0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ln w="25400">
              <a:solidFill>
                <a:srgbClr val="0B2E4A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18231.0</c:v>
                </c:pt>
                <c:pt idx="1">
                  <c:v>18337.0</c:v>
                </c:pt>
                <c:pt idx="2">
                  <c:v>18448.0</c:v>
                </c:pt>
                <c:pt idx="3">
                  <c:v>18554.0</c:v>
                </c:pt>
                <c:pt idx="4">
                  <c:v>18659.0</c:v>
                </c:pt>
                <c:pt idx="5">
                  <c:v>18769.0</c:v>
                </c:pt>
                <c:pt idx="6">
                  <c:v>18873.0</c:v>
                </c:pt>
                <c:pt idx="7">
                  <c:v>18979.0</c:v>
                </c:pt>
                <c:pt idx="8">
                  <c:v>19087.0</c:v>
                </c:pt>
                <c:pt idx="9">
                  <c:v>19193.0</c:v>
                </c:pt>
                <c:pt idx="10">
                  <c:v>19301.0</c:v>
                </c:pt>
                <c:pt idx="11">
                  <c:v>19408.0</c:v>
                </c:pt>
                <c:pt idx="12">
                  <c:v>19513.0</c:v>
                </c:pt>
                <c:pt idx="13">
                  <c:v>19621.0</c:v>
                </c:pt>
                <c:pt idx="14">
                  <c:v>19729.0</c:v>
                </c:pt>
                <c:pt idx="15">
                  <c:v>19835.0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ln w="25400">
              <a:solidFill>
                <a:srgbClr val="7030A0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18165.0</c:v>
                </c:pt>
                <c:pt idx="1">
                  <c:v>18268.0</c:v>
                </c:pt>
                <c:pt idx="2">
                  <c:v>18378.0</c:v>
                </c:pt>
                <c:pt idx="3">
                  <c:v>18483.0</c:v>
                </c:pt>
                <c:pt idx="4">
                  <c:v>18589.0</c:v>
                </c:pt>
                <c:pt idx="5">
                  <c:v>18699.0</c:v>
                </c:pt>
                <c:pt idx="6">
                  <c:v>18803.0</c:v>
                </c:pt>
                <c:pt idx="7">
                  <c:v>18908.0</c:v>
                </c:pt>
                <c:pt idx="8">
                  <c:v>19016.0</c:v>
                </c:pt>
                <c:pt idx="9">
                  <c:v>19123.0</c:v>
                </c:pt>
                <c:pt idx="10">
                  <c:v>19233.0</c:v>
                </c:pt>
                <c:pt idx="11">
                  <c:v>19341.0</c:v>
                </c:pt>
                <c:pt idx="12">
                  <c:v>19446.0</c:v>
                </c:pt>
                <c:pt idx="13">
                  <c:v>19555.0</c:v>
                </c:pt>
                <c:pt idx="14">
                  <c:v>19665.0</c:v>
                </c:pt>
                <c:pt idx="15">
                  <c:v>19772.0</c:v>
                </c:pt>
              </c:numCache>
            </c:numRef>
          </c:val>
          <c:smooth val="0"/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ln w="25400">
              <a:solidFill>
                <a:srgbClr val="008189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18165.0</c:v>
                </c:pt>
                <c:pt idx="1">
                  <c:v>18268.0</c:v>
                </c:pt>
                <c:pt idx="2">
                  <c:v>18373.0</c:v>
                </c:pt>
                <c:pt idx="3">
                  <c:v>18476.0</c:v>
                </c:pt>
                <c:pt idx="4">
                  <c:v>18577.0</c:v>
                </c:pt>
                <c:pt idx="5">
                  <c:v>18681.0</c:v>
                </c:pt>
                <c:pt idx="6">
                  <c:v>18782.0</c:v>
                </c:pt>
                <c:pt idx="7">
                  <c:v>18884.0</c:v>
                </c:pt>
                <c:pt idx="8">
                  <c:v>18987.0</c:v>
                </c:pt>
                <c:pt idx="9">
                  <c:v>19090.0</c:v>
                </c:pt>
                <c:pt idx="10">
                  <c:v>19194.0</c:v>
                </c:pt>
                <c:pt idx="11">
                  <c:v>19297.0</c:v>
                </c:pt>
                <c:pt idx="12">
                  <c:v>19397.0</c:v>
                </c:pt>
                <c:pt idx="13">
                  <c:v>19502.0</c:v>
                </c:pt>
                <c:pt idx="14">
                  <c:v>19606.0</c:v>
                </c:pt>
                <c:pt idx="15">
                  <c:v>19708.0</c:v>
                </c:pt>
              </c:numCache>
            </c:numRef>
          </c:val>
          <c:smooth val="0"/>
        </c:ser>
        <c:ser>
          <c:idx val="4"/>
          <c:order val="4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ln w="25400">
              <a:solidFill>
                <a:srgbClr val="9E7E0A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18102.0</c:v>
                </c:pt>
                <c:pt idx="1">
                  <c:v>18205.0</c:v>
                </c:pt>
                <c:pt idx="2">
                  <c:v>18312.0</c:v>
                </c:pt>
                <c:pt idx="3">
                  <c:v>18412.0</c:v>
                </c:pt>
                <c:pt idx="4">
                  <c:v>18514.0</c:v>
                </c:pt>
                <c:pt idx="5">
                  <c:v>18621.0</c:v>
                </c:pt>
                <c:pt idx="6">
                  <c:v>18721.0</c:v>
                </c:pt>
                <c:pt idx="7">
                  <c:v>18824.0</c:v>
                </c:pt>
                <c:pt idx="8">
                  <c:v>18925.0</c:v>
                </c:pt>
                <c:pt idx="9">
                  <c:v>19029.0</c:v>
                </c:pt>
                <c:pt idx="10">
                  <c:v>19134.0</c:v>
                </c:pt>
                <c:pt idx="11">
                  <c:v>19236.0</c:v>
                </c:pt>
                <c:pt idx="12">
                  <c:v>19338.0</c:v>
                </c:pt>
                <c:pt idx="13">
                  <c:v>19441.0</c:v>
                </c:pt>
                <c:pt idx="14">
                  <c:v>19544.0</c:v>
                </c:pt>
                <c:pt idx="15">
                  <c:v>19646.0</c:v>
                </c:pt>
              </c:numCache>
            </c:numRef>
          </c:val>
          <c:smooth val="0"/>
        </c:ser>
        <c:ser>
          <c:idx val="5"/>
          <c:order val="5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ln w="25400">
              <a:solidFill>
                <a:srgbClr val="5B7DB1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18051.0</c:v>
                </c:pt>
                <c:pt idx="1">
                  <c:v>18148.0</c:v>
                </c:pt>
                <c:pt idx="2">
                  <c:v>18249.0</c:v>
                </c:pt>
                <c:pt idx="3">
                  <c:v>18347.0</c:v>
                </c:pt>
                <c:pt idx="4">
                  <c:v>18444.0</c:v>
                </c:pt>
                <c:pt idx="5">
                  <c:v>18546.0</c:v>
                </c:pt>
                <c:pt idx="6">
                  <c:v>18643.0</c:v>
                </c:pt>
                <c:pt idx="7">
                  <c:v>18740.0</c:v>
                </c:pt>
                <c:pt idx="8">
                  <c:v>18840.0</c:v>
                </c:pt>
                <c:pt idx="9">
                  <c:v>18939.0</c:v>
                </c:pt>
                <c:pt idx="10">
                  <c:v>19042.0</c:v>
                </c:pt>
                <c:pt idx="11">
                  <c:v>19142.0</c:v>
                </c:pt>
                <c:pt idx="12">
                  <c:v>19239.0</c:v>
                </c:pt>
                <c:pt idx="13">
                  <c:v>19341.0</c:v>
                </c:pt>
                <c:pt idx="14">
                  <c:v>19442.0</c:v>
                </c:pt>
                <c:pt idx="15">
                  <c:v>19542.0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low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40495176"/>
        <c:crosses val="autoZero"/>
        <c:auto val="1"/>
        <c:lblAlgn val="ctr"/>
        <c:lblOffset val="100"/>
        <c:noMultiLvlLbl val="0"/>
      </c:catAx>
      <c:valAx>
        <c:axId val="2140495176"/>
        <c:scaling>
          <c:max val="20500.0"/>
          <c:min val="1800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18791784"/>
        <c:crosses val="autoZero"/>
        <c:majorUnit val="500.0"/>
      </c:valAx>
    </c:plotArea>
    <c:legend>
      <c:legendPos val="b"/>
      <c:layout/>
      <c:overlay val="0"/>
      <c:txPr>
        <a:bodyPr/>
        <a:lstStyle/>
        <a:p>
          <a:pPr>
            <a:defRPr sz="900">
              <a:latin typeface="Calibri"/>
            </a:defRPr>
          </a:pPr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dPt>
            <c:idx val="0"/>
            <c:spPr>
              <a:solidFill>
                <a:srgbClr val="5B7DB1"/>
              </a:solidFill>
            </c:spPr>
          </c:dPt>
          <c:dPt>
            <c:idx val="1"/>
            <c:spPr>
              <a:solidFill>
                <a:srgbClr val="5B7DB1"/>
              </a:solidFill>
            </c:spPr>
          </c:dPt>
          <c:dPt>
            <c:idx val="2"/>
            <c:spPr>
              <a:solidFill>
                <a:srgbClr val="5B7DB1"/>
              </a:solidFill>
            </c:spPr>
          </c:dPt>
          <c:dPt>
            <c:idx val="3"/>
            <c:spPr>
              <a:solidFill>
                <a:srgbClr val="C55A11"/>
              </a:solidFill>
            </c:spPr>
          </c:dPt>
          <c:dPt>
            <c:idx val="4"/>
            <c:spPr>
              <a:solidFill>
                <a:srgbClr val="C55A11"/>
              </a:solidFill>
            </c:spPr>
          </c:dPt>
          <c:dPt>
            <c:idx val="5"/>
            <c:spPr>
              <a:solidFill>
                <a:srgbClr val="C55A11"/>
              </a:solidFill>
            </c:spPr>
          </c:dPt>
          <c:cat>
            <c:strRef>
              <c:strCache>
                <c:ptCount val="6"/>
                <c:pt idx="0">
                  <c:v>Shampoos &amp; Cleansing Products</c:v>
                </c:pt>
                <c:pt idx="1">
                  <c:v>Skin, Paw &amp; Nose Care Products</c:v>
                </c:pt>
                <c:pt idx="2">
                  <c:v>Dental &amp; Oral Care Products</c:v>
                </c:pt>
                <c:pt idx="3">
                  <c:v>Fragrance &amp; Deodorizing Products</c:v>
                </c:pt>
                <c:pt idx="4">
                  <c:v>Coat Conditioning &amp; Grooming Products</c:v>
                </c:pt>
                <c:pt idx="5">
                  <c:v>Ear &amp; Eye Hygiene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99.3</c:v>
                </c:pt>
                <c:pt idx="1">
                  <c:v>99.7</c:v>
                </c:pt>
                <c:pt idx="2">
                  <c:v>100.0</c:v>
                </c:pt>
                <c:pt idx="3">
                  <c:v>100.1</c:v>
                </c:pt>
                <c:pt idx="4">
                  <c:v>100.4</c:v>
                </c:pt>
                <c:pt idx="5">
                  <c:v>102.4</c:v>
                </c:pt>
              </c:numCache>
            </c:numRef>
          </c:val>
        </c:ser>
        <c:dLbls>
          <c:numFmt formatCode="0.0" sourceLinked="0"/>
          <c:txPr>
            <a:bodyPr/>
            <a:lstStyle/>
            <a:p>
              <a:pPr>
                <a:defRPr sz="900" b="1">
                  <a:solidFill>
                    <a:srgbClr val="1F1F1F"/>
                  </a:solidFill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5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4.0"/>
          <c:min val="96.0"/>
        </c:scaling>
        <c:delete/>
        <c:axPos val="b"/>
        <c:majorTickMark val="out"/>
        <c:minorTickMark val="none"/>
        <c:tickLblPos val="none"/>
        <c:crossAx val="-2068027336"/>
        <c:crosses val="autoZero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bar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6"/>
                <c:pt idx="0">
                  <c:v>Shampoos &amp; Cleansing Products</c:v>
                </c:pt>
                <c:pt idx="1">
                  <c:v>Skin, Paw &amp; Nose Care Products</c:v>
                </c:pt>
                <c:pt idx="2">
                  <c:v>Dental &amp; Oral Care Products</c:v>
                </c:pt>
                <c:pt idx="3">
                  <c:v>Fragrance &amp; Deodorizing Products</c:v>
                </c:pt>
                <c:pt idx="4">
                  <c:v>Coat Conditioning &amp; Grooming Products</c:v>
                </c:pt>
                <c:pt idx="5">
                  <c:v>Ear &amp; Eye Hygiene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17483</c:v>
                </c:pt>
                <c:pt idx="1">
                  <c:v>16712</c:v>
                </c:pt>
                <c:pt idx="2">
                  <c:v>15934</c:v>
                </c:pt>
                <c:pt idx="3">
                  <c:v>15207</c:v>
                </c:pt>
                <c:pt idx="4">
                  <c:v>17781</c:v>
                </c:pt>
                <c:pt idx="5">
                  <c:v>16449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cat>
            <c:strRef>
              <c:strCache>
                <c:ptCount val="6"/>
                <c:pt idx="0">
                  <c:v>Shampoos &amp; Cleansing Products</c:v>
                </c:pt>
                <c:pt idx="1">
                  <c:v>Skin, Paw &amp; Nose Care Products</c:v>
                </c:pt>
                <c:pt idx="2">
                  <c:v>Dental &amp; Oral Care Products</c:v>
                </c:pt>
                <c:pt idx="3">
                  <c:v>Fragrance &amp; Deodorizing Products</c:v>
                </c:pt>
                <c:pt idx="4">
                  <c:v>Coat Conditioning &amp; Grooming Products</c:v>
                </c:pt>
                <c:pt idx="5">
                  <c:v>Ear &amp; Eye Hygiene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2123</c:v>
                </c:pt>
                <c:pt idx="1">
                  <c:v>4455</c:v>
                </c:pt>
                <c:pt idx="2">
                  <c:v>5053</c:v>
                </c:pt>
                <c:pt idx="3">
                  <c:v>8990</c:v>
                </c:pt>
                <c:pt idx="4">
                  <c:v>3088</c:v>
                </c:pt>
                <c:pt idx="5">
                  <c:v>5116</c:v>
                </c:pt>
              </c:numCache>
            </c:numRef>
          </c:val>
        </c:ser>
        <c:gapWidth val="55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26000.0"/>
          <c:min val="14000.0"/>
        </c:scaling>
        <c:delete val="0"/>
        <c:axPos val="b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0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2000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col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24"/>
                <c:pt idx="0">
                  <c:v>Sweden</c:v>
                </c:pt>
                <c:pt idx="1">
                  <c:v>France</c:v>
                </c:pt>
                <c:pt idx="2">
                  <c:v>Greece</c:v>
                </c:pt>
                <c:pt idx="3">
                  <c:v>Slovenia</c:v>
                </c:pt>
                <c:pt idx="4">
                  <c:v>Poland</c:v>
                </c:pt>
                <c:pt idx="5">
                  <c:v>Portugal</c:v>
                </c:pt>
                <c:pt idx="6">
                  <c:v>Malta</c:v>
                </c:pt>
                <c:pt idx="7">
                  <c:v>Croatia</c:v>
                </c:pt>
                <c:pt idx="8">
                  <c:v>Italy</c:v>
                </c:pt>
                <c:pt idx="9">
                  <c:v>Belgium</c:v>
                </c:pt>
                <c:pt idx="10">
                  <c:v>Switzerland</c:v>
                </c:pt>
                <c:pt idx="11">
                  <c:v>Czech Republic</c:v>
                </c:pt>
                <c:pt idx="12">
                  <c:v>Finland</c:v>
                </c:pt>
                <c:pt idx="13">
                  <c:v>Ireland</c:v>
                </c:pt>
                <c:pt idx="14">
                  <c:v>Norway</c:v>
                </c:pt>
                <c:pt idx="15">
                  <c:v>Spain</c:v>
                </c:pt>
                <c:pt idx="16">
                  <c:v>United Kingdom</c:v>
                </c:pt>
                <c:pt idx="17">
                  <c:v>Romania</c:v>
                </c:pt>
                <c:pt idx="18">
                  <c:v>Denmark</c:v>
                </c:pt>
                <c:pt idx="19">
                  <c:v>Netherlands</c:v>
                </c:pt>
                <c:pt idx="20">
                  <c:v>Austria</c:v>
                </c:pt>
                <c:pt idx="21">
                  <c:v>Germany</c:v>
                </c:pt>
                <c:pt idx="22">
                  <c:v>Bulgaria</c:v>
                </c:pt>
                <c:pt idx="23">
                  <c:v>Hungary</c:v>
                </c:pt>
              </c:strCache>
            </c:strRef>
          </c:cat>
          <c:val>
            <c:numRef>
              <c:numCache>
                <c:formatCode>General</c:formatCode>
                <c:ptCount val="24"/>
                <c:pt idx="0">
                  <c:v>20679</c:v>
                </c:pt>
                <c:pt idx="1">
                  <c:v>20194</c:v>
                </c:pt>
                <c:pt idx="2">
                  <c:v>20462</c:v>
                </c:pt>
                <c:pt idx="3">
                  <c:v>20052</c:v>
                </c:pt>
                <c:pt idx="4">
                  <c:v>19529</c:v>
                </c:pt>
                <c:pt idx="5">
                  <c:v>19354</c:v>
                </c:pt>
                <c:pt idx="6">
                  <c:v>17889</c:v>
                </c:pt>
                <c:pt idx="7">
                  <c:v>18099</c:v>
                </c:pt>
                <c:pt idx="8">
                  <c:v>18605</c:v>
                </c:pt>
                <c:pt idx="9">
                  <c:v>18026</c:v>
                </c:pt>
                <c:pt idx="10">
                  <c:v>18319</c:v>
                </c:pt>
                <c:pt idx="11">
                  <c:v>18443</c:v>
                </c:pt>
                <c:pt idx="12">
                  <c:v>18074</c:v>
                </c:pt>
                <c:pt idx="13">
                  <c:v>18484</c:v>
                </c:pt>
                <c:pt idx="14">
                  <c:v>18119</c:v>
                </c:pt>
                <c:pt idx="15">
                  <c:v>17894</c:v>
                </c:pt>
                <c:pt idx="16">
                  <c:v>17825</c:v>
                </c:pt>
                <c:pt idx="17">
                  <c:v>16921</c:v>
                </c:pt>
                <c:pt idx="18">
                  <c:v>17075</c:v>
                </c:pt>
                <c:pt idx="19">
                  <c:v>16640</c:v>
                </c:pt>
                <c:pt idx="20">
                  <c:v>16812</c:v>
                </c:pt>
                <c:pt idx="21">
                  <c:v>16663</c:v>
                </c:pt>
                <c:pt idx="22">
                  <c:v>16143</c:v>
                </c:pt>
                <c:pt idx="23">
                  <c:v>15782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dPt>
            <c:idx val="15"/>
            <c:spPr>
              <a:solidFill>
                <a:srgbClr val="5B7DB1"/>
              </a:solidFill>
            </c:spPr>
          </c:dPt>
          <c:dPt>
            <c:idx val="16"/>
            <c:spPr>
              <a:solidFill>
                <a:srgbClr val="5B7DB1"/>
              </a:solidFill>
            </c:spPr>
          </c:dPt>
          <c:dPt>
            <c:idx val="17"/>
            <c:spPr>
              <a:solidFill>
                <a:srgbClr val="5B7DB1"/>
              </a:solidFill>
            </c:spPr>
          </c:dPt>
          <c:dPt>
            <c:idx val="18"/>
            <c:spPr>
              <a:solidFill>
                <a:srgbClr val="5B7DB1"/>
              </a:solidFill>
            </c:spPr>
          </c:dPt>
          <c:dPt>
            <c:idx val="19"/>
            <c:spPr>
              <a:solidFill>
                <a:srgbClr val="5B7DB1"/>
              </a:solidFill>
            </c:spPr>
          </c:dPt>
          <c:dPt>
            <c:idx val="20"/>
            <c:spPr>
              <a:solidFill>
                <a:srgbClr val="5B7DB1"/>
              </a:solidFill>
            </c:spPr>
          </c:dPt>
          <c:dPt>
            <c:idx val="21"/>
            <c:spPr>
              <a:solidFill>
                <a:srgbClr val="5B7DB1"/>
              </a:solidFill>
            </c:spPr>
          </c:dPt>
          <c:dPt>
            <c:idx val="22"/>
            <c:spPr>
              <a:solidFill>
                <a:srgbClr val="5B7DB1"/>
              </a:solidFill>
            </c:spPr>
          </c:dPt>
          <c:dPt>
            <c:idx val="23"/>
            <c:spPr>
              <a:solidFill>
                <a:srgbClr val="5B7DB1"/>
              </a:solidFill>
            </c:spPr>
          </c:dPt>
          <c:dLbls>
            <c:dLbl>
              <c:idx val="0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113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113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111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110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105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100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97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95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94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90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tx>
                <c:rich>
                  <a:bodyPr/>
                  <a:lstStyle/>
                  <a:p>
                    <a:r>
                      <a:rPr sz="800" b="1">
                        <a:solidFill>
                          <a:srgbClr val="FFFFFF"/>
                        </a:solidFill>
                        <a:latin typeface="Calibri"/>
                      </a:rPr>
                      <a:t>86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4"/>
                <c:pt idx="0">
                  <c:v>Sweden</c:v>
                </c:pt>
                <c:pt idx="1">
                  <c:v>France</c:v>
                </c:pt>
                <c:pt idx="2">
                  <c:v>Greece</c:v>
                </c:pt>
                <c:pt idx="3">
                  <c:v>Slovenia</c:v>
                </c:pt>
                <c:pt idx="4">
                  <c:v>Poland</c:v>
                </c:pt>
                <c:pt idx="5">
                  <c:v>Portugal</c:v>
                </c:pt>
                <c:pt idx="6">
                  <c:v>Malta</c:v>
                </c:pt>
                <c:pt idx="7">
                  <c:v>Croatia</c:v>
                </c:pt>
                <c:pt idx="8">
                  <c:v>Italy</c:v>
                </c:pt>
                <c:pt idx="9">
                  <c:v>Belgium</c:v>
                </c:pt>
                <c:pt idx="10">
                  <c:v>Switzerland</c:v>
                </c:pt>
                <c:pt idx="11">
                  <c:v>Czech Republic</c:v>
                </c:pt>
                <c:pt idx="12">
                  <c:v>Finland</c:v>
                </c:pt>
                <c:pt idx="13">
                  <c:v>Ireland</c:v>
                </c:pt>
                <c:pt idx="14">
                  <c:v>Norway</c:v>
                </c:pt>
                <c:pt idx="15">
                  <c:v>Spain</c:v>
                </c:pt>
                <c:pt idx="16">
                  <c:v>United Kingdom</c:v>
                </c:pt>
                <c:pt idx="17">
                  <c:v>Romania</c:v>
                </c:pt>
                <c:pt idx="18">
                  <c:v>Denmark</c:v>
                </c:pt>
                <c:pt idx="19">
                  <c:v>Netherlands</c:v>
                </c:pt>
                <c:pt idx="20">
                  <c:v>Austria</c:v>
                </c:pt>
                <c:pt idx="21">
                  <c:v>Germany</c:v>
                </c:pt>
                <c:pt idx="22">
                  <c:v>Bulgaria</c:v>
                </c:pt>
                <c:pt idx="23">
                  <c:v>Hungary</c:v>
                </c:pt>
              </c:strCache>
            </c:strRef>
          </c:cat>
          <c:val>
            <c:numRef>
              <c:numCache>
                <c:formatCode>General</c:formatCode>
                <c:ptCount val="24"/>
                <c:pt idx="0">
                  <c:v>1589</c:v>
                </c:pt>
                <c:pt idx="1">
                  <c:v>1291</c:v>
                </c:pt>
                <c:pt idx="2">
                  <c:v>532</c:v>
                </c:pt>
                <c:pt idx="3">
                  <c:v>1334</c:v>
                </c:pt>
                <c:pt idx="4">
                  <c:v>1107</c:v>
                </c:pt>
                <c:pt idx="5">
                  <c:v>1322</c:v>
                </c:pt>
                <c:pt idx="6">
                  <c:v>2933</c:v>
                </c:pt>
                <c:pt idx="7">
                  <c:v>2052</c:v>
                </c:pt>
                <c:pt idx="8">
                  <c:v>1454</c:v>
                </c:pt>
                <c:pt idx="9">
                  <c:v>1425</c:v>
                </c:pt>
                <c:pt idx="10">
                  <c:v>1117</c:v>
                </c:pt>
                <c:pt idx="11">
                  <c:v>938</c:v>
                </c:pt>
                <c:pt idx="12">
                  <c:v>2928</c:v>
                </c:pt>
                <c:pt idx="13">
                  <c:v>1141</c:v>
                </c:pt>
                <c:pt idx="14">
                  <c:v>969</c:v>
                </c:pt>
                <c:pt idx="15">
                  <c:v>1191</c:v>
                </c:pt>
                <c:pt idx="16">
                  <c:v>2052</c:v>
                </c:pt>
                <c:pt idx="17">
                  <c:v>1571</c:v>
                </c:pt>
                <c:pt idx="18">
                  <c:v>1129</c:v>
                </c:pt>
                <c:pt idx="19">
                  <c:v>1332</c:v>
                </c:pt>
                <c:pt idx="20">
                  <c:v>1400</c:v>
                </c:pt>
                <c:pt idx="21">
                  <c:v>872</c:v>
                </c:pt>
                <c:pt idx="22">
                  <c:v>1872</c:v>
                </c:pt>
                <c:pt idx="23">
                  <c:v>1235</c:v>
                </c:pt>
              </c:numCache>
            </c:numRef>
          </c:val>
        </c:ser>
        <c:gapWidth val="4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23000.0"/>
          <c:min val="1500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5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1000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15.365984237292665</c:v>
                </c:pt>
                <c:pt idx="1">
                  <c:v>13.101357133419196</c:v>
                </c:pt>
                <c:pt idx="2">
                  <c:v>8.908950649171555</c:v>
                </c:pt>
                <c:pt idx="3">
                  <c:v>6.434493165084789</c:v>
                </c:pt>
                <c:pt idx="4">
                  <c:v>6.536030207810779</c:v>
                </c:pt>
                <c:pt idx="5">
                  <c:v>6.391874158591303</c:v>
                </c:pt>
                <c:pt idx="6">
                  <c:v>4.984445599725082</c:v>
                </c:pt>
                <c:pt idx="7">
                  <c:v>2.975190875597973</c:v>
                </c:pt>
                <c:pt idx="8">
                  <c:v>2.146881736179525</c:v>
                </c:pt>
                <c:pt idx="9">
                  <c:v>2.1554990552100683</c:v>
                </c:pt>
                <c:pt idx="10">
                  <c:v>30.999293181917075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13.257277768762723</c:v>
                </c:pt>
                <c:pt idx="1">
                  <c:v>11.068290254169384</c:v>
                </c:pt>
                <c:pt idx="2">
                  <c:v>12.589358575079316</c:v>
                </c:pt>
                <c:pt idx="3">
                  <c:v>12.215437450069626</c:v>
                </c:pt>
                <c:pt idx="4">
                  <c:v>8.651701491037262</c:v>
                </c:pt>
                <c:pt idx="5">
                  <c:v>5.225916176548457</c:v>
                </c:pt>
                <c:pt idx="6">
                  <c:v>4.4928995088464045</c:v>
                </c:pt>
                <c:pt idx="7">
                  <c:v>4.585103214436975</c:v>
                </c:pt>
                <c:pt idx="8">
                  <c:v>3.999752878424063</c:v>
                </c:pt>
                <c:pt idx="9">
                  <c:v>2.5965461190797754</c:v>
                </c:pt>
                <c:pt idx="10">
                  <c:v>21.317716563546018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291.21650971442705</c:v>
                </c:pt>
                <c:pt idx="1">
                  <c:v>177.26284107458014</c:v>
                </c:pt>
                <c:pt idx="2">
                  <c:v>95.59271141780104</c:v>
                </c:pt>
                <c:pt idx="3">
                  <c:v>108.01244664842503</c:v>
                </c:pt>
                <c:pt idx="4">
                  <c:v>205.12303875048048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4.405792823043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888.5282639999999</c:v>
                </c:pt>
                <c:pt idx="1">
                  <c:v>798.7000436577964</c:v>
                </c:pt>
                <c:pt idx="2">
                  <c:v>583.7039757133355</c:v>
                </c:pt>
                <c:pt idx="3">
                  <c:v>373.953790015209</c:v>
                </c:pt>
                <c:pt idx="4">
                  <c:v>296.6811346342729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291.21650971442705</c:v>
                </c:pt>
                <c:pt idx="1">
                  <c:v>177.26284107458014</c:v>
                </c:pt>
                <c:pt idx="2">
                  <c:v>95.59271141780104</c:v>
                </c:pt>
                <c:pt idx="3">
                  <c:v>108.01244664842503</c:v>
                </c:pt>
                <c:pt idx="4">
                  <c:v>205.12303875048048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37.31617792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138.8101500189308</c:v>
                </c:pt>
                <c:pt idx="1">
                  <c:v>77.2250060647184</c:v>
                </c:pt>
                <c:pt idx="2">
                  <c:v>97.20429884663439</c:v>
                </c:pt>
                <c:pt idx="3">
                  <c:v>183.62809790532108</c:v>
                </c:pt>
                <c:pt idx="4">
                  <c:v>271.09259510480604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57.842225538344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939.78951</c:v>
                </c:pt>
                <c:pt idx="1">
                  <c:v>844.7788923303617</c:v>
                </c:pt>
                <c:pt idx="2">
                  <c:v>617.3792050814125</c:v>
                </c:pt>
                <c:pt idx="3">
                  <c:v>395.52804713147106</c:v>
                </c:pt>
                <c:pt idx="4">
                  <c:v>313.79735394009634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138.8101500189308</c:v>
                </c:pt>
                <c:pt idx="1">
                  <c:v>77.2250060647184</c:v>
                </c:pt>
                <c:pt idx="2">
                  <c:v>97.20429884663439</c:v>
                </c:pt>
                <c:pt idx="3">
                  <c:v>183.62809790532108</c:v>
                </c:pt>
                <c:pt idx="4">
                  <c:v>271.09259510480604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202.9305728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42.21616814743412</c:v>
                </c:pt>
                <c:pt idx="1">
                  <c:v>58.69028519896004</c:v>
                </c:pt>
                <c:pt idx="2">
                  <c:v>109.43842002434585</c:v>
                </c:pt>
                <c:pt idx="3">
                  <c:v>156.0553959300269</c:v>
                </c:pt>
                <c:pt idx="4">
                  <c:v>163.26241493185043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15.506387710042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991.050756</c:v>
                </c:pt>
                <c:pt idx="1">
                  <c:v>890.8577410029268</c:v>
                </c:pt>
                <c:pt idx="2">
                  <c:v>651.0544344494896</c:v>
                </c:pt>
                <c:pt idx="3">
                  <c:v>417.1023042477332</c:v>
                </c:pt>
                <c:pt idx="4">
                  <c:v>330.9135732459198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Germany</c:v>
                </c:pt>
                <c:pt idx="1">
                  <c:v>United Kingdom</c:v>
                </c:pt>
                <c:pt idx="2">
                  <c:v>France</c:v>
                </c:pt>
                <c:pt idx="3">
                  <c:v>Italy</c:v>
                </c:pt>
                <c:pt idx="4">
                  <c:v>Rest of Europe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42.21616814743412</c:v>
                </c:pt>
                <c:pt idx="1">
                  <c:v>58.69028519896004</c:v>
                </c:pt>
                <c:pt idx="2">
                  <c:v>109.43842002434585</c:v>
                </c:pt>
                <c:pt idx="3">
                  <c:v>156.0553959300269</c:v>
                </c:pt>
                <c:pt idx="4">
                  <c:v>163.26241493185043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268.54496768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9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9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3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9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5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6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7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8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8.xml"/><Relationship Id="rId20" Type="http://schemas.openxmlformats.org/officeDocument/2006/relationships/slide" Target="slide222.xml"/><Relationship Id="rId21" Type="http://schemas.openxmlformats.org/officeDocument/2006/relationships/slide" Target="slide223.xml"/><Relationship Id="rId22" Type="http://schemas.openxmlformats.org/officeDocument/2006/relationships/slide" Target="slide232.xml"/><Relationship Id="rId23" Type="http://schemas.openxmlformats.org/officeDocument/2006/relationships/slide" Target="slide233.xml"/><Relationship Id="rId24" Type="http://schemas.openxmlformats.org/officeDocument/2006/relationships/slide" Target="slide247.xml"/><Relationship Id="rId25" Type="http://schemas.openxmlformats.org/officeDocument/2006/relationships/slide" Target="slide253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6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8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9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2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59.png"/><Relationship Id="rId5" Type="http://schemas.openxmlformats.org/officeDocument/2006/relationships/image" Target="../media/image60.png"/><Relationship Id="rId6" Type="http://schemas.openxmlformats.org/officeDocument/2006/relationships/image" Target="../media/image61.png"/><Relationship Id="rId7" Type="http://schemas.openxmlformats.org/officeDocument/2006/relationships/image" Target="../media/image62.png"/><Relationship Id="rId8" Type="http://schemas.openxmlformats.org/officeDocument/2006/relationships/image" Target="../media/image63.png"/><Relationship Id="rId9" Type="http://schemas.openxmlformats.org/officeDocument/2006/relationships/image" Target="../media/image64.png"/><Relationship Id="rId10" Type="http://schemas.openxmlformats.org/officeDocument/2006/relationships/image" Target="../media/image65.png"/><Relationship Id="rId11" Type="http://schemas.openxmlformats.org/officeDocument/2006/relationships/image" Target="../media/image66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image" Target="../media/image70.png"/><Relationship Id="rId16" Type="http://schemas.openxmlformats.org/officeDocument/2006/relationships/image" Target="../media/image71.png"/><Relationship Id="rId17" Type="http://schemas.openxmlformats.org/officeDocument/2006/relationships/image" Target="../media/image72.png"/><Relationship Id="rId18" Type="http://schemas.openxmlformats.org/officeDocument/2006/relationships/image" Target="../media/image73.png"/><Relationship Id="rId19" Type="http://schemas.openxmlformats.org/officeDocument/2006/relationships/image" Target="../media/image74.png"/><Relationship Id="rId20" Type="http://schemas.openxmlformats.org/officeDocument/2006/relationships/image" Target="../media/image75.png"/><Relationship Id="rId21" Type="http://schemas.openxmlformats.org/officeDocument/2006/relationships/image" Target="../media/image76.png"/><Relationship Id="rId22" Type="http://schemas.openxmlformats.org/officeDocument/2006/relationships/image" Target="../media/image77.png"/><Relationship Id="rId23" Type="http://schemas.openxmlformats.org/officeDocument/2006/relationships/image" Target="../media/image78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84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64.png"/><Relationship Id="rId13" Type="http://schemas.openxmlformats.org/officeDocument/2006/relationships/image" Target="../media/image87.png"/><Relationship Id="rId14" Type="http://schemas.openxmlformats.org/officeDocument/2006/relationships/image" Target="../media/image88.png"/><Relationship Id="rId15" Type="http://schemas.openxmlformats.org/officeDocument/2006/relationships/image" Target="../media/image89.png"/><Relationship Id="rId16" Type="http://schemas.openxmlformats.org/officeDocument/2006/relationships/image" Target="../media/image90.png"/><Relationship Id="rId17" Type="http://schemas.openxmlformats.org/officeDocument/2006/relationships/image" Target="../media/image91.png"/><Relationship Id="rId18" Type="http://schemas.openxmlformats.org/officeDocument/2006/relationships/image" Target="../media/image92.png"/><Relationship Id="rId19" Type="http://schemas.openxmlformats.org/officeDocument/2006/relationships/image" Target="../media/image93.png"/><Relationship Id="rId20" Type="http://schemas.openxmlformats.org/officeDocument/2006/relationships/image" Target="../media/image94.png"/><Relationship Id="rId21" Type="http://schemas.openxmlformats.org/officeDocument/2006/relationships/image" Target="../media/image95.png"/><Relationship Id="rId22" Type="http://schemas.openxmlformats.org/officeDocument/2006/relationships/image" Target="../media/image96.png"/><Relationship Id="rId23" Type="http://schemas.openxmlformats.org/officeDocument/2006/relationships/image" Target="../media/image97.png"/><Relationship Id="rId24" Type="http://schemas.openxmlformats.org/officeDocument/2006/relationships/image" Target="../media/image98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99.png"/><Relationship Id="rId5" Type="http://schemas.openxmlformats.org/officeDocument/2006/relationships/image" Target="../media/image100.png"/><Relationship Id="rId6" Type="http://schemas.openxmlformats.org/officeDocument/2006/relationships/image" Target="../media/image101.png"/><Relationship Id="rId7" Type="http://schemas.openxmlformats.org/officeDocument/2006/relationships/image" Target="../media/image102.png"/><Relationship Id="rId8" Type="http://schemas.openxmlformats.org/officeDocument/2006/relationships/image" Target="../media/image103.png"/><Relationship Id="rId9" Type="http://schemas.openxmlformats.org/officeDocument/2006/relationships/image" Target="../media/image95.png"/><Relationship Id="rId10" Type="http://schemas.openxmlformats.org/officeDocument/2006/relationships/image" Target="../media/image104.png"/><Relationship Id="rId11" Type="http://schemas.openxmlformats.org/officeDocument/2006/relationships/image" Target="../media/image105.png"/><Relationship Id="rId12" Type="http://schemas.openxmlformats.org/officeDocument/2006/relationships/image" Target="../media/image106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75.png"/><Relationship Id="rId16" Type="http://schemas.openxmlformats.org/officeDocument/2006/relationships/image" Target="../media/image109.png"/><Relationship Id="rId17" Type="http://schemas.openxmlformats.org/officeDocument/2006/relationships/image" Target="../media/image11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113.png"/><Relationship Id="rId21" Type="http://schemas.openxmlformats.org/officeDocument/2006/relationships/image" Target="../media/image114.png"/><Relationship Id="rId22" Type="http://schemas.openxmlformats.org/officeDocument/2006/relationships/image" Target="../media/image115.png"/><Relationship Id="rId23" Type="http://schemas.openxmlformats.org/officeDocument/2006/relationships/image" Target="../media/image98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16.png"/><Relationship Id="rId5" Type="http://schemas.openxmlformats.org/officeDocument/2006/relationships/image" Target="../media/image114.png"/><Relationship Id="rId6" Type="http://schemas.openxmlformats.org/officeDocument/2006/relationships/image" Target="../media/image117.png"/><Relationship Id="rId7" Type="http://schemas.openxmlformats.org/officeDocument/2006/relationships/image" Target="../media/image52.png"/><Relationship Id="rId8" Type="http://schemas.openxmlformats.org/officeDocument/2006/relationships/image" Target="../media/image118.png"/><Relationship Id="rId9" Type="http://schemas.openxmlformats.org/officeDocument/2006/relationships/image" Target="../media/image72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121.png"/><Relationship Id="rId13" Type="http://schemas.openxmlformats.org/officeDocument/2006/relationships/image" Target="../media/image122.png"/><Relationship Id="rId14" Type="http://schemas.openxmlformats.org/officeDocument/2006/relationships/image" Target="../media/image123.png"/><Relationship Id="rId15" Type="http://schemas.openxmlformats.org/officeDocument/2006/relationships/image" Target="../media/image101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187.png"/><Relationship Id="rId5" Type="http://schemas.openxmlformats.org/officeDocument/2006/relationships/image" Target="../media/image188.png"/><Relationship Id="rId6" Type="http://schemas.openxmlformats.org/officeDocument/2006/relationships/image" Target="../media/image189.png"/><Relationship Id="rId7" Type="http://schemas.openxmlformats.org/officeDocument/2006/relationships/image" Target="../media/image190.png"/><Relationship Id="rId8" Type="http://schemas.openxmlformats.org/officeDocument/2006/relationships/image" Target="../media/image191.png"/><Relationship Id="rId9" Type="http://schemas.openxmlformats.org/officeDocument/2006/relationships/image" Target="../media/image111.png"/><Relationship Id="rId10" Type="http://schemas.openxmlformats.org/officeDocument/2006/relationships/image" Target="../media/image192.png"/><Relationship Id="rId11" Type="http://schemas.openxmlformats.org/officeDocument/2006/relationships/image" Target="../media/image55.png"/><Relationship Id="rId12" Type="http://schemas.openxmlformats.org/officeDocument/2006/relationships/image" Target="../media/image64.png"/><Relationship Id="rId13" Type="http://schemas.openxmlformats.org/officeDocument/2006/relationships/image" Target="../media/image193.png"/><Relationship Id="rId14" Type="http://schemas.openxmlformats.org/officeDocument/2006/relationships/image" Target="../media/image57.png"/><Relationship Id="rId15" Type="http://schemas.openxmlformats.org/officeDocument/2006/relationships/image" Target="../media/image98.png"/><Relationship Id="rId16" Type="http://schemas.openxmlformats.org/officeDocument/2006/relationships/image" Target="../media/image194.png"/><Relationship Id="rId17" Type="http://schemas.openxmlformats.org/officeDocument/2006/relationships/image" Target="../media/image56.png"/><Relationship Id="rId18" Type="http://schemas.openxmlformats.org/officeDocument/2006/relationships/image" Target="../media/image195.png"/><Relationship Id="rId19" Type="http://schemas.openxmlformats.org/officeDocument/2006/relationships/image" Target="../media/image196.png"/><Relationship Id="rId20" Type="http://schemas.openxmlformats.org/officeDocument/2006/relationships/image" Target="../media/image58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15.png"/><Relationship Id="rId5" Type="http://schemas.openxmlformats.org/officeDocument/2006/relationships/image" Target="../media/image216.png"/><Relationship Id="rId6" Type="http://schemas.openxmlformats.org/officeDocument/2006/relationships/image" Target="../media/image95.png"/><Relationship Id="rId7" Type="http://schemas.openxmlformats.org/officeDocument/2006/relationships/image" Target="../media/image217.png"/><Relationship Id="rId8" Type="http://schemas.openxmlformats.org/officeDocument/2006/relationships/image" Target="../media/image218.png"/><Relationship Id="rId9" Type="http://schemas.openxmlformats.org/officeDocument/2006/relationships/image" Target="../media/image195.png"/><Relationship Id="rId10" Type="http://schemas.openxmlformats.org/officeDocument/2006/relationships/image" Target="../media/image219.png"/><Relationship Id="rId11" Type="http://schemas.openxmlformats.org/officeDocument/2006/relationships/image" Target="../media/image220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28.png"/><Relationship Id="rId5" Type="http://schemas.openxmlformats.org/officeDocument/2006/relationships/image" Target="../media/image229.png"/><Relationship Id="rId6" Type="http://schemas.openxmlformats.org/officeDocument/2006/relationships/image" Target="../media/image195.png"/><Relationship Id="rId7" Type="http://schemas.openxmlformats.org/officeDocument/2006/relationships/image" Target="../media/image230.png"/><Relationship Id="rId8" Type="http://schemas.openxmlformats.org/officeDocument/2006/relationships/image" Target="../media/image231.png"/><Relationship Id="rId9" Type="http://schemas.openxmlformats.org/officeDocument/2006/relationships/image" Target="../media/image95.png"/><Relationship Id="rId10" Type="http://schemas.openxmlformats.org/officeDocument/2006/relationships/image" Target="../media/image232.png"/><Relationship Id="rId11" Type="http://schemas.openxmlformats.org/officeDocument/2006/relationships/image" Target="../media/image233.png"/><Relationship Id="rId12" Type="http://schemas.openxmlformats.org/officeDocument/2006/relationships/image" Target="../media/image98.png"/><Relationship Id="rId13" Type="http://schemas.openxmlformats.org/officeDocument/2006/relationships/image" Target="../media/image234.png"/><Relationship Id="rId14" Type="http://schemas.openxmlformats.org/officeDocument/2006/relationships/image" Target="../media/image235.png"/><Relationship Id="rId15" Type="http://schemas.openxmlformats.org/officeDocument/2006/relationships/image" Target="../media/image101.png"/><Relationship Id="rId16" Type="http://schemas.openxmlformats.org/officeDocument/2006/relationships/image" Target="../media/image236.png"/><Relationship Id="rId17" Type="http://schemas.openxmlformats.org/officeDocument/2006/relationships/image" Target="../media/image237.png"/><Relationship Id="rId18" Type="http://schemas.openxmlformats.org/officeDocument/2006/relationships/image" Target="../media/image238.png"/><Relationship Id="rId19" Type="http://schemas.openxmlformats.org/officeDocument/2006/relationships/image" Target="../media/image239.png"/><Relationship Id="rId20" Type="http://schemas.openxmlformats.org/officeDocument/2006/relationships/image" Target="../media/image61.png"/><Relationship Id="rId21" Type="http://schemas.openxmlformats.org/officeDocument/2006/relationships/image" Target="../media/image240.png"/><Relationship Id="rId22" Type="http://schemas.openxmlformats.org/officeDocument/2006/relationships/image" Target="../media/image241.png"/><Relationship Id="rId23" Type="http://schemas.openxmlformats.org/officeDocument/2006/relationships/image" Target="../media/image242.png"/><Relationship Id="rId24" Type="http://schemas.openxmlformats.org/officeDocument/2006/relationships/image" Target="../media/image243.png"/><Relationship Id="rId25" Type="http://schemas.openxmlformats.org/officeDocument/2006/relationships/image" Target="../media/image67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61.png"/><Relationship Id="rId5" Type="http://schemas.openxmlformats.org/officeDocument/2006/relationships/image" Target="../media/image262.png"/><Relationship Id="rId6" Type="http://schemas.openxmlformats.org/officeDocument/2006/relationships/image" Target="../media/image95.png"/><Relationship Id="rId7" Type="http://schemas.openxmlformats.org/officeDocument/2006/relationships/image" Target="../media/image263.png"/><Relationship Id="rId8" Type="http://schemas.openxmlformats.org/officeDocument/2006/relationships/image" Target="../media/image264.png"/><Relationship Id="rId9" Type="http://schemas.openxmlformats.org/officeDocument/2006/relationships/image" Target="../media/image101.png"/><Relationship Id="rId10" Type="http://schemas.openxmlformats.org/officeDocument/2006/relationships/image" Target="../media/image265.png"/><Relationship Id="rId11" Type="http://schemas.openxmlformats.org/officeDocument/2006/relationships/image" Target="../media/image266.png"/><Relationship Id="rId12" Type="http://schemas.openxmlformats.org/officeDocument/2006/relationships/image" Target="../media/image195.png"/><Relationship Id="rId13" Type="http://schemas.openxmlformats.org/officeDocument/2006/relationships/image" Target="../media/image267.png"/><Relationship Id="rId14" Type="http://schemas.openxmlformats.org/officeDocument/2006/relationships/image" Target="../media/image268.png"/><Relationship Id="rId15" Type="http://schemas.openxmlformats.org/officeDocument/2006/relationships/image" Target="../media/image269.png"/><Relationship Id="rId16" Type="http://schemas.openxmlformats.org/officeDocument/2006/relationships/image" Target="../media/image270.png"/><Relationship Id="rId17" Type="http://schemas.openxmlformats.org/officeDocument/2006/relationships/image" Target="../media/image64.png"/><Relationship Id="rId18" Type="http://schemas.openxmlformats.org/officeDocument/2006/relationships/image" Target="../media/image271.png"/><Relationship Id="rId19" Type="http://schemas.openxmlformats.org/officeDocument/2006/relationships/image" Target="../media/image272.png"/><Relationship Id="rId20" Type="http://schemas.openxmlformats.org/officeDocument/2006/relationships/image" Target="../media/image273.png"/><Relationship Id="rId21" Type="http://schemas.openxmlformats.org/officeDocument/2006/relationships/image" Target="../media/image274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291.png"/><Relationship Id="rId5" Type="http://schemas.openxmlformats.org/officeDocument/2006/relationships/image" Target="../media/image292.png"/><Relationship Id="rId6" Type="http://schemas.openxmlformats.org/officeDocument/2006/relationships/image" Target="../media/image195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101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47.png"/><Relationship Id="rId5" Type="http://schemas.openxmlformats.org/officeDocument/2006/relationships/image" Target="../media/image348.png"/><Relationship Id="rId6" Type="http://schemas.openxmlformats.org/officeDocument/2006/relationships/image" Target="../media/image195.png"/><Relationship Id="rId7" Type="http://schemas.openxmlformats.org/officeDocument/2006/relationships/image" Target="../media/image349.png"/><Relationship Id="rId8" Type="http://schemas.openxmlformats.org/officeDocument/2006/relationships/image" Target="../media/image350.png"/><Relationship Id="rId9" Type="http://schemas.openxmlformats.org/officeDocument/2006/relationships/image" Target="../media/image98.png"/><Relationship Id="rId10" Type="http://schemas.openxmlformats.org/officeDocument/2006/relationships/image" Target="../media/image351.png"/><Relationship Id="rId11" Type="http://schemas.openxmlformats.org/officeDocument/2006/relationships/image" Target="../media/image352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362.png"/><Relationship Id="rId5" Type="http://schemas.openxmlformats.org/officeDocument/2006/relationships/image" Target="../media/image363.png"/><Relationship Id="rId6" Type="http://schemas.openxmlformats.org/officeDocument/2006/relationships/image" Target="../media/image64.png"/><Relationship Id="rId7" Type="http://schemas.openxmlformats.org/officeDocument/2006/relationships/image" Target="../media/image364.png"/><Relationship Id="rId8" Type="http://schemas.openxmlformats.org/officeDocument/2006/relationships/image" Target="../media/image365.png"/><Relationship Id="rId9" Type="http://schemas.openxmlformats.org/officeDocument/2006/relationships/image" Target="../media/image98.png"/><Relationship Id="rId10" Type="http://schemas.openxmlformats.org/officeDocument/2006/relationships/image" Target="../media/image366.png"/><Relationship Id="rId11" Type="http://schemas.openxmlformats.org/officeDocument/2006/relationships/image" Target="../media/image367.png"/><Relationship Id="rId12" Type="http://schemas.openxmlformats.org/officeDocument/2006/relationships/image" Target="../media/image189.png"/><Relationship Id="rId13" Type="http://schemas.openxmlformats.org/officeDocument/2006/relationships/image" Target="../media/image368.png"/><Relationship Id="rId14" Type="http://schemas.openxmlformats.org/officeDocument/2006/relationships/image" Target="../media/image369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382.png"/><Relationship Id="rId5" Type="http://schemas.openxmlformats.org/officeDocument/2006/relationships/image" Target="../media/image383.png"/><Relationship Id="rId6" Type="http://schemas.openxmlformats.org/officeDocument/2006/relationships/image" Target="../media/image95.png"/><Relationship Id="rId7" Type="http://schemas.openxmlformats.org/officeDocument/2006/relationships/image" Target="../media/image384.png"/><Relationship Id="rId8" Type="http://schemas.openxmlformats.org/officeDocument/2006/relationships/image" Target="../media/image385.png"/><Relationship Id="rId9" Type="http://schemas.openxmlformats.org/officeDocument/2006/relationships/image" Target="../media/image67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88.png"/><Relationship Id="rId13" Type="http://schemas.openxmlformats.org/officeDocument/2006/relationships/image" Target="../media/image389.png"/><Relationship Id="rId14" Type="http://schemas.openxmlformats.org/officeDocument/2006/relationships/image" Target="../media/image390.png"/><Relationship Id="rId15" Type="http://schemas.openxmlformats.org/officeDocument/2006/relationships/image" Target="../media/image64.png"/><Relationship Id="rId16" Type="http://schemas.openxmlformats.org/officeDocument/2006/relationships/image" Target="../media/image391.png"/><Relationship Id="rId17" Type="http://schemas.openxmlformats.org/officeDocument/2006/relationships/image" Target="../media/image392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Relationship Id="rId14" Type="http://schemas.openxmlformats.org/officeDocument/2006/relationships/image" Target="../media/image2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chart" Target="../charts/chart116.xml"/><Relationship Id="rId5" Type="http://schemas.openxmlformats.org/officeDocument/2006/relationships/notesSlide" Target="../notesSlides/notesSlide154.xml"/><Relationship Id="rId6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7.xml"/><Relationship Id="rId4" Type="http://schemas.openxmlformats.org/officeDocument/2006/relationships/notesSlide" Target="../notesSlides/notesSlide155.xml"/><Relationship Id="rId5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8.xml"/><Relationship Id="rId4" Type="http://schemas.openxmlformats.org/officeDocument/2006/relationships/notesSlide" Target="../notesSlides/notesSlide156.xml"/><Relationship Id="rId5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Relationship Id="rId4" Type="http://schemas.openxmlformats.org/officeDocument/2006/relationships/image" Target="../media/image2.png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Relationship Id="rId4" Type="http://schemas.openxmlformats.org/officeDocument/2006/relationships/image" Target="../media/image2.png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Relationship Id="rId4" Type="http://schemas.openxmlformats.org/officeDocument/2006/relationships/image" Target="../media/image2.png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Relationship Id="rId4" Type="http://schemas.openxmlformats.org/officeDocument/2006/relationships/image" Target="../media/image2.png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Relationship Id="rId4" Type="http://schemas.openxmlformats.org/officeDocument/2006/relationships/image" Target="../media/image2.png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Relationship Id="rId4" Type="http://schemas.openxmlformats.org/officeDocument/2006/relationships/image" Target="../media/image2.png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1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2.xml"/><Relationship Id="rId4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3.xml"/><Relationship Id="rId4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5.xml"/><Relationship Id="rId5" Type="http://schemas.openxmlformats.org/officeDocument/2006/relationships/image" Target="../media/image2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6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chart" Target="../charts/chart124.xml"/><Relationship Id="rId5" Type="http://schemas.openxmlformats.org/officeDocument/2006/relationships/chart" Target="../charts/chart125.xml"/><Relationship Id="rId6" Type="http://schemas.openxmlformats.org/officeDocument/2006/relationships/notesSlide" Target="../notesSlides/notesSlide197.xml"/><Relationship Id="rId7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6.xml"/><Relationship Id="rId4" Type="http://schemas.openxmlformats.org/officeDocument/2006/relationships/chart" Target="../charts/chart127.xml"/><Relationship Id="rId5" Type="http://schemas.openxmlformats.org/officeDocument/2006/relationships/chart" Target="../charts/chart128.xml"/><Relationship Id="rId6" Type="http://schemas.openxmlformats.org/officeDocument/2006/relationships/notesSlide" Target="../notesSlides/notesSlide199.xml"/><Relationship Id="rId7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9.xml"/><Relationship Id="rId4" Type="http://schemas.openxmlformats.org/officeDocument/2006/relationships/notesSlide" Target="../notesSlides/notesSlide200.xml"/><Relationship Id="rId5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1.xml"/><Relationship Id="rId4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2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0.xml"/><Relationship Id="rId4" Type="http://schemas.openxmlformats.org/officeDocument/2006/relationships/chart" Target="../charts/chart131.xml"/><Relationship Id="rId5" Type="http://schemas.openxmlformats.org/officeDocument/2006/relationships/chart" Target="../charts/chart132.xml"/><Relationship Id="rId6" Type="http://schemas.openxmlformats.org/officeDocument/2006/relationships/notesSlide" Target="../notesSlides/notesSlide204.xml"/><Relationship Id="rId7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3.xml"/><Relationship Id="rId4" Type="http://schemas.openxmlformats.org/officeDocument/2006/relationships/notesSlide" Target="../notesSlides/notesSlide205.xml"/><Relationship Id="rId5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6.xml"/><Relationship Id="rId4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2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4.xml"/><Relationship Id="rId4" Type="http://schemas.openxmlformats.org/officeDocument/2006/relationships/chart" Target="../charts/chart135.xml"/><Relationship Id="rId5" Type="http://schemas.openxmlformats.org/officeDocument/2006/relationships/chart" Target="../charts/chart136.xml"/><Relationship Id="rId6" Type="http://schemas.openxmlformats.org/officeDocument/2006/relationships/notesSlide" Target="../notesSlides/notesSlide209.xml"/><Relationship Id="rId7" Type="http://schemas.openxmlformats.org/officeDocument/2006/relationships/image" Target="../media/image2.png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7.xml"/><Relationship Id="rId4" Type="http://schemas.openxmlformats.org/officeDocument/2006/relationships/notesSlide" Target="../notesSlides/notesSlide210.xml"/><Relationship Id="rId5" Type="http://schemas.openxmlformats.org/officeDocument/2006/relationships/image" Target="../media/image2.png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Relationship Id="rId4" Type="http://schemas.openxmlformats.org/officeDocument/2006/relationships/image" Target="../media/image2.png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Relationship Id="rId4" Type="http://schemas.openxmlformats.org/officeDocument/2006/relationships/image" Target="../media/image2.png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07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Linea 101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4145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51616" y="595668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519112" y="5966460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286500" y="6134100"/>
            <a:ext cx="1755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its 2026 size over the decade.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676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73032" y="612432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440528" y="6134100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 decade.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1771650"/>
            <a:ext cx="183356" cy="2667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1771650"/>
            <a:ext cx="183356" cy="2667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1771650"/>
            <a:ext cx="183356" cy="266700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1857375"/>
            <a:ext cx="183356" cy="266700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3695700"/>
            <a:ext cx="183356" cy="266700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3695700"/>
            <a:ext cx="183356" cy="2667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369570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3695700"/>
            <a:ext cx="183356" cy="26670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49755" y="5705475"/>
            <a:ext cx="183356" cy="26670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935855" y="5705475"/>
            <a:ext cx="183356" cy="266700"/>
          </a:xfrm>
          <a:prstGeom prst="rect">
            <a:avLst/>
          </a:prstGeom>
        </p:spPr>
      </p:pic>
      <p:sp>
        <p:nvSpPr>
          <p:cNvPr id="5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Product Pricing &amp;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48049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7382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99593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253650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51136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480499"/>
            <a:ext cx="0" cy="1030868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48049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7382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99593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25365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51136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13824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+8.8%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6715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+4.4%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492925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186975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-4.4%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5444692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-8.8%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4995933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667055" y="4575642"/>
            <a:ext cx="186080" cy="42029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ense Label"/>
          <p:cNvSpPr txBox="1"/>
          <p:nvPr/>
        </p:nvSpPr>
        <p:spPr>
          <a:xfrm>
            <a:off x="584897" y="4461342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Rectangle 60"/>
          <p:cNvSpPr/>
          <p:nvPr/>
        </p:nvSpPr>
        <p:spPr>
          <a:xfrm>
            <a:off x="948995" y="4739641"/>
            <a:ext cx="186080" cy="25629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MI Dense Label"/>
          <p:cNvSpPr txBox="1"/>
          <p:nvPr/>
        </p:nvSpPr>
        <p:spPr>
          <a:xfrm>
            <a:off x="866837" y="4625341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230935" y="4574076"/>
            <a:ext cx="186080" cy="42185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MI Dense Label"/>
          <p:cNvSpPr txBox="1"/>
          <p:nvPr/>
        </p:nvSpPr>
        <p:spPr>
          <a:xfrm>
            <a:off x="1148777" y="4459776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512875" y="4686535"/>
            <a:ext cx="186080" cy="30939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FMI Dense Label"/>
          <p:cNvSpPr txBox="1"/>
          <p:nvPr/>
        </p:nvSpPr>
        <p:spPr>
          <a:xfrm>
            <a:off x="1430717" y="434363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7" name="Rectangle 66"/>
          <p:cNvSpPr/>
          <p:nvPr/>
        </p:nvSpPr>
        <p:spPr>
          <a:xfrm>
            <a:off x="1794815" y="4563849"/>
            <a:ext cx="186080" cy="43208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FMI Dense Label"/>
          <p:cNvSpPr txBox="1"/>
          <p:nvPr/>
        </p:nvSpPr>
        <p:spPr>
          <a:xfrm>
            <a:off x="1712657" y="4220949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9" name="Rectangle 68"/>
          <p:cNvSpPr/>
          <p:nvPr/>
        </p:nvSpPr>
        <p:spPr>
          <a:xfrm>
            <a:off x="2076755" y="4750169"/>
            <a:ext cx="186080" cy="24576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FMI Dense Label"/>
          <p:cNvSpPr txBox="1"/>
          <p:nvPr/>
        </p:nvSpPr>
        <p:spPr>
          <a:xfrm>
            <a:off x="1994597" y="4635869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1" name="Rectangle 70"/>
          <p:cNvSpPr/>
          <p:nvPr/>
        </p:nvSpPr>
        <p:spPr>
          <a:xfrm>
            <a:off x="2358695" y="4611405"/>
            <a:ext cx="186080" cy="3845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MI Dense Label"/>
          <p:cNvSpPr txBox="1"/>
          <p:nvPr/>
        </p:nvSpPr>
        <p:spPr>
          <a:xfrm>
            <a:off x="2276537" y="449710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640635" y="4661268"/>
            <a:ext cx="186080" cy="3346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MI Dense Label"/>
          <p:cNvSpPr txBox="1"/>
          <p:nvPr/>
        </p:nvSpPr>
        <p:spPr>
          <a:xfrm>
            <a:off x="2558477" y="4318368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5" name="Rectangle 74"/>
          <p:cNvSpPr/>
          <p:nvPr/>
        </p:nvSpPr>
        <p:spPr>
          <a:xfrm>
            <a:off x="2922575" y="4634405"/>
            <a:ext cx="186080" cy="3615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MI Dense Label"/>
          <p:cNvSpPr txBox="1"/>
          <p:nvPr/>
        </p:nvSpPr>
        <p:spPr>
          <a:xfrm>
            <a:off x="2840417" y="452010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7" name="Rectangle 76"/>
          <p:cNvSpPr/>
          <p:nvPr/>
        </p:nvSpPr>
        <p:spPr>
          <a:xfrm>
            <a:off x="3204515" y="4714245"/>
            <a:ext cx="186080" cy="28168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MI Dense Label"/>
          <p:cNvSpPr txBox="1"/>
          <p:nvPr/>
        </p:nvSpPr>
        <p:spPr>
          <a:xfrm>
            <a:off x="3122357" y="437134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9" name="Rectangle 78"/>
          <p:cNvSpPr/>
          <p:nvPr/>
        </p:nvSpPr>
        <p:spPr>
          <a:xfrm>
            <a:off x="3486455" y="4599600"/>
            <a:ext cx="186080" cy="39633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FMI Dense Label"/>
          <p:cNvSpPr txBox="1"/>
          <p:nvPr/>
        </p:nvSpPr>
        <p:spPr>
          <a:xfrm>
            <a:off x="3404297" y="4256700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Rectangle 80"/>
          <p:cNvSpPr/>
          <p:nvPr/>
        </p:nvSpPr>
        <p:spPr>
          <a:xfrm>
            <a:off x="3768395" y="4583881"/>
            <a:ext cx="186080" cy="41205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MI Dense Label"/>
          <p:cNvSpPr txBox="1"/>
          <p:nvPr/>
        </p:nvSpPr>
        <p:spPr>
          <a:xfrm>
            <a:off x="3686237" y="4469581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3" name="Rectangle 82"/>
          <p:cNvSpPr/>
          <p:nvPr/>
        </p:nvSpPr>
        <p:spPr>
          <a:xfrm>
            <a:off x="4050335" y="4704976"/>
            <a:ext cx="186080" cy="29095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FMI Dense Label"/>
          <p:cNvSpPr txBox="1"/>
          <p:nvPr/>
        </p:nvSpPr>
        <p:spPr>
          <a:xfrm>
            <a:off x="3968177" y="4590676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5" name="Rectangle 84"/>
          <p:cNvSpPr/>
          <p:nvPr/>
        </p:nvSpPr>
        <p:spPr>
          <a:xfrm>
            <a:off x="4332275" y="4548420"/>
            <a:ext cx="186080" cy="44751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MI Dense Label"/>
          <p:cNvSpPr txBox="1"/>
          <p:nvPr/>
        </p:nvSpPr>
        <p:spPr>
          <a:xfrm>
            <a:off x="4250117" y="4434120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614215" y="4730525"/>
            <a:ext cx="186080" cy="26540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MI Dense Label"/>
          <p:cNvSpPr txBox="1"/>
          <p:nvPr/>
        </p:nvSpPr>
        <p:spPr>
          <a:xfrm>
            <a:off x="4532057" y="461622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896155" y="4823463"/>
            <a:ext cx="186080" cy="17247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MI Dense Label"/>
          <p:cNvSpPr txBox="1"/>
          <p:nvPr/>
        </p:nvSpPr>
        <p:spPr>
          <a:xfrm>
            <a:off x="4813997" y="4480563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1" name="Rectangle 90"/>
          <p:cNvSpPr/>
          <p:nvPr/>
        </p:nvSpPr>
        <p:spPr>
          <a:xfrm>
            <a:off x="5178095" y="4803770"/>
            <a:ext cx="186080" cy="19216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MI Dense Label"/>
          <p:cNvSpPr txBox="1"/>
          <p:nvPr/>
        </p:nvSpPr>
        <p:spPr>
          <a:xfrm>
            <a:off x="5095937" y="4689470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460035" y="4795157"/>
            <a:ext cx="186080" cy="20077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MI Dense Label"/>
          <p:cNvSpPr txBox="1"/>
          <p:nvPr/>
        </p:nvSpPr>
        <p:spPr>
          <a:xfrm>
            <a:off x="5377877" y="4566557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5" name="Rectangle 94"/>
          <p:cNvSpPr/>
          <p:nvPr/>
        </p:nvSpPr>
        <p:spPr>
          <a:xfrm>
            <a:off x="5741975" y="4800790"/>
            <a:ext cx="186080" cy="19514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MI Dense Label"/>
          <p:cNvSpPr txBox="1"/>
          <p:nvPr/>
        </p:nvSpPr>
        <p:spPr>
          <a:xfrm>
            <a:off x="5659817" y="4686490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023915" y="4827692"/>
            <a:ext cx="186080" cy="16824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MI Dense Label"/>
          <p:cNvSpPr txBox="1"/>
          <p:nvPr/>
        </p:nvSpPr>
        <p:spPr>
          <a:xfrm>
            <a:off x="5941757" y="4484792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305855" y="4649143"/>
            <a:ext cx="186080" cy="34679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MI Dense Label"/>
          <p:cNvSpPr txBox="1"/>
          <p:nvPr/>
        </p:nvSpPr>
        <p:spPr>
          <a:xfrm>
            <a:off x="6223697" y="4306243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6587795" y="4740582"/>
            <a:ext cx="186080" cy="2553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MI Dense Label"/>
          <p:cNvSpPr txBox="1"/>
          <p:nvPr/>
        </p:nvSpPr>
        <p:spPr>
          <a:xfrm>
            <a:off x="6505637" y="4626282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869735" y="4622884"/>
            <a:ext cx="186080" cy="3730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MI Dense Label"/>
          <p:cNvSpPr txBox="1"/>
          <p:nvPr/>
        </p:nvSpPr>
        <p:spPr>
          <a:xfrm>
            <a:off x="6787577" y="4508584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151675" y="4684005"/>
            <a:ext cx="186080" cy="3119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MI Dense Label"/>
          <p:cNvSpPr txBox="1"/>
          <p:nvPr/>
        </p:nvSpPr>
        <p:spPr>
          <a:xfrm>
            <a:off x="7069517" y="4341105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7433615" y="4709741"/>
            <a:ext cx="186080" cy="28619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MI Dense Label"/>
          <p:cNvSpPr txBox="1"/>
          <p:nvPr/>
        </p:nvSpPr>
        <p:spPr>
          <a:xfrm>
            <a:off x="7351457" y="4595441"/>
            <a:ext cx="350396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10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11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12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13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14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15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16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17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8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19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20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21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22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23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24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25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26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27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28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29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30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31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32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33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34" name="Rounded Rectangle 133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5" y="4459945"/>
            <a:ext cx="93599" cy="136144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5" y="4623944"/>
            <a:ext cx="93599" cy="136144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5" y="4458379"/>
            <a:ext cx="93599" cy="136144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5" y="4342238"/>
            <a:ext cx="93599" cy="136144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5" y="4219552"/>
            <a:ext cx="93599" cy="136144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5" y="4634472"/>
            <a:ext cx="93599" cy="136144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5" y="4495708"/>
            <a:ext cx="93599" cy="136144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5" y="4316971"/>
            <a:ext cx="93599" cy="136144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5" y="4518708"/>
            <a:ext cx="93599" cy="136144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69948"/>
            <a:ext cx="93599" cy="136144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5" y="4255303"/>
            <a:ext cx="93599" cy="136144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468184"/>
            <a:ext cx="93599" cy="136144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5" y="4589279"/>
            <a:ext cx="93599" cy="136144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5" y="4432723"/>
            <a:ext cx="93599" cy="136144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5" y="4614828"/>
            <a:ext cx="93599" cy="136144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5" y="4479166"/>
            <a:ext cx="93599" cy="136144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5" y="4688073"/>
            <a:ext cx="93599" cy="136144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5" y="4565160"/>
            <a:ext cx="93599" cy="136144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5" y="4685093"/>
            <a:ext cx="93599" cy="136144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5" y="4483395"/>
            <a:ext cx="93599" cy="136144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304846"/>
            <a:ext cx="93599" cy="136144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5" y="4624885"/>
            <a:ext cx="93599" cy="136144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5" y="4507187"/>
            <a:ext cx="93599" cy="136144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5" y="4339708"/>
            <a:ext cx="93599" cy="136144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5" y="4594044"/>
            <a:ext cx="93599" cy="136144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8048625" y="3419169"/>
            <a:ext cx="37973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country-level price movement to the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8048625" y="3594429"/>
            <a:ext cx="3716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base year, applied consistently across the horizon to strip out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8048625" y="4172787"/>
            <a:ext cx="24067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Country price indices diverge by up to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4503" y="4162564"/>
            <a:ext cx="134549" cy="195707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10579612" y="4172787"/>
            <a:ext cx="1187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048625" y="4348047"/>
            <a:ext cx="36726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2036: higher-priced countries start higher and grow steadily,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048625" y="4523307"/>
            <a:ext cx="33300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while lower-priced countries start lower and converge,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8048625" y="4698567"/>
            <a:ext cx="1688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reflecting catch-up 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Assessment: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by product type, 2021 to 2036, with 2026 price index and growth outlook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644652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62179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Trend by Product Type, 2021 to 2036 (US$/MT)</a:t>
            </a:r>
          </a:p>
        </p:txBody>
      </p:sp>
      <p:graphicFrame>
        <p:nvGraphicFramePr>
          <p:cNvPr id="13" name="FMI Price Chart"/>
          <p:cNvGraphicFramePr>
            <a:graphicFrameLocks noGrp="1"/>
          </p:cNvGraphicFramePr>
          <p:nvPr/>
        </p:nvGraphicFramePr>
        <p:xfrm>
          <a:off x="347472" y="1831467"/>
          <a:ext cx="6309360" cy="3182112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572000" y="1593723"/>
            <a:ext cx="2103120" cy="2286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r"/>
            <a:r>
              <a:rPr sz="850" b="0" i="1">
                <a:solidFill>
                  <a:srgbClr val="59636E"/>
                </a:solidFill>
                <a:latin typeface="Calibri"/>
              </a:rPr>
              <a:t>Forecast period: 2026 to 2036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858000" y="1529715"/>
            <a:ext cx="5056632" cy="160020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967728" y="1575435"/>
            <a:ext cx="48463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Index vs Europe Average (= 100)</a:t>
            </a:r>
          </a:p>
        </p:txBody>
      </p:sp>
      <p:graphicFrame>
        <p:nvGraphicFramePr>
          <p:cNvPr id="17" name="FMI Open Chart"/>
          <p:cNvGraphicFramePr>
            <a:graphicFrameLocks noGrp="1"/>
          </p:cNvGraphicFramePr>
          <p:nvPr/>
        </p:nvGraphicFramePr>
        <p:xfrm>
          <a:off x="6903720" y="1785747"/>
          <a:ext cx="4965192" cy="132588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graphicFrame>
        <p:nvGraphicFramePr>
          <p:cNvPr id="18" name="Table 17"/>
          <p:cNvGraphicFramePr>
            <a:graphicFrameLocks noGrp="1"/>
          </p:cNvGraphicFramePr>
          <p:nvPr/>
        </p:nvGraphicFramePr>
        <p:xfrm>
          <a:off x="6858000" y="3203067"/>
          <a:ext cx="5056632" cy="1847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0552"/>
                <a:gridCol w="548640"/>
                <a:gridCol w="548640"/>
                <a:gridCol w="548640"/>
                <a:gridCol w="777240"/>
                <a:gridCol w="502920"/>
              </a:tblGrid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2021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Ear &amp; Eye Hygiene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102.4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Coat Conditioning &amp; Grooming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0.55%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100.4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Fragrance &amp; Deodorizing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0.56%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100.1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Dental &amp; Oral Care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100.0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Skin, Paw &amp; Nose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99.7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Shampoos &amp; Cleansing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0.52%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99.3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</a:tr>
              <a:tr h="230886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Europe Average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100.0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9" name="Rectangle 18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Hierarchy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Ear &amp; Eye Hygiene Products sit at the top of the 2026 price ladder at an index of 102.4, while Shampoos &amp; Cleansing Products trade at 99.3, which keeps the full product type spread within 3.2%.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Oval 23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Momentum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Fragrance &amp; Deodorizing Products post the fastest price growth at a 0.56% CAGR between 2026 and 2036, compared with 0.52% for Shampoos &amp; Cleansing Products.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Outlook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Average price = market value (US$) / market volume (MT). 2021 to 2025 historical, 2026 to 2036 forecast.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43491" y="4002023"/>
            <a:ext cx="330041" cy="48006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11480" y="1110615"/>
            <a:ext cx="5131641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Ear &amp; Eye Hygiene Products command the highest 2026 price point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95582" y="1099058"/>
            <a:ext cx="152098" cy="22123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693532" y="1110615"/>
            <a:ext cx="4201442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a 3.2% premium over Shampoos &amp; Cleansing Products.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658225" y="5530976"/>
            <a:ext cx="227465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Europe average price rises from US$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79826" y="5521642"/>
            <a:ext cx="122849" cy="178689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1039708" y="5530976"/>
            <a:ext cx="73904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2026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658225" y="5690996"/>
            <a:ext cx="43614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1315" y="5681662"/>
            <a:ext cx="122849" cy="178689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01197" y="5690996"/>
            <a:ext cx="259318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2036, and the gap between the highest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658225" y="5851016"/>
            <a:ext cx="314325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and lowest priced product type moves from 3.1% in 2021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658225" y="6011036"/>
            <a:ext cx="95156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3.4% in 2036.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8190" y="3048804"/>
            <a:ext cx="454926" cy="661711"/>
          </a:xfrm>
          <a:prstGeom prst="rect">
            <a:avLst/>
          </a:prstGeom>
        </p:spPr>
      </p:pic>
      <p:sp>
        <p:nvSpPr>
          <p:cNvPr id="46" name="lockshield_13"/>
          <p:cNvSpPr/>
          <p:nvPr/>
        </p:nvSpPr>
        <p:spPr>
          <a:xfrm>
            <a:off x="347472" y="1831467"/>
            <a:ext cx="6309360" cy="3182112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17"/>
          <p:cNvSpPr/>
          <p:nvPr/>
        </p:nvSpPr>
        <p:spPr>
          <a:xfrm>
            <a:off x="6903720" y="1785747"/>
            <a:ext cx="4965192" cy="132588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Price Matrix: Product Type ×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for every product type and primary product function / benefit combination, 2026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Matrix (US$/MT), Shaded by Index vs Europe Average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365760" y="1868043"/>
          <a:ext cx="7360923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4480"/>
                <a:gridCol w="743277"/>
                <a:gridCol w="743277"/>
                <a:gridCol w="743277"/>
                <a:gridCol w="743277"/>
                <a:gridCol w="743277"/>
                <a:gridCol w="743277"/>
                <a:gridCol w="743277"/>
                <a:gridCol w="603504"/>
              </a:tblGrid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Cleansing &amp; General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Moisturizing &amp; Skin Barrier Care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Skin Soothing &amp; Comfort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Coat Conditioning &amp; Softening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Dental &amp; Oral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Body &amp; Coat Odor Management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Ear &amp; Eye-Area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Row Avg.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Ear &amp; Eye Hygiene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Coat Conditioning &amp; Grooming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Fragrance &amp; Deodorizing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Dental &amp; Oral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Skin, Paw &amp; Nose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Shampoos &amp; Cleansing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35433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Column Avg.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4" name="Rectangle 13"/>
          <p:cNvSpPr/>
          <p:nvPr/>
        </p:nvSpPr>
        <p:spPr>
          <a:xfrm>
            <a:off x="384048" y="4794123"/>
            <a:ext cx="180975" cy="142875"/>
          </a:xfrm>
          <a:prstGeom prst="rect">
            <a:avLst/>
          </a:prstGeom>
          <a:solidFill>
            <a:srgbClr val="9DC0E0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5" name="FMI Scale legend"/>
          <p:cNvSpPr txBox="1"/>
          <p:nvPr/>
        </p:nvSpPr>
        <p:spPr>
          <a:xfrm>
            <a:off x="5935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below 97.5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50898" y="4794123"/>
            <a:ext cx="180975" cy="142875"/>
          </a:xfrm>
          <a:prstGeom prst="rect">
            <a:avLst/>
          </a:prstGeom>
          <a:solidFill>
            <a:srgbClr val="D9E6F2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FMI Scale legend"/>
          <p:cNvSpPr txBox="1"/>
          <p:nvPr/>
        </p:nvSpPr>
        <p:spPr>
          <a:xfrm>
            <a:off x="20604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97.5 to 99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317748" y="4794123"/>
            <a:ext cx="180975" cy="142875"/>
          </a:xfrm>
          <a:prstGeom prst="rect">
            <a:avLst/>
          </a:prstGeom>
          <a:solidFill>
            <a:srgbClr val="F7F7F7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FMI Scale legend"/>
          <p:cNvSpPr txBox="1"/>
          <p:nvPr/>
        </p:nvSpPr>
        <p:spPr>
          <a:xfrm>
            <a:off x="35272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Parity: 99 to 101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84598" y="4794123"/>
            <a:ext cx="180975" cy="142875"/>
          </a:xfrm>
          <a:prstGeom prst="rect">
            <a:avLst/>
          </a:prstGeom>
          <a:solidFill>
            <a:srgbClr val="FBE3D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FMI Scale legend"/>
          <p:cNvSpPr txBox="1"/>
          <p:nvPr/>
        </p:nvSpPr>
        <p:spPr>
          <a:xfrm>
            <a:off x="49941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101 to 102.5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251448" y="4794123"/>
            <a:ext cx="180975" cy="142875"/>
          </a:xfrm>
          <a:prstGeom prst="rect">
            <a:avLst/>
          </a:prstGeom>
          <a:solidFill>
            <a:srgbClr val="F4B18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FMI Scale legend"/>
          <p:cNvSpPr txBox="1"/>
          <p:nvPr/>
        </p:nvSpPr>
        <p:spPr>
          <a:xfrm>
            <a:off x="64609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above 102.5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Range Across All Primary Product Function / Benefit Sub-Types,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065008" y="1965579"/>
            <a:ext cx="374904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lowest to highest price (US$/MT) at the finest data level.</a:t>
            </a:r>
          </a:p>
        </p:txBody>
      </p:sp>
      <p:graphicFrame>
        <p:nvGraphicFramePr>
          <p:cNvPr id="27" name="FMI Price Chart"/>
          <p:cNvGraphicFramePr>
            <a:graphicFrameLocks noGrp="1"/>
          </p:cNvGraphicFramePr>
          <p:nvPr/>
        </p:nvGraphicFramePr>
        <p:xfrm>
          <a:off x="8001000" y="2032635"/>
          <a:ext cx="3867912" cy="2971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8" name="Rectangle 2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Pockets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Fragrance &amp; Deodorizing Products positioned on Cleansing &amp; General Hygiene carry the strongest premium at an index of 113.7, which signals room for value-added claims in this combination.</a:t>
            </a:r>
          </a:p>
        </p:txBody>
      </p:sp>
      <p:sp>
        <p:nvSpPr>
          <p:cNvPr id="32" name="Rectangle 3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Value Pockets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6" name="Rectangle 3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Within-Type Spread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6771" y="3195828"/>
            <a:ext cx="366712" cy="533400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411480" y="1110615"/>
            <a:ext cx="8011318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Fragrance &amp; Deodorizing Products for Cleansing &amp; General Hygiene is the highest priced combination in 2026 at US$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75259" y="1099058"/>
            <a:ext cx="152098" cy="221234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573209" y="1110615"/>
            <a:ext cx="2828081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+13.7% above the Europe average.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732401" y="5530976"/>
            <a:ext cx="288436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Fragrance &amp; Deodorizing Products for Dental &amp; Oral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732401" y="5690996"/>
            <a:ext cx="308464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Hygiene is the lowest priced combination at an index of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732401" y="5851016"/>
            <a:ext cx="291431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89.7, sitting 10.3% below the Europe average of US$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19545" y="6001702"/>
            <a:ext cx="122849" cy="178689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879428" y="6011036"/>
            <a:ext cx="34055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658225" y="5530976"/>
            <a:ext cx="284685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Fragrance &amp; Deodorizing Products show the widest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658225" y="5690996"/>
            <a:ext cx="2709862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internal price spread at 59.1%, ranging from US$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15036" y="5681662"/>
            <a:ext cx="122849" cy="178689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1474919" y="5690996"/>
            <a:ext cx="30695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658225" y="5851016"/>
            <a:ext cx="43614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1315" y="5841682"/>
            <a:ext cx="122849" cy="178689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9201197" y="5851016"/>
            <a:ext cx="126931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across sub-types.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01752" y="6391275"/>
            <a:ext cx="5800855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Source: FMI analysis. Cell price = combined value (US$) / combined volume (MT); shading shows the index vs the Europe average of US$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4398" y="6384020"/>
            <a:ext cx="95470" cy="13886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168649" y="6391275"/>
            <a:ext cx="281642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/MT.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3437" y="3234020"/>
            <a:ext cx="332271" cy="483303"/>
          </a:xfrm>
          <a:prstGeom prst="rect">
            <a:avLst/>
          </a:prstGeom>
        </p:spPr>
      </p:pic>
      <p:sp>
        <p:nvSpPr>
          <p:cNvPr id="62" name="lockshield_27"/>
          <p:cNvSpPr/>
          <p:nvPr/>
        </p:nvSpPr>
        <p:spPr>
          <a:xfrm>
            <a:off x="8001000" y="2032635"/>
            <a:ext cx="3867912" cy="2971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Assessment: Country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average price and price range across product types, 2026 (US$/MT)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Range Across Product Types by Country (US$/MT), Ranked by Average</a:t>
            </a:r>
          </a:p>
        </p:txBody>
      </p:sp>
      <p:graphicFrame>
        <p:nvGraphicFramePr>
          <p:cNvPr id="13" name="FMI Axis Chart"/>
          <p:cNvGraphicFramePr>
            <a:graphicFrameLocks noGrp="1"/>
          </p:cNvGraphicFramePr>
          <p:nvPr/>
        </p:nvGraphicFramePr>
        <p:xfrm>
          <a:off x="347472" y="2014347"/>
          <a:ext cx="7406640" cy="301752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384048" y="1804035"/>
            <a:ext cx="722376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the lowest to highest product type price in each country; label = country price index (Europe = 100). Teal = above Europe average, blue = below.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and Discount Markets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8046720" y="1868043"/>
          <a:ext cx="3776472" cy="309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320"/>
                <a:gridCol w="786384"/>
                <a:gridCol w="658368"/>
                <a:gridCol w="914400"/>
              </a:tblGrid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Country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Avg. 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Sweden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113.2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0.43%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France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112.7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0.56%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Greece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111.1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0.47%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Slovenia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109.9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0.28%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Poland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107.8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0.32%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Netherlands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92.7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Austria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91.9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0.70%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Germany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91.4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0.60%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Bulgaria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89.6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0.70%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28097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Hungary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85.9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0.66%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8" name="Rectangle 1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Country Spread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Oval 2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Growth Leader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Malta records the fastest average price growth at a 0.74% CAGR between 2026 and 2036, against 0.54% for Europe as a whole.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Mix Exposure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Malta shows the widest gap between its cheapest and most expensive product type at 16.4%, so product mix shifts move its average price the most.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Range = lowest to highest product type price in each country; ranked by average price. Other geographies grouped as 'Other' are excluded from the ranking.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89210" y="3313833"/>
            <a:ext cx="330041" cy="48006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80" y="1110615"/>
            <a:ext cx="3622947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Sweden is the most premium Europe market at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86888" y="1099058"/>
            <a:ext cx="152098" cy="221234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184838" y="1110615"/>
            <a:ext cx="5884688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 in 2026, +13.2% above the regional average, while Hungary is the lowest priced.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06576" y="5530976"/>
            <a:ext cx="288693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Average prices across the ranked countries differ by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06576" y="5690996"/>
            <a:ext cx="141282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31.7% in 2026, from US$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66351" y="5681662"/>
            <a:ext cx="122849" cy="178689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326234" y="5690996"/>
            <a:ext cx="131515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Hungary to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721" y="5841682"/>
            <a:ext cx="122849" cy="178689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604" y="5851016"/>
            <a:ext cx="93125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Sweden.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2821" y="3129375"/>
            <a:ext cx="482444" cy="701737"/>
          </a:xfrm>
          <a:prstGeom prst="rect">
            <a:avLst/>
          </a:prstGeom>
        </p:spPr>
      </p:pic>
      <p:sp>
        <p:nvSpPr>
          <p:cNvPr id="43" name="lockshield_13"/>
          <p:cNvSpPr/>
          <p:nvPr/>
        </p:nvSpPr>
        <p:spPr>
          <a:xfrm>
            <a:off x="347472" y="2014347"/>
            <a:ext cx="7406640" cy="301752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14,865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16,541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18,218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19,894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21,571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23,247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1928318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813491" y="1968871"/>
            <a:ext cx="104332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098317" y="195213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38125" y="2102057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718277" y="2142610"/>
            <a:ext cx="106231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238144" y="2125869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227579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14878" y="2316348"/>
            <a:ext cx="139531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2946659" y="229960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38125" y="244953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772763" y="2490087"/>
            <a:ext cx="152972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4487806" y="2473346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38125" y="2623272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38" name="Rectangle 37"/>
          <p:cNvSpPr/>
          <p:nvPr/>
        </p:nvSpPr>
        <p:spPr>
          <a:xfrm>
            <a:off x="4029132" y="2663825"/>
            <a:ext cx="699349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4318725" y="264708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38125" y="279701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41" name="Rectangle 40"/>
          <p:cNvSpPr/>
          <p:nvPr/>
        </p:nvSpPr>
        <p:spPr>
          <a:xfrm>
            <a:off x="3009492" y="2837563"/>
            <a:ext cx="84135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3450945" y="282082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2970749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754428" y="3011302"/>
            <a:ext cx="218238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4549984" y="299456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38125" y="3144487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5334590" y="3185040"/>
            <a:ext cx="96254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5857703" y="3168300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238125" y="3318226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0" name="Rectangle 49"/>
          <p:cNvSpPr/>
          <p:nvPr/>
        </p:nvSpPr>
        <p:spPr>
          <a:xfrm>
            <a:off x="2702231" y="3358779"/>
            <a:ext cx="65016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2954908" y="334203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38125" y="349196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534576" y="3532517"/>
            <a:ext cx="39640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5710522" y="351577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238125" y="3665703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ectangle 55"/>
          <p:cNvSpPr/>
          <p:nvPr/>
        </p:nvSpPr>
        <p:spPr>
          <a:xfrm>
            <a:off x="2045494" y="3706256"/>
            <a:ext cx="92057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Oval 56"/>
          <p:cNvSpPr/>
          <p:nvPr/>
        </p:nvSpPr>
        <p:spPr>
          <a:xfrm>
            <a:off x="2308655" y="3689515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238125" y="3839441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9" name="Rectangle 58"/>
          <p:cNvSpPr/>
          <p:nvPr/>
        </p:nvSpPr>
        <p:spPr>
          <a:xfrm>
            <a:off x="4059884" y="3879994"/>
            <a:ext cx="85019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4307372" y="386325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62" name="Rectangle 61"/>
          <p:cNvSpPr/>
          <p:nvPr/>
        </p:nvSpPr>
        <p:spPr>
          <a:xfrm>
            <a:off x="4149941" y="4053733"/>
            <a:ext cx="108357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461692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186918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616797" y="4227471"/>
            <a:ext cx="218612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4831535" y="421073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38125" y="4360656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2685073" y="4401209"/>
            <a:ext cx="993221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Oval 68"/>
          <p:cNvSpPr/>
          <p:nvPr/>
        </p:nvSpPr>
        <p:spPr>
          <a:xfrm>
            <a:off x="3186120" y="4384469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453439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3788217" y="4574948"/>
            <a:ext cx="72240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Oval 71"/>
          <p:cNvSpPr/>
          <p:nvPr/>
        </p:nvSpPr>
        <p:spPr>
          <a:xfrm>
            <a:off x="4126521" y="455820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38125" y="4708133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74" name="Rectangle 73"/>
          <p:cNvSpPr/>
          <p:nvPr/>
        </p:nvSpPr>
        <p:spPr>
          <a:xfrm>
            <a:off x="4838761" y="4748686"/>
            <a:ext cx="824999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5137483" y="4731946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238125" y="4881872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708547" y="4922425"/>
            <a:ext cx="98548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5247053" y="490568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38125" y="505561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895173" y="5096163"/>
            <a:ext cx="117108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Oval 80"/>
          <p:cNvSpPr/>
          <p:nvPr/>
        </p:nvSpPr>
        <p:spPr>
          <a:xfrm>
            <a:off x="3525620" y="507942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38125" y="5229349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229054" y="5269902"/>
            <a:ext cx="99408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5668694" y="525316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38125" y="5403087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620033" y="5443640"/>
            <a:ext cx="88753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3870102" y="5426900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38125" y="5576826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89" name="Rectangle 88"/>
          <p:cNvSpPr/>
          <p:nvPr/>
        </p:nvSpPr>
        <p:spPr>
          <a:xfrm>
            <a:off x="5696308" y="5617379"/>
            <a:ext cx="118422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36695" y="560063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575056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3937201" y="5791117"/>
            <a:ext cx="83260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4314580" y="577437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38125" y="5924303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568823" y="5964856"/>
            <a:ext cx="152926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Oval 95"/>
          <p:cNvSpPr/>
          <p:nvPr/>
        </p:nvSpPr>
        <p:spPr>
          <a:xfrm>
            <a:off x="3880851" y="5948115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38125" y="6098041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98" name="Rectangle 97"/>
          <p:cNvSpPr/>
          <p:nvPr/>
        </p:nvSpPr>
        <p:spPr>
          <a:xfrm>
            <a:off x="5059058" y="6138594"/>
            <a:ext cx="186799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5863813" y="612185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Oval 99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08" name="Rounded Rectangle 107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8644164" y="1911934"/>
            <a:ext cx="15703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'Hungary' to ~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63678" y="1901710"/>
            <a:ext cx="134549" cy="195707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10338788" y="1911934"/>
            <a:ext cx="1427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'Sweden' at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048625" y="231503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'Sweden' commands the premium a signal of stronger demand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048625" y="2490292"/>
            <a:ext cx="37151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'Hungary' remains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048625" y="2665551"/>
            <a:ext cx="25522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most accessible, value-led geography.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50734"/>
          </a:xfrm>
          <a:prstGeom prst="roundRect">
            <a:avLst>
              <a:gd name="adj" fmla="val 27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0" cy="22840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3794"/>
                <a:gridCol w="1198164"/>
                <a:gridCol w="1198164"/>
                <a:gridCol w="1198164"/>
                <a:gridCol w="119816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68283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50734"/>
          </a:xfrm>
          <a:prstGeom prst="roundRect">
            <a:avLst>
              <a:gd name="adj" fmla="val 27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299" cy="22840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47515"/>
                <a:gridCol w="1070446"/>
                <a:gridCol w="1070446"/>
                <a:gridCol w="1070446"/>
                <a:gridCol w="10704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73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68283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5832" y="2573114"/>
            <a:ext cx="366712" cy="533399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2016" y="257311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905500" cy="4905375"/>
          </a:xfrm>
          <a:prstGeom prst="roundRect">
            <a:avLst>
              <a:gd name="adj" fmla="val 15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5886449" cy="4438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8211"/>
                <a:gridCol w="1060917"/>
                <a:gridCol w="923035"/>
                <a:gridCol w="779637"/>
                <a:gridCol w="12346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68642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200775" y="981075"/>
            <a:ext cx="5848350" cy="4905375"/>
          </a:xfrm>
          <a:prstGeom prst="roundRect">
            <a:avLst>
              <a:gd name="adj" fmla="val 15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96025" y="1038225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210300" y="1238250"/>
          <a:ext cx="5829301" cy="4438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8417"/>
                <a:gridCol w="907721"/>
                <a:gridCol w="907721"/>
                <a:gridCol w="907721"/>
                <a:gridCol w="9077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76975" y="5686425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53039" y="3313937"/>
            <a:ext cx="366712" cy="533399"/>
          </a:xfrm>
          <a:prstGeom prst="rect">
            <a:avLst/>
          </a:prstGeom>
        </p:spPr>
      </p:pic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37469" y="3313937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3663419"/>
          </a:xfrm>
          <a:prstGeom prst="roundRect">
            <a:avLst>
              <a:gd name="adj" fmla="val 20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0" cy="31966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2459"/>
                <a:gridCol w="1675541"/>
                <a:gridCol w="1896579"/>
                <a:gridCol w="1666331"/>
                <a:gridCol w="1545396"/>
                <a:gridCol w="1559265"/>
                <a:gridCol w="1728498"/>
                <a:gridCol w="813131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64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78096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114343"/>
            <a:ext cx="11906250" cy="1515057"/>
          </a:xfrm>
          <a:prstGeom prst="roundRect">
            <a:avLst>
              <a:gd name="adj" fmla="val 50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200068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438193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523918"/>
            <a:ext cx="11639550" cy="102928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0539" y="322224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533443"/>
            <a:ext cx="40592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On a weighted-average basis 'Sweden'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83563" y="5523664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51059" y="5533443"/>
            <a:ext cx="2795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US$/MT) and 'Hungary'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4822" y="5523664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62318" y="5533443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751375"/>
            <a:ext cx="56751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99390" y="5741596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066886" y="5751375"/>
            <a:ext cx="1395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969307"/>
            <a:ext cx="20510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5376" y="5959527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442872" y="5969307"/>
            <a:ext cx="3472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6187239"/>
            <a:ext cx="54475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791075"/>
          </a:xfrm>
          <a:prstGeom prst="roundRect">
            <a:avLst>
              <a:gd name="adj" fmla="val 15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3243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1570235"/>
                <a:gridCol w="1719064"/>
                <a:gridCol w="1564034"/>
                <a:gridCol w="1482607"/>
                <a:gridCol w="1491945"/>
                <a:gridCol w="1605892"/>
                <a:gridCol w="774024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7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5721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49010" y="344957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306701"/>
            <a:ext cx="128699" cy="187198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306701"/>
            <a:ext cx="128699" cy="187198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306701"/>
            <a:ext cx="128699" cy="187198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649601"/>
            <a:ext cx="128699" cy="187198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649601"/>
            <a:ext cx="128699" cy="187198"/>
          </a:xfrm>
          <a:prstGeom prst="rect">
            <a:avLst/>
          </a:prstGeom>
        </p:spPr>
      </p:pic>
      <p:pic>
        <p:nvPicPr>
          <p:cNvPr id="199" name="Picture 1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649601"/>
            <a:ext cx="128699" cy="187198"/>
          </a:xfrm>
          <a:prstGeom prst="rect">
            <a:avLst/>
          </a:prstGeom>
        </p:spPr>
      </p:pic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992501"/>
            <a:ext cx="128699" cy="187198"/>
          </a:xfrm>
          <a:prstGeom prst="rect">
            <a:avLst/>
          </a:prstGeom>
        </p:spPr>
      </p:pic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992501"/>
            <a:ext cx="128699" cy="187198"/>
          </a:xfrm>
          <a:prstGeom prst="rect">
            <a:avLst/>
          </a:prstGeom>
        </p:spPr>
      </p:pic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992501"/>
            <a:ext cx="128699" cy="187198"/>
          </a:xfrm>
          <a:prstGeom prst="rect">
            <a:avLst/>
          </a:prstGeom>
        </p:spPr>
      </p:pic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335401"/>
            <a:ext cx="128699" cy="187198"/>
          </a:xfrm>
          <a:prstGeom prst="rect">
            <a:avLst/>
          </a:prstGeom>
        </p:spPr>
      </p:pic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335401"/>
            <a:ext cx="128699" cy="187198"/>
          </a:xfrm>
          <a:prstGeom prst="rect">
            <a:avLst/>
          </a:prstGeom>
        </p:spPr>
      </p:pic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335401"/>
            <a:ext cx="128699" cy="187198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6783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678301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678301"/>
            <a:ext cx="128699" cy="187198"/>
          </a:xfrm>
          <a:prstGeom prst="rect">
            <a:avLst/>
          </a:prstGeom>
        </p:spPr>
      </p:pic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021201"/>
            <a:ext cx="128699" cy="187198"/>
          </a:xfrm>
          <a:prstGeom prst="rect">
            <a:avLst/>
          </a:prstGeom>
        </p:spPr>
      </p:pic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021201"/>
            <a:ext cx="128699" cy="187198"/>
          </a:xfrm>
          <a:prstGeom prst="rect">
            <a:avLst/>
          </a:prstGeom>
        </p:spPr>
      </p:pic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021201"/>
            <a:ext cx="128699" cy="187198"/>
          </a:xfrm>
          <a:prstGeom prst="rect">
            <a:avLst/>
          </a:prstGeom>
        </p:spPr>
      </p:pic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364101"/>
            <a:ext cx="128699" cy="187198"/>
          </a:xfrm>
          <a:prstGeom prst="rect">
            <a:avLst/>
          </a:prstGeom>
        </p:spPr>
      </p:pic>
      <p:pic>
        <p:nvPicPr>
          <p:cNvPr id="213" name="Picture 2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364101"/>
            <a:ext cx="128699" cy="187198"/>
          </a:xfrm>
          <a:prstGeom prst="rect">
            <a:avLst/>
          </a:prstGeom>
        </p:spPr>
      </p:pic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364101"/>
            <a:ext cx="128699" cy="187198"/>
          </a:xfrm>
          <a:prstGeom prst="rect">
            <a:avLst/>
          </a:prstGeom>
        </p:spPr>
      </p:pic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707001"/>
            <a:ext cx="128699" cy="187198"/>
          </a:xfrm>
          <a:prstGeom prst="rect">
            <a:avLst/>
          </a:prstGeom>
        </p:spPr>
      </p:pic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707001"/>
            <a:ext cx="128699" cy="187198"/>
          </a:xfrm>
          <a:prstGeom prst="rect">
            <a:avLst/>
          </a:prstGeom>
        </p:spPr>
      </p:pic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707001"/>
            <a:ext cx="128699" cy="187198"/>
          </a:xfrm>
          <a:prstGeom prst="rect">
            <a:avLst/>
          </a:prstGeom>
        </p:spPr>
      </p:pic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049901"/>
            <a:ext cx="128699" cy="187198"/>
          </a:xfrm>
          <a:prstGeom prst="rect">
            <a:avLst/>
          </a:prstGeom>
        </p:spPr>
      </p:pic>
      <p:pic>
        <p:nvPicPr>
          <p:cNvPr id="219" name="Picture 2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049901"/>
            <a:ext cx="128699" cy="187198"/>
          </a:xfrm>
          <a:prstGeom prst="rect">
            <a:avLst/>
          </a:prstGeom>
        </p:spPr>
      </p:pic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049901"/>
            <a:ext cx="128699" cy="187198"/>
          </a:xfrm>
          <a:prstGeom prst="rect">
            <a:avLst/>
          </a:prstGeom>
        </p:spPr>
      </p:pic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392801"/>
            <a:ext cx="128699" cy="187198"/>
          </a:xfrm>
          <a:prstGeom prst="rect">
            <a:avLst/>
          </a:prstGeom>
        </p:spPr>
      </p:pic>
      <p:pic>
        <p:nvPicPr>
          <p:cNvPr id="222" name="Picture 2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392801"/>
            <a:ext cx="128699" cy="187198"/>
          </a:xfrm>
          <a:prstGeom prst="rect">
            <a:avLst/>
          </a:prstGeom>
        </p:spPr>
      </p:pic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3067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3067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6496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6496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992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9925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3354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335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6783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6783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0212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0212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3641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3641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7070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7070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0499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392801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306701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306701"/>
            <a:ext cx="128699" cy="187198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306701"/>
            <a:ext cx="128699" cy="187198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649601"/>
            <a:ext cx="128699" cy="187198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649601"/>
            <a:ext cx="128699" cy="187198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9925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9925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9925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3354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3354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6783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36783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6783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0212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0212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3641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43641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3641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7070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7070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0499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50499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3928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6" name="TextBox 185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8" name="TextBox 187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0" name="TextBox 189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Germany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France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Spain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Poland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Germany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2780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7733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2686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7639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2592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754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2498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7451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240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7357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57960" y="1219200"/>
            <a:ext cx="63341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Germany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9249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United Kingdom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800167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France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10350500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Italy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10900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Spain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11317949" y="1219200"/>
            <a:ext cx="816769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Netherlands</a:t>
            </a:r>
          </a:p>
        </p:txBody>
      </p:sp>
      <p:sp>
        <p:nvSpPr>
          <p:cNvPr id="224" name="Rectangle 223"/>
          <p:cNvSpPr/>
          <p:nvPr/>
        </p:nvSpPr>
        <p:spPr>
          <a:xfrm>
            <a:off x="8709025" y="16097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TextBox 224"/>
          <p:cNvSpPr txBox="1"/>
          <p:nvPr/>
        </p:nvSpPr>
        <p:spPr>
          <a:xfrm>
            <a:off x="8699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259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9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9809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9800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>
          <a:xfrm>
            <a:off x="10360025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0910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460692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8709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9259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9249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9809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TextBox 236"/>
          <p:cNvSpPr txBox="1"/>
          <p:nvPr/>
        </p:nvSpPr>
        <p:spPr>
          <a:xfrm>
            <a:off x="9800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>
          <a:xfrm>
            <a:off x="10360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TextBox 238"/>
          <p:cNvSpPr txBox="1"/>
          <p:nvPr/>
        </p:nvSpPr>
        <p:spPr>
          <a:xfrm>
            <a:off x="10350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>
          <a:xfrm>
            <a:off x="10910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460692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8709025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9259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9809692" y="21050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TextBox 244"/>
          <p:cNvSpPr txBox="1"/>
          <p:nvPr/>
        </p:nvSpPr>
        <p:spPr>
          <a:xfrm>
            <a:off x="9800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10360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TextBox 246"/>
          <p:cNvSpPr txBox="1"/>
          <p:nvPr/>
        </p:nvSpPr>
        <p:spPr>
          <a:xfrm>
            <a:off x="10350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0910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10900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11460692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8709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259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9809692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0360025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10350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56" name="Rectangle 255"/>
          <p:cNvSpPr/>
          <p:nvPr/>
        </p:nvSpPr>
        <p:spPr>
          <a:xfrm>
            <a:off x="10910358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TextBox 256"/>
          <p:cNvSpPr txBox="1"/>
          <p:nvPr/>
        </p:nvSpPr>
        <p:spPr>
          <a:xfrm>
            <a:off x="10900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460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TextBox 258"/>
          <p:cNvSpPr txBox="1"/>
          <p:nvPr/>
        </p:nvSpPr>
        <p:spPr>
          <a:xfrm>
            <a:off x="11451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709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9259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9809692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0360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0910358" y="26003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10900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66" name="Rectangle 265"/>
          <p:cNvSpPr/>
          <p:nvPr/>
        </p:nvSpPr>
        <p:spPr>
          <a:xfrm>
            <a:off x="11460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11451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8709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9259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9809692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0360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0910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460692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11451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8709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8699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9259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9809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10360025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910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1460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8709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8699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9259358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TextBox 284"/>
          <p:cNvSpPr txBox="1"/>
          <p:nvPr/>
        </p:nvSpPr>
        <p:spPr>
          <a:xfrm>
            <a:off x="9249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6" name="Rectangle 285"/>
          <p:cNvSpPr/>
          <p:nvPr/>
        </p:nvSpPr>
        <p:spPr>
          <a:xfrm>
            <a:off x="9809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10360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10910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11460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8709025" y="35909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TextBox 290"/>
          <p:cNvSpPr txBox="1"/>
          <p:nvPr/>
        </p:nvSpPr>
        <p:spPr>
          <a:xfrm>
            <a:off x="8699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92" name="Rectangle 291"/>
          <p:cNvSpPr/>
          <p:nvPr/>
        </p:nvSpPr>
        <p:spPr>
          <a:xfrm>
            <a:off x="9259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TextBox 292"/>
          <p:cNvSpPr txBox="1"/>
          <p:nvPr/>
        </p:nvSpPr>
        <p:spPr>
          <a:xfrm>
            <a:off x="9249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4" name="Rectangle 293"/>
          <p:cNvSpPr/>
          <p:nvPr/>
        </p:nvSpPr>
        <p:spPr>
          <a:xfrm>
            <a:off x="9809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TextBox 294"/>
          <p:cNvSpPr txBox="1"/>
          <p:nvPr/>
        </p:nvSpPr>
        <p:spPr>
          <a:xfrm>
            <a:off x="9800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6" name="Rectangle 295"/>
          <p:cNvSpPr/>
          <p:nvPr/>
        </p:nvSpPr>
        <p:spPr>
          <a:xfrm>
            <a:off x="10360025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910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1460692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Rectangle 298"/>
          <p:cNvSpPr/>
          <p:nvPr/>
        </p:nvSpPr>
        <p:spPr>
          <a:xfrm>
            <a:off x="8709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Rectangle 299"/>
          <p:cNvSpPr/>
          <p:nvPr/>
        </p:nvSpPr>
        <p:spPr>
          <a:xfrm>
            <a:off x="9259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TextBox 300"/>
          <p:cNvSpPr txBox="1"/>
          <p:nvPr/>
        </p:nvSpPr>
        <p:spPr>
          <a:xfrm>
            <a:off x="9249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02" name="Rectangle 301"/>
          <p:cNvSpPr/>
          <p:nvPr/>
        </p:nvSpPr>
        <p:spPr>
          <a:xfrm>
            <a:off x="9809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TextBox 302"/>
          <p:cNvSpPr txBox="1"/>
          <p:nvPr/>
        </p:nvSpPr>
        <p:spPr>
          <a:xfrm>
            <a:off x="9800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4" name="Rectangle 303"/>
          <p:cNvSpPr/>
          <p:nvPr/>
        </p:nvSpPr>
        <p:spPr>
          <a:xfrm>
            <a:off x="10360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TextBox 304"/>
          <p:cNvSpPr txBox="1"/>
          <p:nvPr/>
        </p:nvSpPr>
        <p:spPr>
          <a:xfrm>
            <a:off x="10350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6" name="Rectangle 305"/>
          <p:cNvSpPr/>
          <p:nvPr/>
        </p:nvSpPr>
        <p:spPr>
          <a:xfrm>
            <a:off x="10910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11460692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TextBox 308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310" name="Rectangle 309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312" name="Rectangle 311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TextBox 312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315" name="Connector 314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6" name="TextBox 315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320" name="Rectangle 319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322" name="TextBox 321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326" name="Rectangle 325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332" name="Rectangle 331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TextBox 332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335" name="TextBox 3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828800" y="3416749"/>
            <a:ext cx="209550" cy="237298"/>
          </a:xfrm>
          <a:custGeom>
            <a:avLst/>
            <a:gdLst/>
            <a:ahLst/>
            <a:cxnLst/>
            <a:rect l="l" t="t" r="r" b="b"/>
            <a:pathLst>
              <a:path w="22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1" y="2"/>
                </a:lnTo>
                <a:lnTo>
                  <a:pt x="14" y="4"/>
                </a:lnTo>
                <a:lnTo>
                  <a:pt x="17" y="6"/>
                </a:lnTo>
                <a:lnTo>
                  <a:pt x="20" y="8"/>
                </a:lnTo>
                <a:lnTo>
                  <a:pt x="22" y="1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9146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981450" y="3416749"/>
            <a:ext cx="142875" cy="237298"/>
          </a:xfrm>
          <a:custGeom>
            <a:avLst/>
            <a:gdLst/>
            <a:ahLst/>
            <a:cxnLst/>
            <a:rect l="l" t="t" r="r" b="b"/>
            <a:pathLst>
              <a:path w="15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104775" cy="237298"/>
          </a:xfrm>
          <a:custGeom>
            <a:avLst/>
            <a:gdLst/>
            <a:ahLst/>
            <a:cxnLst/>
            <a:rect l="l" t="t" r="r" b="b"/>
            <a:pathLst>
              <a:path w="1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Other European Countries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85725" cy="237298"/>
          </a:xfrm>
          <a:custGeom>
            <a:avLst/>
            <a:gdLst/>
            <a:ahLst/>
            <a:cxnLst/>
            <a:rect l="l" t="t" r="r" b="b"/>
            <a:pathLst>
              <a:path w="9" h="26">
                <a:moveTo>
                  <a:pt x="0" y="26"/>
                </a:moveTo>
                <a:lnTo>
                  <a:pt x="0" y="0"/>
                </a:lnTo>
                <a:lnTo>
                  <a:pt x="5" y="0"/>
                </a:lnTo>
                <a:lnTo>
                  <a:pt x="9" y="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Other European Countries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47625" cy="237298"/>
          </a:xfrm>
          <a:custGeom>
            <a:avLst/>
            <a:gdLst/>
            <a:ahLst/>
            <a:cxnLst/>
            <a:rect l="l" t="t" r="r" b="b"/>
            <a:pathLst>
              <a:path w="5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Other European Countries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38100" cy="237298"/>
          </a:xfrm>
          <a:custGeom>
            <a:avLst/>
            <a:gdLst/>
            <a:ahLst/>
            <a:cxnLst/>
            <a:rect l="l" t="t" r="r" b="b"/>
            <a:pathLst>
              <a:path w="4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28575" cy="237298"/>
          </a:xfrm>
          <a:custGeom>
            <a:avLst/>
            <a:gdLst/>
            <a:ahLst/>
            <a:cxnLst/>
            <a:rect l="l" t="t" r="r" b="b"/>
            <a:pathLst>
              <a:path w="3" h="26">
                <a:moveTo>
                  <a:pt x="0" y="26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Country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countries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1940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65998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341107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467071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642180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76850" y="501211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151959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7415" y="501211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82524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50177"/>
            <a:ext cx="235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United Kingdom: 'Beaphar'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81898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757007" y="5250177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2971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058080" y="5250177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92750" y="523995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6567859" y="5250177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23315" y="523995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298424" y="525017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78015"/>
            <a:ext cx="17945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France: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19948" y="546779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95057" y="5478015"/>
            <a:ext cx="2252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Francodex'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97184" y="5467792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72293" y="547801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06962" y="546779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6082072" y="5478015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37528" y="5467792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12637" y="547801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705853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933691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68575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'Germany'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82920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258029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'Germany'.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4893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'Germany'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71835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Europe'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08965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584074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Europe'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71835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Europe'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08965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584074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Europe'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