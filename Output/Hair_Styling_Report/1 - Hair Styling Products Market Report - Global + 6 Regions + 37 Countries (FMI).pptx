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00.xml" ContentType="application/vnd.openxmlformats-officedocument.drawingml.chart+xml"/>
  <Override PartName="/ppt/charts/chart1001.xml" ContentType="application/vnd.openxmlformats-officedocument.drawingml.chart+xml"/>
  <Override PartName="/ppt/charts/chart1002.xml" ContentType="application/vnd.openxmlformats-officedocument.drawingml.chart+xml"/>
  <Override PartName="/ppt/charts/chart1003.xml" ContentType="application/vnd.openxmlformats-officedocument.drawingml.chart+xml"/>
  <Override PartName="/ppt/charts/chart1004.xml" ContentType="application/vnd.openxmlformats-officedocument.drawingml.chart+xml"/>
  <Override PartName="/ppt/charts/chart1005.xml" ContentType="application/vnd.openxmlformats-officedocument.drawingml.chart+xml"/>
  <Override PartName="/ppt/charts/chart1006.xml" ContentType="application/vnd.openxmlformats-officedocument.drawingml.chart+xml"/>
  <Override PartName="/ppt/charts/chart1007.xml" ContentType="application/vnd.openxmlformats-officedocument.drawingml.chart+xml"/>
  <Override PartName="/ppt/charts/chart1008.xml" ContentType="application/vnd.openxmlformats-officedocument.drawingml.chart+xml"/>
  <Override PartName="/ppt/charts/chart1009.xml" ContentType="application/vnd.openxmlformats-officedocument.drawingml.chart+xml"/>
  <Override PartName="/ppt/charts/chart101.xml" ContentType="application/vnd.openxmlformats-officedocument.drawingml.chart+xml"/>
  <Override PartName="/ppt/charts/chart1010.xml" ContentType="application/vnd.openxmlformats-officedocument.drawingml.chart+xml"/>
  <Override PartName="/ppt/charts/chart1011.xml" ContentType="application/vnd.openxmlformats-officedocument.drawingml.chart+xml"/>
  <Override PartName="/ppt/charts/chart1012.xml" ContentType="application/vnd.openxmlformats-officedocument.drawingml.chart+xml"/>
  <Override PartName="/ppt/charts/chart1013.xml" ContentType="application/vnd.openxmlformats-officedocument.drawingml.chart+xml"/>
  <Override PartName="/ppt/charts/chart1014.xml" ContentType="application/vnd.openxmlformats-officedocument.drawingml.chart+xml"/>
  <Override PartName="/ppt/charts/chart1015.xml" ContentType="application/vnd.openxmlformats-officedocument.drawingml.chart+xml"/>
  <Override PartName="/ppt/charts/chart1016.xml" ContentType="application/vnd.openxmlformats-officedocument.drawingml.chart+xml"/>
  <Override PartName="/ppt/charts/chart1017.xml" ContentType="application/vnd.openxmlformats-officedocument.drawingml.chart+xml"/>
  <Override PartName="/ppt/charts/chart1018.xml" ContentType="application/vnd.openxmlformats-officedocument.drawingml.chart+xml"/>
  <Override PartName="/ppt/charts/chart1019.xml" ContentType="application/vnd.openxmlformats-officedocument.drawingml.chart+xml"/>
  <Override PartName="/ppt/charts/chart102.xml" ContentType="application/vnd.openxmlformats-officedocument.drawingml.chart+xml"/>
  <Override PartName="/ppt/charts/chart1020.xml" ContentType="application/vnd.openxmlformats-officedocument.drawingml.chart+xml"/>
  <Override PartName="/ppt/charts/chart1021.xml" ContentType="application/vnd.openxmlformats-officedocument.drawingml.chart+xml"/>
  <Override PartName="/ppt/charts/chart1022.xml" ContentType="application/vnd.openxmlformats-officedocument.drawingml.chart+xml"/>
  <Override PartName="/ppt/charts/chart1023.xml" ContentType="application/vnd.openxmlformats-officedocument.drawingml.chart+xml"/>
  <Override PartName="/ppt/charts/chart1024.xml" ContentType="application/vnd.openxmlformats-officedocument.drawingml.chart+xml"/>
  <Override PartName="/ppt/charts/chart1025.xml" ContentType="application/vnd.openxmlformats-officedocument.drawingml.chart+xml"/>
  <Override PartName="/ppt/charts/chart1026.xml" ContentType="application/vnd.openxmlformats-officedocument.drawingml.chart+xml"/>
  <Override PartName="/ppt/charts/chart1027.xml" ContentType="application/vnd.openxmlformats-officedocument.drawingml.chart+xml"/>
  <Override PartName="/ppt/charts/chart1028.xml" ContentType="application/vnd.openxmlformats-officedocument.drawingml.chart+xml"/>
  <Override PartName="/ppt/charts/chart1029.xml" ContentType="application/vnd.openxmlformats-officedocument.drawingml.chart+xml"/>
  <Override PartName="/ppt/charts/chart103.xml" ContentType="application/vnd.openxmlformats-officedocument.drawingml.chart+xml"/>
  <Override PartName="/ppt/charts/chart1030.xml" ContentType="application/vnd.openxmlformats-officedocument.drawingml.chart+xml"/>
  <Override PartName="/ppt/charts/chart1031.xml" ContentType="application/vnd.openxmlformats-officedocument.drawingml.chart+xml"/>
  <Override PartName="/ppt/charts/chart1032.xml" ContentType="application/vnd.openxmlformats-officedocument.drawingml.chart+xml"/>
  <Override PartName="/ppt/charts/chart1033.xml" ContentType="application/vnd.openxmlformats-officedocument.drawingml.chart+xml"/>
  <Override PartName="/ppt/charts/chart1034.xml" ContentType="application/vnd.openxmlformats-officedocument.drawingml.chart+xml"/>
  <Override PartName="/ppt/charts/chart1035.xml" ContentType="application/vnd.openxmlformats-officedocument.drawingml.chart+xml"/>
  <Override PartName="/ppt/charts/chart1036.xml" ContentType="application/vnd.openxmlformats-officedocument.drawingml.chart+xml"/>
  <Override PartName="/ppt/charts/chart1037.xml" ContentType="application/vnd.openxmlformats-officedocument.drawingml.chart+xml"/>
  <Override PartName="/ppt/charts/chart1038.xml" ContentType="application/vnd.openxmlformats-officedocument.drawingml.chart+xml"/>
  <Override PartName="/ppt/charts/chart1039.xml" ContentType="application/vnd.openxmlformats-officedocument.drawingml.chart+xml"/>
  <Override PartName="/ppt/charts/chart104.xml" ContentType="application/vnd.openxmlformats-officedocument.drawingml.chart+xml"/>
  <Override PartName="/ppt/charts/chart1040.xml" ContentType="application/vnd.openxmlformats-officedocument.drawingml.chart+xml"/>
  <Override PartName="/ppt/charts/chart1041.xml" ContentType="application/vnd.openxmlformats-officedocument.drawingml.chart+xml"/>
  <Override PartName="/ppt/charts/chart1042.xml" ContentType="application/vnd.openxmlformats-officedocument.drawingml.chart+xml"/>
  <Override PartName="/ppt/charts/chart1043.xml" ContentType="application/vnd.openxmlformats-officedocument.drawingml.chart+xml"/>
  <Override PartName="/ppt/charts/chart1044.xml" ContentType="application/vnd.openxmlformats-officedocument.drawingml.chart+xml"/>
  <Override PartName="/ppt/charts/chart1045.xml" ContentType="application/vnd.openxmlformats-officedocument.drawingml.chart+xml"/>
  <Override PartName="/ppt/charts/chart1046.xml" ContentType="application/vnd.openxmlformats-officedocument.drawingml.chart+xml"/>
  <Override PartName="/ppt/charts/chart1047.xml" ContentType="application/vnd.openxmlformats-officedocument.drawingml.chart+xml"/>
  <Override PartName="/ppt/charts/chart1048.xml" ContentType="application/vnd.openxmlformats-officedocument.drawingml.chart+xml"/>
  <Override PartName="/ppt/charts/chart1049.xml" ContentType="application/vnd.openxmlformats-officedocument.drawingml.chart+xml"/>
  <Override PartName="/ppt/charts/chart105.xml" ContentType="application/vnd.openxmlformats-officedocument.drawingml.chart+xml"/>
  <Override PartName="/ppt/charts/chart1050.xml" ContentType="application/vnd.openxmlformats-officedocument.drawingml.chart+xml"/>
  <Override PartName="/ppt/charts/chart1051.xml" ContentType="application/vnd.openxmlformats-officedocument.drawingml.chart+xml"/>
  <Override PartName="/ppt/charts/chart1052.xml" ContentType="application/vnd.openxmlformats-officedocument.drawingml.chart+xml"/>
  <Override PartName="/ppt/charts/chart1053.xml" ContentType="application/vnd.openxmlformats-officedocument.drawingml.chart+xml"/>
  <Override PartName="/ppt/charts/chart1054.xml" ContentType="application/vnd.openxmlformats-officedocument.drawingml.chart+xml"/>
  <Override PartName="/ppt/charts/chart1055.xml" ContentType="application/vnd.openxmlformats-officedocument.drawingml.chart+xml"/>
  <Override PartName="/ppt/charts/chart1056.xml" ContentType="application/vnd.openxmlformats-officedocument.drawingml.chart+xml"/>
  <Override PartName="/ppt/charts/chart1057.xml" ContentType="application/vnd.openxmlformats-officedocument.drawingml.chart+xml"/>
  <Override PartName="/ppt/charts/chart1058.xml" ContentType="application/vnd.openxmlformats-officedocument.drawingml.chart+xml"/>
  <Override PartName="/ppt/charts/chart1059.xml" ContentType="application/vnd.openxmlformats-officedocument.drawingml.chart+xml"/>
  <Override PartName="/ppt/charts/chart106.xml" ContentType="application/vnd.openxmlformats-officedocument.drawingml.chart+xml"/>
  <Override PartName="/ppt/charts/chart1060.xml" ContentType="application/vnd.openxmlformats-officedocument.drawingml.chart+xml"/>
  <Override PartName="/ppt/charts/chart1061.xml" ContentType="application/vnd.openxmlformats-officedocument.drawingml.chart+xml"/>
  <Override PartName="/ppt/charts/chart1062.xml" ContentType="application/vnd.openxmlformats-officedocument.drawingml.chart+xml"/>
  <Override PartName="/ppt/charts/chart1063.xml" ContentType="application/vnd.openxmlformats-officedocument.drawingml.chart+xml"/>
  <Override PartName="/ppt/charts/chart1064.xml" ContentType="application/vnd.openxmlformats-officedocument.drawingml.chart+xml"/>
  <Override PartName="/ppt/charts/chart1065.xml" ContentType="application/vnd.openxmlformats-officedocument.drawingml.chart+xml"/>
  <Override PartName="/ppt/charts/chart1066.xml" ContentType="application/vnd.openxmlformats-officedocument.drawingml.chart+xml"/>
  <Override PartName="/ppt/charts/chart1067.xml" ContentType="application/vnd.openxmlformats-officedocument.drawingml.chart+xml"/>
  <Override PartName="/ppt/charts/chart1068.xml" ContentType="application/vnd.openxmlformats-officedocument.drawingml.chart+xml"/>
  <Override PartName="/ppt/charts/chart1069.xml" ContentType="application/vnd.openxmlformats-officedocument.drawingml.chart+xml"/>
  <Override PartName="/ppt/charts/chart107.xml" ContentType="application/vnd.openxmlformats-officedocument.drawingml.chart+xml"/>
  <Override PartName="/ppt/charts/chart1070.xml" ContentType="application/vnd.openxmlformats-officedocument.drawingml.chart+xml"/>
  <Override PartName="/ppt/charts/chart1071.xml" ContentType="application/vnd.openxmlformats-officedocument.drawingml.chart+xml"/>
  <Override PartName="/ppt/charts/chart1072.xml" ContentType="application/vnd.openxmlformats-officedocument.drawingml.chart+xml"/>
  <Override PartName="/ppt/charts/chart1073.xml" ContentType="application/vnd.openxmlformats-officedocument.drawingml.chart+xml"/>
  <Override PartName="/ppt/charts/chart1074.xml" ContentType="application/vnd.openxmlformats-officedocument.drawingml.chart+xml"/>
  <Override PartName="/ppt/charts/chart1075.xml" ContentType="application/vnd.openxmlformats-officedocument.drawingml.chart+xml"/>
  <Override PartName="/ppt/charts/chart1076.xml" ContentType="application/vnd.openxmlformats-officedocument.drawingml.chart+xml"/>
  <Override PartName="/ppt/charts/chart1077.xml" ContentType="application/vnd.openxmlformats-officedocument.drawingml.chart+xml"/>
  <Override PartName="/ppt/charts/chart1078.xml" ContentType="application/vnd.openxmlformats-officedocument.drawingml.chart+xml"/>
  <Override PartName="/ppt/charts/chart1079.xml" ContentType="application/vnd.openxmlformats-officedocument.drawingml.chart+xml"/>
  <Override PartName="/ppt/charts/chart108.xml" ContentType="application/vnd.openxmlformats-officedocument.drawingml.chart+xml"/>
  <Override PartName="/ppt/charts/chart1080.xml" ContentType="application/vnd.openxmlformats-officedocument.drawingml.chart+xml"/>
  <Override PartName="/ppt/charts/chart1081.xml" ContentType="application/vnd.openxmlformats-officedocument.drawingml.chart+xml"/>
  <Override PartName="/ppt/charts/chart1082.xml" ContentType="application/vnd.openxmlformats-officedocument.drawingml.chart+xml"/>
  <Override PartName="/ppt/charts/chart1083.xml" ContentType="application/vnd.openxmlformats-officedocument.drawingml.chart+xml"/>
  <Override PartName="/ppt/charts/chart1084.xml" ContentType="application/vnd.openxmlformats-officedocument.drawingml.chart+xml"/>
  <Override PartName="/ppt/charts/chart1085.xml" ContentType="application/vnd.openxmlformats-officedocument.drawingml.chart+xml"/>
  <Override PartName="/ppt/charts/chart1086.xml" ContentType="application/vnd.openxmlformats-officedocument.drawingml.chart+xml"/>
  <Override PartName="/ppt/charts/chart1087.xml" ContentType="application/vnd.openxmlformats-officedocument.drawingml.chart+xml"/>
  <Override PartName="/ppt/charts/chart1088.xml" ContentType="application/vnd.openxmlformats-officedocument.drawingml.chart+xml"/>
  <Override PartName="/ppt/charts/chart1089.xml" ContentType="application/vnd.openxmlformats-officedocument.drawingml.chart+xml"/>
  <Override PartName="/ppt/charts/chart109.xml" ContentType="application/vnd.openxmlformats-officedocument.drawingml.chart+xml"/>
  <Override PartName="/ppt/charts/chart1090.xml" ContentType="application/vnd.openxmlformats-officedocument.drawingml.chart+xml"/>
  <Override PartName="/ppt/charts/chart1091.xml" ContentType="application/vnd.openxmlformats-officedocument.drawingml.chart+xml"/>
  <Override PartName="/ppt/charts/chart1092.xml" ContentType="application/vnd.openxmlformats-officedocument.drawingml.chart+xml"/>
  <Override PartName="/ppt/charts/chart1093.xml" ContentType="application/vnd.openxmlformats-officedocument.drawingml.chart+xml"/>
  <Override PartName="/ppt/charts/chart1094.xml" ContentType="application/vnd.openxmlformats-officedocument.drawingml.chart+xml"/>
  <Override PartName="/ppt/charts/chart1095.xml" ContentType="application/vnd.openxmlformats-officedocument.drawingml.chart+xml"/>
  <Override PartName="/ppt/charts/chart1096.xml" ContentType="application/vnd.openxmlformats-officedocument.drawingml.chart+xml"/>
  <Override PartName="/ppt/charts/chart1097.xml" ContentType="application/vnd.openxmlformats-officedocument.drawingml.chart+xml"/>
  <Override PartName="/ppt/charts/chart1098.xml" ContentType="application/vnd.openxmlformats-officedocument.drawingml.chart+xml"/>
  <Override PartName="/ppt/charts/chart109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00.xml" ContentType="application/vnd.openxmlformats-officedocument.drawingml.chart+xml"/>
  <Override PartName="/ppt/charts/chart1101.xml" ContentType="application/vnd.openxmlformats-officedocument.drawingml.chart+xml"/>
  <Override PartName="/ppt/charts/chart1102.xml" ContentType="application/vnd.openxmlformats-officedocument.drawingml.chart+xml"/>
  <Override PartName="/ppt/charts/chart1103.xml" ContentType="application/vnd.openxmlformats-officedocument.drawingml.chart+xml"/>
  <Override PartName="/ppt/charts/chart1104.xml" ContentType="application/vnd.openxmlformats-officedocument.drawingml.chart+xml"/>
  <Override PartName="/ppt/charts/chart1105.xml" ContentType="application/vnd.openxmlformats-officedocument.drawingml.chart+xml"/>
  <Override PartName="/ppt/charts/chart1106.xml" ContentType="application/vnd.openxmlformats-officedocument.drawingml.chart+xml"/>
  <Override PartName="/ppt/charts/chart1107.xml" ContentType="application/vnd.openxmlformats-officedocument.drawingml.chart+xml"/>
  <Override PartName="/ppt/charts/chart1108.xml" ContentType="application/vnd.openxmlformats-officedocument.drawingml.chart+xml"/>
  <Override PartName="/ppt/charts/chart1109.xml" ContentType="application/vnd.openxmlformats-officedocument.drawingml.chart+xml"/>
  <Override PartName="/ppt/charts/chart111.xml" ContentType="application/vnd.openxmlformats-officedocument.drawingml.chart+xml"/>
  <Override PartName="/ppt/charts/chart1110.xml" ContentType="application/vnd.openxmlformats-officedocument.drawingml.chart+xml"/>
  <Override PartName="/ppt/charts/chart1111.xml" ContentType="application/vnd.openxmlformats-officedocument.drawingml.chart+xml"/>
  <Override PartName="/ppt/charts/chart1112.xml" ContentType="application/vnd.openxmlformats-officedocument.drawingml.chart+xml"/>
  <Override PartName="/ppt/charts/chart1113.xml" ContentType="application/vnd.openxmlformats-officedocument.drawingml.chart+xml"/>
  <Override PartName="/ppt/charts/chart1114.xml" ContentType="application/vnd.openxmlformats-officedocument.drawingml.chart+xml"/>
  <Override PartName="/ppt/charts/chart1115.xml" ContentType="application/vnd.openxmlformats-officedocument.drawingml.chart+xml"/>
  <Override PartName="/ppt/charts/chart1116.xml" ContentType="application/vnd.openxmlformats-officedocument.drawingml.chart+xml"/>
  <Override PartName="/ppt/charts/chart1117.xml" ContentType="application/vnd.openxmlformats-officedocument.drawingml.chart+xml"/>
  <Override PartName="/ppt/charts/chart1118.xml" ContentType="application/vnd.openxmlformats-officedocument.drawingml.chart+xml"/>
  <Override PartName="/ppt/charts/chart1119.xml" ContentType="application/vnd.openxmlformats-officedocument.drawingml.chart+xml"/>
  <Override PartName="/ppt/charts/chart112.xml" ContentType="application/vnd.openxmlformats-officedocument.drawingml.chart+xml"/>
  <Override PartName="/ppt/charts/chart1120.xml" ContentType="application/vnd.openxmlformats-officedocument.drawingml.chart+xml"/>
  <Override PartName="/ppt/charts/chart1121.xml" ContentType="application/vnd.openxmlformats-officedocument.drawingml.chart+xml"/>
  <Override PartName="/ppt/charts/chart1122.xml" ContentType="application/vnd.openxmlformats-officedocument.drawingml.chart+xml"/>
  <Override PartName="/ppt/charts/chart1123.xml" ContentType="application/vnd.openxmlformats-officedocument.drawingml.chart+xml"/>
  <Override PartName="/ppt/charts/chart1124.xml" ContentType="application/vnd.openxmlformats-officedocument.drawingml.chart+xml"/>
  <Override PartName="/ppt/charts/chart1125.xml" ContentType="application/vnd.openxmlformats-officedocument.drawingml.chart+xml"/>
  <Override PartName="/ppt/charts/chart1126.xml" ContentType="application/vnd.openxmlformats-officedocument.drawingml.chart+xml"/>
  <Override PartName="/ppt/charts/chart1127.xml" ContentType="application/vnd.openxmlformats-officedocument.drawingml.chart+xml"/>
  <Override PartName="/ppt/charts/chart1128.xml" ContentType="application/vnd.openxmlformats-officedocument.drawingml.chart+xml"/>
  <Override PartName="/ppt/charts/chart1129.xml" ContentType="application/vnd.openxmlformats-officedocument.drawingml.chart+xml"/>
  <Override PartName="/ppt/charts/chart113.xml" ContentType="application/vnd.openxmlformats-officedocument.drawingml.chart+xml"/>
  <Override PartName="/ppt/charts/chart1130.xml" ContentType="application/vnd.openxmlformats-officedocument.drawingml.chart+xml"/>
  <Override PartName="/ppt/charts/chart1131.xml" ContentType="application/vnd.openxmlformats-officedocument.drawingml.chart+xml"/>
  <Override PartName="/ppt/charts/chart1132.xml" ContentType="application/vnd.openxmlformats-officedocument.drawingml.chart+xml"/>
  <Override PartName="/ppt/charts/chart1133.xml" ContentType="application/vnd.openxmlformats-officedocument.drawingml.chart+xml"/>
  <Override PartName="/ppt/charts/chart1134.xml" ContentType="application/vnd.openxmlformats-officedocument.drawingml.chart+xml"/>
  <Override PartName="/ppt/charts/chart1135.xml" ContentType="application/vnd.openxmlformats-officedocument.drawingml.chart+xml"/>
  <Override PartName="/ppt/charts/chart1136.xml" ContentType="application/vnd.openxmlformats-officedocument.drawingml.chart+xml"/>
  <Override PartName="/ppt/charts/chart1137.xml" ContentType="application/vnd.openxmlformats-officedocument.drawingml.chart+xml"/>
  <Override PartName="/ppt/charts/chart1138.xml" ContentType="application/vnd.openxmlformats-officedocument.drawingml.chart+xml"/>
  <Override PartName="/ppt/charts/chart1139.xml" ContentType="application/vnd.openxmlformats-officedocument.drawingml.chart+xml"/>
  <Override PartName="/ppt/charts/chart114.xml" ContentType="application/vnd.openxmlformats-officedocument.drawingml.chart+xml"/>
  <Override PartName="/ppt/charts/chart1140.xml" ContentType="application/vnd.openxmlformats-officedocument.drawingml.chart+xml"/>
  <Override PartName="/ppt/charts/chart1141.xml" ContentType="application/vnd.openxmlformats-officedocument.drawingml.chart+xml"/>
  <Override PartName="/ppt/charts/chart1142.xml" ContentType="application/vnd.openxmlformats-officedocument.drawingml.chart+xml"/>
  <Override PartName="/ppt/charts/chart1143.xml" ContentType="application/vnd.openxmlformats-officedocument.drawingml.chart+xml"/>
  <Override PartName="/ppt/charts/chart1144.xml" ContentType="application/vnd.openxmlformats-officedocument.drawingml.chart+xml"/>
  <Override PartName="/ppt/charts/chart1145.xml" ContentType="application/vnd.openxmlformats-officedocument.drawingml.chart+xml"/>
  <Override PartName="/ppt/charts/chart1146.xml" ContentType="application/vnd.openxmlformats-officedocument.drawingml.chart+xml"/>
  <Override PartName="/ppt/charts/chart1147.xml" ContentType="application/vnd.openxmlformats-officedocument.drawingml.chart+xml"/>
  <Override PartName="/ppt/charts/chart1148.xml" ContentType="application/vnd.openxmlformats-officedocument.drawingml.chart+xml"/>
  <Override PartName="/ppt/charts/chart1149.xml" ContentType="application/vnd.openxmlformats-officedocument.drawingml.chart+xml"/>
  <Override PartName="/ppt/charts/chart115.xml" ContentType="application/vnd.openxmlformats-officedocument.drawingml.chart+xml"/>
  <Override PartName="/ppt/charts/chart1150.xml" ContentType="application/vnd.openxmlformats-officedocument.drawingml.chart+xml"/>
  <Override PartName="/ppt/charts/chart1151.xml" ContentType="application/vnd.openxmlformats-officedocument.drawingml.chart+xml"/>
  <Override PartName="/ppt/charts/chart1152.xml" ContentType="application/vnd.openxmlformats-officedocument.drawingml.chart+xml"/>
  <Override PartName="/ppt/charts/chart1153.xml" ContentType="application/vnd.openxmlformats-officedocument.drawingml.chart+xml"/>
  <Override PartName="/ppt/charts/chart1154.xml" ContentType="application/vnd.openxmlformats-officedocument.drawingml.chart+xml"/>
  <Override PartName="/ppt/charts/chart1155.xml" ContentType="application/vnd.openxmlformats-officedocument.drawingml.chart+xml"/>
  <Override PartName="/ppt/charts/chart1156.xml" ContentType="application/vnd.openxmlformats-officedocument.drawingml.chart+xml"/>
  <Override PartName="/ppt/charts/chart1157.xml" ContentType="application/vnd.openxmlformats-officedocument.drawingml.chart+xml"/>
  <Override PartName="/ppt/charts/chart1158.xml" ContentType="application/vnd.openxmlformats-officedocument.drawingml.chart+xml"/>
  <Override PartName="/ppt/charts/chart1159.xml" ContentType="application/vnd.openxmlformats-officedocument.drawingml.chart+xml"/>
  <Override PartName="/ppt/charts/chart116.xml" ContentType="application/vnd.openxmlformats-officedocument.drawingml.chart+xml"/>
  <Override PartName="/ppt/charts/chart1160.xml" ContentType="application/vnd.openxmlformats-officedocument.drawingml.chart+xml"/>
  <Override PartName="/ppt/charts/chart1161.xml" ContentType="application/vnd.openxmlformats-officedocument.drawingml.chart+xml"/>
  <Override PartName="/ppt/charts/chart1162.xml" ContentType="application/vnd.openxmlformats-officedocument.drawingml.chart+xml"/>
  <Override PartName="/ppt/charts/chart1163.xml" ContentType="application/vnd.openxmlformats-officedocument.drawingml.chart+xml"/>
  <Override PartName="/ppt/charts/chart1164.xml" ContentType="application/vnd.openxmlformats-officedocument.drawingml.chart+xml"/>
  <Override PartName="/ppt/charts/chart1165.xml" ContentType="application/vnd.openxmlformats-officedocument.drawingml.chart+xml"/>
  <Override PartName="/ppt/charts/chart1166.xml" ContentType="application/vnd.openxmlformats-officedocument.drawingml.chart+xml"/>
  <Override PartName="/ppt/charts/chart1167.xml" ContentType="application/vnd.openxmlformats-officedocument.drawingml.chart+xml"/>
  <Override PartName="/ppt/charts/chart1168.xml" ContentType="application/vnd.openxmlformats-officedocument.drawingml.chart+xml"/>
  <Override PartName="/ppt/charts/chart1169.xml" ContentType="application/vnd.openxmlformats-officedocument.drawingml.chart+xml"/>
  <Override PartName="/ppt/charts/chart117.xml" ContentType="application/vnd.openxmlformats-officedocument.drawingml.chart+xml"/>
  <Override PartName="/ppt/charts/chart1170.xml" ContentType="application/vnd.openxmlformats-officedocument.drawingml.chart+xml"/>
  <Override PartName="/ppt/charts/chart1171.xml" ContentType="application/vnd.openxmlformats-officedocument.drawingml.chart+xml"/>
  <Override PartName="/ppt/charts/chart1172.xml" ContentType="application/vnd.openxmlformats-officedocument.drawingml.chart+xml"/>
  <Override PartName="/ppt/charts/chart1173.xml" ContentType="application/vnd.openxmlformats-officedocument.drawingml.chart+xml"/>
  <Override PartName="/ppt/charts/chart1174.xml" ContentType="application/vnd.openxmlformats-officedocument.drawingml.chart+xml"/>
  <Override PartName="/ppt/charts/chart1175.xml" ContentType="application/vnd.openxmlformats-officedocument.drawingml.chart+xml"/>
  <Override PartName="/ppt/charts/chart1176.xml" ContentType="application/vnd.openxmlformats-officedocument.drawingml.chart+xml"/>
  <Override PartName="/ppt/charts/chart1177.xml" ContentType="application/vnd.openxmlformats-officedocument.drawingml.chart+xml"/>
  <Override PartName="/ppt/charts/chart1178.xml" ContentType="application/vnd.openxmlformats-officedocument.drawingml.chart+xml"/>
  <Override PartName="/ppt/charts/chart1179.xml" ContentType="application/vnd.openxmlformats-officedocument.drawingml.chart+xml"/>
  <Override PartName="/ppt/charts/chart118.xml" ContentType="application/vnd.openxmlformats-officedocument.drawingml.chart+xml"/>
  <Override PartName="/ppt/charts/chart1180.xml" ContentType="application/vnd.openxmlformats-officedocument.drawingml.chart+xml"/>
  <Override PartName="/ppt/charts/chart1181.xml" ContentType="application/vnd.openxmlformats-officedocument.drawingml.chart+xml"/>
  <Override PartName="/ppt/charts/chart1182.xml" ContentType="application/vnd.openxmlformats-officedocument.drawingml.chart+xml"/>
  <Override PartName="/ppt/charts/chart1183.xml" ContentType="application/vnd.openxmlformats-officedocument.drawingml.chart+xml"/>
  <Override PartName="/ppt/charts/chart1184.xml" ContentType="application/vnd.openxmlformats-officedocument.drawingml.chart+xml"/>
  <Override PartName="/ppt/charts/chart1185.xml" ContentType="application/vnd.openxmlformats-officedocument.drawingml.chart+xml"/>
  <Override PartName="/ppt/charts/chart1186.xml" ContentType="application/vnd.openxmlformats-officedocument.drawingml.chart+xml"/>
  <Override PartName="/ppt/charts/chart1187.xml" ContentType="application/vnd.openxmlformats-officedocument.drawingml.chart+xml"/>
  <Override PartName="/ppt/charts/chart1188.xml" ContentType="application/vnd.openxmlformats-officedocument.drawingml.chart+xml"/>
  <Override PartName="/ppt/charts/chart1189.xml" ContentType="application/vnd.openxmlformats-officedocument.drawingml.chart+xml"/>
  <Override PartName="/ppt/charts/chart119.xml" ContentType="application/vnd.openxmlformats-officedocument.drawingml.chart+xml"/>
  <Override PartName="/ppt/charts/chart1190.xml" ContentType="application/vnd.openxmlformats-officedocument.drawingml.chart+xml"/>
  <Override PartName="/ppt/charts/chart1191.xml" ContentType="application/vnd.openxmlformats-officedocument.drawingml.chart+xml"/>
  <Override PartName="/ppt/charts/chart1192.xml" ContentType="application/vnd.openxmlformats-officedocument.drawingml.chart+xml"/>
  <Override PartName="/ppt/charts/chart1193.xml" ContentType="application/vnd.openxmlformats-officedocument.drawingml.chart+xml"/>
  <Override PartName="/ppt/charts/chart1194.xml" ContentType="application/vnd.openxmlformats-officedocument.drawingml.chart+xml"/>
  <Override PartName="/ppt/charts/chart1195.xml" ContentType="application/vnd.openxmlformats-officedocument.drawingml.chart+xml"/>
  <Override PartName="/ppt/charts/chart1196.xml" ContentType="application/vnd.openxmlformats-officedocument.drawingml.chart+xml"/>
  <Override PartName="/ppt/charts/chart1197.xml" ContentType="application/vnd.openxmlformats-officedocument.drawingml.chart+xml"/>
  <Override PartName="/ppt/charts/chart1198.xml" ContentType="application/vnd.openxmlformats-officedocument.drawingml.chart+xml"/>
  <Override PartName="/ppt/charts/chart119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00.xml" ContentType="application/vnd.openxmlformats-officedocument.drawingml.chart+xml"/>
  <Override PartName="/ppt/charts/chart1201.xml" ContentType="application/vnd.openxmlformats-officedocument.drawingml.chart+xml"/>
  <Override PartName="/ppt/charts/chart1202.xml" ContentType="application/vnd.openxmlformats-officedocument.drawingml.chart+xml"/>
  <Override PartName="/ppt/charts/chart1203.xml" ContentType="application/vnd.openxmlformats-officedocument.drawingml.chart+xml"/>
  <Override PartName="/ppt/charts/chart1204.xml" ContentType="application/vnd.openxmlformats-officedocument.drawingml.chart+xml"/>
  <Override PartName="/ppt/charts/chart1205.xml" ContentType="application/vnd.openxmlformats-officedocument.drawingml.chart+xml"/>
  <Override PartName="/ppt/charts/chart1206.xml" ContentType="application/vnd.openxmlformats-officedocument.drawingml.chart+xml"/>
  <Override PartName="/ppt/charts/chart1207.xml" ContentType="application/vnd.openxmlformats-officedocument.drawingml.chart+xml"/>
  <Override PartName="/ppt/charts/chart1208.xml" ContentType="application/vnd.openxmlformats-officedocument.drawingml.chart+xml"/>
  <Override PartName="/ppt/charts/chart1209.xml" ContentType="application/vnd.openxmlformats-officedocument.drawingml.chart+xml"/>
  <Override PartName="/ppt/charts/chart121.xml" ContentType="application/vnd.openxmlformats-officedocument.drawingml.chart+xml"/>
  <Override PartName="/ppt/charts/chart1210.xml" ContentType="application/vnd.openxmlformats-officedocument.drawingml.chart+xml"/>
  <Override PartName="/ppt/charts/chart1211.xml" ContentType="application/vnd.openxmlformats-officedocument.drawingml.chart+xml"/>
  <Override PartName="/ppt/charts/chart1212.xml" ContentType="application/vnd.openxmlformats-officedocument.drawingml.chart+xml"/>
  <Override PartName="/ppt/charts/chart1213.xml" ContentType="application/vnd.openxmlformats-officedocument.drawingml.chart+xml"/>
  <Override PartName="/ppt/charts/chart1214.xml" ContentType="application/vnd.openxmlformats-officedocument.drawingml.chart+xml"/>
  <Override PartName="/ppt/charts/chart1215.xml" ContentType="application/vnd.openxmlformats-officedocument.drawingml.chart+xml"/>
  <Override PartName="/ppt/charts/chart1216.xml" ContentType="application/vnd.openxmlformats-officedocument.drawingml.chart+xml"/>
  <Override PartName="/ppt/charts/chart1217.xml" ContentType="application/vnd.openxmlformats-officedocument.drawingml.chart+xml"/>
  <Override PartName="/ppt/charts/chart1218.xml" ContentType="application/vnd.openxmlformats-officedocument.drawingml.chart+xml"/>
  <Override PartName="/ppt/charts/chart1219.xml" ContentType="application/vnd.openxmlformats-officedocument.drawingml.chart+xml"/>
  <Override PartName="/ppt/charts/chart122.xml" ContentType="application/vnd.openxmlformats-officedocument.drawingml.chart+xml"/>
  <Override PartName="/ppt/charts/chart1220.xml" ContentType="application/vnd.openxmlformats-officedocument.drawingml.chart+xml"/>
  <Override PartName="/ppt/charts/chart1221.xml" ContentType="application/vnd.openxmlformats-officedocument.drawingml.chart+xml"/>
  <Override PartName="/ppt/charts/chart1222.xml" ContentType="application/vnd.openxmlformats-officedocument.drawingml.chart+xml"/>
  <Override PartName="/ppt/charts/chart1223.xml" ContentType="application/vnd.openxmlformats-officedocument.drawingml.chart+xml"/>
  <Override PartName="/ppt/charts/chart1224.xml" ContentType="application/vnd.openxmlformats-officedocument.drawingml.chart+xml"/>
  <Override PartName="/ppt/charts/chart1225.xml" ContentType="application/vnd.openxmlformats-officedocument.drawingml.chart+xml"/>
  <Override PartName="/ppt/charts/chart1226.xml" ContentType="application/vnd.openxmlformats-officedocument.drawingml.chart+xml"/>
  <Override PartName="/ppt/charts/chart1227.xml" ContentType="application/vnd.openxmlformats-officedocument.drawingml.chart+xml"/>
  <Override PartName="/ppt/charts/chart1228.xml" ContentType="application/vnd.openxmlformats-officedocument.drawingml.chart+xml"/>
  <Override PartName="/ppt/charts/chart1229.xml" ContentType="application/vnd.openxmlformats-officedocument.drawingml.chart+xml"/>
  <Override PartName="/ppt/charts/chart123.xml" ContentType="application/vnd.openxmlformats-officedocument.drawingml.chart+xml"/>
  <Override PartName="/ppt/charts/chart1230.xml" ContentType="application/vnd.openxmlformats-officedocument.drawingml.chart+xml"/>
  <Override PartName="/ppt/charts/chart1231.xml" ContentType="application/vnd.openxmlformats-officedocument.drawingml.chart+xml"/>
  <Override PartName="/ppt/charts/chart1232.xml" ContentType="application/vnd.openxmlformats-officedocument.drawingml.chart+xml"/>
  <Override PartName="/ppt/charts/chart1233.xml" ContentType="application/vnd.openxmlformats-officedocument.drawingml.chart+xml"/>
  <Override PartName="/ppt/charts/chart1234.xml" ContentType="application/vnd.openxmlformats-officedocument.drawingml.chart+xml"/>
  <Override PartName="/ppt/charts/chart1235.xml" ContentType="application/vnd.openxmlformats-officedocument.drawingml.chart+xml"/>
  <Override PartName="/ppt/charts/chart1236.xml" ContentType="application/vnd.openxmlformats-officedocument.drawingml.chart+xml"/>
  <Override PartName="/ppt/charts/chart1237.xml" ContentType="application/vnd.openxmlformats-officedocument.drawingml.chart+xml"/>
  <Override PartName="/ppt/charts/chart1238.xml" ContentType="application/vnd.openxmlformats-officedocument.drawingml.chart+xml"/>
  <Override PartName="/ppt/charts/chart1239.xml" ContentType="application/vnd.openxmlformats-officedocument.drawingml.chart+xml"/>
  <Override PartName="/ppt/charts/chart124.xml" ContentType="application/vnd.openxmlformats-officedocument.drawingml.chart+xml"/>
  <Override PartName="/ppt/charts/chart1240.xml" ContentType="application/vnd.openxmlformats-officedocument.drawingml.chart+xml"/>
  <Override PartName="/ppt/charts/chart1241.xml" ContentType="application/vnd.openxmlformats-officedocument.drawingml.chart+xml"/>
  <Override PartName="/ppt/charts/chart1242.xml" ContentType="application/vnd.openxmlformats-officedocument.drawingml.chart+xml"/>
  <Override PartName="/ppt/charts/chart1243.xml" ContentType="application/vnd.openxmlformats-officedocument.drawingml.chart+xml"/>
  <Override PartName="/ppt/charts/chart1244.xml" ContentType="application/vnd.openxmlformats-officedocument.drawingml.chart+xml"/>
  <Override PartName="/ppt/charts/chart1245.xml" ContentType="application/vnd.openxmlformats-officedocument.drawingml.chart+xml"/>
  <Override PartName="/ppt/charts/chart1246.xml" ContentType="application/vnd.openxmlformats-officedocument.drawingml.chart+xml"/>
  <Override PartName="/ppt/charts/chart1247.xml" ContentType="application/vnd.openxmlformats-officedocument.drawingml.chart+xml"/>
  <Override PartName="/ppt/charts/chart1248.xml" ContentType="application/vnd.openxmlformats-officedocument.drawingml.chart+xml"/>
  <Override PartName="/ppt/charts/chart1249.xml" ContentType="application/vnd.openxmlformats-officedocument.drawingml.chart+xml"/>
  <Override PartName="/ppt/charts/chart125.xml" ContentType="application/vnd.openxmlformats-officedocument.drawingml.chart+xml"/>
  <Override PartName="/ppt/charts/chart1250.xml" ContentType="application/vnd.openxmlformats-officedocument.drawingml.chart+xml"/>
  <Override PartName="/ppt/charts/chart1251.xml" ContentType="application/vnd.openxmlformats-officedocument.drawingml.chart+xml"/>
  <Override PartName="/ppt/charts/chart1252.xml" ContentType="application/vnd.openxmlformats-officedocument.drawingml.chart+xml"/>
  <Override PartName="/ppt/charts/chart1253.xml" ContentType="application/vnd.openxmlformats-officedocument.drawingml.chart+xml"/>
  <Override PartName="/ppt/charts/chart1254.xml" ContentType="application/vnd.openxmlformats-officedocument.drawingml.chart+xml"/>
  <Override PartName="/ppt/charts/chart1255.xml" ContentType="application/vnd.openxmlformats-officedocument.drawingml.chart+xml"/>
  <Override PartName="/ppt/charts/chart1256.xml" ContentType="application/vnd.openxmlformats-officedocument.drawingml.chart+xml"/>
  <Override PartName="/ppt/charts/chart1257.xml" ContentType="application/vnd.openxmlformats-officedocument.drawingml.chart+xml"/>
  <Override PartName="/ppt/charts/chart1258.xml" ContentType="application/vnd.openxmlformats-officedocument.drawingml.chart+xml"/>
  <Override PartName="/ppt/charts/chart1259.xml" ContentType="application/vnd.openxmlformats-officedocument.drawingml.chart+xml"/>
  <Override PartName="/ppt/charts/chart126.xml" ContentType="application/vnd.openxmlformats-officedocument.drawingml.chart+xml"/>
  <Override PartName="/ppt/charts/chart1260.xml" ContentType="application/vnd.openxmlformats-officedocument.drawingml.chart+xml"/>
  <Override PartName="/ppt/charts/chart1261.xml" ContentType="application/vnd.openxmlformats-officedocument.drawingml.chart+xml"/>
  <Override PartName="/ppt/charts/chart1262.xml" ContentType="application/vnd.openxmlformats-officedocument.drawingml.chart+xml"/>
  <Override PartName="/ppt/charts/chart1263.xml" ContentType="application/vnd.openxmlformats-officedocument.drawingml.chart+xml"/>
  <Override PartName="/ppt/charts/chart1264.xml" ContentType="application/vnd.openxmlformats-officedocument.drawingml.chart+xml"/>
  <Override PartName="/ppt/charts/chart1265.xml" ContentType="application/vnd.openxmlformats-officedocument.drawingml.chart+xml"/>
  <Override PartName="/ppt/charts/chart1266.xml" ContentType="application/vnd.openxmlformats-officedocument.drawingml.chart+xml"/>
  <Override PartName="/ppt/charts/chart1267.xml" ContentType="application/vnd.openxmlformats-officedocument.drawingml.chart+xml"/>
  <Override PartName="/ppt/charts/chart1268.xml" ContentType="application/vnd.openxmlformats-officedocument.drawingml.chart+xml"/>
  <Override PartName="/ppt/charts/chart1269.xml" ContentType="application/vnd.openxmlformats-officedocument.drawingml.chart+xml"/>
  <Override PartName="/ppt/charts/chart127.xml" ContentType="application/vnd.openxmlformats-officedocument.drawingml.chart+xml"/>
  <Override PartName="/ppt/charts/chart1270.xml" ContentType="application/vnd.openxmlformats-officedocument.drawingml.chart+xml"/>
  <Override PartName="/ppt/charts/chart1271.xml" ContentType="application/vnd.openxmlformats-officedocument.drawingml.chart+xml"/>
  <Override PartName="/ppt/charts/chart1272.xml" ContentType="application/vnd.openxmlformats-officedocument.drawingml.chart+xml"/>
  <Override PartName="/ppt/charts/chart1273.xml" ContentType="application/vnd.openxmlformats-officedocument.drawingml.chart+xml"/>
  <Override PartName="/ppt/charts/chart1274.xml" ContentType="application/vnd.openxmlformats-officedocument.drawingml.chart+xml"/>
  <Override PartName="/ppt/charts/chart1275.xml" ContentType="application/vnd.openxmlformats-officedocument.drawingml.chart+xml"/>
  <Override PartName="/ppt/charts/chart1276.xml" ContentType="application/vnd.openxmlformats-officedocument.drawingml.chart+xml"/>
  <Override PartName="/ppt/charts/chart1277.xml" ContentType="application/vnd.openxmlformats-officedocument.drawingml.chart+xml"/>
  <Override PartName="/ppt/charts/chart1278.xml" ContentType="application/vnd.openxmlformats-officedocument.drawingml.chart+xml"/>
  <Override PartName="/ppt/charts/chart1279.xml" ContentType="application/vnd.openxmlformats-officedocument.drawingml.chart+xml"/>
  <Override PartName="/ppt/charts/chart128.xml" ContentType="application/vnd.openxmlformats-officedocument.drawingml.chart+xml"/>
  <Override PartName="/ppt/charts/chart1280.xml" ContentType="application/vnd.openxmlformats-officedocument.drawingml.chart+xml"/>
  <Override PartName="/ppt/charts/chart1281.xml" ContentType="application/vnd.openxmlformats-officedocument.drawingml.chart+xml"/>
  <Override PartName="/ppt/charts/chart1282.xml" ContentType="application/vnd.openxmlformats-officedocument.drawingml.chart+xml"/>
  <Override PartName="/ppt/charts/chart1283.xml" ContentType="application/vnd.openxmlformats-officedocument.drawingml.chart+xml"/>
  <Override PartName="/ppt/charts/chart1284.xml" ContentType="application/vnd.openxmlformats-officedocument.drawingml.chart+xml"/>
  <Override PartName="/ppt/charts/chart1285.xml" ContentType="application/vnd.openxmlformats-officedocument.drawingml.chart+xml"/>
  <Override PartName="/ppt/charts/chart1286.xml" ContentType="application/vnd.openxmlformats-officedocument.drawingml.chart+xml"/>
  <Override PartName="/ppt/charts/chart1287.xml" ContentType="application/vnd.openxmlformats-officedocument.drawingml.chart+xml"/>
  <Override PartName="/ppt/charts/chart1288.xml" ContentType="application/vnd.openxmlformats-officedocument.drawingml.chart+xml"/>
  <Override PartName="/ppt/charts/chart1289.xml" ContentType="application/vnd.openxmlformats-officedocument.drawingml.chart+xml"/>
  <Override PartName="/ppt/charts/chart129.xml" ContentType="application/vnd.openxmlformats-officedocument.drawingml.chart+xml"/>
  <Override PartName="/ppt/charts/chart1290.xml" ContentType="application/vnd.openxmlformats-officedocument.drawingml.chart+xml"/>
  <Override PartName="/ppt/charts/chart1291.xml" ContentType="application/vnd.openxmlformats-officedocument.drawingml.chart+xml"/>
  <Override PartName="/ppt/charts/chart1292.xml" ContentType="application/vnd.openxmlformats-officedocument.drawingml.chart+xml"/>
  <Override PartName="/ppt/charts/chart1293.xml" ContentType="application/vnd.openxmlformats-officedocument.drawingml.chart+xml"/>
  <Override PartName="/ppt/charts/chart1294.xml" ContentType="application/vnd.openxmlformats-officedocument.drawingml.chart+xml"/>
  <Override PartName="/ppt/charts/chart1295.xml" ContentType="application/vnd.openxmlformats-officedocument.drawingml.chart+xml"/>
  <Override PartName="/ppt/charts/chart1296.xml" ContentType="application/vnd.openxmlformats-officedocument.drawingml.chart+xml"/>
  <Override PartName="/ppt/charts/chart1297.xml" ContentType="application/vnd.openxmlformats-officedocument.drawingml.chart+xml"/>
  <Override PartName="/ppt/charts/chart1298.xml" ContentType="application/vnd.openxmlformats-officedocument.drawingml.chart+xml"/>
  <Override PartName="/ppt/charts/chart129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00.xml" ContentType="application/vnd.openxmlformats-officedocument.drawingml.chart+xml"/>
  <Override PartName="/ppt/charts/chart1301.xml" ContentType="application/vnd.openxmlformats-officedocument.drawingml.chart+xml"/>
  <Override PartName="/ppt/charts/chart1302.xml" ContentType="application/vnd.openxmlformats-officedocument.drawingml.chart+xml"/>
  <Override PartName="/ppt/charts/chart1303.xml" ContentType="application/vnd.openxmlformats-officedocument.drawingml.chart+xml"/>
  <Override PartName="/ppt/charts/chart1304.xml" ContentType="application/vnd.openxmlformats-officedocument.drawingml.chart+xml"/>
  <Override PartName="/ppt/charts/chart1305.xml" ContentType="application/vnd.openxmlformats-officedocument.drawingml.chart+xml"/>
  <Override PartName="/ppt/charts/chart1306.xml" ContentType="application/vnd.openxmlformats-officedocument.drawingml.chart+xml"/>
  <Override PartName="/ppt/charts/chart1307.xml" ContentType="application/vnd.openxmlformats-officedocument.drawingml.chart+xml"/>
  <Override PartName="/ppt/charts/chart1308.xml" ContentType="application/vnd.openxmlformats-officedocument.drawingml.chart+xml"/>
  <Override PartName="/ppt/charts/chart1309.xml" ContentType="application/vnd.openxmlformats-officedocument.drawingml.chart+xml"/>
  <Override PartName="/ppt/charts/chart131.xml" ContentType="application/vnd.openxmlformats-officedocument.drawingml.chart+xml"/>
  <Override PartName="/ppt/charts/chart1310.xml" ContentType="application/vnd.openxmlformats-officedocument.drawingml.chart+xml"/>
  <Override PartName="/ppt/charts/chart1311.xml" ContentType="application/vnd.openxmlformats-officedocument.drawingml.chart+xml"/>
  <Override PartName="/ppt/charts/chart1312.xml" ContentType="application/vnd.openxmlformats-officedocument.drawingml.chart+xml"/>
  <Override PartName="/ppt/charts/chart1313.xml" ContentType="application/vnd.openxmlformats-officedocument.drawingml.chart+xml"/>
  <Override PartName="/ppt/charts/chart1314.xml" ContentType="application/vnd.openxmlformats-officedocument.drawingml.chart+xml"/>
  <Override PartName="/ppt/charts/chart1315.xml" ContentType="application/vnd.openxmlformats-officedocument.drawingml.chart+xml"/>
  <Override PartName="/ppt/charts/chart1316.xml" ContentType="application/vnd.openxmlformats-officedocument.drawingml.chart+xml"/>
  <Override PartName="/ppt/charts/chart1317.xml" ContentType="application/vnd.openxmlformats-officedocument.drawingml.chart+xml"/>
  <Override PartName="/ppt/charts/chart1318.xml" ContentType="application/vnd.openxmlformats-officedocument.drawingml.chart+xml"/>
  <Override PartName="/ppt/charts/chart1319.xml" ContentType="application/vnd.openxmlformats-officedocument.drawingml.chart+xml"/>
  <Override PartName="/ppt/charts/chart132.xml" ContentType="application/vnd.openxmlformats-officedocument.drawingml.chart+xml"/>
  <Override PartName="/ppt/charts/chart1320.xml" ContentType="application/vnd.openxmlformats-officedocument.drawingml.chart+xml"/>
  <Override PartName="/ppt/charts/chart1321.xml" ContentType="application/vnd.openxmlformats-officedocument.drawingml.chart+xml"/>
  <Override PartName="/ppt/charts/chart1322.xml" ContentType="application/vnd.openxmlformats-officedocument.drawingml.chart+xml"/>
  <Override PartName="/ppt/charts/chart1323.xml" ContentType="application/vnd.openxmlformats-officedocument.drawingml.chart+xml"/>
  <Override PartName="/ppt/charts/chart1324.xml" ContentType="application/vnd.openxmlformats-officedocument.drawingml.chart+xml"/>
  <Override PartName="/ppt/charts/chart1325.xml" ContentType="application/vnd.openxmlformats-officedocument.drawingml.chart+xml"/>
  <Override PartName="/ppt/charts/chart1326.xml" ContentType="application/vnd.openxmlformats-officedocument.drawingml.chart+xml"/>
  <Override PartName="/ppt/charts/chart1327.xml" ContentType="application/vnd.openxmlformats-officedocument.drawingml.chart+xml"/>
  <Override PartName="/ppt/charts/chart1328.xml" ContentType="application/vnd.openxmlformats-officedocument.drawingml.chart+xml"/>
  <Override PartName="/ppt/charts/chart1329.xml" ContentType="application/vnd.openxmlformats-officedocument.drawingml.chart+xml"/>
  <Override PartName="/ppt/charts/chart133.xml" ContentType="application/vnd.openxmlformats-officedocument.drawingml.chart+xml"/>
  <Override PartName="/ppt/charts/chart1330.xml" ContentType="application/vnd.openxmlformats-officedocument.drawingml.chart+xml"/>
  <Override PartName="/ppt/charts/chart1331.xml" ContentType="application/vnd.openxmlformats-officedocument.drawingml.chart+xml"/>
  <Override PartName="/ppt/charts/chart1332.xml" ContentType="application/vnd.openxmlformats-officedocument.drawingml.chart+xml"/>
  <Override PartName="/ppt/charts/chart1333.xml" ContentType="application/vnd.openxmlformats-officedocument.drawingml.chart+xml"/>
  <Override PartName="/ppt/charts/chart1334.xml" ContentType="application/vnd.openxmlformats-officedocument.drawingml.chart+xml"/>
  <Override PartName="/ppt/charts/chart1335.xml" ContentType="application/vnd.openxmlformats-officedocument.drawingml.chart+xml"/>
  <Override PartName="/ppt/charts/chart1336.xml" ContentType="application/vnd.openxmlformats-officedocument.drawingml.chart+xml"/>
  <Override PartName="/ppt/charts/chart1337.xml" ContentType="application/vnd.openxmlformats-officedocument.drawingml.chart+xml"/>
  <Override PartName="/ppt/charts/chart1338.xml" ContentType="application/vnd.openxmlformats-officedocument.drawingml.chart+xml"/>
  <Override PartName="/ppt/charts/chart1339.xml" ContentType="application/vnd.openxmlformats-officedocument.drawingml.chart+xml"/>
  <Override PartName="/ppt/charts/chart134.xml" ContentType="application/vnd.openxmlformats-officedocument.drawingml.chart+xml"/>
  <Override PartName="/ppt/charts/chart1340.xml" ContentType="application/vnd.openxmlformats-officedocument.drawingml.chart+xml"/>
  <Override PartName="/ppt/charts/chart1341.xml" ContentType="application/vnd.openxmlformats-officedocument.drawingml.chart+xml"/>
  <Override PartName="/ppt/charts/chart1342.xml" ContentType="application/vnd.openxmlformats-officedocument.drawingml.chart+xml"/>
  <Override PartName="/ppt/charts/chart1343.xml" ContentType="application/vnd.openxmlformats-officedocument.drawingml.chart+xml"/>
  <Override PartName="/ppt/charts/chart1344.xml" ContentType="application/vnd.openxmlformats-officedocument.drawingml.chart+xml"/>
  <Override PartName="/ppt/charts/chart1345.xml" ContentType="application/vnd.openxmlformats-officedocument.drawingml.chart+xml"/>
  <Override PartName="/ppt/charts/chart1346.xml" ContentType="application/vnd.openxmlformats-officedocument.drawingml.chart+xml"/>
  <Override PartName="/ppt/charts/chart1347.xml" ContentType="application/vnd.openxmlformats-officedocument.drawingml.chart+xml"/>
  <Override PartName="/ppt/charts/chart1348.xml" ContentType="application/vnd.openxmlformats-officedocument.drawingml.chart+xml"/>
  <Override PartName="/ppt/charts/chart1349.xml" ContentType="application/vnd.openxmlformats-officedocument.drawingml.chart+xml"/>
  <Override PartName="/ppt/charts/chart135.xml" ContentType="application/vnd.openxmlformats-officedocument.drawingml.chart+xml"/>
  <Override PartName="/ppt/charts/chart1350.xml" ContentType="application/vnd.openxmlformats-officedocument.drawingml.chart+xml"/>
  <Override PartName="/ppt/charts/chart1351.xml" ContentType="application/vnd.openxmlformats-officedocument.drawingml.chart+xml"/>
  <Override PartName="/ppt/charts/chart1352.xml" ContentType="application/vnd.openxmlformats-officedocument.drawingml.chart+xml"/>
  <Override PartName="/ppt/charts/chart1353.xml" ContentType="application/vnd.openxmlformats-officedocument.drawingml.chart+xml"/>
  <Override PartName="/ppt/charts/chart1354.xml" ContentType="application/vnd.openxmlformats-officedocument.drawingml.chart+xml"/>
  <Override PartName="/ppt/charts/chart1355.xml" ContentType="application/vnd.openxmlformats-officedocument.drawingml.chart+xml"/>
  <Override PartName="/ppt/charts/chart1356.xml" ContentType="application/vnd.openxmlformats-officedocument.drawingml.chart+xml"/>
  <Override PartName="/ppt/charts/chart1357.xml" ContentType="application/vnd.openxmlformats-officedocument.drawingml.chart+xml"/>
  <Override PartName="/ppt/charts/chart1358.xml" ContentType="application/vnd.openxmlformats-officedocument.drawingml.chart+xml"/>
  <Override PartName="/ppt/charts/chart1359.xml" ContentType="application/vnd.openxmlformats-officedocument.drawingml.chart+xml"/>
  <Override PartName="/ppt/charts/chart136.xml" ContentType="application/vnd.openxmlformats-officedocument.drawingml.chart+xml"/>
  <Override PartName="/ppt/charts/chart1360.xml" ContentType="application/vnd.openxmlformats-officedocument.drawingml.chart+xml"/>
  <Override PartName="/ppt/charts/chart1361.xml" ContentType="application/vnd.openxmlformats-officedocument.drawingml.chart+xml"/>
  <Override PartName="/ppt/charts/chart1362.xml" ContentType="application/vnd.openxmlformats-officedocument.drawingml.chart+xml"/>
  <Override PartName="/ppt/charts/chart1363.xml" ContentType="application/vnd.openxmlformats-officedocument.drawingml.chart+xml"/>
  <Override PartName="/ppt/charts/chart1364.xml" ContentType="application/vnd.openxmlformats-officedocument.drawingml.chart+xml"/>
  <Override PartName="/ppt/charts/chart1365.xml" ContentType="application/vnd.openxmlformats-officedocument.drawingml.chart+xml"/>
  <Override PartName="/ppt/charts/chart1366.xml" ContentType="application/vnd.openxmlformats-officedocument.drawingml.chart+xml"/>
  <Override PartName="/ppt/charts/chart1367.xml" ContentType="application/vnd.openxmlformats-officedocument.drawingml.chart+xml"/>
  <Override PartName="/ppt/charts/chart1368.xml" ContentType="application/vnd.openxmlformats-officedocument.drawingml.chart+xml"/>
  <Override PartName="/ppt/charts/chart1369.xml" ContentType="application/vnd.openxmlformats-officedocument.drawingml.chart+xml"/>
  <Override PartName="/ppt/charts/chart137.xml" ContentType="application/vnd.openxmlformats-officedocument.drawingml.chart+xml"/>
  <Override PartName="/ppt/charts/chart1370.xml" ContentType="application/vnd.openxmlformats-officedocument.drawingml.chart+xml"/>
  <Override PartName="/ppt/charts/chart1371.xml" ContentType="application/vnd.openxmlformats-officedocument.drawingml.chart+xml"/>
  <Override PartName="/ppt/charts/chart1372.xml" ContentType="application/vnd.openxmlformats-officedocument.drawingml.chart+xml"/>
  <Override PartName="/ppt/charts/chart1373.xml" ContentType="application/vnd.openxmlformats-officedocument.drawingml.chart+xml"/>
  <Override PartName="/ppt/charts/chart1374.xml" ContentType="application/vnd.openxmlformats-officedocument.drawingml.chart+xml"/>
  <Override PartName="/ppt/charts/chart1375.xml" ContentType="application/vnd.openxmlformats-officedocument.drawingml.chart+xml"/>
  <Override PartName="/ppt/charts/chart1376.xml" ContentType="application/vnd.openxmlformats-officedocument.drawingml.chart+xml"/>
  <Override PartName="/ppt/charts/chart1377.xml" ContentType="application/vnd.openxmlformats-officedocument.drawingml.chart+xml"/>
  <Override PartName="/ppt/charts/chart1378.xml" ContentType="application/vnd.openxmlformats-officedocument.drawingml.chart+xml"/>
  <Override PartName="/ppt/charts/chart1379.xml" ContentType="application/vnd.openxmlformats-officedocument.drawingml.chart+xml"/>
  <Override PartName="/ppt/charts/chart138.xml" ContentType="application/vnd.openxmlformats-officedocument.drawingml.chart+xml"/>
  <Override PartName="/ppt/charts/chart1380.xml" ContentType="application/vnd.openxmlformats-officedocument.drawingml.chart+xml"/>
  <Override PartName="/ppt/charts/chart1381.xml" ContentType="application/vnd.openxmlformats-officedocument.drawingml.chart+xml"/>
  <Override PartName="/ppt/charts/chart1382.xml" ContentType="application/vnd.openxmlformats-officedocument.drawingml.chart+xml"/>
  <Override PartName="/ppt/charts/chart1383.xml" ContentType="application/vnd.openxmlformats-officedocument.drawingml.chart+xml"/>
  <Override PartName="/ppt/charts/chart1384.xml" ContentType="application/vnd.openxmlformats-officedocument.drawingml.chart+xml"/>
  <Override PartName="/ppt/charts/chart1385.xml" ContentType="application/vnd.openxmlformats-officedocument.drawingml.chart+xml"/>
  <Override PartName="/ppt/charts/chart1386.xml" ContentType="application/vnd.openxmlformats-officedocument.drawingml.chart+xml"/>
  <Override PartName="/ppt/charts/chart1387.xml" ContentType="application/vnd.openxmlformats-officedocument.drawingml.chart+xml"/>
  <Override PartName="/ppt/charts/chart1388.xml" ContentType="application/vnd.openxmlformats-officedocument.drawingml.chart+xml"/>
  <Override PartName="/ppt/charts/chart1389.xml" ContentType="application/vnd.openxmlformats-officedocument.drawingml.chart+xml"/>
  <Override PartName="/ppt/charts/chart139.xml" ContentType="application/vnd.openxmlformats-officedocument.drawingml.chart+xml"/>
  <Override PartName="/ppt/charts/chart1390.xml" ContentType="application/vnd.openxmlformats-officedocument.drawingml.chart+xml"/>
  <Override PartName="/ppt/charts/chart1391.xml" ContentType="application/vnd.openxmlformats-officedocument.drawingml.chart+xml"/>
  <Override PartName="/ppt/charts/chart1392.xml" ContentType="application/vnd.openxmlformats-officedocument.drawingml.chart+xml"/>
  <Override PartName="/ppt/charts/chart1393.xml" ContentType="application/vnd.openxmlformats-officedocument.drawingml.chart+xml"/>
  <Override PartName="/ppt/charts/chart1394.xml" ContentType="application/vnd.openxmlformats-officedocument.drawingml.chart+xml"/>
  <Override PartName="/ppt/charts/chart1395.xml" ContentType="application/vnd.openxmlformats-officedocument.drawingml.chart+xml"/>
  <Override PartName="/ppt/charts/chart1396.xml" ContentType="application/vnd.openxmlformats-officedocument.drawingml.chart+xml"/>
  <Override PartName="/ppt/charts/chart1397.xml" ContentType="application/vnd.openxmlformats-officedocument.drawingml.chart+xml"/>
  <Override PartName="/ppt/charts/chart1398.xml" ContentType="application/vnd.openxmlformats-officedocument.drawingml.chart+xml"/>
  <Override PartName="/ppt/charts/chart139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00.xml" ContentType="application/vnd.openxmlformats-officedocument.drawingml.chart+xml"/>
  <Override PartName="/ppt/charts/chart1401.xml" ContentType="application/vnd.openxmlformats-officedocument.drawingml.chart+xml"/>
  <Override PartName="/ppt/charts/chart1402.xml" ContentType="application/vnd.openxmlformats-officedocument.drawingml.chart+xml"/>
  <Override PartName="/ppt/charts/chart1403.xml" ContentType="application/vnd.openxmlformats-officedocument.drawingml.chart+xml"/>
  <Override PartName="/ppt/charts/chart1404.xml" ContentType="application/vnd.openxmlformats-officedocument.drawingml.chart+xml"/>
  <Override PartName="/ppt/charts/chart1405.xml" ContentType="application/vnd.openxmlformats-officedocument.drawingml.chart+xml"/>
  <Override PartName="/ppt/charts/chart1406.xml" ContentType="application/vnd.openxmlformats-officedocument.drawingml.chart+xml"/>
  <Override PartName="/ppt/charts/chart1407.xml" ContentType="application/vnd.openxmlformats-officedocument.drawingml.chart+xml"/>
  <Override PartName="/ppt/charts/chart1408.xml" ContentType="application/vnd.openxmlformats-officedocument.drawingml.chart+xml"/>
  <Override PartName="/ppt/charts/chart1409.xml" ContentType="application/vnd.openxmlformats-officedocument.drawingml.chart+xml"/>
  <Override PartName="/ppt/charts/chart141.xml" ContentType="application/vnd.openxmlformats-officedocument.drawingml.chart+xml"/>
  <Override PartName="/ppt/charts/chart1410.xml" ContentType="application/vnd.openxmlformats-officedocument.drawingml.chart+xml"/>
  <Override PartName="/ppt/charts/chart1411.xml" ContentType="application/vnd.openxmlformats-officedocument.drawingml.chart+xml"/>
  <Override PartName="/ppt/charts/chart1412.xml" ContentType="application/vnd.openxmlformats-officedocument.drawingml.chart+xml"/>
  <Override PartName="/ppt/charts/chart1413.xml" ContentType="application/vnd.openxmlformats-officedocument.drawingml.chart+xml"/>
  <Override PartName="/ppt/charts/chart1414.xml" ContentType="application/vnd.openxmlformats-officedocument.drawingml.chart+xml"/>
  <Override PartName="/ppt/charts/chart1415.xml" ContentType="application/vnd.openxmlformats-officedocument.drawingml.chart+xml"/>
  <Override PartName="/ppt/charts/chart1416.xml" ContentType="application/vnd.openxmlformats-officedocument.drawingml.chart+xml"/>
  <Override PartName="/ppt/charts/chart1417.xml" ContentType="application/vnd.openxmlformats-officedocument.drawingml.chart+xml"/>
  <Override PartName="/ppt/charts/chart1418.xml" ContentType="application/vnd.openxmlformats-officedocument.drawingml.chart+xml"/>
  <Override PartName="/ppt/charts/chart1419.xml" ContentType="application/vnd.openxmlformats-officedocument.drawingml.chart+xml"/>
  <Override PartName="/ppt/charts/chart142.xml" ContentType="application/vnd.openxmlformats-officedocument.drawingml.chart+xml"/>
  <Override PartName="/ppt/charts/chart1420.xml" ContentType="application/vnd.openxmlformats-officedocument.drawingml.chart+xml"/>
  <Override PartName="/ppt/charts/chart1421.xml" ContentType="application/vnd.openxmlformats-officedocument.drawingml.chart+xml"/>
  <Override PartName="/ppt/charts/chart1422.xml" ContentType="application/vnd.openxmlformats-officedocument.drawingml.chart+xml"/>
  <Override PartName="/ppt/charts/chart1423.xml" ContentType="application/vnd.openxmlformats-officedocument.drawingml.chart+xml"/>
  <Override PartName="/ppt/charts/chart1424.xml" ContentType="application/vnd.openxmlformats-officedocument.drawingml.chart+xml"/>
  <Override PartName="/ppt/charts/chart1425.xml" ContentType="application/vnd.openxmlformats-officedocument.drawingml.chart+xml"/>
  <Override PartName="/ppt/charts/chart1426.xml" ContentType="application/vnd.openxmlformats-officedocument.drawingml.chart+xml"/>
  <Override PartName="/ppt/charts/chart1427.xml" ContentType="application/vnd.openxmlformats-officedocument.drawingml.chart+xml"/>
  <Override PartName="/ppt/charts/chart1428.xml" ContentType="application/vnd.openxmlformats-officedocument.drawingml.chart+xml"/>
  <Override PartName="/ppt/charts/chart1429.xml" ContentType="application/vnd.openxmlformats-officedocument.drawingml.chart+xml"/>
  <Override PartName="/ppt/charts/chart143.xml" ContentType="application/vnd.openxmlformats-officedocument.drawingml.chart+xml"/>
  <Override PartName="/ppt/charts/chart1430.xml" ContentType="application/vnd.openxmlformats-officedocument.drawingml.chart+xml"/>
  <Override PartName="/ppt/charts/chart1431.xml" ContentType="application/vnd.openxmlformats-officedocument.drawingml.chart+xml"/>
  <Override PartName="/ppt/charts/chart1432.xml" ContentType="application/vnd.openxmlformats-officedocument.drawingml.chart+xml"/>
  <Override PartName="/ppt/charts/chart1433.xml" ContentType="application/vnd.openxmlformats-officedocument.drawingml.chart+xml"/>
  <Override PartName="/ppt/charts/chart1434.xml" ContentType="application/vnd.openxmlformats-officedocument.drawingml.chart+xml"/>
  <Override PartName="/ppt/charts/chart1435.xml" ContentType="application/vnd.openxmlformats-officedocument.drawingml.chart+xml"/>
  <Override PartName="/ppt/charts/chart1436.xml" ContentType="application/vnd.openxmlformats-officedocument.drawingml.chart+xml"/>
  <Override PartName="/ppt/charts/chart1437.xml" ContentType="application/vnd.openxmlformats-officedocument.drawingml.chart+xml"/>
  <Override PartName="/ppt/charts/chart1438.xml" ContentType="application/vnd.openxmlformats-officedocument.drawingml.chart+xml"/>
  <Override PartName="/ppt/charts/chart1439.xml" ContentType="application/vnd.openxmlformats-officedocument.drawingml.chart+xml"/>
  <Override PartName="/ppt/charts/chart144.xml" ContentType="application/vnd.openxmlformats-officedocument.drawingml.chart+xml"/>
  <Override PartName="/ppt/charts/chart1440.xml" ContentType="application/vnd.openxmlformats-officedocument.drawingml.chart+xml"/>
  <Override PartName="/ppt/charts/chart1441.xml" ContentType="application/vnd.openxmlformats-officedocument.drawingml.chart+xml"/>
  <Override PartName="/ppt/charts/chart1442.xml" ContentType="application/vnd.openxmlformats-officedocument.drawingml.chart+xml"/>
  <Override PartName="/ppt/charts/chart1443.xml" ContentType="application/vnd.openxmlformats-officedocument.drawingml.chart+xml"/>
  <Override PartName="/ppt/charts/chart1444.xml" ContentType="application/vnd.openxmlformats-officedocument.drawingml.chart+xml"/>
  <Override PartName="/ppt/charts/chart1445.xml" ContentType="application/vnd.openxmlformats-officedocument.drawingml.chart+xml"/>
  <Override PartName="/ppt/charts/chart1446.xml" ContentType="application/vnd.openxmlformats-officedocument.drawingml.chart+xml"/>
  <Override PartName="/ppt/charts/chart1447.xml" ContentType="application/vnd.openxmlformats-officedocument.drawingml.chart+xml"/>
  <Override PartName="/ppt/charts/chart1448.xml" ContentType="application/vnd.openxmlformats-officedocument.drawingml.chart+xml"/>
  <Override PartName="/ppt/charts/chart1449.xml" ContentType="application/vnd.openxmlformats-officedocument.drawingml.chart+xml"/>
  <Override PartName="/ppt/charts/chart145.xml" ContentType="application/vnd.openxmlformats-officedocument.drawingml.chart+xml"/>
  <Override PartName="/ppt/charts/chart1450.xml" ContentType="application/vnd.openxmlformats-officedocument.drawingml.chart+xml"/>
  <Override PartName="/ppt/charts/chart1451.xml" ContentType="application/vnd.openxmlformats-officedocument.drawingml.chart+xml"/>
  <Override PartName="/ppt/charts/chart1452.xml" ContentType="application/vnd.openxmlformats-officedocument.drawingml.chart+xml"/>
  <Override PartName="/ppt/charts/chart1453.xml" ContentType="application/vnd.openxmlformats-officedocument.drawingml.chart+xml"/>
  <Override PartName="/ppt/charts/chart1454.xml" ContentType="application/vnd.openxmlformats-officedocument.drawingml.chart+xml"/>
  <Override PartName="/ppt/charts/chart1455.xml" ContentType="application/vnd.openxmlformats-officedocument.drawingml.chart+xml"/>
  <Override PartName="/ppt/charts/chart1456.xml" ContentType="application/vnd.openxmlformats-officedocument.drawingml.chart+xml"/>
  <Override PartName="/ppt/charts/chart1457.xml" ContentType="application/vnd.openxmlformats-officedocument.drawingml.chart+xml"/>
  <Override PartName="/ppt/charts/chart1458.xml" ContentType="application/vnd.openxmlformats-officedocument.drawingml.chart+xml"/>
  <Override PartName="/ppt/charts/chart1459.xml" ContentType="application/vnd.openxmlformats-officedocument.drawingml.chart+xml"/>
  <Override PartName="/ppt/charts/chart146.xml" ContentType="application/vnd.openxmlformats-officedocument.drawingml.chart+xml"/>
  <Override PartName="/ppt/charts/chart1460.xml" ContentType="application/vnd.openxmlformats-officedocument.drawingml.chart+xml"/>
  <Override PartName="/ppt/charts/chart1461.xml" ContentType="application/vnd.openxmlformats-officedocument.drawingml.chart+xml"/>
  <Override PartName="/ppt/charts/chart1462.xml" ContentType="application/vnd.openxmlformats-officedocument.drawingml.chart+xml"/>
  <Override PartName="/ppt/charts/chart1463.xml" ContentType="application/vnd.openxmlformats-officedocument.drawingml.chart+xml"/>
  <Override PartName="/ppt/charts/chart1464.xml" ContentType="application/vnd.openxmlformats-officedocument.drawingml.chart+xml"/>
  <Override PartName="/ppt/charts/chart1465.xml" ContentType="application/vnd.openxmlformats-officedocument.drawingml.chart+xml"/>
  <Override PartName="/ppt/charts/chart1466.xml" ContentType="application/vnd.openxmlformats-officedocument.drawingml.chart+xml"/>
  <Override PartName="/ppt/charts/chart1467.xml" ContentType="application/vnd.openxmlformats-officedocument.drawingml.chart+xml"/>
  <Override PartName="/ppt/charts/chart1468.xml" ContentType="application/vnd.openxmlformats-officedocument.drawingml.chart+xml"/>
  <Override PartName="/ppt/charts/chart1469.xml" ContentType="application/vnd.openxmlformats-officedocument.drawingml.chart+xml"/>
  <Override PartName="/ppt/charts/chart147.xml" ContentType="application/vnd.openxmlformats-officedocument.drawingml.chart+xml"/>
  <Override PartName="/ppt/charts/chart1470.xml" ContentType="application/vnd.openxmlformats-officedocument.drawingml.chart+xml"/>
  <Override PartName="/ppt/charts/chart1471.xml" ContentType="application/vnd.openxmlformats-officedocument.drawingml.chart+xml"/>
  <Override PartName="/ppt/charts/chart1472.xml" ContentType="application/vnd.openxmlformats-officedocument.drawingml.chart+xml"/>
  <Override PartName="/ppt/charts/chart1473.xml" ContentType="application/vnd.openxmlformats-officedocument.drawingml.chart+xml"/>
  <Override PartName="/ppt/charts/chart1474.xml" ContentType="application/vnd.openxmlformats-officedocument.drawingml.chart+xml"/>
  <Override PartName="/ppt/charts/chart1475.xml" ContentType="application/vnd.openxmlformats-officedocument.drawingml.chart+xml"/>
  <Override PartName="/ppt/charts/chart1476.xml" ContentType="application/vnd.openxmlformats-officedocument.drawingml.chart+xml"/>
  <Override PartName="/ppt/charts/chart1477.xml" ContentType="application/vnd.openxmlformats-officedocument.drawingml.chart+xml"/>
  <Override PartName="/ppt/charts/chart1478.xml" ContentType="application/vnd.openxmlformats-officedocument.drawingml.chart+xml"/>
  <Override PartName="/ppt/charts/chart1479.xml" ContentType="application/vnd.openxmlformats-officedocument.drawingml.chart+xml"/>
  <Override PartName="/ppt/charts/chart148.xml" ContentType="application/vnd.openxmlformats-officedocument.drawingml.chart+xml"/>
  <Override PartName="/ppt/charts/chart1480.xml" ContentType="application/vnd.openxmlformats-officedocument.drawingml.chart+xml"/>
  <Override PartName="/ppt/charts/chart1481.xml" ContentType="application/vnd.openxmlformats-officedocument.drawingml.chart+xml"/>
  <Override PartName="/ppt/charts/chart1482.xml" ContentType="application/vnd.openxmlformats-officedocument.drawingml.chart+xml"/>
  <Override PartName="/ppt/charts/chart1483.xml" ContentType="application/vnd.openxmlformats-officedocument.drawingml.chart+xml"/>
  <Override PartName="/ppt/charts/chart1484.xml" ContentType="application/vnd.openxmlformats-officedocument.drawingml.chart+xml"/>
  <Override PartName="/ppt/charts/chart1485.xml" ContentType="application/vnd.openxmlformats-officedocument.drawingml.chart+xml"/>
  <Override PartName="/ppt/charts/chart1486.xml" ContentType="application/vnd.openxmlformats-officedocument.drawingml.chart+xml"/>
  <Override PartName="/ppt/charts/chart1487.xml" ContentType="application/vnd.openxmlformats-officedocument.drawingml.chart+xml"/>
  <Override PartName="/ppt/charts/chart1488.xml" ContentType="application/vnd.openxmlformats-officedocument.drawingml.chart+xml"/>
  <Override PartName="/ppt/charts/chart1489.xml" ContentType="application/vnd.openxmlformats-officedocument.drawingml.chart+xml"/>
  <Override PartName="/ppt/charts/chart149.xml" ContentType="application/vnd.openxmlformats-officedocument.drawingml.chart+xml"/>
  <Override PartName="/ppt/charts/chart1490.xml" ContentType="application/vnd.openxmlformats-officedocument.drawingml.chart+xml"/>
  <Override PartName="/ppt/charts/chart1491.xml" ContentType="application/vnd.openxmlformats-officedocument.drawingml.chart+xml"/>
  <Override PartName="/ppt/charts/chart1492.xml" ContentType="application/vnd.openxmlformats-officedocument.drawingml.chart+xml"/>
  <Override PartName="/ppt/charts/chart1493.xml" ContentType="application/vnd.openxmlformats-officedocument.drawingml.chart+xml"/>
  <Override PartName="/ppt/charts/chart1494.xml" ContentType="application/vnd.openxmlformats-officedocument.drawingml.chart+xml"/>
  <Override PartName="/ppt/charts/chart1495.xml" ContentType="application/vnd.openxmlformats-officedocument.drawingml.chart+xml"/>
  <Override PartName="/ppt/charts/chart1496.xml" ContentType="application/vnd.openxmlformats-officedocument.drawingml.chart+xml"/>
  <Override PartName="/ppt/charts/chart1497.xml" ContentType="application/vnd.openxmlformats-officedocument.drawingml.chart+xml"/>
  <Override PartName="/ppt/charts/chart1498.xml" ContentType="application/vnd.openxmlformats-officedocument.drawingml.chart+xml"/>
  <Override PartName="/ppt/charts/chart149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00.xml" ContentType="application/vnd.openxmlformats-officedocument.drawingml.chart+xml"/>
  <Override PartName="/ppt/charts/chart1501.xml" ContentType="application/vnd.openxmlformats-officedocument.drawingml.chart+xml"/>
  <Override PartName="/ppt/charts/chart1502.xml" ContentType="application/vnd.openxmlformats-officedocument.drawingml.chart+xml"/>
  <Override PartName="/ppt/charts/chart1503.xml" ContentType="application/vnd.openxmlformats-officedocument.drawingml.chart+xml"/>
  <Override PartName="/ppt/charts/chart1504.xml" ContentType="application/vnd.openxmlformats-officedocument.drawingml.chart+xml"/>
  <Override PartName="/ppt/charts/chart1505.xml" ContentType="application/vnd.openxmlformats-officedocument.drawingml.chart+xml"/>
  <Override PartName="/ppt/charts/chart1506.xml" ContentType="application/vnd.openxmlformats-officedocument.drawingml.chart+xml"/>
  <Override PartName="/ppt/charts/chart1507.xml" ContentType="application/vnd.openxmlformats-officedocument.drawingml.chart+xml"/>
  <Override PartName="/ppt/charts/chart1508.xml" ContentType="application/vnd.openxmlformats-officedocument.drawingml.chart+xml"/>
  <Override PartName="/ppt/charts/chart1509.xml" ContentType="application/vnd.openxmlformats-officedocument.drawingml.chart+xml"/>
  <Override PartName="/ppt/charts/chart151.xml" ContentType="application/vnd.openxmlformats-officedocument.drawingml.chart+xml"/>
  <Override PartName="/ppt/charts/chart1510.xml" ContentType="application/vnd.openxmlformats-officedocument.drawingml.chart+xml"/>
  <Override PartName="/ppt/charts/chart1511.xml" ContentType="application/vnd.openxmlformats-officedocument.drawingml.chart+xml"/>
  <Override PartName="/ppt/charts/chart1512.xml" ContentType="application/vnd.openxmlformats-officedocument.drawingml.chart+xml"/>
  <Override PartName="/ppt/charts/chart1513.xml" ContentType="application/vnd.openxmlformats-officedocument.drawingml.chart+xml"/>
  <Override PartName="/ppt/charts/chart1514.xml" ContentType="application/vnd.openxmlformats-officedocument.drawingml.chart+xml"/>
  <Override PartName="/ppt/charts/chart1515.xml" ContentType="application/vnd.openxmlformats-officedocument.drawingml.chart+xml"/>
  <Override PartName="/ppt/charts/chart1516.xml" ContentType="application/vnd.openxmlformats-officedocument.drawingml.chart+xml"/>
  <Override PartName="/ppt/charts/chart1517.xml" ContentType="application/vnd.openxmlformats-officedocument.drawingml.chart+xml"/>
  <Override PartName="/ppt/charts/chart1518.xml" ContentType="application/vnd.openxmlformats-officedocument.drawingml.chart+xml"/>
  <Override PartName="/ppt/charts/chart1519.xml" ContentType="application/vnd.openxmlformats-officedocument.drawingml.chart+xml"/>
  <Override PartName="/ppt/charts/chart152.xml" ContentType="application/vnd.openxmlformats-officedocument.drawingml.chart+xml"/>
  <Override PartName="/ppt/charts/chart1520.xml" ContentType="application/vnd.openxmlformats-officedocument.drawingml.chart+xml"/>
  <Override PartName="/ppt/charts/chart1521.xml" ContentType="application/vnd.openxmlformats-officedocument.drawingml.chart+xml"/>
  <Override PartName="/ppt/charts/chart1522.xml" ContentType="application/vnd.openxmlformats-officedocument.drawingml.chart+xml"/>
  <Override PartName="/ppt/charts/chart1523.xml" ContentType="application/vnd.openxmlformats-officedocument.drawingml.chart+xml"/>
  <Override PartName="/ppt/charts/chart1524.xml" ContentType="application/vnd.openxmlformats-officedocument.drawingml.chart+xml"/>
  <Override PartName="/ppt/charts/chart1525.xml" ContentType="application/vnd.openxmlformats-officedocument.drawingml.chart+xml"/>
  <Override PartName="/ppt/charts/chart1526.xml" ContentType="application/vnd.openxmlformats-officedocument.drawingml.chart+xml"/>
  <Override PartName="/ppt/charts/chart1527.xml" ContentType="application/vnd.openxmlformats-officedocument.drawingml.chart+xml"/>
  <Override PartName="/ppt/charts/chart1528.xml" ContentType="application/vnd.openxmlformats-officedocument.drawingml.chart+xml"/>
  <Override PartName="/ppt/charts/chart1529.xml" ContentType="application/vnd.openxmlformats-officedocument.drawingml.chart+xml"/>
  <Override PartName="/ppt/charts/chart153.xml" ContentType="application/vnd.openxmlformats-officedocument.drawingml.chart+xml"/>
  <Override PartName="/ppt/charts/chart1530.xml" ContentType="application/vnd.openxmlformats-officedocument.drawingml.chart+xml"/>
  <Override PartName="/ppt/charts/chart1531.xml" ContentType="application/vnd.openxmlformats-officedocument.drawingml.chart+xml"/>
  <Override PartName="/ppt/charts/chart1532.xml" ContentType="application/vnd.openxmlformats-officedocument.drawingml.chart+xml"/>
  <Override PartName="/ppt/charts/chart1533.xml" ContentType="application/vnd.openxmlformats-officedocument.drawingml.chart+xml"/>
  <Override PartName="/ppt/charts/chart1534.xml" ContentType="application/vnd.openxmlformats-officedocument.drawingml.chart+xml"/>
  <Override PartName="/ppt/charts/chart1535.xml" ContentType="application/vnd.openxmlformats-officedocument.drawingml.chart+xml"/>
  <Override PartName="/ppt/charts/chart1536.xml" ContentType="application/vnd.openxmlformats-officedocument.drawingml.chart+xml"/>
  <Override PartName="/ppt/charts/chart1537.xml" ContentType="application/vnd.openxmlformats-officedocument.drawingml.chart+xml"/>
  <Override PartName="/ppt/charts/chart1538.xml" ContentType="application/vnd.openxmlformats-officedocument.drawingml.chart+xml"/>
  <Override PartName="/ppt/charts/chart1539.xml" ContentType="application/vnd.openxmlformats-officedocument.drawingml.chart+xml"/>
  <Override PartName="/ppt/charts/chart154.xml" ContentType="application/vnd.openxmlformats-officedocument.drawingml.chart+xml"/>
  <Override PartName="/ppt/charts/chart1540.xml" ContentType="application/vnd.openxmlformats-officedocument.drawingml.chart+xml"/>
  <Override PartName="/ppt/charts/chart1541.xml" ContentType="application/vnd.openxmlformats-officedocument.drawingml.chart+xml"/>
  <Override PartName="/ppt/charts/chart1542.xml" ContentType="application/vnd.openxmlformats-officedocument.drawingml.chart+xml"/>
  <Override PartName="/ppt/charts/chart1543.xml" ContentType="application/vnd.openxmlformats-officedocument.drawingml.chart+xml"/>
  <Override PartName="/ppt/charts/chart1544.xml" ContentType="application/vnd.openxmlformats-officedocument.drawingml.chart+xml"/>
  <Override PartName="/ppt/charts/chart1545.xml" ContentType="application/vnd.openxmlformats-officedocument.drawingml.chart+xml"/>
  <Override PartName="/ppt/charts/chart1546.xml" ContentType="application/vnd.openxmlformats-officedocument.drawingml.chart+xml"/>
  <Override PartName="/ppt/charts/chart1547.xml" ContentType="application/vnd.openxmlformats-officedocument.drawingml.chart+xml"/>
  <Override PartName="/ppt/charts/chart1548.xml" ContentType="application/vnd.openxmlformats-officedocument.drawingml.chart+xml"/>
  <Override PartName="/ppt/charts/chart1549.xml" ContentType="application/vnd.openxmlformats-officedocument.drawingml.chart+xml"/>
  <Override PartName="/ppt/charts/chart155.xml" ContentType="application/vnd.openxmlformats-officedocument.drawingml.chart+xml"/>
  <Override PartName="/ppt/charts/chart1550.xml" ContentType="application/vnd.openxmlformats-officedocument.drawingml.chart+xml"/>
  <Override PartName="/ppt/charts/chart1551.xml" ContentType="application/vnd.openxmlformats-officedocument.drawingml.chart+xml"/>
  <Override PartName="/ppt/charts/chart1552.xml" ContentType="application/vnd.openxmlformats-officedocument.drawingml.chart+xml"/>
  <Override PartName="/ppt/charts/chart1553.xml" ContentType="application/vnd.openxmlformats-officedocument.drawingml.chart+xml"/>
  <Override PartName="/ppt/charts/chart1554.xml" ContentType="application/vnd.openxmlformats-officedocument.drawingml.chart+xml"/>
  <Override PartName="/ppt/charts/chart1555.xml" ContentType="application/vnd.openxmlformats-officedocument.drawingml.chart+xml"/>
  <Override PartName="/ppt/charts/chart1556.xml" ContentType="application/vnd.openxmlformats-officedocument.drawingml.chart+xml"/>
  <Override PartName="/ppt/charts/chart1557.xml" ContentType="application/vnd.openxmlformats-officedocument.drawingml.chart+xml"/>
  <Override PartName="/ppt/charts/chart1558.xml" ContentType="application/vnd.openxmlformats-officedocument.drawingml.chart+xml"/>
  <Override PartName="/ppt/charts/chart1559.xml" ContentType="application/vnd.openxmlformats-officedocument.drawingml.chart+xml"/>
  <Override PartName="/ppt/charts/chart156.xml" ContentType="application/vnd.openxmlformats-officedocument.drawingml.chart+xml"/>
  <Override PartName="/ppt/charts/chart1560.xml" ContentType="application/vnd.openxmlformats-officedocument.drawingml.chart+xml"/>
  <Override PartName="/ppt/charts/chart1561.xml" ContentType="application/vnd.openxmlformats-officedocument.drawingml.chart+xml"/>
  <Override PartName="/ppt/charts/chart1562.xml" ContentType="application/vnd.openxmlformats-officedocument.drawingml.chart+xml"/>
  <Override PartName="/ppt/charts/chart1563.xml" ContentType="application/vnd.openxmlformats-officedocument.drawingml.chart+xml"/>
  <Override PartName="/ppt/charts/chart1564.xml" ContentType="application/vnd.openxmlformats-officedocument.drawingml.chart+xml"/>
  <Override PartName="/ppt/charts/chart1565.xml" ContentType="application/vnd.openxmlformats-officedocument.drawingml.chart+xml"/>
  <Override PartName="/ppt/charts/chart1566.xml" ContentType="application/vnd.openxmlformats-officedocument.drawingml.chart+xml"/>
  <Override PartName="/ppt/charts/chart1567.xml" ContentType="application/vnd.openxmlformats-officedocument.drawingml.chart+xml"/>
  <Override PartName="/ppt/charts/chart1568.xml" ContentType="application/vnd.openxmlformats-officedocument.drawingml.chart+xml"/>
  <Override PartName="/ppt/charts/chart1569.xml" ContentType="application/vnd.openxmlformats-officedocument.drawingml.chart+xml"/>
  <Override PartName="/ppt/charts/chart157.xml" ContentType="application/vnd.openxmlformats-officedocument.drawingml.chart+xml"/>
  <Override PartName="/ppt/charts/chart1570.xml" ContentType="application/vnd.openxmlformats-officedocument.drawingml.chart+xml"/>
  <Override PartName="/ppt/charts/chart1571.xml" ContentType="application/vnd.openxmlformats-officedocument.drawingml.chart+xml"/>
  <Override PartName="/ppt/charts/chart1572.xml" ContentType="application/vnd.openxmlformats-officedocument.drawingml.chart+xml"/>
  <Override PartName="/ppt/charts/chart1573.xml" ContentType="application/vnd.openxmlformats-officedocument.drawingml.chart+xml"/>
  <Override PartName="/ppt/charts/chart1574.xml" ContentType="application/vnd.openxmlformats-officedocument.drawingml.chart+xml"/>
  <Override PartName="/ppt/charts/chart1575.xml" ContentType="application/vnd.openxmlformats-officedocument.drawingml.chart+xml"/>
  <Override PartName="/ppt/charts/chart1576.xml" ContentType="application/vnd.openxmlformats-officedocument.drawingml.chart+xml"/>
  <Override PartName="/ppt/charts/chart1577.xml" ContentType="application/vnd.openxmlformats-officedocument.drawingml.chart+xml"/>
  <Override PartName="/ppt/charts/chart1578.xml" ContentType="application/vnd.openxmlformats-officedocument.drawingml.chart+xml"/>
  <Override PartName="/ppt/charts/chart1579.xml" ContentType="application/vnd.openxmlformats-officedocument.drawingml.chart+xml"/>
  <Override PartName="/ppt/charts/chart158.xml" ContentType="application/vnd.openxmlformats-officedocument.drawingml.chart+xml"/>
  <Override PartName="/ppt/charts/chart1580.xml" ContentType="application/vnd.openxmlformats-officedocument.drawingml.chart+xml"/>
  <Override PartName="/ppt/charts/chart1581.xml" ContentType="application/vnd.openxmlformats-officedocument.drawingml.chart+xml"/>
  <Override PartName="/ppt/charts/chart1582.xml" ContentType="application/vnd.openxmlformats-officedocument.drawingml.chart+xml"/>
  <Override PartName="/ppt/charts/chart1583.xml" ContentType="application/vnd.openxmlformats-officedocument.drawingml.chart+xml"/>
  <Override PartName="/ppt/charts/chart1584.xml" ContentType="application/vnd.openxmlformats-officedocument.drawingml.chart+xml"/>
  <Override PartName="/ppt/charts/chart1585.xml" ContentType="application/vnd.openxmlformats-officedocument.drawingml.chart+xml"/>
  <Override PartName="/ppt/charts/chart1586.xml" ContentType="application/vnd.openxmlformats-officedocument.drawingml.chart+xml"/>
  <Override PartName="/ppt/charts/chart1587.xml" ContentType="application/vnd.openxmlformats-officedocument.drawingml.chart+xml"/>
  <Override PartName="/ppt/charts/chart1588.xml" ContentType="application/vnd.openxmlformats-officedocument.drawingml.chart+xml"/>
  <Override PartName="/ppt/charts/chart1589.xml" ContentType="application/vnd.openxmlformats-officedocument.drawingml.chart+xml"/>
  <Override PartName="/ppt/charts/chart159.xml" ContentType="application/vnd.openxmlformats-officedocument.drawingml.chart+xml"/>
  <Override PartName="/ppt/charts/chart1590.xml" ContentType="application/vnd.openxmlformats-officedocument.drawingml.chart+xml"/>
  <Override PartName="/ppt/charts/chart1591.xml" ContentType="application/vnd.openxmlformats-officedocument.drawingml.chart+xml"/>
  <Override PartName="/ppt/charts/chart1592.xml" ContentType="application/vnd.openxmlformats-officedocument.drawingml.chart+xml"/>
  <Override PartName="/ppt/charts/chart1593.xml" ContentType="application/vnd.openxmlformats-officedocument.drawingml.chart+xml"/>
  <Override PartName="/ppt/charts/chart1594.xml" ContentType="application/vnd.openxmlformats-officedocument.drawingml.chart+xml"/>
  <Override PartName="/ppt/charts/chart1595.xml" ContentType="application/vnd.openxmlformats-officedocument.drawingml.chart+xml"/>
  <Override PartName="/ppt/charts/chart1596.xml" ContentType="application/vnd.openxmlformats-officedocument.drawingml.chart+xml"/>
  <Override PartName="/ppt/charts/chart1597.xml" ContentType="application/vnd.openxmlformats-officedocument.drawingml.chart+xml"/>
  <Override PartName="/ppt/charts/chart1598.xml" ContentType="application/vnd.openxmlformats-officedocument.drawingml.chart+xml"/>
  <Override PartName="/ppt/charts/chart159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00.xml" ContentType="application/vnd.openxmlformats-officedocument.drawingml.chart+xml"/>
  <Override PartName="/ppt/charts/chart1601.xml" ContentType="application/vnd.openxmlformats-officedocument.drawingml.chart+xml"/>
  <Override PartName="/ppt/charts/chart1602.xml" ContentType="application/vnd.openxmlformats-officedocument.drawingml.chart+xml"/>
  <Override PartName="/ppt/charts/chart1603.xml" ContentType="application/vnd.openxmlformats-officedocument.drawingml.chart+xml"/>
  <Override PartName="/ppt/charts/chart1604.xml" ContentType="application/vnd.openxmlformats-officedocument.drawingml.chart+xml"/>
  <Override PartName="/ppt/charts/chart1605.xml" ContentType="application/vnd.openxmlformats-officedocument.drawingml.chart+xml"/>
  <Override PartName="/ppt/charts/chart1606.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48.xml" ContentType="application/vnd.openxmlformats-officedocument.drawingml.chart+xml"/>
  <Override PartName="/ppt/charts/chart349.xml" ContentType="application/vnd.openxmlformats-officedocument.drawingml.chart+xml"/>
  <Override PartName="/ppt/charts/chart35.xml" ContentType="application/vnd.openxmlformats-officedocument.drawingml.chart+xml"/>
  <Override PartName="/ppt/charts/chart350.xml" ContentType="application/vnd.openxmlformats-officedocument.drawingml.chart+xml"/>
  <Override PartName="/ppt/charts/chart351.xml" ContentType="application/vnd.openxmlformats-officedocument.drawingml.chart+xml"/>
  <Override PartName="/ppt/charts/chart352.xml" ContentType="application/vnd.openxmlformats-officedocument.drawingml.chart+xml"/>
  <Override PartName="/ppt/charts/chart353.xml" ContentType="application/vnd.openxmlformats-officedocument.drawingml.chart+xml"/>
  <Override PartName="/ppt/charts/chart354.xml" ContentType="application/vnd.openxmlformats-officedocument.drawingml.chart+xml"/>
  <Override PartName="/ppt/charts/chart355.xml" ContentType="application/vnd.openxmlformats-officedocument.drawingml.chart+xml"/>
  <Override PartName="/ppt/charts/chart356.xml" ContentType="application/vnd.openxmlformats-officedocument.drawingml.chart+xml"/>
  <Override PartName="/ppt/charts/chart357.xml" ContentType="application/vnd.openxmlformats-officedocument.drawingml.chart+xml"/>
  <Override PartName="/ppt/charts/chart358.xml" ContentType="application/vnd.openxmlformats-officedocument.drawingml.chart+xml"/>
  <Override PartName="/ppt/charts/chart359.xml" ContentType="application/vnd.openxmlformats-officedocument.drawingml.chart+xml"/>
  <Override PartName="/ppt/charts/chart36.xml" ContentType="application/vnd.openxmlformats-officedocument.drawingml.chart+xml"/>
  <Override PartName="/ppt/charts/chart360.xml" ContentType="application/vnd.openxmlformats-officedocument.drawingml.chart+xml"/>
  <Override PartName="/ppt/charts/chart361.xml" ContentType="application/vnd.openxmlformats-officedocument.drawingml.chart+xml"/>
  <Override PartName="/ppt/charts/chart362.xml" ContentType="application/vnd.openxmlformats-officedocument.drawingml.chart+xml"/>
  <Override PartName="/ppt/charts/chart363.xml" ContentType="application/vnd.openxmlformats-officedocument.drawingml.chart+xml"/>
  <Override PartName="/ppt/charts/chart364.xml" ContentType="application/vnd.openxmlformats-officedocument.drawingml.chart+xml"/>
  <Override PartName="/ppt/charts/chart365.xml" ContentType="application/vnd.openxmlformats-officedocument.drawingml.chart+xml"/>
  <Override PartName="/ppt/charts/chart366.xml" ContentType="application/vnd.openxmlformats-officedocument.drawingml.chart+xml"/>
  <Override PartName="/ppt/charts/chart367.xml" ContentType="application/vnd.openxmlformats-officedocument.drawingml.chart+xml"/>
  <Override PartName="/ppt/charts/chart368.xml" ContentType="application/vnd.openxmlformats-officedocument.drawingml.chart+xml"/>
  <Override PartName="/ppt/charts/chart369.xml" ContentType="application/vnd.openxmlformats-officedocument.drawingml.chart+xml"/>
  <Override PartName="/ppt/charts/chart37.xml" ContentType="application/vnd.openxmlformats-officedocument.drawingml.chart+xml"/>
  <Override PartName="/ppt/charts/chart370.xml" ContentType="application/vnd.openxmlformats-officedocument.drawingml.chart+xml"/>
  <Override PartName="/ppt/charts/chart371.xml" ContentType="application/vnd.openxmlformats-officedocument.drawingml.chart+xml"/>
  <Override PartName="/ppt/charts/chart372.xml" ContentType="application/vnd.openxmlformats-officedocument.drawingml.chart+xml"/>
  <Override PartName="/ppt/charts/chart373.xml" ContentType="application/vnd.openxmlformats-officedocument.drawingml.chart+xml"/>
  <Override PartName="/ppt/charts/chart374.xml" ContentType="application/vnd.openxmlformats-officedocument.drawingml.chart+xml"/>
  <Override PartName="/ppt/charts/chart375.xml" ContentType="application/vnd.openxmlformats-officedocument.drawingml.chart+xml"/>
  <Override PartName="/ppt/charts/chart376.xml" ContentType="application/vnd.openxmlformats-officedocument.drawingml.chart+xml"/>
  <Override PartName="/ppt/charts/chart377.xml" ContentType="application/vnd.openxmlformats-officedocument.drawingml.chart+xml"/>
  <Override PartName="/ppt/charts/chart378.xml" ContentType="application/vnd.openxmlformats-officedocument.drawingml.chart+xml"/>
  <Override PartName="/ppt/charts/chart379.xml" ContentType="application/vnd.openxmlformats-officedocument.drawingml.chart+xml"/>
  <Override PartName="/ppt/charts/chart38.xml" ContentType="application/vnd.openxmlformats-officedocument.drawingml.chart+xml"/>
  <Override PartName="/ppt/charts/chart380.xml" ContentType="application/vnd.openxmlformats-officedocument.drawingml.chart+xml"/>
  <Override PartName="/ppt/charts/chart381.xml" ContentType="application/vnd.openxmlformats-officedocument.drawingml.chart+xml"/>
  <Override PartName="/ppt/charts/chart382.xml" ContentType="application/vnd.openxmlformats-officedocument.drawingml.chart+xml"/>
  <Override PartName="/ppt/charts/chart383.xml" ContentType="application/vnd.openxmlformats-officedocument.drawingml.chart+xml"/>
  <Override PartName="/ppt/charts/chart384.xml" ContentType="application/vnd.openxmlformats-officedocument.drawingml.chart+xml"/>
  <Override PartName="/ppt/charts/chart385.xml" ContentType="application/vnd.openxmlformats-officedocument.drawingml.chart+xml"/>
  <Override PartName="/ppt/charts/chart386.xml" ContentType="application/vnd.openxmlformats-officedocument.drawingml.chart+xml"/>
  <Override PartName="/ppt/charts/chart387.xml" ContentType="application/vnd.openxmlformats-officedocument.drawingml.chart+xml"/>
  <Override PartName="/ppt/charts/chart388.xml" ContentType="application/vnd.openxmlformats-officedocument.drawingml.chart+xml"/>
  <Override PartName="/ppt/charts/chart389.xml" ContentType="application/vnd.openxmlformats-officedocument.drawingml.chart+xml"/>
  <Override PartName="/ppt/charts/chart39.xml" ContentType="application/vnd.openxmlformats-officedocument.drawingml.chart+xml"/>
  <Override PartName="/ppt/charts/chart390.xml" ContentType="application/vnd.openxmlformats-officedocument.drawingml.chart+xml"/>
  <Override PartName="/ppt/charts/chart391.xml" ContentType="application/vnd.openxmlformats-officedocument.drawingml.chart+xml"/>
  <Override PartName="/ppt/charts/chart392.xml" ContentType="application/vnd.openxmlformats-officedocument.drawingml.chart+xml"/>
  <Override PartName="/ppt/charts/chart393.xml" ContentType="application/vnd.openxmlformats-officedocument.drawingml.chart+xml"/>
  <Override PartName="/ppt/charts/chart394.xml" ContentType="application/vnd.openxmlformats-officedocument.drawingml.chart+xml"/>
  <Override PartName="/ppt/charts/chart395.xml" ContentType="application/vnd.openxmlformats-officedocument.drawingml.chart+xml"/>
  <Override PartName="/ppt/charts/chart396.xml" ContentType="application/vnd.openxmlformats-officedocument.drawingml.chart+xml"/>
  <Override PartName="/ppt/charts/chart397.xml" ContentType="application/vnd.openxmlformats-officedocument.drawingml.chart+xml"/>
  <Override PartName="/ppt/charts/chart398.xml" ContentType="application/vnd.openxmlformats-officedocument.drawingml.chart+xml"/>
  <Override PartName="/ppt/charts/chart39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00.xml" ContentType="application/vnd.openxmlformats-officedocument.drawingml.chart+xml"/>
  <Override PartName="/ppt/charts/chart401.xml" ContentType="application/vnd.openxmlformats-officedocument.drawingml.chart+xml"/>
  <Override PartName="/ppt/charts/chart402.xml" ContentType="application/vnd.openxmlformats-officedocument.drawingml.chart+xml"/>
  <Override PartName="/ppt/charts/chart403.xml" ContentType="application/vnd.openxmlformats-officedocument.drawingml.chart+xml"/>
  <Override PartName="/ppt/charts/chart404.xml" ContentType="application/vnd.openxmlformats-officedocument.drawingml.chart+xml"/>
  <Override PartName="/ppt/charts/chart405.xml" ContentType="application/vnd.openxmlformats-officedocument.drawingml.chart+xml"/>
  <Override PartName="/ppt/charts/chart406.xml" ContentType="application/vnd.openxmlformats-officedocument.drawingml.chart+xml"/>
  <Override PartName="/ppt/charts/chart407.xml" ContentType="application/vnd.openxmlformats-officedocument.drawingml.chart+xml"/>
  <Override PartName="/ppt/charts/chart408.xml" ContentType="application/vnd.openxmlformats-officedocument.drawingml.chart+xml"/>
  <Override PartName="/ppt/charts/chart409.xml" ContentType="application/vnd.openxmlformats-officedocument.drawingml.chart+xml"/>
  <Override PartName="/ppt/charts/chart41.xml" ContentType="application/vnd.openxmlformats-officedocument.drawingml.chart+xml"/>
  <Override PartName="/ppt/charts/chart410.xml" ContentType="application/vnd.openxmlformats-officedocument.drawingml.chart+xml"/>
  <Override PartName="/ppt/charts/chart411.xml" ContentType="application/vnd.openxmlformats-officedocument.drawingml.chart+xml"/>
  <Override PartName="/ppt/charts/chart412.xml" ContentType="application/vnd.openxmlformats-officedocument.drawingml.chart+xml"/>
  <Override PartName="/ppt/charts/chart413.xml" ContentType="application/vnd.openxmlformats-officedocument.drawingml.chart+xml"/>
  <Override PartName="/ppt/charts/chart414.xml" ContentType="application/vnd.openxmlformats-officedocument.drawingml.chart+xml"/>
  <Override PartName="/ppt/charts/chart415.xml" ContentType="application/vnd.openxmlformats-officedocument.drawingml.chart+xml"/>
  <Override PartName="/ppt/charts/chart416.xml" ContentType="application/vnd.openxmlformats-officedocument.drawingml.chart+xml"/>
  <Override PartName="/ppt/charts/chart417.xml" ContentType="application/vnd.openxmlformats-officedocument.drawingml.chart+xml"/>
  <Override PartName="/ppt/charts/chart418.xml" ContentType="application/vnd.openxmlformats-officedocument.drawingml.chart+xml"/>
  <Override PartName="/ppt/charts/chart419.xml" ContentType="application/vnd.openxmlformats-officedocument.drawingml.chart+xml"/>
  <Override PartName="/ppt/charts/chart42.xml" ContentType="application/vnd.openxmlformats-officedocument.drawingml.chart+xml"/>
  <Override PartName="/ppt/charts/chart420.xml" ContentType="application/vnd.openxmlformats-officedocument.drawingml.chart+xml"/>
  <Override PartName="/ppt/charts/chart421.xml" ContentType="application/vnd.openxmlformats-officedocument.drawingml.chart+xml"/>
  <Override PartName="/ppt/charts/chart422.xml" ContentType="application/vnd.openxmlformats-officedocument.drawingml.chart+xml"/>
  <Override PartName="/ppt/charts/chart423.xml" ContentType="application/vnd.openxmlformats-officedocument.drawingml.chart+xml"/>
  <Override PartName="/ppt/charts/chart424.xml" ContentType="application/vnd.openxmlformats-officedocument.drawingml.chart+xml"/>
  <Override PartName="/ppt/charts/chart425.xml" ContentType="application/vnd.openxmlformats-officedocument.drawingml.chart+xml"/>
  <Override PartName="/ppt/charts/chart426.xml" ContentType="application/vnd.openxmlformats-officedocument.drawingml.chart+xml"/>
  <Override PartName="/ppt/charts/chart427.xml" ContentType="application/vnd.openxmlformats-officedocument.drawingml.chart+xml"/>
  <Override PartName="/ppt/charts/chart428.xml" ContentType="application/vnd.openxmlformats-officedocument.drawingml.chart+xml"/>
  <Override PartName="/ppt/charts/chart429.xml" ContentType="application/vnd.openxmlformats-officedocument.drawingml.chart+xml"/>
  <Override PartName="/ppt/charts/chart43.xml" ContentType="application/vnd.openxmlformats-officedocument.drawingml.chart+xml"/>
  <Override PartName="/ppt/charts/chart430.xml" ContentType="application/vnd.openxmlformats-officedocument.drawingml.chart+xml"/>
  <Override PartName="/ppt/charts/chart431.xml" ContentType="application/vnd.openxmlformats-officedocument.drawingml.chart+xml"/>
  <Override PartName="/ppt/charts/chart432.xml" ContentType="application/vnd.openxmlformats-officedocument.drawingml.chart+xml"/>
  <Override PartName="/ppt/charts/chart433.xml" ContentType="application/vnd.openxmlformats-officedocument.drawingml.chart+xml"/>
  <Override PartName="/ppt/charts/chart434.xml" ContentType="application/vnd.openxmlformats-officedocument.drawingml.chart+xml"/>
  <Override PartName="/ppt/charts/chart435.xml" ContentType="application/vnd.openxmlformats-officedocument.drawingml.chart+xml"/>
  <Override PartName="/ppt/charts/chart436.xml" ContentType="application/vnd.openxmlformats-officedocument.drawingml.chart+xml"/>
  <Override PartName="/ppt/charts/chart437.xml" ContentType="application/vnd.openxmlformats-officedocument.drawingml.chart+xml"/>
  <Override PartName="/ppt/charts/chart438.xml" ContentType="application/vnd.openxmlformats-officedocument.drawingml.chart+xml"/>
  <Override PartName="/ppt/charts/chart439.xml" ContentType="application/vnd.openxmlformats-officedocument.drawingml.chart+xml"/>
  <Override PartName="/ppt/charts/chart44.xml" ContentType="application/vnd.openxmlformats-officedocument.drawingml.chart+xml"/>
  <Override PartName="/ppt/charts/chart440.xml" ContentType="application/vnd.openxmlformats-officedocument.drawingml.chart+xml"/>
  <Override PartName="/ppt/charts/chart441.xml" ContentType="application/vnd.openxmlformats-officedocument.drawingml.chart+xml"/>
  <Override PartName="/ppt/charts/chart442.xml" ContentType="application/vnd.openxmlformats-officedocument.drawingml.chart+xml"/>
  <Override PartName="/ppt/charts/chart443.xml" ContentType="application/vnd.openxmlformats-officedocument.drawingml.chart+xml"/>
  <Override PartName="/ppt/charts/chart444.xml" ContentType="application/vnd.openxmlformats-officedocument.drawingml.chart+xml"/>
  <Override PartName="/ppt/charts/chart445.xml" ContentType="application/vnd.openxmlformats-officedocument.drawingml.chart+xml"/>
  <Override PartName="/ppt/charts/chart446.xml" ContentType="application/vnd.openxmlformats-officedocument.drawingml.chart+xml"/>
  <Override PartName="/ppt/charts/chart447.xml" ContentType="application/vnd.openxmlformats-officedocument.drawingml.chart+xml"/>
  <Override PartName="/ppt/charts/chart448.xml" ContentType="application/vnd.openxmlformats-officedocument.drawingml.chart+xml"/>
  <Override PartName="/ppt/charts/chart449.xml" ContentType="application/vnd.openxmlformats-officedocument.drawingml.chart+xml"/>
  <Override PartName="/ppt/charts/chart45.xml" ContentType="application/vnd.openxmlformats-officedocument.drawingml.chart+xml"/>
  <Override PartName="/ppt/charts/chart450.xml" ContentType="application/vnd.openxmlformats-officedocument.drawingml.chart+xml"/>
  <Override PartName="/ppt/charts/chart451.xml" ContentType="application/vnd.openxmlformats-officedocument.drawingml.chart+xml"/>
  <Override PartName="/ppt/charts/chart452.xml" ContentType="application/vnd.openxmlformats-officedocument.drawingml.chart+xml"/>
  <Override PartName="/ppt/charts/chart453.xml" ContentType="application/vnd.openxmlformats-officedocument.drawingml.chart+xml"/>
  <Override PartName="/ppt/charts/chart454.xml" ContentType="application/vnd.openxmlformats-officedocument.drawingml.chart+xml"/>
  <Override PartName="/ppt/charts/chart455.xml" ContentType="application/vnd.openxmlformats-officedocument.drawingml.chart+xml"/>
  <Override PartName="/ppt/charts/chart456.xml" ContentType="application/vnd.openxmlformats-officedocument.drawingml.chart+xml"/>
  <Override PartName="/ppt/charts/chart457.xml" ContentType="application/vnd.openxmlformats-officedocument.drawingml.chart+xml"/>
  <Override PartName="/ppt/charts/chart458.xml" ContentType="application/vnd.openxmlformats-officedocument.drawingml.chart+xml"/>
  <Override PartName="/ppt/charts/chart459.xml" ContentType="application/vnd.openxmlformats-officedocument.drawingml.chart+xml"/>
  <Override PartName="/ppt/charts/chart46.xml" ContentType="application/vnd.openxmlformats-officedocument.drawingml.chart+xml"/>
  <Override PartName="/ppt/charts/chart460.xml" ContentType="application/vnd.openxmlformats-officedocument.drawingml.chart+xml"/>
  <Override PartName="/ppt/charts/chart461.xml" ContentType="application/vnd.openxmlformats-officedocument.drawingml.chart+xml"/>
  <Override PartName="/ppt/charts/chart462.xml" ContentType="application/vnd.openxmlformats-officedocument.drawingml.chart+xml"/>
  <Override PartName="/ppt/charts/chart463.xml" ContentType="application/vnd.openxmlformats-officedocument.drawingml.chart+xml"/>
  <Override PartName="/ppt/charts/chart464.xml" ContentType="application/vnd.openxmlformats-officedocument.drawingml.chart+xml"/>
  <Override PartName="/ppt/charts/chart465.xml" ContentType="application/vnd.openxmlformats-officedocument.drawingml.chart+xml"/>
  <Override PartName="/ppt/charts/chart466.xml" ContentType="application/vnd.openxmlformats-officedocument.drawingml.chart+xml"/>
  <Override PartName="/ppt/charts/chart467.xml" ContentType="application/vnd.openxmlformats-officedocument.drawingml.chart+xml"/>
  <Override PartName="/ppt/charts/chart468.xml" ContentType="application/vnd.openxmlformats-officedocument.drawingml.chart+xml"/>
  <Override PartName="/ppt/charts/chart469.xml" ContentType="application/vnd.openxmlformats-officedocument.drawingml.chart+xml"/>
  <Override PartName="/ppt/charts/chart47.xml" ContentType="application/vnd.openxmlformats-officedocument.drawingml.chart+xml"/>
  <Override PartName="/ppt/charts/chart470.xml" ContentType="application/vnd.openxmlformats-officedocument.drawingml.chart+xml"/>
  <Override PartName="/ppt/charts/chart471.xml" ContentType="application/vnd.openxmlformats-officedocument.drawingml.chart+xml"/>
  <Override PartName="/ppt/charts/chart472.xml" ContentType="application/vnd.openxmlformats-officedocument.drawingml.chart+xml"/>
  <Override PartName="/ppt/charts/chart473.xml" ContentType="application/vnd.openxmlformats-officedocument.drawingml.chart+xml"/>
  <Override PartName="/ppt/charts/chart474.xml" ContentType="application/vnd.openxmlformats-officedocument.drawingml.chart+xml"/>
  <Override PartName="/ppt/charts/chart475.xml" ContentType="application/vnd.openxmlformats-officedocument.drawingml.chart+xml"/>
  <Override PartName="/ppt/charts/chart476.xml" ContentType="application/vnd.openxmlformats-officedocument.drawingml.chart+xml"/>
  <Override PartName="/ppt/charts/chart477.xml" ContentType="application/vnd.openxmlformats-officedocument.drawingml.chart+xml"/>
  <Override PartName="/ppt/charts/chart478.xml" ContentType="application/vnd.openxmlformats-officedocument.drawingml.chart+xml"/>
  <Override PartName="/ppt/charts/chart479.xml" ContentType="application/vnd.openxmlformats-officedocument.drawingml.chart+xml"/>
  <Override PartName="/ppt/charts/chart48.xml" ContentType="application/vnd.openxmlformats-officedocument.drawingml.chart+xml"/>
  <Override PartName="/ppt/charts/chart480.xml" ContentType="application/vnd.openxmlformats-officedocument.drawingml.chart+xml"/>
  <Override PartName="/ppt/charts/chart481.xml" ContentType="application/vnd.openxmlformats-officedocument.drawingml.chart+xml"/>
  <Override PartName="/ppt/charts/chart482.xml" ContentType="application/vnd.openxmlformats-officedocument.drawingml.chart+xml"/>
  <Override PartName="/ppt/charts/chart483.xml" ContentType="application/vnd.openxmlformats-officedocument.drawingml.chart+xml"/>
  <Override PartName="/ppt/charts/chart484.xml" ContentType="application/vnd.openxmlformats-officedocument.drawingml.chart+xml"/>
  <Override PartName="/ppt/charts/chart485.xml" ContentType="application/vnd.openxmlformats-officedocument.drawingml.chart+xml"/>
  <Override PartName="/ppt/charts/chart486.xml" ContentType="application/vnd.openxmlformats-officedocument.drawingml.chart+xml"/>
  <Override PartName="/ppt/charts/chart487.xml" ContentType="application/vnd.openxmlformats-officedocument.drawingml.chart+xml"/>
  <Override PartName="/ppt/charts/chart488.xml" ContentType="application/vnd.openxmlformats-officedocument.drawingml.chart+xml"/>
  <Override PartName="/ppt/charts/chart489.xml" ContentType="application/vnd.openxmlformats-officedocument.drawingml.chart+xml"/>
  <Override PartName="/ppt/charts/chart49.xml" ContentType="application/vnd.openxmlformats-officedocument.drawingml.chart+xml"/>
  <Override PartName="/ppt/charts/chart490.xml" ContentType="application/vnd.openxmlformats-officedocument.drawingml.chart+xml"/>
  <Override PartName="/ppt/charts/chart491.xml" ContentType="application/vnd.openxmlformats-officedocument.drawingml.chart+xml"/>
  <Override PartName="/ppt/charts/chart492.xml" ContentType="application/vnd.openxmlformats-officedocument.drawingml.chart+xml"/>
  <Override PartName="/ppt/charts/chart493.xml" ContentType="application/vnd.openxmlformats-officedocument.drawingml.chart+xml"/>
  <Override PartName="/ppt/charts/chart494.xml" ContentType="application/vnd.openxmlformats-officedocument.drawingml.chart+xml"/>
  <Override PartName="/ppt/charts/chart495.xml" ContentType="application/vnd.openxmlformats-officedocument.drawingml.chart+xml"/>
  <Override PartName="/ppt/charts/chart496.xml" ContentType="application/vnd.openxmlformats-officedocument.drawingml.chart+xml"/>
  <Override PartName="/ppt/charts/chart497.xml" ContentType="application/vnd.openxmlformats-officedocument.drawingml.chart+xml"/>
  <Override PartName="/ppt/charts/chart498.xml" ContentType="application/vnd.openxmlformats-officedocument.drawingml.chart+xml"/>
  <Override PartName="/ppt/charts/chart49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00.xml" ContentType="application/vnd.openxmlformats-officedocument.drawingml.chart+xml"/>
  <Override PartName="/ppt/charts/chart501.xml" ContentType="application/vnd.openxmlformats-officedocument.drawingml.chart+xml"/>
  <Override PartName="/ppt/charts/chart502.xml" ContentType="application/vnd.openxmlformats-officedocument.drawingml.chart+xml"/>
  <Override PartName="/ppt/charts/chart503.xml" ContentType="application/vnd.openxmlformats-officedocument.drawingml.chart+xml"/>
  <Override PartName="/ppt/charts/chart504.xml" ContentType="application/vnd.openxmlformats-officedocument.drawingml.chart+xml"/>
  <Override PartName="/ppt/charts/chart505.xml" ContentType="application/vnd.openxmlformats-officedocument.drawingml.chart+xml"/>
  <Override PartName="/ppt/charts/chart506.xml" ContentType="application/vnd.openxmlformats-officedocument.drawingml.chart+xml"/>
  <Override PartName="/ppt/charts/chart507.xml" ContentType="application/vnd.openxmlformats-officedocument.drawingml.chart+xml"/>
  <Override PartName="/ppt/charts/chart508.xml" ContentType="application/vnd.openxmlformats-officedocument.drawingml.chart+xml"/>
  <Override PartName="/ppt/charts/chart509.xml" ContentType="application/vnd.openxmlformats-officedocument.drawingml.chart+xml"/>
  <Override PartName="/ppt/charts/chart51.xml" ContentType="application/vnd.openxmlformats-officedocument.drawingml.chart+xml"/>
  <Override PartName="/ppt/charts/chart510.xml" ContentType="application/vnd.openxmlformats-officedocument.drawingml.chart+xml"/>
  <Override PartName="/ppt/charts/chart511.xml" ContentType="application/vnd.openxmlformats-officedocument.drawingml.chart+xml"/>
  <Override PartName="/ppt/charts/chart512.xml" ContentType="application/vnd.openxmlformats-officedocument.drawingml.chart+xml"/>
  <Override PartName="/ppt/charts/chart513.xml" ContentType="application/vnd.openxmlformats-officedocument.drawingml.chart+xml"/>
  <Override PartName="/ppt/charts/chart514.xml" ContentType="application/vnd.openxmlformats-officedocument.drawingml.chart+xml"/>
  <Override PartName="/ppt/charts/chart515.xml" ContentType="application/vnd.openxmlformats-officedocument.drawingml.chart+xml"/>
  <Override PartName="/ppt/charts/chart516.xml" ContentType="application/vnd.openxmlformats-officedocument.drawingml.chart+xml"/>
  <Override PartName="/ppt/charts/chart517.xml" ContentType="application/vnd.openxmlformats-officedocument.drawingml.chart+xml"/>
  <Override PartName="/ppt/charts/chart518.xml" ContentType="application/vnd.openxmlformats-officedocument.drawingml.chart+xml"/>
  <Override PartName="/ppt/charts/chart519.xml" ContentType="application/vnd.openxmlformats-officedocument.drawingml.chart+xml"/>
  <Override PartName="/ppt/charts/chart52.xml" ContentType="application/vnd.openxmlformats-officedocument.drawingml.chart+xml"/>
  <Override PartName="/ppt/charts/chart520.xml" ContentType="application/vnd.openxmlformats-officedocument.drawingml.chart+xml"/>
  <Override PartName="/ppt/charts/chart521.xml" ContentType="application/vnd.openxmlformats-officedocument.drawingml.chart+xml"/>
  <Override PartName="/ppt/charts/chart522.xml" ContentType="application/vnd.openxmlformats-officedocument.drawingml.chart+xml"/>
  <Override PartName="/ppt/charts/chart523.xml" ContentType="application/vnd.openxmlformats-officedocument.drawingml.chart+xml"/>
  <Override PartName="/ppt/charts/chart524.xml" ContentType="application/vnd.openxmlformats-officedocument.drawingml.chart+xml"/>
  <Override PartName="/ppt/charts/chart525.xml" ContentType="application/vnd.openxmlformats-officedocument.drawingml.chart+xml"/>
  <Override PartName="/ppt/charts/chart526.xml" ContentType="application/vnd.openxmlformats-officedocument.drawingml.chart+xml"/>
  <Override PartName="/ppt/charts/chart527.xml" ContentType="application/vnd.openxmlformats-officedocument.drawingml.chart+xml"/>
  <Override PartName="/ppt/charts/chart528.xml" ContentType="application/vnd.openxmlformats-officedocument.drawingml.chart+xml"/>
  <Override PartName="/ppt/charts/chart529.xml" ContentType="application/vnd.openxmlformats-officedocument.drawingml.chart+xml"/>
  <Override PartName="/ppt/charts/chart53.xml" ContentType="application/vnd.openxmlformats-officedocument.drawingml.chart+xml"/>
  <Override PartName="/ppt/charts/chart530.xml" ContentType="application/vnd.openxmlformats-officedocument.drawingml.chart+xml"/>
  <Override PartName="/ppt/charts/chart531.xml" ContentType="application/vnd.openxmlformats-officedocument.drawingml.chart+xml"/>
  <Override PartName="/ppt/charts/chart532.xml" ContentType="application/vnd.openxmlformats-officedocument.drawingml.chart+xml"/>
  <Override PartName="/ppt/charts/chart533.xml" ContentType="application/vnd.openxmlformats-officedocument.drawingml.chart+xml"/>
  <Override PartName="/ppt/charts/chart534.xml" ContentType="application/vnd.openxmlformats-officedocument.drawingml.chart+xml"/>
  <Override PartName="/ppt/charts/chart535.xml" ContentType="application/vnd.openxmlformats-officedocument.drawingml.chart+xml"/>
  <Override PartName="/ppt/charts/chart536.xml" ContentType="application/vnd.openxmlformats-officedocument.drawingml.chart+xml"/>
  <Override PartName="/ppt/charts/chart537.xml" ContentType="application/vnd.openxmlformats-officedocument.drawingml.chart+xml"/>
  <Override PartName="/ppt/charts/chart538.xml" ContentType="application/vnd.openxmlformats-officedocument.drawingml.chart+xml"/>
  <Override PartName="/ppt/charts/chart539.xml" ContentType="application/vnd.openxmlformats-officedocument.drawingml.chart+xml"/>
  <Override PartName="/ppt/charts/chart54.xml" ContentType="application/vnd.openxmlformats-officedocument.drawingml.chart+xml"/>
  <Override PartName="/ppt/charts/chart540.xml" ContentType="application/vnd.openxmlformats-officedocument.drawingml.chart+xml"/>
  <Override PartName="/ppt/charts/chart541.xml" ContentType="application/vnd.openxmlformats-officedocument.drawingml.chart+xml"/>
  <Override PartName="/ppt/charts/chart542.xml" ContentType="application/vnd.openxmlformats-officedocument.drawingml.chart+xml"/>
  <Override PartName="/ppt/charts/chart543.xml" ContentType="application/vnd.openxmlformats-officedocument.drawingml.chart+xml"/>
  <Override PartName="/ppt/charts/chart544.xml" ContentType="application/vnd.openxmlformats-officedocument.drawingml.chart+xml"/>
  <Override PartName="/ppt/charts/chart545.xml" ContentType="application/vnd.openxmlformats-officedocument.drawingml.chart+xml"/>
  <Override PartName="/ppt/charts/chart546.xml" ContentType="application/vnd.openxmlformats-officedocument.drawingml.chart+xml"/>
  <Override PartName="/ppt/charts/chart547.xml" ContentType="application/vnd.openxmlformats-officedocument.drawingml.chart+xml"/>
  <Override PartName="/ppt/charts/chart548.xml" ContentType="application/vnd.openxmlformats-officedocument.drawingml.chart+xml"/>
  <Override PartName="/ppt/charts/chart549.xml" ContentType="application/vnd.openxmlformats-officedocument.drawingml.chart+xml"/>
  <Override PartName="/ppt/charts/chart55.xml" ContentType="application/vnd.openxmlformats-officedocument.drawingml.chart+xml"/>
  <Override PartName="/ppt/charts/chart550.xml" ContentType="application/vnd.openxmlformats-officedocument.drawingml.chart+xml"/>
  <Override PartName="/ppt/charts/chart551.xml" ContentType="application/vnd.openxmlformats-officedocument.drawingml.chart+xml"/>
  <Override PartName="/ppt/charts/chart552.xml" ContentType="application/vnd.openxmlformats-officedocument.drawingml.chart+xml"/>
  <Override PartName="/ppt/charts/chart553.xml" ContentType="application/vnd.openxmlformats-officedocument.drawingml.chart+xml"/>
  <Override PartName="/ppt/charts/chart554.xml" ContentType="application/vnd.openxmlformats-officedocument.drawingml.chart+xml"/>
  <Override PartName="/ppt/charts/chart555.xml" ContentType="application/vnd.openxmlformats-officedocument.drawingml.chart+xml"/>
  <Override PartName="/ppt/charts/chart556.xml" ContentType="application/vnd.openxmlformats-officedocument.drawingml.chart+xml"/>
  <Override PartName="/ppt/charts/chart557.xml" ContentType="application/vnd.openxmlformats-officedocument.drawingml.chart+xml"/>
  <Override PartName="/ppt/charts/chart558.xml" ContentType="application/vnd.openxmlformats-officedocument.drawingml.chart+xml"/>
  <Override PartName="/ppt/charts/chart559.xml" ContentType="application/vnd.openxmlformats-officedocument.drawingml.chart+xml"/>
  <Override PartName="/ppt/charts/chart56.xml" ContentType="application/vnd.openxmlformats-officedocument.drawingml.chart+xml"/>
  <Override PartName="/ppt/charts/chart560.xml" ContentType="application/vnd.openxmlformats-officedocument.drawingml.chart+xml"/>
  <Override PartName="/ppt/charts/chart561.xml" ContentType="application/vnd.openxmlformats-officedocument.drawingml.chart+xml"/>
  <Override PartName="/ppt/charts/chart562.xml" ContentType="application/vnd.openxmlformats-officedocument.drawingml.chart+xml"/>
  <Override PartName="/ppt/charts/chart563.xml" ContentType="application/vnd.openxmlformats-officedocument.drawingml.chart+xml"/>
  <Override PartName="/ppt/charts/chart564.xml" ContentType="application/vnd.openxmlformats-officedocument.drawingml.chart+xml"/>
  <Override PartName="/ppt/charts/chart565.xml" ContentType="application/vnd.openxmlformats-officedocument.drawingml.chart+xml"/>
  <Override PartName="/ppt/charts/chart566.xml" ContentType="application/vnd.openxmlformats-officedocument.drawingml.chart+xml"/>
  <Override PartName="/ppt/charts/chart567.xml" ContentType="application/vnd.openxmlformats-officedocument.drawingml.chart+xml"/>
  <Override PartName="/ppt/charts/chart568.xml" ContentType="application/vnd.openxmlformats-officedocument.drawingml.chart+xml"/>
  <Override PartName="/ppt/charts/chart569.xml" ContentType="application/vnd.openxmlformats-officedocument.drawingml.chart+xml"/>
  <Override PartName="/ppt/charts/chart57.xml" ContentType="application/vnd.openxmlformats-officedocument.drawingml.chart+xml"/>
  <Override PartName="/ppt/charts/chart570.xml" ContentType="application/vnd.openxmlformats-officedocument.drawingml.chart+xml"/>
  <Override PartName="/ppt/charts/chart571.xml" ContentType="application/vnd.openxmlformats-officedocument.drawingml.chart+xml"/>
  <Override PartName="/ppt/charts/chart572.xml" ContentType="application/vnd.openxmlformats-officedocument.drawingml.chart+xml"/>
  <Override PartName="/ppt/charts/chart573.xml" ContentType="application/vnd.openxmlformats-officedocument.drawingml.chart+xml"/>
  <Override PartName="/ppt/charts/chart574.xml" ContentType="application/vnd.openxmlformats-officedocument.drawingml.chart+xml"/>
  <Override PartName="/ppt/charts/chart575.xml" ContentType="application/vnd.openxmlformats-officedocument.drawingml.chart+xml"/>
  <Override PartName="/ppt/charts/chart576.xml" ContentType="application/vnd.openxmlformats-officedocument.drawingml.chart+xml"/>
  <Override PartName="/ppt/charts/chart577.xml" ContentType="application/vnd.openxmlformats-officedocument.drawingml.chart+xml"/>
  <Override PartName="/ppt/charts/chart578.xml" ContentType="application/vnd.openxmlformats-officedocument.drawingml.chart+xml"/>
  <Override PartName="/ppt/charts/chart579.xml" ContentType="application/vnd.openxmlformats-officedocument.drawingml.chart+xml"/>
  <Override PartName="/ppt/charts/chart58.xml" ContentType="application/vnd.openxmlformats-officedocument.drawingml.chart+xml"/>
  <Override PartName="/ppt/charts/chart580.xml" ContentType="application/vnd.openxmlformats-officedocument.drawingml.chart+xml"/>
  <Override PartName="/ppt/charts/chart581.xml" ContentType="application/vnd.openxmlformats-officedocument.drawingml.chart+xml"/>
  <Override PartName="/ppt/charts/chart582.xml" ContentType="application/vnd.openxmlformats-officedocument.drawingml.chart+xml"/>
  <Override PartName="/ppt/charts/chart583.xml" ContentType="application/vnd.openxmlformats-officedocument.drawingml.chart+xml"/>
  <Override PartName="/ppt/charts/chart584.xml" ContentType="application/vnd.openxmlformats-officedocument.drawingml.chart+xml"/>
  <Override PartName="/ppt/charts/chart585.xml" ContentType="application/vnd.openxmlformats-officedocument.drawingml.chart+xml"/>
  <Override PartName="/ppt/charts/chart586.xml" ContentType="application/vnd.openxmlformats-officedocument.drawingml.chart+xml"/>
  <Override PartName="/ppt/charts/chart587.xml" ContentType="application/vnd.openxmlformats-officedocument.drawingml.chart+xml"/>
  <Override PartName="/ppt/charts/chart588.xml" ContentType="application/vnd.openxmlformats-officedocument.drawingml.chart+xml"/>
  <Override PartName="/ppt/charts/chart589.xml" ContentType="application/vnd.openxmlformats-officedocument.drawingml.chart+xml"/>
  <Override PartName="/ppt/charts/chart59.xml" ContentType="application/vnd.openxmlformats-officedocument.drawingml.chart+xml"/>
  <Override PartName="/ppt/charts/chart590.xml" ContentType="application/vnd.openxmlformats-officedocument.drawingml.chart+xml"/>
  <Override PartName="/ppt/charts/chart591.xml" ContentType="application/vnd.openxmlformats-officedocument.drawingml.chart+xml"/>
  <Override PartName="/ppt/charts/chart592.xml" ContentType="application/vnd.openxmlformats-officedocument.drawingml.chart+xml"/>
  <Override PartName="/ppt/charts/chart593.xml" ContentType="application/vnd.openxmlformats-officedocument.drawingml.chart+xml"/>
  <Override PartName="/ppt/charts/chart594.xml" ContentType="application/vnd.openxmlformats-officedocument.drawingml.chart+xml"/>
  <Override PartName="/ppt/charts/chart595.xml" ContentType="application/vnd.openxmlformats-officedocument.drawingml.chart+xml"/>
  <Override PartName="/ppt/charts/chart596.xml" ContentType="application/vnd.openxmlformats-officedocument.drawingml.chart+xml"/>
  <Override PartName="/ppt/charts/chart597.xml" ContentType="application/vnd.openxmlformats-officedocument.drawingml.chart+xml"/>
  <Override PartName="/ppt/charts/chart598.xml" ContentType="application/vnd.openxmlformats-officedocument.drawingml.chart+xml"/>
  <Override PartName="/ppt/charts/chart59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00.xml" ContentType="application/vnd.openxmlformats-officedocument.drawingml.chart+xml"/>
  <Override PartName="/ppt/charts/chart601.xml" ContentType="application/vnd.openxmlformats-officedocument.drawingml.chart+xml"/>
  <Override PartName="/ppt/charts/chart602.xml" ContentType="application/vnd.openxmlformats-officedocument.drawingml.chart+xml"/>
  <Override PartName="/ppt/charts/chart603.xml" ContentType="application/vnd.openxmlformats-officedocument.drawingml.chart+xml"/>
  <Override PartName="/ppt/charts/chart604.xml" ContentType="application/vnd.openxmlformats-officedocument.drawingml.chart+xml"/>
  <Override PartName="/ppt/charts/chart605.xml" ContentType="application/vnd.openxmlformats-officedocument.drawingml.chart+xml"/>
  <Override PartName="/ppt/charts/chart606.xml" ContentType="application/vnd.openxmlformats-officedocument.drawingml.chart+xml"/>
  <Override PartName="/ppt/charts/chart607.xml" ContentType="application/vnd.openxmlformats-officedocument.drawingml.chart+xml"/>
  <Override PartName="/ppt/charts/chart608.xml" ContentType="application/vnd.openxmlformats-officedocument.drawingml.chart+xml"/>
  <Override PartName="/ppt/charts/chart609.xml" ContentType="application/vnd.openxmlformats-officedocument.drawingml.chart+xml"/>
  <Override PartName="/ppt/charts/chart61.xml" ContentType="application/vnd.openxmlformats-officedocument.drawingml.chart+xml"/>
  <Override PartName="/ppt/charts/chart610.xml" ContentType="application/vnd.openxmlformats-officedocument.drawingml.chart+xml"/>
  <Override PartName="/ppt/charts/chart611.xml" ContentType="application/vnd.openxmlformats-officedocument.drawingml.chart+xml"/>
  <Override PartName="/ppt/charts/chart612.xml" ContentType="application/vnd.openxmlformats-officedocument.drawingml.chart+xml"/>
  <Override PartName="/ppt/charts/chart613.xml" ContentType="application/vnd.openxmlformats-officedocument.drawingml.chart+xml"/>
  <Override PartName="/ppt/charts/chart614.xml" ContentType="application/vnd.openxmlformats-officedocument.drawingml.chart+xml"/>
  <Override PartName="/ppt/charts/chart615.xml" ContentType="application/vnd.openxmlformats-officedocument.drawingml.chart+xml"/>
  <Override PartName="/ppt/charts/chart616.xml" ContentType="application/vnd.openxmlformats-officedocument.drawingml.chart+xml"/>
  <Override PartName="/ppt/charts/chart617.xml" ContentType="application/vnd.openxmlformats-officedocument.drawingml.chart+xml"/>
  <Override PartName="/ppt/charts/chart618.xml" ContentType="application/vnd.openxmlformats-officedocument.drawingml.chart+xml"/>
  <Override PartName="/ppt/charts/chart619.xml" ContentType="application/vnd.openxmlformats-officedocument.drawingml.chart+xml"/>
  <Override PartName="/ppt/charts/chart62.xml" ContentType="application/vnd.openxmlformats-officedocument.drawingml.chart+xml"/>
  <Override PartName="/ppt/charts/chart620.xml" ContentType="application/vnd.openxmlformats-officedocument.drawingml.chart+xml"/>
  <Override PartName="/ppt/charts/chart621.xml" ContentType="application/vnd.openxmlformats-officedocument.drawingml.chart+xml"/>
  <Override PartName="/ppt/charts/chart622.xml" ContentType="application/vnd.openxmlformats-officedocument.drawingml.chart+xml"/>
  <Override PartName="/ppt/charts/chart623.xml" ContentType="application/vnd.openxmlformats-officedocument.drawingml.chart+xml"/>
  <Override PartName="/ppt/charts/chart624.xml" ContentType="application/vnd.openxmlformats-officedocument.drawingml.chart+xml"/>
  <Override PartName="/ppt/charts/chart625.xml" ContentType="application/vnd.openxmlformats-officedocument.drawingml.chart+xml"/>
  <Override PartName="/ppt/charts/chart626.xml" ContentType="application/vnd.openxmlformats-officedocument.drawingml.chart+xml"/>
  <Override PartName="/ppt/charts/chart627.xml" ContentType="application/vnd.openxmlformats-officedocument.drawingml.chart+xml"/>
  <Override PartName="/ppt/charts/chart628.xml" ContentType="application/vnd.openxmlformats-officedocument.drawingml.chart+xml"/>
  <Override PartName="/ppt/charts/chart629.xml" ContentType="application/vnd.openxmlformats-officedocument.drawingml.chart+xml"/>
  <Override PartName="/ppt/charts/chart63.xml" ContentType="application/vnd.openxmlformats-officedocument.drawingml.chart+xml"/>
  <Override PartName="/ppt/charts/chart630.xml" ContentType="application/vnd.openxmlformats-officedocument.drawingml.chart+xml"/>
  <Override PartName="/ppt/charts/chart631.xml" ContentType="application/vnd.openxmlformats-officedocument.drawingml.chart+xml"/>
  <Override PartName="/ppt/charts/chart632.xml" ContentType="application/vnd.openxmlformats-officedocument.drawingml.chart+xml"/>
  <Override PartName="/ppt/charts/chart633.xml" ContentType="application/vnd.openxmlformats-officedocument.drawingml.chart+xml"/>
  <Override PartName="/ppt/charts/chart634.xml" ContentType="application/vnd.openxmlformats-officedocument.drawingml.chart+xml"/>
  <Override PartName="/ppt/charts/chart635.xml" ContentType="application/vnd.openxmlformats-officedocument.drawingml.chart+xml"/>
  <Override PartName="/ppt/charts/chart636.xml" ContentType="application/vnd.openxmlformats-officedocument.drawingml.chart+xml"/>
  <Override PartName="/ppt/charts/chart637.xml" ContentType="application/vnd.openxmlformats-officedocument.drawingml.chart+xml"/>
  <Override PartName="/ppt/charts/chart638.xml" ContentType="application/vnd.openxmlformats-officedocument.drawingml.chart+xml"/>
  <Override PartName="/ppt/charts/chart639.xml" ContentType="application/vnd.openxmlformats-officedocument.drawingml.chart+xml"/>
  <Override PartName="/ppt/charts/chart64.xml" ContentType="application/vnd.openxmlformats-officedocument.drawingml.chart+xml"/>
  <Override PartName="/ppt/charts/chart640.xml" ContentType="application/vnd.openxmlformats-officedocument.drawingml.chart+xml"/>
  <Override PartName="/ppt/charts/chart641.xml" ContentType="application/vnd.openxmlformats-officedocument.drawingml.chart+xml"/>
  <Override PartName="/ppt/charts/chart642.xml" ContentType="application/vnd.openxmlformats-officedocument.drawingml.chart+xml"/>
  <Override PartName="/ppt/charts/chart643.xml" ContentType="application/vnd.openxmlformats-officedocument.drawingml.chart+xml"/>
  <Override PartName="/ppt/charts/chart644.xml" ContentType="application/vnd.openxmlformats-officedocument.drawingml.chart+xml"/>
  <Override PartName="/ppt/charts/chart645.xml" ContentType="application/vnd.openxmlformats-officedocument.drawingml.chart+xml"/>
  <Override PartName="/ppt/charts/chart646.xml" ContentType="application/vnd.openxmlformats-officedocument.drawingml.chart+xml"/>
  <Override PartName="/ppt/charts/chart647.xml" ContentType="application/vnd.openxmlformats-officedocument.drawingml.chart+xml"/>
  <Override PartName="/ppt/charts/chart648.xml" ContentType="application/vnd.openxmlformats-officedocument.drawingml.chart+xml"/>
  <Override PartName="/ppt/charts/chart649.xml" ContentType="application/vnd.openxmlformats-officedocument.drawingml.chart+xml"/>
  <Override PartName="/ppt/charts/chart65.xml" ContentType="application/vnd.openxmlformats-officedocument.drawingml.chart+xml"/>
  <Override PartName="/ppt/charts/chart650.xml" ContentType="application/vnd.openxmlformats-officedocument.drawingml.chart+xml"/>
  <Override PartName="/ppt/charts/chart651.xml" ContentType="application/vnd.openxmlformats-officedocument.drawingml.chart+xml"/>
  <Override PartName="/ppt/charts/chart652.xml" ContentType="application/vnd.openxmlformats-officedocument.drawingml.chart+xml"/>
  <Override PartName="/ppt/charts/chart653.xml" ContentType="application/vnd.openxmlformats-officedocument.drawingml.chart+xml"/>
  <Override PartName="/ppt/charts/chart654.xml" ContentType="application/vnd.openxmlformats-officedocument.drawingml.chart+xml"/>
  <Override PartName="/ppt/charts/chart655.xml" ContentType="application/vnd.openxmlformats-officedocument.drawingml.chart+xml"/>
  <Override PartName="/ppt/charts/chart656.xml" ContentType="application/vnd.openxmlformats-officedocument.drawingml.chart+xml"/>
  <Override PartName="/ppt/charts/chart657.xml" ContentType="application/vnd.openxmlformats-officedocument.drawingml.chart+xml"/>
  <Override PartName="/ppt/charts/chart658.xml" ContentType="application/vnd.openxmlformats-officedocument.drawingml.chart+xml"/>
  <Override PartName="/ppt/charts/chart659.xml" ContentType="application/vnd.openxmlformats-officedocument.drawingml.chart+xml"/>
  <Override PartName="/ppt/charts/chart66.xml" ContentType="application/vnd.openxmlformats-officedocument.drawingml.chart+xml"/>
  <Override PartName="/ppt/charts/chart660.xml" ContentType="application/vnd.openxmlformats-officedocument.drawingml.chart+xml"/>
  <Override PartName="/ppt/charts/chart661.xml" ContentType="application/vnd.openxmlformats-officedocument.drawingml.chart+xml"/>
  <Override PartName="/ppt/charts/chart662.xml" ContentType="application/vnd.openxmlformats-officedocument.drawingml.chart+xml"/>
  <Override PartName="/ppt/charts/chart663.xml" ContentType="application/vnd.openxmlformats-officedocument.drawingml.chart+xml"/>
  <Override PartName="/ppt/charts/chart664.xml" ContentType="application/vnd.openxmlformats-officedocument.drawingml.chart+xml"/>
  <Override PartName="/ppt/charts/chart665.xml" ContentType="application/vnd.openxmlformats-officedocument.drawingml.chart+xml"/>
  <Override PartName="/ppt/charts/chart666.xml" ContentType="application/vnd.openxmlformats-officedocument.drawingml.chart+xml"/>
  <Override PartName="/ppt/charts/chart667.xml" ContentType="application/vnd.openxmlformats-officedocument.drawingml.chart+xml"/>
  <Override PartName="/ppt/charts/chart668.xml" ContentType="application/vnd.openxmlformats-officedocument.drawingml.chart+xml"/>
  <Override PartName="/ppt/charts/chart669.xml" ContentType="application/vnd.openxmlformats-officedocument.drawingml.chart+xml"/>
  <Override PartName="/ppt/charts/chart67.xml" ContentType="application/vnd.openxmlformats-officedocument.drawingml.chart+xml"/>
  <Override PartName="/ppt/charts/chart670.xml" ContentType="application/vnd.openxmlformats-officedocument.drawingml.chart+xml"/>
  <Override PartName="/ppt/charts/chart671.xml" ContentType="application/vnd.openxmlformats-officedocument.drawingml.chart+xml"/>
  <Override PartName="/ppt/charts/chart672.xml" ContentType="application/vnd.openxmlformats-officedocument.drawingml.chart+xml"/>
  <Override PartName="/ppt/charts/chart673.xml" ContentType="application/vnd.openxmlformats-officedocument.drawingml.chart+xml"/>
  <Override PartName="/ppt/charts/chart674.xml" ContentType="application/vnd.openxmlformats-officedocument.drawingml.chart+xml"/>
  <Override PartName="/ppt/charts/chart675.xml" ContentType="application/vnd.openxmlformats-officedocument.drawingml.chart+xml"/>
  <Override PartName="/ppt/charts/chart676.xml" ContentType="application/vnd.openxmlformats-officedocument.drawingml.chart+xml"/>
  <Override PartName="/ppt/charts/chart677.xml" ContentType="application/vnd.openxmlformats-officedocument.drawingml.chart+xml"/>
  <Override PartName="/ppt/charts/chart678.xml" ContentType="application/vnd.openxmlformats-officedocument.drawingml.chart+xml"/>
  <Override PartName="/ppt/charts/chart679.xml" ContentType="application/vnd.openxmlformats-officedocument.drawingml.chart+xml"/>
  <Override PartName="/ppt/charts/chart68.xml" ContentType="application/vnd.openxmlformats-officedocument.drawingml.chart+xml"/>
  <Override PartName="/ppt/charts/chart680.xml" ContentType="application/vnd.openxmlformats-officedocument.drawingml.chart+xml"/>
  <Override PartName="/ppt/charts/chart681.xml" ContentType="application/vnd.openxmlformats-officedocument.drawingml.chart+xml"/>
  <Override PartName="/ppt/charts/chart682.xml" ContentType="application/vnd.openxmlformats-officedocument.drawingml.chart+xml"/>
  <Override PartName="/ppt/charts/chart683.xml" ContentType="application/vnd.openxmlformats-officedocument.drawingml.chart+xml"/>
  <Override PartName="/ppt/charts/chart684.xml" ContentType="application/vnd.openxmlformats-officedocument.drawingml.chart+xml"/>
  <Override PartName="/ppt/charts/chart685.xml" ContentType="application/vnd.openxmlformats-officedocument.drawingml.chart+xml"/>
  <Override PartName="/ppt/charts/chart686.xml" ContentType="application/vnd.openxmlformats-officedocument.drawingml.chart+xml"/>
  <Override PartName="/ppt/charts/chart687.xml" ContentType="application/vnd.openxmlformats-officedocument.drawingml.chart+xml"/>
  <Override PartName="/ppt/charts/chart688.xml" ContentType="application/vnd.openxmlformats-officedocument.drawingml.chart+xml"/>
  <Override PartName="/ppt/charts/chart689.xml" ContentType="application/vnd.openxmlformats-officedocument.drawingml.chart+xml"/>
  <Override PartName="/ppt/charts/chart69.xml" ContentType="application/vnd.openxmlformats-officedocument.drawingml.chart+xml"/>
  <Override PartName="/ppt/charts/chart690.xml" ContentType="application/vnd.openxmlformats-officedocument.drawingml.chart+xml"/>
  <Override PartName="/ppt/charts/chart691.xml" ContentType="application/vnd.openxmlformats-officedocument.drawingml.chart+xml"/>
  <Override PartName="/ppt/charts/chart692.xml" ContentType="application/vnd.openxmlformats-officedocument.drawingml.chart+xml"/>
  <Override PartName="/ppt/charts/chart693.xml" ContentType="application/vnd.openxmlformats-officedocument.drawingml.chart+xml"/>
  <Override PartName="/ppt/charts/chart694.xml" ContentType="application/vnd.openxmlformats-officedocument.drawingml.chart+xml"/>
  <Override PartName="/ppt/charts/chart695.xml" ContentType="application/vnd.openxmlformats-officedocument.drawingml.chart+xml"/>
  <Override PartName="/ppt/charts/chart696.xml" ContentType="application/vnd.openxmlformats-officedocument.drawingml.chart+xml"/>
  <Override PartName="/ppt/charts/chart697.xml" ContentType="application/vnd.openxmlformats-officedocument.drawingml.chart+xml"/>
  <Override PartName="/ppt/charts/chart698.xml" ContentType="application/vnd.openxmlformats-officedocument.drawingml.chart+xml"/>
  <Override PartName="/ppt/charts/chart69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00.xml" ContentType="application/vnd.openxmlformats-officedocument.drawingml.chart+xml"/>
  <Override PartName="/ppt/charts/chart701.xml" ContentType="application/vnd.openxmlformats-officedocument.drawingml.chart+xml"/>
  <Override PartName="/ppt/charts/chart702.xml" ContentType="application/vnd.openxmlformats-officedocument.drawingml.chart+xml"/>
  <Override PartName="/ppt/charts/chart703.xml" ContentType="application/vnd.openxmlformats-officedocument.drawingml.chart+xml"/>
  <Override PartName="/ppt/charts/chart704.xml" ContentType="application/vnd.openxmlformats-officedocument.drawingml.chart+xml"/>
  <Override PartName="/ppt/charts/chart705.xml" ContentType="application/vnd.openxmlformats-officedocument.drawingml.chart+xml"/>
  <Override PartName="/ppt/charts/chart706.xml" ContentType="application/vnd.openxmlformats-officedocument.drawingml.chart+xml"/>
  <Override PartName="/ppt/charts/chart707.xml" ContentType="application/vnd.openxmlformats-officedocument.drawingml.chart+xml"/>
  <Override PartName="/ppt/charts/chart708.xml" ContentType="application/vnd.openxmlformats-officedocument.drawingml.chart+xml"/>
  <Override PartName="/ppt/charts/chart709.xml" ContentType="application/vnd.openxmlformats-officedocument.drawingml.chart+xml"/>
  <Override PartName="/ppt/charts/chart71.xml" ContentType="application/vnd.openxmlformats-officedocument.drawingml.chart+xml"/>
  <Override PartName="/ppt/charts/chart710.xml" ContentType="application/vnd.openxmlformats-officedocument.drawingml.chart+xml"/>
  <Override PartName="/ppt/charts/chart711.xml" ContentType="application/vnd.openxmlformats-officedocument.drawingml.chart+xml"/>
  <Override PartName="/ppt/charts/chart712.xml" ContentType="application/vnd.openxmlformats-officedocument.drawingml.chart+xml"/>
  <Override PartName="/ppt/charts/chart713.xml" ContentType="application/vnd.openxmlformats-officedocument.drawingml.chart+xml"/>
  <Override PartName="/ppt/charts/chart714.xml" ContentType="application/vnd.openxmlformats-officedocument.drawingml.chart+xml"/>
  <Override PartName="/ppt/charts/chart715.xml" ContentType="application/vnd.openxmlformats-officedocument.drawingml.chart+xml"/>
  <Override PartName="/ppt/charts/chart716.xml" ContentType="application/vnd.openxmlformats-officedocument.drawingml.chart+xml"/>
  <Override PartName="/ppt/charts/chart717.xml" ContentType="application/vnd.openxmlformats-officedocument.drawingml.chart+xml"/>
  <Override PartName="/ppt/charts/chart718.xml" ContentType="application/vnd.openxmlformats-officedocument.drawingml.chart+xml"/>
  <Override PartName="/ppt/charts/chart719.xml" ContentType="application/vnd.openxmlformats-officedocument.drawingml.chart+xml"/>
  <Override PartName="/ppt/charts/chart72.xml" ContentType="application/vnd.openxmlformats-officedocument.drawingml.chart+xml"/>
  <Override PartName="/ppt/charts/chart720.xml" ContentType="application/vnd.openxmlformats-officedocument.drawingml.chart+xml"/>
  <Override PartName="/ppt/charts/chart721.xml" ContentType="application/vnd.openxmlformats-officedocument.drawingml.chart+xml"/>
  <Override PartName="/ppt/charts/chart722.xml" ContentType="application/vnd.openxmlformats-officedocument.drawingml.chart+xml"/>
  <Override PartName="/ppt/charts/chart723.xml" ContentType="application/vnd.openxmlformats-officedocument.drawingml.chart+xml"/>
  <Override PartName="/ppt/charts/chart724.xml" ContentType="application/vnd.openxmlformats-officedocument.drawingml.chart+xml"/>
  <Override PartName="/ppt/charts/chart725.xml" ContentType="application/vnd.openxmlformats-officedocument.drawingml.chart+xml"/>
  <Override PartName="/ppt/charts/chart726.xml" ContentType="application/vnd.openxmlformats-officedocument.drawingml.chart+xml"/>
  <Override PartName="/ppt/charts/chart727.xml" ContentType="application/vnd.openxmlformats-officedocument.drawingml.chart+xml"/>
  <Override PartName="/ppt/charts/chart728.xml" ContentType="application/vnd.openxmlformats-officedocument.drawingml.chart+xml"/>
  <Override PartName="/ppt/charts/chart729.xml" ContentType="application/vnd.openxmlformats-officedocument.drawingml.chart+xml"/>
  <Override PartName="/ppt/charts/chart73.xml" ContentType="application/vnd.openxmlformats-officedocument.drawingml.chart+xml"/>
  <Override PartName="/ppt/charts/chart730.xml" ContentType="application/vnd.openxmlformats-officedocument.drawingml.chart+xml"/>
  <Override PartName="/ppt/charts/chart731.xml" ContentType="application/vnd.openxmlformats-officedocument.drawingml.chart+xml"/>
  <Override PartName="/ppt/charts/chart732.xml" ContentType="application/vnd.openxmlformats-officedocument.drawingml.chart+xml"/>
  <Override PartName="/ppt/charts/chart733.xml" ContentType="application/vnd.openxmlformats-officedocument.drawingml.chart+xml"/>
  <Override PartName="/ppt/charts/chart734.xml" ContentType="application/vnd.openxmlformats-officedocument.drawingml.chart+xml"/>
  <Override PartName="/ppt/charts/chart735.xml" ContentType="application/vnd.openxmlformats-officedocument.drawingml.chart+xml"/>
  <Override PartName="/ppt/charts/chart736.xml" ContentType="application/vnd.openxmlformats-officedocument.drawingml.chart+xml"/>
  <Override PartName="/ppt/charts/chart737.xml" ContentType="application/vnd.openxmlformats-officedocument.drawingml.chart+xml"/>
  <Override PartName="/ppt/charts/chart738.xml" ContentType="application/vnd.openxmlformats-officedocument.drawingml.chart+xml"/>
  <Override PartName="/ppt/charts/chart739.xml" ContentType="application/vnd.openxmlformats-officedocument.drawingml.chart+xml"/>
  <Override PartName="/ppt/charts/chart74.xml" ContentType="application/vnd.openxmlformats-officedocument.drawingml.chart+xml"/>
  <Override PartName="/ppt/charts/chart740.xml" ContentType="application/vnd.openxmlformats-officedocument.drawingml.chart+xml"/>
  <Override PartName="/ppt/charts/chart741.xml" ContentType="application/vnd.openxmlformats-officedocument.drawingml.chart+xml"/>
  <Override PartName="/ppt/charts/chart742.xml" ContentType="application/vnd.openxmlformats-officedocument.drawingml.chart+xml"/>
  <Override PartName="/ppt/charts/chart743.xml" ContentType="application/vnd.openxmlformats-officedocument.drawingml.chart+xml"/>
  <Override PartName="/ppt/charts/chart744.xml" ContentType="application/vnd.openxmlformats-officedocument.drawingml.chart+xml"/>
  <Override PartName="/ppt/charts/chart745.xml" ContentType="application/vnd.openxmlformats-officedocument.drawingml.chart+xml"/>
  <Override PartName="/ppt/charts/chart746.xml" ContentType="application/vnd.openxmlformats-officedocument.drawingml.chart+xml"/>
  <Override PartName="/ppt/charts/chart747.xml" ContentType="application/vnd.openxmlformats-officedocument.drawingml.chart+xml"/>
  <Override PartName="/ppt/charts/chart748.xml" ContentType="application/vnd.openxmlformats-officedocument.drawingml.chart+xml"/>
  <Override PartName="/ppt/charts/chart749.xml" ContentType="application/vnd.openxmlformats-officedocument.drawingml.chart+xml"/>
  <Override PartName="/ppt/charts/chart75.xml" ContentType="application/vnd.openxmlformats-officedocument.drawingml.chart+xml"/>
  <Override PartName="/ppt/charts/chart750.xml" ContentType="application/vnd.openxmlformats-officedocument.drawingml.chart+xml"/>
  <Override PartName="/ppt/charts/chart751.xml" ContentType="application/vnd.openxmlformats-officedocument.drawingml.chart+xml"/>
  <Override PartName="/ppt/charts/chart752.xml" ContentType="application/vnd.openxmlformats-officedocument.drawingml.chart+xml"/>
  <Override PartName="/ppt/charts/chart753.xml" ContentType="application/vnd.openxmlformats-officedocument.drawingml.chart+xml"/>
  <Override PartName="/ppt/charts/chart754.xml" ContentType="application/vnd.openxmlformats-officedocument.drawingml.chart+xml"/>
  <Override PartName="/ppt/charts/chart755.xml" ContentType="application/vnd.openxmlformats-officedocument.drawingml.chart+xml"/>
  <Override PartName="/ppt/charts/chart756.xml" ContentType="application/vnd.openxmlformats-officedocument.drawingml.chart+xml"/>
  <Override PartName="/ppt/charts/chart757.xml" ContentType="application/vnd.openxmlformats-officedocument.drawingml.chart+xml"/>
  <Override PartName="/ppt/charts/chart758.xml" ContentType="application/vnd.openxmlformats-officedocument.drawingml.chart+xml"/>
  <Override PartName="/ppt/charts/chart759.xml" ContentType="application/vnd.openxmlformats-officedocument.drawingml.chart+xml"/>
  <Override PartName="/ppt/charts/chart76.xml" ContentType="application/vnd.openxmlformats-officedocument.drawingml.chart+xml"/>
  <Override PartName="/ppt/charts/chart760.xml" ContentType="application/vnd.openxmlformats-officedocument.drawingml.chart+xml"/>
  <Override PartName="/ppt/charts/chart761.xml" ContentType="application/vnd.openxmlformats-officedocument.drawingml.chart+xml"/>
  <Override PartName="/ppt/charts/chart762.xml" ContentType="application/vnd.openxmlformats-officedocument.drawingml.chart+xml"/>
  <Override PartName="/ppt/charts/chart763.xml" ContentType="application/vnd.openxmlformats-officedocument.drawingml.chart+xml"/>
  <Override PartName="/ppt/charts/chart764.xml" ContentType="application/vnd.openxmlformats-officedocument.drawingml.chart+xml"/>
  <Override PartName="/ppt/charts/chart765.xml" ContentType="application/vnd.openxmlformats-officedocument.drawingml.chart+xml"/>
  <Override PartName="/ppt/charts/chart766.xml" ContentType="application/vnd.openxmlformats-officedocument.drawingml.chart+xml"/>
  <Override PartName="/ppt/charts/chart767.xml" ContentType="application/vnd.openxmlformats-officedocument.drawingml.chart+xml"/>
  <Override PartName="/ppt/charts/chart768.xml" ContentType="application/vnd.openxmlformats-officedocument.drawingml.chart+xml"/>
  <Override PartName="/ppt/charts/chart769.xml" ContentType="application/vnd.openxmlformats-officedocument.drawingml.chart+xml"/>
  <Override PartName="/ppt/charts/chart77.xml" ContentType="application/vnd.openxmlformats-officedocument.drawingml.chart+xml"/>
  <Override PartName="/ppt/charts/chart770.xml" ContentType="application/vnd.openxmlformats-officedocument.drawingml.chart+xml"/>
  <Override PartName="/ppt/charts/chart771.xml" ContentType="application/vnd.openxmlformats-officedocument.drawingml.chart+xml"/>
  <Override PartName="/ppt/charts/chart772.xml" ContentType="application/vnd.openxmlformats-officedocument.drawingml.chart+xml"/>
  <Override PartName="/ppt/charts/chart773.xml" ContentType="application/vnd.openxmlformats-officedocument.drawingml.chart+xml"/>
  <Override PartName="/ppt/charts/chart774.xml" ContentType="application/vnd.openxmlformats-officedocument.drawingml.chart+xml"/>
  <Override PartName="/ppt/charts/chart775.xml" ContentType="application/vnd.openxmlformats-officedocument.drawingml.chart+xml"/>
  <Override PartName="/ppt/charts/chart776.xml" ContentType="application/vnd.openxmlformats-officedocument.drawingml.chart+xml"/>
  <Override PartName="/ppt/charts/chart777.xml" ContentType="application/vnd.openxmlformats-officedocument.drawingml.chart+xml"/>
  <Override PartName="/ppt/charts/chart778.xml" ContentType="application/vnd.openxmlformats-officedocument.drawingml.chart+xml"/>
  <Override PartName="/ppt/charts/chart779.xml" ContentType="application/vnd.openxmlformats-officedocument.drawingml.chart+xml"/>
  <Override PartName="/ppt/charts/chart78.xml" ContentType="application/vnd.openxmlformats-officedocument.drawingml.chart+xml"/>
  <Override PartName="/ppt/charts/chart780.xml" ContentType="application/vnd.openxmlformats-officedocument.drawingml.chart+xml"/>
  <Override PartName="/ppt/charts/chart781.xml" ContentType="application/vnd.openxmlformats-officedocument.drawingml.chart+xml"/>
  <Override PartName="/ppt/charts/chart782.xml" ContentType="application/vnd.openxmlformats-officedocument.drawingml.chart+xml"/>
  <Override PartName="/ppt/charts/chart783.xml" ContentType="application/vnd.openxmlformats-officedocument.drawingml.chart+xml"/>
  <Override PartName="/ppt/charts/chart784.xml" ContentType="application/vnd.openxmlformats-officedocument.drawingml.chart+xml"/>
  <Override PartName="/ppt/charts/chart785.xml" ContentType="application/vnd.openxmlformats-officedocument.drawingml.chart+xml"/>
  <Override PartName="/ppt/charts/chart786.xml" ContentType="application/vnd.openxmlformats-officedocument.drawingml.chart+xml"/>
  <Override PartName="/ppt/charts/chart787.xml" ContentType="application/vnd.openxmlformats-officedocument.drawingml.chart+xml"/>
  <Override PartName="/ppt/charts/chart788.xml" ContentType="application/vnd.openxmlformats-officedocument.drawingml.chart+xml"/>
  <Override PartName="/ppt/charts/chart789.xml" ContentType="application/vnd.openxmlformats-officedocument.drawingml.chart+xml"/>
  <Override PartName="/ppt/charts/chart79.xml" ContentType="application/vnd.openxmlformats-officedocument.drawingml.chart+xml"/>
  <Override PartName="/ppt/charts/chart790.xml" ContentType="application/vnd.openxmlformats-officedocument.drawingml.chart+xml"/>
  <Override PartName="/ppt/charts/chart791.xml" ContentType="application/vnd.openxmlformats-officedocument.drawingml.chart+xml"/>
  <Override PartName="/ppt/charts/chart792.xml" ContentType="application/vnd.openxmlformats-officedocument.drawingml.chart+xml"/>
  <Override PartName="/ppt/charts/chart793.xml" ContentType="application/vnd.openxmlformats-officedocument.drawingml.chart+xml"/>
  <Override PartName="/ppt/charts/chart794.xml" ContentType="application/vnd.openxmlformats-officedocument.drawingml.chart+xml"/>
  <Override PartName="/ppt/charts/chart795.xml" ContentType="application/vnd.openxmlformats-officedocument.drawingml.chart+xml"/>
  <Override PartName="/ppt/charts/chart796.xml" ContentType="application/vnd.openxmlformats-officedocument.drawingml.chart+xml"/>
  <Override PartName="/ppt/charts/chart797.xml" ContentType="application/vnd.openxmlformats-officedocument.drawingml.chart+xml"/>
  <Override PartName="/ppt/charts/chart798.xml" ContentType="application/vnd.openxmlformats-officedocument.drawingml.chart+xml"/>
  <Override PartName="/ppt/charts/chart79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00.xml" ContentType="application/vnd.openxmlformats-officedocument.drawingml.chart+xml"/>
  <Override PartName="/ppt/charts/chart801.xml" ContentType="application/vnd.openxmlformats-officedocument.drawingml.chart+xml"/>
  <Override PartName="/ppt/charts/chart802.xml" ContentType="application/vnd.openxmlformats-officedocument.drawingml.chart+xml"/>
  <Override PartName="/ppt/charts/chart803.xml" ContentType="application/vnd.openxmlformats-officedocument.drawingml.chart+xml"/>
  <Override PartName="/ppt/charts/chart804.xml" ContentType="application/vnd.openxmlformats-officedocument.drawingml.chart+xml"/>
  <Override PartName="/ppt/charts/chart805.xml" ContentType="application/vnd.openxmlformats-officedocument.drawingml.chart+xml"/>
  <Override PartName="/ppt/charts/chart806.xml" ContentType="application/vnd.openxmlformats-officedocument.drawingml.chart+xml"/>
  <Override PartName="/ppt/charts/chart807.xml" ContentType="application/vnd.openxmlformats-officedocument.drawingml.chart+xml"/>
  <Override PartName="/ppt/charts/chart808.xml" ContentType="application/vnd.openxmlformats-officedocument.drawingml.chart+xml"/>
  <Override PartName="/ppt/charts/chart809.xml" ContentType="application/vnd.openxmlformats-officedocument.drawingml.chart+xml"/>
  <Override PartName="/ppt/charts/chart81.xml" ContentType="application/vnd.openxmlformats-officedocument.drawingml.chart+xml"/>
  <Override PartName="/ppt/charts/chart810.xml" ContentType="application/vnd.openxmlformats-officedocument.drawingml.chart+xml"/>
  <Override PartName="/ppt/charts/chart811.xml" ContentType="application/vnd.openxmlformats-officedocument.drawingml.chart+xml"/>
  <Override PartName="/ppt/charts/chart812.xml" ContentType="application/vnd.openxmlformats-officedocument.drawingml.chart+xml"/>
  <Override PartName="/ppt/charts/chart813.xml" ContentType="application/vnd.openxmlformats-officedocument.drawingml.chart+xml"/>
  <Override PartName="/ppt/charts/chart814.xml" ContentType="application/vnd.openxmlformats-officedocument.drawingml.chart+xml"/>
  <Override PartName="/ppt/charts/chart815.xml" ContentType="application/vnd.openxmlformats-officedocument.drawingml.chart+xml"/>
  <Override PartName="/ppt/charts/chart816.xml" ContentType="application/vnd.openxmlformats-officedocument.drawingml.chart+xml"/>
  <Override PartName="/ppt/charts/chart817.xml" ContentType="application/vnd.openxmlformats-officedocument.drawingml.chart+xml"/>
  <Override PartName="/ppt/charts/chart818.xml" ContentType="application/vnd.openxmlformats-officedocument.drawingml.chart+xml"/>
  <Override PartName="/ppt/charts/chart819.xml" ContentType="application/vnd.openxmlformats-officedocument.drawingml.chart+xml"/>
  <Override PartName="/ppt/charts/chart82.xml" ContentType="application/vnd.openxmlformats-officedocument.drawingml.chart+xml"/>
  <Override PartName="/ppt/charts/chart820.xml" ContentType="application/vnd.openxmlformats-officedocument.drawingml.chart+xml"/>
  <Override PartName="/ppt/charts/chart821.xml" ContentType="application/vnd.openxmlformats-officedocument.drawingml.chart+xml"/>
  <Override PartName="/ppt/charts/chart822.xml" ContentType="application/vnd.openxmlformats-officedocument.drawingml.chart+xml"/>
  <Override PartName="/ppt/charts/chart823.xml" ContentType="application/vnd.openxmlformats-officedocument.drawingml.chart+xml"/>
  <Override PartName="/ppt/charts/chart824.xml" ContentType="application/vnd.openxmlformats-officedocument.drawingml.chart+xml"/>
  <Override PartName="/ppt/charts/chart825.xml" ContentType="application/vnd.openxmlformats-officedocument.drawingml.chart+xml"/>
  <Override PartName="/ppt/charts/chart826.xml" ContentType="application/vnd.openxmlformats-officedocument.drawingml.chart+xml"/>
  <Override PartName="/ppt/charts/chart827.xml" ContentType="application/vnd.openxmlformats-officedocument.drawingml.chart+xml"/>
  <Override PartName="/ppt/charts/chart828.xml" ContentType="application/vnd.openxmlformats-officedocument.drawingml.chart+xml"/>
  <Override PartName="/ppt/charts/chart829.xml" ContentType="application/vnd.openxmlformats-officedocument.drawingml.chart+xml"/>
  <Override PartName="/ppt/charts/chart83.xml" ContentType="application/vnd.openxmlformats-officedocument.drawingml.chart+xml"/>
  <Override PartName="/ppt/charts/chart830.xml" ContentType="application/vnd.openxmlformats-officedocument.drawingml.chart+xml"/>
  <Override PartName="/ppt/charts/chart831.xml" ContentType="application/vnd.openxmlformats-officedocument.drawingml.chart+xml"/>
  <Override PartName="/ppt/charts/chart832.xml" ContentType="application/vnd.openxmlformats-officedocument.drawingml.chart+xml"/>
  <Override PartName="/ppt/charts/chart833.xml" ContentType="application/vnd.openxmlformats-officedocument.drawingml.chart+xml"/>
  <Override PartName="/ppt/charts/chart834.xml" ContentType="application/vnd.openxmlformats-officedocument.drawingml.chart+xml"/>
  <Override PartName="/ppt/charts/chart835.xml" ContentType="application/vnd.openxmlformats-officedocument.drawingml.chart+xml"/>
  <Override PartName="/ppt/charts/chart836.xml" ContentType="application/vnd.openxmlformats-officedocument.drawingml.chart+xml"/>
  <Override PartName="/ppt/charts/chart837.xml" ContentType="application/vnd.openxmlformats-officedocument.drawingml.chart+xml"/>
  <Override PartName="/ppt/charts/chart838.xml" ContentType="application/vnd.openxmlformats-officedocument.drawingml.chart+xml"/>
  <Override PartName="/ppt/charts/chart839.xml" ContentType="application/vnd.openxmlformats-officedocument.drawingml.chart+xml"/>
  <Override PartName="/ppt/charts/chart84.xml" ContentType="application/vnd.openxmlformats-officedocument.drawingml.chart+xml"/>
  <Override PartName="/ppt/charts/chart840.xml" ContentType="application/vnd.openxmlformats-officedocument.drawingml.chart+xml"/>
  <Override PartName="/ppt/charts/chart841.xml" ContentType="application/vnd.openxmlformats-officedocument.drawingml.chart+xml"/>
  <Override PartName="/ppt/charts/chart842.xml" ContentType="application/vnd.openxmlformats-officedocument.drawingml.chart+xml"/>
  <Override PartName="/ppt/charts/chart843.xml" ContentType="application/vnd.openxmlformats-officedocument.drawingml.chart+xml"/>
  <Override PartName="/ppt/charts/chart844.xml" ContentType="application/vnd.openxmlformats-officedocument.drawingml.chart+xml"/>
  <Override PartName="/ppt/charts/chart845.xml" ContentType="application/vnd.openxmlformats-officedocument.drawingml.chart+xml"/>
  <Override PartName="/ppt/charts/chart846.xml" ContentType="application/vnd.openxmlformats-officedocument.drawingml.chart+xml"/>
  <Override PartName="/ppt/charts/chart847.xml" ContentType="application/vnd.openxmlformats-officedocument.drawingml.chart+xml"/>
  <Override PartName="/ppt/charts/chart848.xml" ContentType="application/vnd.openxmlformats-officedocument.drawingml.chart+xml"/>
  <Override PartName="/ppt/charts/chart849.xml" ContentType="application/vnd.openxmlformats-officedocument.drawingml.chart+xml"/>
  <Override PartName="/ppt/charts/chart85.xml" ContentType="application/vnd.openxmlformats-officedocument.drawingml.chart+xml"/>
  <Override PartName="/ppt/charts/chart850.xml" ContentType="application/vnd.openxmlformats-officedocument.drawingml.chart+xml"/>
  <Override PartName="/ppt/charts/chart851.xml" ContentType="application/vnd.openxmlformats-officedocument.drawingml.chart+xml"/>
  <Override PartName="/ppt/charts/chart852.xml" ContentType="application/vnd.openxmlformats-officedocument.drawingml.chart+xml"/>
  <Override PartName="/ppt/charts/chart853.xml" ContentType="application/vnd.openxmlformats-officedocument.drawingml.chart+xml"/>
  <Override PartName="/ppt/charts/chart854.xml" ContentType="application/vnd.openxmlformats-officedocument.drawingml.chart+xml"/>
  <Override PartName="/ppt/charts/chart855.xml" ContentType="application/vnd.openxmlformats-officedocument.drawingml.chart+xml"/>
  <Override PartName="/ppt/charts/chart856.xml" ContentType="application/vnd.openxmlformats-officedocument.drawingml.chart+xml"/>
  <Override PartName="/ppt/charts/chart857.xml" ContentType="application/vnd.openxmlformats-officedocument.drawingml.chart+xml"/>
  <Override PartName="/ppt/charts/chart858.xml" ContentType="application/vnd.openxmlformats-officedocument.drawingml.chart+xml"/>
  <Override PartName="/ppt/charts/chart859.xml" ContentType="application/vnd.openxmlformats-officedocument.drawingml.chart+xml"/>
  <Override PartName="/ppt/charts/chart86.xml" ContentType="application/vnd.openxmlformats-officedocument.drawingml.chart+xml"/>
  <Override PartName="/ppt/charts/chart860.xml" ContentType="application/vnd.openxmlformats-officedocument.drawingml.chart+xml"/>
  <Override PartName="/ppt/charts/chart861.xml" ContentType="application/vnd.openxmlformats-officedocument.drawingml.chart+xml"/>
  <Override PartName="/ppt/charts/chart862.xml" ContentType="application/vnd.openxmlformats-officedocument.drawingml.chart+xml"/>
  <Override PartName="/ppt/charts/chart863.xml" ContentType="application/vnd.openxmlformats-officedocument.drawingml.chart+xml"/>
  <Override PartName="/ppt/charts/chart864.xml" ContentType="application/vnd.openxmlformats-officedocument.drawingml.chart+xml"/>
  <Override PartName="/ppt/charts/chart865.xml" ContentType="application/vnd.openxmlformats-officedocument.drawingml.chart+xml"/>
  <Override PartName="/ppt/charts/chart866.xml" ContentType="application/vnd.openxmlformats-officedocument.drawingml.chart+xml"/>
  <Override PartName="/ppt/charts/chart867.xml" ContentType="application/vnd.openxmlformats-officedocument.drawingml.chart+xml"/>
  <Override PartName="/ppt/charts/chart868.xml" ContentType="application/vnd.openxmlformats-officedocument.drawingml.chart+xml"/>
  <Override PartName="/ppt/charts/chart869.xml" ContentType="application/vnd.openxmlformats-officedocument.drawingml.chart+xml"/>
  <Override PartName="/ppt/charts/chart87.xml" ContentType="application/vnd.openxmlformats-officedocument.drawingml.chart+xml"/>
  <Override PartName="/ppt/charts/chart870.xml" ContentType="application/vnd.openxmlformats-officedocument.drawingml.chart+xml"/>
  <Override PartName="/ppt/charts/chart871.xml" ContentType="application/vnd.openxmlformats-officedocument.drawingml.chart+xml"/>
  <Override PartName="/ppt/charts/chart872.xml" ContentType="application/vnd.openxmlformats-officedocument.drawingml.chart+xml"/>
  <Override PartName="/ppt/charts/chart873.xml" ContentType="application/vnd.openxmlformats-officedocument.drawingml.chart+xml"/>
  <Override PartName="/ppt/charts/chart874.xml" ContentType="application/vnd.openxmlformats-officedocument.drawingml.chart+xml"/>
  <Override PartName="/ppt/charts/chart875.xml" ContentType="application/vnd.openxmlformats-officedocument.drawingml.chart+xml"/>
  <Override PartName="/ppt/charts/chart876.xml" ContentType="application/vnd.openxmlformats-officedocument.drawingml.chart+xml"/>
  <Override PartName="/ppt/charts/chart877.xml" ContentType="application/vnd.openxmlformats-officedocument.drawingml.chart+xml"/>
  <Override PartName="/ppt/charts/chart878.xml" ContentType="application/vnd.openxmlformats-officedocument.drawingml.chart+xml"/>
  <Override PartName="/ppt/charts/chart879.xml" ContentType="application/vnd.openxmlformats-officedocument.drawingml.chart+xml"/>
  <Override PartName="/ppt/charts/chart88.xml" ContentType="application/vnd.openxmlformats-officedocument.drawingml.chart+xml"/>
  <Override PartName="/ppt/charts/chart880.xml" ContentType="application/vnd.openxmlformats-officedocument.drawingml.chart+xml"/>
  <Override PartName="/ppt/charts/chart881.xml" ContentType="application/vnd.openxmlformats-officedocument.drawingml.chart+xml"/>
  <Override PartName="/ppt/charts/chart882.xml" ContentType="application/vnd.openxmlformats-officedocument.drawingml.chart+xml"/>
  <Override PartName="/ppt/charts/chart883.xml" ContentType="application/vnd.openxmlformats-officedocument.drawingml.chart+xml"/>
  <Override PartName="/ppt/charts/chart884.xml" ContentType="application/vnd.openxmlformats-officedocument.drawingml.chart+xml"/>
  <Override PartName="/ppt/charts/chart885.xml" ContentType="application/vnd.openxmlformats-officedocument.drawingml.chart+xml"/>
  <Override PartName="/ppt/charts/chart886.xml" ContentType="application/vnd.openxmlformats-officedocument.drawingml.chart+xml"/>
  <Override PartName="/ppt/charts/chart887.xml" ContentType="application/vnd.openxmlformats-officedocument.drawingml.chart+xml"/>
  <Override PartName="/ppt/charts/chart888.xml" ContentType="application/vnd.openxmlformats-officedocument.drawingml.chart+xml"/>
  <Override PartName="/ppt/charts/chart889.xml" ContentType="application/vnd.openxmlformats-officedocument.drawingml.chart+xml"/>
  <Override PartName="/ppt/charts/chart89.xml" ContentType="application/vnd.openxmlformats-officedocument.drawingml.chart+xml"/>
  <Override PartName="/ppt/charts/chart890.xml" ContentType="application/vnd.openxmlformats-officedocument.drawingml.chart+xml"/>
  <Override PartName="/ppt/charts/chart891.xml" ContentType="application/vnd.openxmlformats-officedocument.drawingml.chart+xml"/>
  <Override PartName="/ppt/charts/chart892.xml" ContentType="application/vnd.openxmlformats-officedocument.drawingml.chart+xml"/>
  <Override PartName="/ppt/charts/chart893.xml" ContentType="application/vnd.openxmlformats-officedocument.drawingml.chart+xml"/>
  <Override PartName="/ppt/charts/chart894.xml" ContentType="application/vnd.openxmlformats-officedocument.drawingml.chart+xml"/>
  <Override PartName="/ppt/charts/chart895.xml" ContentType="application/vnd.openxmlformats-officedocument.drawingml.chart+xml"/>
  <Override PartName="/ppt/charts/chart896.xml" ContentType="application/vnd.openxmlformats-officedocument.drawingml.chart+xml"/>
  <Override PartName="/ppt/charts/chart897.xml" ContentType="application/vnd.openxmlformats-officedocument.drawingml.chart+xml"/>
  <Override PartName="/ppt/charts/chart898.xml" ContentType="application/vnd.openxmlformats-officedocument.drawingml.chart+xml"/>
  <Override PartName="/ppt/charts/chart89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00.xml" ContentType="application/vnd.openxmlformats-officedocument.drawingml.chart+xml"/>
  <Override PartName="/ppt/charts/chart901.xml" ContentType="application/vnd.openxmlformats-officedocument.drawingml.chart+xml"/>
  <Override PartName="/ppt/charts/chart902.xml" ContentType="application/vnd.openxmlformats-officedocument.drawingml.chart+xml"/>
  <Override PartName="/ppt/charts/chart903.xml" ContentType="application/vnd.openxmlformats-officedocument.drawingml.chart+xml"/>
  <Override PartName="/ppt/charts/chart904.xml" ContentType="application/vnd.openxmlformats-officedocument.drawingml.chart+xml"/>
  <Override PartName="/ppt/charts/chart905.xml" ContentType="application/vnd.openxmlformats-officedocument.drawingml.chart+xml"/>
  <Override PartName="/ppt/charts/chart906.xml" ContentType="application/vnd.openxmlformats-officedocument.drawingml.chart+xml"/>
  <Override PartName="/ppt/charts/chart907.xml" ContentType="application/vnd.openxmlformats-officedocument.drawingml.chart+xml"/>
  <Override PartName="/ppt/charts/chart908.xml" ContentType="application/vnd.openxmlformats-officedocument.drawingml.chart+xml"/>
  <Override PartName="/ppt/charts/chart909.xml" ContentType="application/vnd.openxmlformats-officedocument.drawingml.chart+xml"/>
  <Override PartName="/ppt/charts/chart91.xml" ContentType="application/vnd.openxmlformats-officedocument.drawingml.chart+xml"/>
  <Override PartName="/ppt/charts/chart910.xml" ContentType="application/vnd.openxmlformats-officedocument.drawingml.chart+xml"/>
  <Override PartName="/ppt/charts/chart911.xml" ContentType="application/vnd.openxmlformats-officedocument.drawingml.chart+xml"/>
  <Override PartName="/ppt/charts/chart912.xml" ContentType="application/vnd.openxmlformats-officedocument.drawingml.chart+xml"/>
  <Override PartName="/ppt/charts/chart913.xml" ContentType="application/vnd.openxmlformats-officedocument.drawingml.chart+xml"/>
  <Override PartName="/ppt/charts/chart914.xml" ContentType="application/vnd.openxmlformats-officedocument.drawingml.chart+xml"/>
  <Override PartName="/ppt/charts/chart915.xml" ContentType="application/vnd.openxmlformats-officedocument.drawingml.chart+xml"/>
  <Override PartName="/ppt/charts/chart916.xml" ContentType="application/vnd.openxmlformats-officedocument.drawingml.chart+xml"/>
  <Override PartName="/ppt/charts/chart917.xml" ContentType="application/vnd.openxmlformats-officedocument.drawingml.chart+xml"/>
  <Override PartName="/ppt/charts/chart918.xml" ContentType="application/vnd.openxmlformats-officedocument.drawingml.chart+xml"/>
  <Override PartName="/ppt/charts/chart919.xml" ContentType="application/vnd.openxmlformats-officedocument.drawingml.chart+xml"/>
  <Override PartName="/ppt/charts/chart92.xml" ContentType="application/vnd.openxmlformats-officedocument.drawingml.chart+xml"/>
  <Override PartName="/ppt/charts/chart920.xml" ContentType="application/vnd.openxmlformats-officedocument.drawingml.chart+xml"/>
  <Override PartName="/ppt/charts/chart921.xml" ContentType="application/vnd.openxmlformats-officedocument.drawingml.chart+xml"/>
  <Override PartName="/ppt/charts/chart922.xml" ContentType="application/vnd.openxmlformats-officedocument.drawingml.chart+xml"/>
  <Override PartName="/ppt/charts/chart923.xml" ContentType="application/vnd.openxmlformats-officedocument.drawingml.chart+xml"/>
  <Override PartName="/ppt/charts/chart924.xml" ContentType="application/vnd.openxmlformats-officedocument.drawingml.chart+xml"/>
  <Override PartName="/ppt/charts/chart925.xml" ContentType="application/vnd.openxmlformats-officedocument.drawingml.chart+xml"/>
  <Override PartName="/ppt/charts/chart926.xml" ContentType="application/vnd.openxmlformats-officedocument.drawingml.chart+xml"/>
  <Override PartName="/ppt/charts/chart927.xml" ContentType="application/vnd.openxmlformats-officedocument.drawingml.chart+xml"/>
  <Override PartName="/ppt/charts/chart928.xml" ContentType="application/vnd.openxmlformats-officedocument.drawingml.chart+xml"/>
  <Override PartName="/ppt/charts/chart929.xml" ContentType="application/vnd.openxmlformats-officedocument.drawingml.chart+xml"/>
  <Override PartName="/ppt/charts/chart93.xml" ContentType="application/vnd.openxmlformats-officedocument.drawingml.chart+xml"/>
  <Override PartName="/ppt/charts/chart930.xml" ContentType="application/vnd.openxmlformats-officedocument.drawingml.chart+xml"/>
  <Override PartName="/ppt/charts/chart931.xml" ContentType="application/vnd.openxmlformats-officedocument.drawingml.chart+xml"/>
  <Override PartName="/ppt/charts/chart932.xml" ContentType="application/vnd.openxmlformats-officedocument.drawingml.chart+xml"/>
  <Override PartName="/ppt/charts/chart933.xml" ContentType="application/vnd.openxmlformats-officedocument.drawingml.chart+xml"/>
  <Override PartName="/ppt/charts/chart934.xml" ContentType="application/vnd.openxmlformats-officedocument.drawingml.chart+xml"/>
  <Override PartName="/ppt/charts/chart935.xml" ContentType="application/vnd.openxmlformats-officedocument.drawingml.chart+xml"/>
  <Override PartName="/ppt/charts/chart936.xml" ContentType="application/vnd.openxmlformats-officedocument.drawingml.chart+xml"/>
  <Override PartName="/ppt/charts/chart937.xml" ContentType="application/vnd.openxmlformats-officedocument.drawingml.chart+xml"/>
  <Override PartName="/ppt/charts/chart938.xml" ContentType="application/vnd.openxmlformats-officedocument.drawingml.chart+xml"/>
  <Override PartName="/ppt/charts/chart939.xml" ContentType="application/vnd.openxmlformats-officedocument.drawingml.chart+xml"/>
  <Override PartName="/ppt/charts/chart94.xml" ContentType="application/vnd.openxmlformats-officedocument.drawingml.chart+xml"/>
  <Override PartName="/ppt/charts/chart940.xml" ContentType="application/vnd.openxmlformats-officedocument.drawingml.chart+xml"/>
  <Override PartName="/ppt/charts/chart941.xml" ContentType="application/vnd.openxmlformats-officedocument.drawingml.chart+xml"/>
  <Override PartName="/ppt/charts/chart942.xml" ContentType="application/vnd.openxmlformats-officedocument.drawingml.chart+xml"/>
  <Override PartName="/ppt/charts/chart943.xml" ContentType="application/vnd.openxmlformats-officedocument.drawingml.chart+xml"/>
  <Override PartName="/ppt/charts/chart944.xml" ContentType="application/vnd.openxmlformats-officedocument.drawingml.chart+xml"/>
  <Override PartName="/ppt/charts/chart945.xml" ContentType="application/vnd.openxmlformats-officedocument.drawingml.chart+xml"/>
  <Override PartName="/ppt/charts/chart946.xml" ContentType="application/vnd.openxmlformats-officedocument.drawingml.chart+xml"/>
  <Override PartName="/ppt/charts/chart947.xml" ContentType="application/vnd.openxmlformats-officedocument.drawingml.chart+xml"/>
  <Override PartName="/ppt/charts/chart948.xml" ContentType="application/vnd.openxmlformats-officedocument.drawingml.chart+xml"/>
  <Override PartName="/ppt/charts/chart949.xml" ContentType="application/vnd.openxmlformats-officedocument.drawingml.chart+xml"/>
  <Override PartName="/ppt/charts/chart95.xml" ContentType="application/vnd.openxmlformats-officedocument.drawingml.chart+xml"/>
  <Override PartName="/ppt/charts/chart950.xml" ContentType="application/vnd.openxmlformats-officedocument.drawingml.chart+xml"/>
  <Override PartName="/ppt/charts/chart951.xml" ContentType="application/vnd.openxmlformats-officedocument.drawingml.chart+xml"/>
  <Override PartName="/ppt/charts/chart952.xml" ContentType="application/vnd.openxmlformats-officedocument.drawingml.chart+xml"/>
  <Override PartName="/ppt/charts/chart953.xml" ContentType="application/vnd.openxmlformats-officedocument.drawingml.chart+xml"/>
  <Override PartName="/ppt/charts/chart954.xml" ContentType="application/vnd.openxmlformats-officedocument.drawingml.chart+xml"/>
  <Override PartName="/ppt/charts/chart955.xml" ContentType="application/vnd.openxmlformats-officedocument.drawingml.chart+xml"/>
  <Override PartName="/ppt/charts/chart956.xml" ContentType="application/vnd.openxmlformats-officedocument.drawingml.chart+xml"/>
  <Override PartName="/ppt/charts/chart957.xml" ContentType="application/vnd.openxmlformats-officedocument.drawingml.chart+xml"/>
  <Override PartName="/ppt/charts/chart958.xml" ContentType="application/vnd.openxmlformats-officedocument.drawingml.chart+xml"/>
  <Override PartName="/ppt/charts/chart959.xml" ContentType="application/vnd.openxmlformats-officedocument.drawingml.chart+xml"/>
  <Override PartName="/ppt/charts/chart96.xml" ContentType="application/vnd.openxmlformats-officedocument.drawingml.chart+xml"/>
  <Override PartName="/ppt/charts/chart960.xml" ContentType="application/vnd.openxmlformats-officedocument.drawingml.chart+xml"/>
  <Override PartName="/ppt/charts/chart961.xml" ContentType="application/vnd.openxmlformats-officedocument.drawingml.chart+xml"/>
  <Override PartName="/ppt/charts/chart962.xml" ContentType="application/vnd.openxmlformats-officedocument.drawingml.chart+xml"/>
  <Override PartName="/ppt/charts/chart963.xml" ContentType="application/vnd.openxmlformats-officedocument.drawingml.chart+xml"/>
  <Override PartName="/ppt/charts/chart964.xml" ContentType="application/vnd.openxmlformats-officedocument.drawingml.chart+xml"/>
  <Override PartName="/ppt/charts/chart965.xml" ContentType="application/vnd.openxmlformats-officedocument.drawingml.chart+xml"/>
  <Override PartName="/ppt/charts/chart966.xml" ContentType="application/vnd.openxmlformats-officedocument.drawingml.chart+xml"/>
  <Override PartName="/ppt/charts/chart967.xml" ContentType="application/vnd.openxmlformats-officedocument.drawingml.chart+xml"/>
  <Override PartName="/ppt/charts/chart968.xml" ContentType="application/vnd.openxmlformats-officedocument.drawingml.chart+xml"/>
  <Override PartName="/ppt/charts/chart969.xml" ContentType="application/vnd.openxmlformats-officedocument.drawingml.chart+xml"/>
  <Override PartName="/ppt/charts/chart97.xml" ContentType="application/vnd.openxmlformats-officedocument.drawingml.chart+xml"/>
  <Override PartName="/ppt/charts/chart970.xml" ContentType="application/vnd.openxmlformats-officedocument.drawingml.chart+xml"/>
  <Override PartName="/ppt/charts/chart971.xml" ContentType="application/vnd.openxmlformats-officedocument.drawingml.chart+xml"/>
  <Override PartName="/ppt/charts/chart972.xml" ContentType="application/vnd.openxmlformats-officedocument.drawingml.chart+xml"/>
  <Override PartName="/ppt/charts/chart973.xml" ContentType="application/vnd.openxmlformats-officedocument.drawingml.chart+xml"/>
  <Override PartName="/ppt/charts/chart974.xml" ContentType="application/vnd.openxmlformats-officedocument.drawingml.chart+xml"/>
  <Override PartName="/ppt/charts/chart975.xml" ContentType="application/vnd.openxmlformats-officedocument.drawingml.chart+xml"/>
  <Override PartName="/ppt/charts/chart976.xml" ContentType="application/vnd.openxmlformats-officedocument.drawingml.chart+xml"/>
  <Override PartName="/ppt/charts/chart977.xml" ContentType="application/vnd.openxmlformats-officedocument.drawingml.chart+xml"/>
  <Override PartName="/ppt/charts/chart978.xml" ContentType="application/vnd.openxmlformats-officedocument.drawingml.chart+xml"/>
  <Override PartName="/ppt/charts/chart979.xml" ContentType="application/vnd.openxmlformats-officedocument.drawingml.chart+xml"/>
  <Override PartName="/ppt/charts/chart98.xml" ContentType="application/vnd.openxmlformats-officedocument.drawingml.chart+xml"/>
  <Override PartName="/ppt/charts/chart980.xml" ContentType="application/vnd.openxmlformats-officedocument.drawingml.chart+xml"/>
  <Override PartName="/ppt/charts/chart981.xml" ContentType="application/vnd.openxmlformats-officedocument.drawingml.chart+xml"/>
  <Override PartName="/ppt/charts/chart982.xml" ContentType="application/vnd.openxmlformats-officedocument.drawingml.chart+xml"/>
  <Override PartName="/ppt/charts/chart983.xml" ContentType="application/vnd.openxmlformats-officedocument.drawingml.chart+xml"/>
  <Override PartName="/ppt/charts/chart984.xml" ContentType="application/vnd.openxmlformats-officedocument.drawingml.chart+xml"/>
  <Override PartName="/ppt/charts/chart985.xml" ContentType="application/vnd.openxmlformats-officedocument.drawingml.chart+xml"/>
  <Override PartName="/ppt/charts/chart986.xml" ContentType="application/vnd.openxmlformats-officedocument.drawingml.chart+xml"/>
  <Override PartName="/ppt/charts/chart987.xml" ContentType="application/vnd.openxmlformats-officedocument.drawingml.chart+xml"/>
  <Override PartName="/ppt/charts/chart988.xml" ContentType="application/vnd.openxmlformats-officedocument.drawingml.chart+xml"/>
  <Override PartName="/ppt/charts/chart989.xml" ContentType="application/vnd.openxmlformats-officedocument.drawingml.chart+xml"/>
  <Override PartName="/ppt/charts/chart99.xml" ContentType="application/vnd.openxmlformats-officedocument.drawingml.chart+xml"/>
  <Override PartName="/ppt/charts/chart990.xml" ContentType="application/vnd.openxmlformats-officedocument.drawingml.chart+xml"/>
  <Override PartName="/ppt/charts/chart991.xml" ContentType="application/vnd.openxmlformats-officedocument.drawingml.chart+xml"/>
  <Override PartName="/ppt/charts/chart992.xml" ContentType="application/vnd.openxmlformats-officedocument.drawingml.chart+xml"/>
  <Override PartName="/ppt/charts/chart993.xml" ContentType="application/vnd.openxmlformats-officedocument.drawingml.chart+xml"/>
  <Override PartName="/ppt/charts/chart994.xml" ContentType="application/vnd.openxmlformats-officedocument.drawingml.chart+xml"/>
  <Override PartName="/ppt/charts/chart995.xml" ContentType="application/vnd.openxmlformats-officedocument.drawingml.chart+xml"/>
  <Override PartName="/ppt/charts/chart996.xml" ContentType="application/vnd.openxmlformats-officedocument.drawingml.chart+xml"/>
  <Override PartName="/ppt/charts/chart997.xml" ContentType="application/vnd.openxmlformats-officedocument.drawingml.chart+xml"/>
  <Override PartName="/ppt/charts/chart998.xml" ContentType="application/vnd.openxmlformats-officedocument.drawingml.chart+xml"/>
  <Override PartName="/ppt/charts/chart9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00.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9.xml" ContentType="application/vnd.openxmlformats-officedocument.presentationml.notesSlide+xml"/>
  <Override PartName="/ppt/notesSlides/notesSlide101.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9.xml" ContentType="application/vnd.openxmlformats-officedocument.presentationml.notesSlide+xml"/>
  <Override PartName="/ppt/notesSlides/notesSlide103.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8.xml" ContentType="application/vnd.openxmlformats-officedocument.presentationml.notesSlide+xml"/>
  <Override PartName="/ppt/notesSlides/notesSlide104.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8.xml" ContentType="application/vnd.openxmlformats-officedocument.presentationml.notesSlide+xml"/>
  <Override PartName="/ppt/notesSlides/notesSlide106.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7.xml" ContentType="application/vnd.openxmlformats-officedocument.presentationml.notesSlide+xml"/>
  <Override PartName="/ppt/notesSlides/notesSlide1069.xml" ContentType="application/vnd.openxmlformats-officedocument.presentationml.notesSlide+xml"/>
  <Override PartName="/ppt/notesSlides/notesSlide107.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7.xml" ContentType="application/vnd.openxmlformats-officedocument.presentationml.notesSlide+xml"/>
  <Override PartName="/ppt/notesSlides/notesSlide1089.xml" ContentType="application/vnd.openxmlformats-officedocument.presentationml.notesSlide+xml"/>
  <Override PartName="/ppt/notesSlides/notesSlide10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6.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6.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5.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5.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4.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4.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3.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3.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xml" ContentType="application/vnd.openxmlformats-officedocument.presentationml.notesSlide+xml"/>
  <Override PartName="/ppt/notesSlides/notesSlide1210.xml" ContentType="application/vnd.openxmlformats-officedocument.presentationml.notesSlide+xml"/>
  <Override PartName="/ppt/notesSlides/notesSlide1212.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xml" ContentType="application/vnd.openxmlformats-officedocument.presentationml.notesSlide+xml"/>
  <Override PartName="/ppt/notesSlides/notesSlide1230.xml" ContentType="application/vnd.openxmlformats-officedocument.presentationml.notesSlide+xml"/>
  <Override PartName="/ppt/notesSlides/notesSlide1232.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1.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ppt/notesSlides/notesSlide1246.xml" ContentType="application/vnd.openxmlformats-officedocument.presentationml.notesSlide+xml"/>
  <Override PartName="/ppt/notesSlides/notesSlide1247.xml" ContentType="application/vnd.openxmlformats-officedocument.presentationml.notesSlide+xml"/>
  <Override PartName="/ppt/notesSlides/notesSlide1248.xml" ContentType="application/vnd.openxmlformats-officedocument.presentationml.notesSlide+xml"/>
  <Override PartName="/ppt/notesSlides/notesSlide1249.xml" ContentType="application/vnd.openxmlformats-officedocument.presentationml.notesSlide+xml"/>
  <Override PartName="/ppt/notesSlides/notesSlide125.xml" ContentType="application/vnd.openxmlformats-officedocument.presentationml.notesSlide+xml"/>
  <Override PartName="/ppt/notesSlides/notesSlide1250.xml" ContentType="application/vnd.openxmlformats-officedocument.presentationml.notesSlide+xml"/>
  <Override PartName="/ppt/notesSlides/notesSlide1251.xml" ContentType="application/vnd.openxmlformats-officedocument.presentationml.notesSlide+xml"/>
  <Override PartName="/ppt/notesSlides/notesSlide1252.xml" ContentType="application/vnd.openxmlformats-officedocument.presentationml.notesSlide+xml"/>
  <Override PartName="/ppt/notesSlides/notesSlide1253.xml" ContentType="application/vnd.openxmlformats-officedocument.presentationml.notesSlide+xml"/>
  <Override PartName="/ppt/notesSlides/notesSlide1254.xml" ContentType="application/vnd.openxmlformats-officedocument.presentationml.notesSlide+xml"/>
  <Override PartName="/ppt/notesSlides/notesSlide1255.xml" ContentType="application/vnd.openxmlformats-officedocument.presentationml.notesSlide+xml"/>
  <Override PartName="/ppt/notesSlides/notesSlide1256.xml" ContentType="application/vnd.openxmlformats-officedocument.presentationml.notesSlide+xml"/>
  <Override PartName="/ppt/notesSlides/notesSlide1257.xml" ContentType="application/vnd.openxmlformats-officedocument.presentationml.notesSlide+xml"/>
  <Override PartName="/ppt/notesSlides/notesSlide1258.xml" ContentType="application/vnd.openxmlformats-officedocument.presentationml.notesSlide+xml"/>
  <Override PartName="/ppt/notesSlides/notesSlide1259.xml" ContentType="application/vnd.openxmlformats-officedocument.presentationml.notesSlide+xml"/>
  <Override PartName="/ppt/notesSlides/notesSlide126.xml" ContentType="application/vnd.openxmlformats-officedocument.presentationml.notesSlide+xml"/>
  <Override PartName="/ppt/notesSlides/notesSlide1261.xml" ContentType="application/vnd.openxmlformats-officedocument.presentationml.notesSlide+xml"/>
  <Override PartName="/ppt/notesSlides/notesSlide1263.xml" ContentType="application/vnd.openxmlformats-officedocument.presentationml.notesSlide+xml"/>
  <Override PartName="/ppt/notesSlides/notesSlide1264.xml" ContentType="application/vnd.openxmlformats-officedocument.presentationml.notesSlide+xml"/>
  <Override PartName="/ppt/notesSlides/notesSlide1265.xml" ContentType="application/vnd.openxmlformats-officedocument.presentationml.notesSlide+xml"/>
  <Override PartName="/ppt/notesSlides/notesSlide1266.xml" ContentType="application/vnd.openxmlformats-officedocument.presentationml.notesSlide+xml"/>
  <Override PartName="/ppt/notesSlides/notesSlide1267.xml" ContentType="application/vnd.openxmlformats-officedocument.presentationml.notesSlide+xml"/>
  <Override PartName="/ppt/notesSlides/notesSlide1268.xml" ContentType="application/vnd.openxmlformats-officedocument.presentationml.notesSlide+xml"/>
  <Override PartName="/ppt/notesSlides/notesSlide1270.xml" ContentType="application/vnd.openxmlformats-officedocument.presentationml.notesSlide+xml"/>
  <Override PartName="/ppt/notesSlides/notesSlide1272.xml" ContentType="application/vnd.openxmlformats-officedocument.presentationml.notesSlide+xml"/>
  <Override PartName="/ppt/notesSlides/notesSlide1273.xml" ContentType="application/vnd.openxmlformats-officedocument.presentationml.notesSlide+xml"/>
  <Override PartName="/ppt/notesSlides/notesSlide1274.xml" ContentType="application/vnd.openxmlformats-officedocument.presentationml.notesSlide+xml"/>
  <Override PartName="/ppt/notesSlides/notesSlide1275.xml" ContentType="application/vnd.openxmlformats-officedocument.presentationml.notesSlide+xml"/>
  <Override PartName="/ppt/notesSlides/notesSlide1276.xml" ContentType="application/vnd.openxmlformats-officedocument.presentationml.notesSlide+xml"/>
  <Override PartName="/ppt/notesSlides/notesSlide1277.xml" ContentType="application/vnd.openxmlformats-officedocument.presentationml.notesSlide+xml"/>
  <Override PartName="/ppt/notesSlides/notesSlide1278.xml" ContentType="application/vnd.openxmlformats-officedocument.presentationml.notesSlide+xml"/>
  <Override PartName="/ppt/notesSlides/notesSlide1279.xml" ContentType="application/vnd.openxmlformats-officedocument.presentationml.notesSlide+xml"/>
  <Override PartName="/ppt/notesSlides/notesSlide128.xml" ContentType="application/vnd.openxmlformats-officedocument.presentationml.notesSlide+xml"/>
  <Override PartName="/ppt/notesSlides/notesSlide1280.xml" ContentType="application/vnd.openxmlformats-officedocument.presentationml.notesSlide+xml"/>
  <Override PartName="/ppt/notesSlides/notesSlide1281.xml" ContentType="application/vnd.openxmlformats-officedocument.presentationml.notesSlide+xml"/>
  <Override PartName="/ppt/notesSlides/notesSlide1282.xml" ContentType="application/vnd.openxmlformats-officedocument.presentationml.notesSlide+xml"/>
  <Override PartName="/ppt/notesSlides/notesSlide1283.xml" ContentType="application/vnd.openxmlformats-officedocument.presentationml.notesSlide+xml"/>
  <Override PartName="/ppt/notesSlides/notesSlide1284.xml" ContentType="application/vnd.openxmlformats-officedocument.presentationml.notesSlide+xml"/>
  <Override PartName="/ppt/notesSlides/notesSlide1285.xml" ContentType="application/vnd.openxmlformats-officedocument.presentationml.notesSlide+xml"/>
  <Override PartName="/ppt/notesSlides/notesSlide1286.xml" ContentType="application/vnd.openxmlformats-officedocument.presentationml.notesSlide+xml"/>
  <Override PartName="/ppt/notesSlides/notesSlide1287.xml" ContentType="application/vnd.openxmlformats-officedocument.presentationml.notesSlide+xml"/>
  <Override PartName="/ppt/notesSlides/notesSlide1288.xml" ContentType="application/vnd.openxmlformats-officedocument.presentationml.notesSlide+xml"/>
  <Override PartName="/ppt/notesSlides/notesSlide129.xml" ContentType="application/vnd.openxmlformats-officedocument.presentationml.notesSlide+xml"/>
  <Override PartName="/ppt/notesSlides/notesSlide1290.xml" ContentType="application/vnd.openxmlformats-officedocument.presentationml.notesSlide+xml"/>
  <Override PartName="/ppt/notesSlides/notesSlide1292.xml" ContentType="application/vnd.openxmlformats-officedocument.presentationml.notesSlide+xml"/>
  <Override PartName="/ppt/notesSlides/notesSlide1293.xml" ContentType="application/vnd.openxmlformats-officedocument.presentationml.notesSlide+xml"/>
  <Override PartName="/ppt/notesSlides/notesSlide1294.xml" ContentType="application/vnd.openxmlformats-officedocument.presentationml.notesSlide+xml"/>
  <Override PartName="/ppt/notesSlides/notesSlide1295.xml" ContentType="application/vnd.openxmlformats-officedocument.presentationml.notesSlide+xml"/>
  <Override PartName="/ppt/notesSlides/notesSlide1296.xml" ContentType="application/vnd.openxmlformats-officedocument.presentationml.notesSlide+xml"/>
  <Override PartName="/ppt/notesSlides/notesSlide1297.xml" ContentType="application/vnd.openxmlformats-officedocument.presentationml.notesSlide+xml"/>
  <Override PartName="/ppt/notesSlides/notesSlide129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01.xml" ContentType="application/vnd.openxmlformats-officedocument.presentationml.notesSlide+xml"/>
  <Override PartName="/ppt/notesSlides/notesSlide1302.xml" ContentType="application/vnd.openxmlformats-officedocument.presentationml.notesSlide+xml"/>
  <Override PartName="/ppt/notesSlides/notesSlide1303.xml" ContentType="application/vnd.openxmlformats-officedocument.presentationml.notesSlide+xml"/>
  <Override PartName="/ppt/notesSlides/notesSlide1304.xml" ContentType="application/vnd.openxmlformats-officedocument.presentationml.notesSlide+xml"/>
  <Override PartName="/ppt/notesSlides/notesSlide1305.xml" ContentType="application/vnd.openxmlformats-officedocument.presentationml.notesSlide+xml"/>
  <Override PartName="/ppt/notesSlides/notesSlide1306.xml" ContentType="application/vnd.openxmlformats-officedocument.presentationml.notesSlide+xml"/>
  <Override PartName="/ppt/notesSlides/notesSlide1307.xml" ContentType="application/vnd.openxmlformats-officedocument.presentationml.notesSlide+xml"/>
  <Override PartName="/ppt/notesSlides/notesSlide1308.xml" ContentType="application/vnd.openxmlformats-officedocument.presentationml.notesSlide+xml"/>
  <Override PartName="/ppt/notesSlides/notesSlide1309.xml" ContentType="application/vnd.openxmlformats-officedocument.presentationml.notesSlide+xml"/>
  <Override PartName="/ppt/notesSlides/notesSlide131.xml" ContentType="application/vnd.openxmlformats-officedocument.presentationml.notesSlide+xml"/>
  <Override PartName="/ppt/notesSlides/notesSlide1310.xml" ContentType="application/vnd.openxmlformats-officedocument.presentationml.notesSlide+xml"/>
  <Override PartName="/ppt/notesSlides/notesSlide1311.xml" ContentType="application/vnd.openxmlformats-officedocument.presentationml.notesSlide+xml"/>
  <Override PartName="/ppt/notesSlides/notesSlide1312.xml" ContentType="application/vnd.openxmlformats-officedocument.presentationml.notesSlide+xml"/>
  <Override PartName="/ppt/notesSlides/notesSlide1313.xml" ContentType="application/vnd.openxmlformats-officedocument.presentationml.notesSlide+xml"/>
  <Override PartName="/ppt/notesSlides/notesSlide1314.xml" ContentType="application/vnd.openxmlformats-officedocument.presentationml.notesSlide+xml"/>
  <Override PartName="/ppt/notesSlides/notesSlide1315.xml" ContentType="application/vnd.openxmlformats-officedocument.presentationml.notesSlide+xml"/>
  <Override PartName="/ppt/notesSlides/notesSlide1316.xml" ContentType="application/vnd.openxmlformats-officedocument.presentationml.notesSlide+xml"/>
  <Override PartName="/ppt/notesSlides/notesSlide1317.xml" ContentType="application/vnd.openxmlformats-officedocument.presentationml.notesSlide+xml"/>
  <Override PartName="/ppt/notesSlides/notesSlide1319.xml" ContentType="application/vnd.openxmlformats-officedocument.presentationml.notesSlide+xml"/>
  <Override PartName="/ppt/notesSlides/notesSlide1321.xml" ContentType="application/vnd.openxmlformats-officedocument.presentationml.notesSlide+xml"/>
  <Override PartName="/ppt/notesSlides/notesSlide1322.xml" ContentType="application/vnd.openxmlformats-officedocument.presentationml.notesSlide+xml"/>
  <Override PartName="/ppt/notesSlides/notesSlide1323.xml" ContentType="application/vnd.openxmlformats-officedocument.presentationml.notesSlide+xml"/>
  <Override PartName="/ppt/notesSlides/notesSlide1324.xml" ContentType="application/vnd.openxmlformats-officedocument.presentationml.notesSlide+xml"/>
  <Override PartName="/ppt/notesSlides/notesSlide1325.xml" ContentType="application/vnd.openxmlformats-officedocument.presentationml.notesSlide+xml"/>
  <Override PartName="/ppt/notesSlides/notesSlide1326.xml" ContentType="application/vnd.openxmlformats-officedocument.presentationml.notesSlide+xml"/>
  <Override PartName="/ppt/notesSlides/notesSlide1328.xml" ContentType="application/vnd.openxmlformats-officedocument.presentationml.notesSlide+xml"/>
  <Override PartName="/ppt/notesSlides/notesSlide133.xml" ContentType="application/vnd.openxmlformats-officedocument.presentationml.notesSlide+xml"/>
  <Override PartName="/ppt/notesSlides/notesSlide1330.xml" ContentType="application/vnd.openxmlformats-officedocument.presentationml.notesSlide+xml"/>
  <Override PartName="/ppt/notesSlides/notesSlide1331.xml" ContentType="application/vnd.openxmlformats-officedocument.presentationml.notesSlide+xml"/>
  <Override PartName="/ppt/notesSlides/notesSlide1332.xml" ContentType="application/vnd.openxmlformats-officedocument.presentationml.notesSlide+xml"/>
  <Override PartName="/ppt/notesSlides/notesSlide1333.xml" ContentType="application/vnd.openxmlformats-officedocument.presentationml.notesSlide+xml"/>
  <Override PartName="/ppt/notesSlides/notesSlide1334.xml" ContentType="application/vnd.openxmlformats-officedocument.presentationml.notesSlide+xml"/>
  <Override PartName="/ppt/notesSlides/notesSlide1335.xml" ContentType="application/vnd.openxmlformats-officedocument.presentationml.notesSlide+xml"/>
  <Override PartName="/ppt/notesSlides/notesSlide1336.xml" ContentType="application/vnd.openxmlformats-officedocument.presentationml.notesSlide+xml"/>
  <Override PartName="/ppt/notesSlides/notesSlide1337.xml" ContentType="application/vnd.openxmlformats-officedocument.presentationml.notesSlide+xml"/>
  <Override PartName="/ppt/notesSlides/notesSlide1338.xml" ContentType="application/vnd.openxmlformats-officedocument.presentationml.notesSlide+xml"/>
  <Override PartName="/ppt/notesSlides/notesSlide1339.xml" ContentType="application/vnd.openxmlformats-officedocument.presentationml.notesSlide+xml"/>
  <Override PartName="/ppt/notesSlides/notesSlide134.xml" ContentType="application/vnd.openxmlformats-officedocument.presentationml.notesSlide+xml"/>
  <Override PartName="/ppt/notesSlides/notesSlide1340.xml" ContentType="application/vnd.openxmlformats-officedocument.presentationml.notesSlide+xml"/>
  <Override PartName="/ppt/notesSlides/notesSlide1341.xml" ContentType="application/vnd.openxmlformats-officedocument.presentationml.notesSlide+xml"/>
  <Override PartName="/ppt/notesSlides/notesSlide1342.xml" ContentType="application/vnd.openxmlformats-officedocument.presentationml.notesSlide+xml"/>
  <Override PartName="/ppt/notesSlides/notesSlide1343.xml" ContentType="application/vnd.openxmlformats-officedocument.presentationml.notesSlide+xml"/>
  <Override PartName="/ppt/notesSlides/notesSlide1344.xml" ContentType="application/vnd.openxmlformats-officedocument.presentationml.notesSlide+xml"/>
  <Override PartName="/ppt/notesSlides/notesSlide1345.xml" ContentType="application/vnd.openxmlformats-officedocument.presentationml.notesSlide+xml"/>
  <Override PartName="/ppt/notesSlides/notesSlide1346.xml" ContentType="application/vnd.openxmlformats-officedocument.presentationml.notesSlide+xml"/>
  <Override PartName="/ppt/notesSlides/notesSlide1348.xml" ContentType="application/vnd.openxmlformats-officedocument.presentationml.notesSlide+xml"/>
  <Override PartName="/ppt/notesSlides/notesSlide1350.xml" ContentType="application/vnd.openxmlformats-officedocument.presentationml.notesSlide+xml"/>
  <Override PartName="/ppt/notesSlides/notesSlide1351.xml" ContentType="application/vnd.openxmlformats-officedocument.presentationml.notesSlide+xml"/>
  <Override PartName="/ppt/notesSlides/notesSlide1352.xml" ContentType="application/vnd.openxmlformats-officedocument.presentationml.notesSlide+xml"/>
  <Override PartName="/ppt/notesSlides/notesSlide1353.xml" ContentType="application/vnd.openxmlformats-officedocument.presentationml.notesSlide+xml"/>
  <Override PartName="/ppt/notesSlides/notesSlide1354.xml" ContentType="application/vnd.openxmlformats-officedocument.presentationml.notesSlide+xml"/>
  <Override PartName="/ppt/notesSlides/notesSlide1355.xml" ContentType="application/vnd.openxmlformats-officedocument.presentationml.notesSlide+xml"/>
  <Override PartName="/ppt/notesSlides/notesSlide1357.xml" ContentType="application/vnd.openxmlformats-officedocument.presentationml.notesSlide+xml"/>
  <Override PartName="/ppt/notesSlides/notesSlide1359.xml" ContentType="application/vnd.openxmlformats-officedocument.presentationml.notesSlide+xml"/>
  <Override PartName="/ppt/notesSlides/notesSlide136.xml" ContentType="application/vnd.openxmlformats-officedocument.presentationml.notesSlide+xml"/>
  <Override PartName="/ppt/notesSlides/notesSlide1360.xml" ContentType="application/vnd.openxmlformats-officedocument.presentationml.notesSlide+xml"/>
  <Override PartName="/ppt/notesSlides/notesSlide1361.xml" ContentType="application/vnd.openxmlformats-officedocument.presentationml.notesSlide+xml"/>
  <Override PartName="/ppt/notesSlides/notesSlide1362.xml" ContentType="application/vnd.openxmlformats-officedocument.presentationml.notesSlide+xml"/>
  <Override PartName="/ppt/notesSlides/notesSlide1363.xml" ContentType="application/vnd.openxmlformats-officedocument.presentationml.notesSlide+xml"/>
  <Override PartName="/ppt/notesSlides/notesSlide1364.xml" ContentType="application/vnd.openxmlformats-officedocument.presentationml.notesSlide+xml"/>
  <Override PartName="/ppt/notesSlides/notesSlide1365.xml" ContentType="application/vnd.openxmlformats-officedocument.presentationml.notesSlide+xml"/>
  <Override PartName="/ppt/notesSlides/notesSlide1366.xml" ContentType="application/vnd.openxmlformats-officedocument.presentationml.notesSlide+xml"/>
  <Override PartName="/ppt/notesSlides/notesSlide1367.xml" ContentType="application/vnd.openxmlformats-officedocument.presentationml.notesSlide+xml"/>
  <Override PartName="/ppt/notesSlides/notesSlide1368.xml" ContentType="application/vnd.openxmlformats-officedocument.presentationml.notesSlide+xml"/>
  <Override PartName="/ppt/notesSlides/notesSlide1369.xml" ContentType="application/vnd.openxmlformats-officedocument.presentationml.notesSlide+xml"/>
  <Override PartName="/ppt/notesSlides/notesSlide137.xml" ContentType="application/vnd.openxmlformats-officedocument.presentationml.notesSlide+xml"/>
  <Override PartName="/ppt/notesSlides/notesSlide1370.xml" ContentType="application/vnd.openxmlformats-officedocument.presentationml.notesSlide+xml"/>
  <Override PartName="/ppt/notesSlides/notesSlide1371.xml" ContentType="application/vnd.openxmlformats-officedocument.presentationml.notesSlide+xml"/>
  <Override PartName="/ppt/notesSlides/notesSlide1372.xml" ContentType="application/vnd.openxmlformats-officedocument.presentationml.notesSlide+xml"/>
  <Override PartName="/ppt/notesSlides/notesSlide1373.xml" ContentType="application/vnd.openxmlformats-officedocument.presentationml.notesSlide+xml"/>
  <Override PartName="/ppt/notesSlides/notesSlide1374.xml" ContentType="application/vnd.openxmlformats-officedocument.presentationml.notesSlide+xml"/>
  <Override PartName="/ppt/notesSlides/notesSlide1375.xml" ContentType="application/vnd.openxmlformats-officedocument.presentationml.notesSlide+xml"/>
  <Override PartName="/ppt/notesSlides/notesSlide1377.xml" ContentType="application/vnd.openxmlformats-officedocument.presentationml.notesSlide+xml"/>
  <Override PartName="/ppt/notesSlides/notesSlide1379.xml" ContentType="application/vnd.openxmlformats-officedocument.presentationml.notesSlide+xml"/>
  <Override PartName="/ppt/notesSlides/notesSlide138.xml" ContentType="application/vnd.openxmlformats-officedocument.presentationml.notesSlide+xml"/>
  <Override PartName="/ppt/notesSlides/notesSlide1380.xml" ContentType="application/vnd.openxmlformats-officedocument.presentationml.notesSlide+xml"/>
  <Override PartName="/ppt/notesSlides/notesSlide1381.xml" ContentType="application/vnd.openxmlformats-officedocument.presentationml.notesSlide+xml"/>
  <Override PartName="/ppt/notesSlides/notesSlide1382.xml" ContentType="application/vnd.openxmlformats-officedocument.presentationml.notesSlide+xml"/>
  <Override PartName="/ppt/notesSlides/notesSlide1383.xml" ContentType="application/vnd.openxmlformats-officedocument.presentationml.notesSlide+xml"/>
  <Override PartName="/ppt/notesSlides/notesSlide1384.xml" ContentType="application/vnd.openxmlformats-officedocument.presentationml.notesSlide+xml"/>
  <Override PartName="/ppt/notesSlides/notesSlide1386.xml" ContentType="application/vnd.openxmlformats-officedocument.presentationml.notesSlide+xml"/>
  <Override PartName="/ppt/notesSlides/notesSlide1388.xml" ContentType="application/vnd.openxmlformats-officedocument.presentationml.notesSlide+xml"/>
  <Override PartName="/ppt/notesSlides/notesSlide1389.xml" ContentType="application/vnd.openxmlformats-officedocument.presentationml.notesSlide+xml"/>
  <Override PartName="/ppt/notesSlides/notesSlide139.xml" ContentType="application/vnd.openxmlformats-officedocument.presentationml.notesSlide+xml"/>
  <Override PartName="/ppt/notesSlides/notesSlide1390.xml" ContentType="application/vnd.openxmlformats-officedocument.presentationml.notesSlide+xml"/>
  <Override PartName="/ppt/notesSlides/notesSlide1391.xml" ContentType="application/vnd.openxmlformats-officedocument.presentationml.notesSlide+xml"/>
  <Override PartName="/ppt/notesSlides/notesSlide1392.xml" ContentType="application/vnd.openxmlformats-officedocument.presentationml.notesSlide+xml"/>
  <Override PartName="/ppt/notesSlides/notesSlide1393.xml" ContentType="application/vnd.openxmlformats-officedocument.presentationml.notesSlide+xml"/>
  <Override PartName="/ppt/notesSlides/notesSlide1394.xml" ContentType="application/vnd.openxmlformats-officedocument.presentationml.notesSlide+xml"/>
  <Override PartName="/ppt/notesSlides/notesSlide1395.xml" ContentType="application/vnd.openxmlformats-officedocument.presentationml.notesSlide+xml"/>
  <Override PartName="/ppt/notesSlides/notesSlide1396.xml" ContentType="application/vnd.openxmlformats-officedocument.presentationml.notesSlide+xml"/>
  <Override PartName="/ppt/notesSlides/notesSlide1397.xml" ContentType="application/vnd.openxmlformats-officedocument.presentationml.notesSlide+xml"/>
  <Override PartName="/ppt/notesSlides/notesSlide1398.xml" ContentType="application/vnd.openxmlformats-officedocument.presentationml.notesSlide+xml"/>
  <Override PartName="/ppt/notesSlides/notesSlide139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00.xml" ContentType="application/vnd.openxmlformats-officedocument.presentationml.notesSlide+xml"/>
  <Override PartName="/ppt/notesSlides/notesSlide1401.xml" ContentType="application/vnd.openxmlformats-officedocument.presentationml.notesSlide+xml"/>
  <Override PartName="/ppt/notesSlides/notesSlide1402.xml" ContentType="application/vnd.openxmlformats-officedocument.presentationml.notesSlide+xml"/>
  <Override PartName="/ppt/notesSlides/notesSlide1403.xml" ContentType="application/vnd.openxmlformats-officedocument.presentationml.notesSlide+xml"/>
  <Override PartName="/ppt/notesSlides/notesSlide1404.xml" ContentType="application/vnd.openxmlformats-officedocument.presentationml.notesSlide+xml"/>
  <Override PartName="/ppt/notesSlides/notesSlide1406.xml" ContentType="application/vnd.openxmlformats-officedocument.presentationml.notesSlide+xml"/>
  <Override PartName="/ppt/notesSlides/notesSlide1408.xml" ContentType="application/vnd.openxmlformats-officedocument.presentationml.notesSlide+xml"/>
  <Override PartName="/ppt/notesSlides/notesSlide1409.xml" ContentType="application/vnd.openxmlformats-officedocument.presentationml.notesSlide+xml"/>
  <Override PartName="/ppt/notesSlides/notesSlide141.xml" ContentType="application/vnd.openxmlformats-officedocument.presentationml.notesSlide+xml"/>
  <Override PartName="/ppt/notesSlides/notesSlide1410.xml" ContentType="application/vnd.openxmlformats-officedocument.presentationml.notesSlide+xml"/>
  <Override PartName="/ppt/notesSlides/notesSlide1411.xml" ContentType="application/vnd.openxmlformats-officedocument.presentationml.notesSlide+xml"/>
  <Override PartName="/ppt/notesSlides/notesSlide1412.xml" ContentType="application/vnd.openxmlformats-officedocument.presentationml.notesSlide+xml"/>
  <Override PartName="/ppt/notesSlides/notesSlide1413.xml" ContentType="application/vnd.openxmlformats-officedocument.presentationml.notesSlide+xml"/>
  <Override PartName="/ppt/notesSlides/notesSlide1415.xml" ContentType="application/vnd.openxmlformats-officedocument.presentationml.notesSlide+xml"/>
  <Override PartName="/ppt/notesSlides/notesSlide1417.xml" ContentType="application/vnd.openxmlformats-officedocument.presentationml.notesSlide+xml"/>
  <Override PartName="/ppt/notesSlides/notesSlide1418.xml" ContentType="application/vnd.openxmlformats-officedocument.presentationml.notesSlide+xml"/>
  <Override PartName="/ppt/notesSlides/notesSlide1419.xml" ContentType="application/vnd.openxmlformats-officedocument.presentationml.notesSlide+xml"/>
  <Override PartName="/ppt/notesSlides/notesSlide1420.xml" ContentType="application/vnd.openxmlformats-officedocument.presentationml.notesSlide+xml"/>
  <Override PartName="/ppt/notesSlides/notesSlide1421.xml" ContentType="application/vnd.openxmlformats-officedocument.presentationml.notesSlide+xml"/>
  <Override PartName="/ppt/notesSlides/notesSlide1422.xml" ContentType="application/vnd.openxmlformats-officedocument.presentationml.notesSlide+xml"/>
  <Override PartName="/ppt/notesSlides/notesSlide1423.xml" ContentType="application/vnd.openxmlformats-officedocument.presentationml.notesSlide+xml"/>
  <Override PartName="/ppt/notesSlides/notesSlide1424.xml" ContentType="application/vnd.openxmlformats-officedocument.presentationml.notesSlide+xml"/>
  <Override PartName="/ppt/notesSlides/notesSlide1425.xml" ContentType="application/vnd.openxmlformats-officedocument.presentationml.notesSlide+xml"/>
  <Override PartName="/ppt/notesSlides/notesSlide1426.xml" ContentType="application/vnd.openxmlformats-officedocument.presentationml.notesSlide+xml"/>
  <Override PartName="/ppt/notesSlides/notesSlide1427.xml" ContentType="application/vnd.openxmlformats-officedocument.presentationml.notesSlide+xml"/>
  <Override PartName="/ppt/notesSlides/notesSlide1428.xml" ContentType="application/vnd.openxmlformats-officedocument.presentationml.notesSlide+xml"/>
  <Override PartName="/ppt/notesSlides/notesSlide1429.xml" ContentType="application/vnd.openxmlformats-officedocument.presentationml.notesSlide+xml"/>
  <Override PartName="/ppt/notesSlides/notesSlide143.xml" ContentType="application/vnd.openxmlformats-officedocument.presentationml.notesSlide+xml"/>
  <Override PartName="/ppt/notesSlides/notesSlide1430.xml" ContentType="application/vnd.openxmlformats-officedocument.presentationml.notesSlide+xml"/>
  <Override PartName="/ppt/notesSlides/notesSlide1431.xml" ContentType="application/vnd.openxmlformats-officedocument.presentationml.notesSlide+xml"/>
  <Override PartName="/ppt/notesSlides/notesSlide1432.xml" ContentType="application/vnd.openxmlformats-officedocument.presentationml.notesSlide+xml"/>
  <Override PartName="/ppt/notesSlides/notesSlide1433.xml" ContentType="application/vnd.openxmlformats-officedocument.presentationml.notesSlide+xml"/>
  <Override PartName="/ppt/notesSlides/notesSlide1435.xml" ContentType="application/vnd.openxmlformats-officedocument.presentationml.notesSlide+xml"/>
  <Override PartName="/ppt/notesSlides/notesSlide1437.xml" ContentType="application/vnd.openxmlformats-officedocument.presentationml.notesSlide+xml"/>
  <Override PartName="/ppt/notesSlides/notesSlide1438.xml" ContentType="application/vnd.openxmlformats-officedocument.presentationml.notesSlide+xml"/>
  <Override PartName="/ppt/notesSlides/notesSlide1439.xml" ContentType="application/vnd.openxmlformats-officedocument.presentationml.notesSlide+xml"/>
  <Override PartName="/ppt/notesSlides/notesSlide144.xml" ContentType="application/vnd.openxmlformats-officedocument.presentationml.notesSlide+xml"/>
  <Override PartName="/ppt/notesSlides/notesSlide1440.xml" ContentType="application/vnd.openxmlformats-officedocument.presentationml.notesSlide+xml"/>
  <Override PartName="/ppt/notesSlides/notesSlide1441.xml" ContentType="application/vnd.openxmlformats-officedocument.presentationml.notesSlide+xml"/>
  <Override PartName="/ppt/notesSlides/notesSlide1442.xml" ContentType="application/vnd.openxmlformats-officedocument.presentationml.notesSlide+xml"/>
  <Override PartName="/ppt/notesSlides/notesSlide1444.xml" ContentType="application/vnd.openxmlformats-officedocument.presentationml.notesSlide+xml"/>
  <Override PartName="/ppt/notesSlides/notesSlide1446.xml" ContentType="application/vnd.openxmlformats-officedocument.presentationml.notesSlide+xml"/>
  <Override PartName="/ppt/notesSlides/notesSlide1447.xml" ContentType="application/vnd.openxmlformats-officedocument.presentationml.notesSlide+xml"/>
  <Override PartName="/ppt/notesSlides/notesSlide1448.xml" ContentType="application/vnd.openxmlformats-officedocument.presentationml.notesSlide+xml"/>
  <Override PartName="/ppt/notesSlides/notesSlide1449.xml" ContentType="application/vnd.openxmlformats-officedocument.presentationml.notesSlide+xml"/>
  <Override PartName="/ppt/notesSlides/notesSlide1450.xml" ContentType="application/vnd.openxmlformats-officedocument.presentationml.notesSlide+xml"/>
  <Override PartName="/ppt/notesSlides/notesSlide1451.xml" ContentType="application/vnd.openxmlformats-officedocument.presentationml.notesSlide+xml"/>
  <Override PartName="/ppt/notesSlides/notesSlide1452.xml" ContentType="application/vnd.openxmlformats-officedocument.presentationml.notesSlide+xml"/>
  <Override PartName="/ppt/notesSlides/notesSlide1453.xml" ContentType="application/vnd.openxmlformats-officedocument.presentationml.notesSlide+xml"/>
  <Override PartName="/ppt/notesSlides/notesSlide1454.xml" ContentType="application/vnd.openxmlformats-officedocument.presentationml.notesSlide+xml"/>
  <Override PartName="/ppt/notesSlides/notesSlide1455.xml" ContentType="application/vnd.openxmlformats-officedocument.presentationml.notesSlide+xml"/>
  <Override PartName="/ppt/notesSlides/notesSlide1456.xml" ContentType="application/vnd.openxmlformats-officedocument.presentationml.notesSlide+xml"/>
  <Override PartName="/ppt/notesSlides/notesSlide1457.xml" ContentType="application/vnd.openxmlformats-officedocument.presentationml.notesSlide+xml"/>
  <Override PartName="/ppt/notesSlides/notesSlide1458.xml" ContentType="application/vnd.openxmlformats-officedocument.presentationml.notesSlide+xml"/>
  <Override PartName="/ppt/notesSlides/notesSlide1459.xml" ContentType="application/vnd.openxmlformats-officedocument.presentationml.notesSlide+xml"/>
  <Override PartName="/ppt/notesSlides/notesSlide146.xml" ContentType="application/vnd.openxmlformats-officedocument.presentationml.notesSlide+xml"/>
  <Override PartName="/ppt/notesSlides/notesSlide1460.xml" ContentType="application/vnd.openxmlformats-officedocument.presentationml.notesSlide+xml"/>
  <Override PartName="/ppt/notesSlides/notesSlide1461.xml" ContentType="application/vnd.openxmlformats-officedocument.presentationml.notesSlide+xml"/>
  <Override PartName="/ppt/notesSlides/notesSlide1462.xml" ContentType="application/vnd.openxmlformats-officedocument.presentationml.notesSlide+xml"/>
  <Override PartName="/ppt/notesSlides/notesSlide1464.xml" ContentType="application/vnd.openxmlformats-officedocument.presentationml.notesSlide+xml"/>
  <Override PartName="/ppt/notesSlides/notesSlide1466.xml" ContentType="application/vnd.openxmlformats-officedocument.presentationml.notesSlide+xml"/>
  <Override PartName="/ppt/notesSlides/notesSlide1467.xml" ContentType="application/vnd.openxmlformats-officedocument.presentationml.notesSlide+xml"/>
  <Override PartName="/ppt/notesSlides/notesSlide1468.xml" ContentType="application/vnd.openxmlformats-officedocument.presentationml.notesSlide+xml"/>
  <Override PartName="/ppt/notesSlides/notesSlide1469.xml" ContentType="application/vnd.openxmlformats-officedocument.presentationml.notesSlide+xml"/>
  <Override PartName="/ppt/notesSlides/notesSlide147.xml" ContentType="application/vnd.openxmlformats-officedocument.presentationml.notesSlide+xml"/>
  <Override PartName="/ppt/notesSlides/notesSlide1470.xml" ContentType="application/vnd.openxmlformats-officedocument.presentationml.notesSlide+xml"/>
  <Override PartName="/ppt/notesSlides/notesSlide1471.xml" ContentType="application/vnd.openxmlformats-officedocument.presentationml.notesSlide+xml"/>
  <Override PartName="/ppt/notesSlides/notesSlide1473.xml" ContentType="application/vnd.openxmlformats-officedocument.presentationml.notesSlide+xml"/>
  <Override PartName="/ppt/notesSlides/notesSlide1475.xml" ContentType="application/vnd.openxmlformats-officedocument.presentationml.notesSlide+xml"/>
  <Override PartName="/ppt/notesSlides/notesSlide1476.xml" ContentType="application/vnd.openxmlformats-officedocument.presentationml.notesSlide+xml"/>
  <Override PartName="/ppt/notesSlides/notesSlide1477.xml" ContentType="application/vnd.openxmlformats-officedocument.presentationml.notesSlide+xml"/>
  <Override PartName="/ppt/notesSlides/notesSlide1478.xml" ContentType="application/vnd.openxmlformats-officedocument.presentationml.notesSlide+xml"/>
  <Override PartName="/ppt/notesSlides/notesSlide1479.xml" ContentType="application/vnd.openxmlformats-officedocument.presentationml.notesSlide+xml"/>
  <Override PartName="/ppt/notesSlides/notesSlide148.xml" ContentType="application/vnd.openxmlformats-officedocument.presentationml.notesSlide+xml"/>
  <Override PartName="/ppt/notesSlides/notesSlide1480.xml" ContentType="application/vnd.openxmlformats-officedocument.presentationml.notesSlide+xml"/>
  <Override PartName="/ppt/notesSlides/notesSlide1481.xml" ContentType="application/vnd.openxmlformats-officedocument.presentationml.notesSlide+xml"/>
  <Override PartName="/ppt/notesSlides/notesSlide1482.xml" ContentType="application/vnd.openxmlformats-officedocument.presentationml.notesSlide+xml"/>
  <Override PartName="/ppt/notesSlides/notesSlide1483.xml" ContentType="application/vnd.openxmlformats-officedocument.presentationml.notesSlide+xml"/>
  <Override PartName="/ppt/notesSlides/notesSlide1484.xml" ContentType="application/vnd.openxmlformats-officedocument.presentationml.notesSlide+xml"/>
  <Override PartName="/ppt/notesSlides/notesSlide1485.xml" ContentType="application/vnd.openxmlformats-officedocument.presentationml.notesSlide+xml"/>
  <Override PartName="/ppt/notesSlides/notesSlide1486.xml" ContentType="application/vnd.openxmlformats-officedocument.presentationml.notesSlide+xml"/>
  <Override PartName="/ppt/notesSlides/notesSlide1487.xml" ContentType="application/vnd.openxmlformats-officedocument.presentationml.notesSlide+xml"/>
  <Override PartName="/ppt/notesSlides/notesSlide1488.xml" ContentType="application/vnd.openxmlformats-officedocument.presentationml.notesSlide+xml"/>
  <Override PartName="/ppt/notesSlides/notesSlide1489.xml" ContentType="application/vnd.openxmlformats-officedocument.presentationml.notesSlide+xml"/>
  <Override PartName="/ppt/notesSlides/notesSlide149.xml" ContentType="application/vnd.openxmlformats-officedocument.presentationml.notesSlide+xml"/>
  <Override PartName="/ppt/notesSlides/notesSlide1490.xml" ContentType="application/vnd.openxmlformats-officedocument.presentationml.notesSlide+xml"/>
  <Override PartName="/ppt/notesSlides/notesSlide1491.xml" ContentType="application/vnd.openxmlformats-officedocument.presentationml.notesSlide+xml"/>
  <Override PartName="/ppt/notesSlides/notesSlide1493.xml" ContentType="application/vnd.openxmlformats-officedocument.presentationml.notesSlide+xml"/>
  <Override PartName="/ppt/notesSlides/notesSlide1495.xml" ContentType="application/vnd.openxmlformats-officedocument.presentationml.notesSlide+xml"/>
  <Override PartName="/ppt/notesSlides/notesSlide1496.xml" ContentType="application/vnd.openxmlformats-officedocument.presentationml.notesSlide+xml"/>
  <Override PartName="/ppt/notesSlides/notesSlide1497.xml" ContentType="application/vnd.openxmlformats-officedocument.presentationml.notesSlide+xml"/>
  <Override PartName="/ppt/notesSlides/notesSlide1498.xml" ContentType="application/vnd.openxmlformats-officedocument.presentationml.notesSlide+xml"/>
  <Override PartName="/ppt/notesSlides/notesSlide149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00.xml" ContentType="application/vnd.openxmlformats-officedocument.presentationml.notesSlide+xml"/>
  <Override PartName="/ppt/notesSlides/notesSlide1502.xml" ContentType="application/vnd.openxmlformats-officedocument.presentationml.notesSlide+xml"/>
  <Override PartName="/ppt/notesSlides/notesSlide1504.xml" ContentType="application/vnd.openxmlformats-officedocument.presentationml.notesSlide+xml"/>
  <Override PartName="/ppt/notesSlides/notesSlide1505.xml" ContentType="application/vnd.openxmlformats-officedocument.presentationml.notesSlide+xml"/>
  <Override PartName="/ppt/notesSlides/notesSlide1506.xml" ContentType="application/vnd.openxmlformats-officedocument.presentationml.notesSlide+xml"/>
  <Override PartName="/ppt/notesSlides/notesSlide1507.xml" ContentType="application/vnd.openxmlformats-officedocument.presentationml.notesSlide+xml"/>
  <Override PartName="/ppt/notesSlides/notesSlide1508.xml" ContentType="application/vnd.openxmlformats-officedocument.presentationml.notesSlide+xml"/>
  <Override PartName="/ppt/notesSlides/notesSlide1509.xml" ContentType="application/vnd.openxmlformats-officedocument.presentationml.notesSlide+xml"/>
  <Override PartName="/ppt/notesSlides/notesSlide1510.xml" ContentType="application/vnd.openxmlformats-officedocument.presentationml.notesSlide+xml"/>
  <Override PartName="/ppt/notesSlides/notesSlide1511.xml" ContentType="application/vnd.openxmlformats-officedocument.presentationml.notesSlide+xml"/>
  <Override PartName="/ppt/notesSlides/notesSlide1512.xml" ContentType="application/vnd.openxmlformats-officedocument.presentationml.notesSlide+xml"/>
  <Override PartName="/ppt/notesSlides/notesSlide1513.xml" ContentType="application/vnd.openxmlformats-officedocument.presentationml.notesSlide+xml"/>
  <Override PartName="/ppt/notesSlides/notesSlide1514.xml" ContentType="application/vnd.openxmlformats-officedocument.presentationml.notesSlide+xml"/>
  <Override PartName="/ppt/notesSlides/notesSlide1515.xml" ContentType="application/vnd.openxmlformats-officedocument.presentationml.notesSlide+xml"/>
  <Override PartName="/ppt/notesSlides/notesSlide1516.xml" ContentType="application/vnd.openxmlformats-officedocument.presentationml.notesSlide+xml"/>
  <Override PartName="/ppt/notesSlides/notesSlide1517.xml" ContentType="application/vnd.openxmlformats-officedocument.presentationml.notesSlide+xml"/>
  <Override PartName="/ppt/notesSlides/notesSlide1518.xml" ContentType="application/vnd.openxmlformats-officedocument.presentationml.notesSlide+xml"/>
  <Override PartName="/ppt/notesSlides/notesSlide1519.xml" ContentType="application/vnd.openxmlformats-officedocument.presentationml.notesSlide+xml"/>
  <Override PartName="/ppt/notesSlides/notesSlide152.xml" ContentType="application/vnd.openxmlformats-officedocument.presentationml.notesSlide+xml"/>
  <Override PartName="/ppt/notesSlides/notesSlide1520.xml" ContentType="application/vnd.openxmlformats-officedocument.presentationml.notesSlide+xml"/>
  <Override PartName="/ppt/notesSlides/notesSlide1522.xml" ContentType="application/vnd.openxmlformats-officedocument.presentationml.notesSlide+xml"/>
  <Override PartName="/ppt/notesSlides/notesSlide1524.xml" ContentType="application/vnd.openxmlformats-officedocument.presentationml.notesSlide+xml"/>
  <Override PartName="/ppt/notesSlides/notesSlide1525.xml" ContentType="application/vnd.openxmlformats-officedocument.presentationml.notesSlide+xml"/>
  <Override PartName="/ppt/notesSlides/notesSlide1526.xml" ContentType="application/vnd.openxmlformats-officedocument.presentationml.notesSlide+xml"/>
  <Override PartName="/ppt/notesSlides/notesSlide1527.xml" ContentType="application/vnd.openxmlformats-officedocument.presentationml.notesSlide+xml"/>
  <Override PartName="/ppt/notesSlides/notesSlide1528.xml" ContentType="application/vnd.openxmlformats-officedocument.presentationml.notesSlide+xml"/>
  <Override PartName="/ppt/notesSlides/notesSlide1529.xml" ContentType="application/vnd.openxmlformats-officedocument.presentationml.notesSlide+xml"/>
  <Override PartName="/ppt/notesSlides/notesSlide153.xml" ContentType="application/vnd.openxmlformats-officedocument.presentationml.notesSlide+xml"/>
  <Override PartName="/ppt/notesSlides/notesSlide1531.xml" ContentType="application/vnd.openxmlformats-officedocument.presentationml.notesSlide+xml"/>
  <Override PartName="/ppt/notesSlides/notesSlide1533.xml" ContentType="application/vnd.openxmlformats-officedocument.presentationml.notesSlide+xml"/>
  <Override PartName="/ppt/notesSlides/notesSlide1534.xml" ContentType="application/vnd.openxmlformats-officedocument.presentationml.notesSlide+xml"/>
  <Override PartName="/ppt/notesSlides/notesSlide1535.xml" ContentType="application/vnd.openxmlformats-officedocument.presentationml.notesSlide+xml"/>
  <Override PartName="/ppt/notesSlides/notesSlide1536.xml" ContentType="application/vnd.openxmlformats-officedocument.presentationml.notesSlide+xml"/>
  <Override PartName="/ppt/notesSlides/notesSlide1537.xml" ContentType="application/vnd.openxmlformats-officedocument.presentationml.notesSlide+xml"/>
  <Override PartName="/ppt/notesSlides/notesSlide1538.xml" ContentType="application/vnd.openxmlformats-officedocument.presentationml.notesSlide+xml"/>
  <Override PartName="/ppt/notesSlides/notesSlide1539.xml" ContentType="application/vnd.openxmlformats-officedocument.presentationml.notesSlide+xml"/>
  <Override PartName="/ppt/notesSlides/notesSlide1540.xml" ContentType="application/vnd.openxmlformats-officedocument.presentationml.notesSlide+xml"/>
  <Override PartName="/ppt/notesSlides/notesSlide1541.xml" ContentType="application/vnd.openxmlformats-officedocument.presentationml.notesSlide+xml"/>
  <Override PartName="/ppt/notesSlides/notesSlide1542.xml" ContentType="application/vnd.openxmlformats-officedocument.presentationml.notesSlide+xml"/>
  <Override PartName="/ppt/notesSlides/notesSlide1543.xml" ContentType="application/vnd.openxmlformats-officedocument.presentationml.notesSlide+xml"/>
  <Override PartName="/ppt/notesSlides/notesSlide1544.xml" ContentType="application/vnd.openxmlformats-officedocument.presentationml.notesSlide+xml"/>
  <Override PartName="/ppt/notesSlides/notesSlide1545.xml" ContentType="application/vnd.openxmlformats-officedocument.presentationml.notesSlide+xml"/>
  <Override PartName="/ppt/notesSlides/notesSlide1546.xml" ContentType="application/vnd.openxmlformats-officedocument.presentationml.notesSlide+xml"/>
  <Override PartName="/ppt/notesSlides/notesSlide1547.xml" ContentType="application/vnd.openxmlformats-officedocument.presentationml.notesSlide+xml"/>
  <Override PartName="/ppt/notesSlides/notesSlide1548.xml" ContentType="application/vnd.openxmlformats-officedocument.presentationml.notesSlide+xml"/>
  <Override PartName="/ppt/notesSlides/notesSlide1549.xml" ContentType="application/vnd.openxmlformats-officedocument.presentationml.notesSlide+xml"/>
  <Override PartName="/ppt/notesSlides/notesSlide155.xml" ContentType="application/vnd.openxmlformats-officedocument.presentationml.notesSlide+xml"/>
  <Override PartName="/ppt/notesSlides/notesSlide1551.xml" ContentType="application/vnd.openxmlformats-officedocument.presentationml.notesSlide+xml"/>
  <Override PartName="/ppt/notesSlides/notesSlide1553.xml" ContentType="application/vnd.openxmlformats-officedocument.presentationml.notesSlide+xml"/>
  <Override PartName="/ppt/notesSlides/notesSlide1554.xml" ContentType="application/vnd.openxmlformats-officedocument.presentationml.notesSlide+xml"/>
  <Override PartName="/ppt/notesSlides/notesSlide1555.xml" ContentType="application/vnd.openxmlformats-officedocument.presentationml.notesSlide+xml"/>
  <Override PartName="/ppt/notesSlides/notesSlide1556.xml" ContentType="application/vnd.openxmlformats-officedocument.presentationml.notesSlide+xml"/>
  <Override PartName="/ppt/notesSlides/notesSlide1557.xml" ContentType="application/vnd.openxmlformats-officedocument.presentationml.notesSlide+xml"/>
  <Override PartName="/ppt/notesSlides/notesSlide1558.xml" ContentType="application/vnd.openxmlformats-officedocument.presentationml.notesSlide+xml"/>
  <Override PartName="/ppt/notesSlides/notesSlide156.xml" ContentType="application/vnd.openxmlformats-officedocument.presentationml.notesSlide+xml"/>
  <Override PartName="/ppt/notesSlides/notesSlide1560.xml" ContentType="application/vnd.openxmlformats-officedocument.presentationml.notesSlide+xml"/>
  <Override PartName="/ppt/notesSlides/notesSlide1562.xml" ContentType="application/vnd.openxmlformats-officedocument.presentationml.notesSlide+xml"/>
  <Override PartName="/ppt/notesSlides/notesSlide1563.xml" ContentType="application/vnd.openxmlformats-officedocument.presentationml.notesSlide+xml"/>
  <Override PartName="/ppt/notesSlides/notesSlide1564.xml" ContentType="application/vnd.openxmlformats-officedocument.presentationml.notesSlide+xml"/>
  <Override PartName="/ppt/notesSlides/notesSlide1565.xml" ContentType="application/vnd.openxmlformats-officedocument.presentationml.notesSlide+xml"/>
  <Override PartName="/ppt/notesSlides/notesSlide1566.xml" ContentType="application/vnd.openxmlformats-officedocument.presentationml.notesSlide+xml"/>
  <Override PartName="/ppt/notesSlides/notesSlide1567.xml" ContentType="application/vnd.openxmlformats-officedocument.presentationml.notesSlide+xml"/>
  <Override PartName="/ppt/notesSlides/notesSlide1568.xml" ContentType="application/vnd.openxmlformats-officedocument.presentationml.notesSlide+xml"/>
  <Override PartName="/ppt/notesSlides/notesSlide1569.xml" ContentType="application/vnd.openxmlformats-officedocument.presentationml.notesSlide+xml"/>
  <Override PartName="/ppt/notesSlides/notesSlide157.xml" ContentType="application/vnd.openxmlformats-officedocument.presentationml.notesSlide+xml"/>
  <Override PartName="/ppt/notesSlides/notesSlide1570.xml" ContentType="application/vnd.openxmlformats-officedocument.presentationml.notesSlide+xml"/>
  <Override PartName="/ppt/notesSlides/notesSlide1571.xml" ContentType="application/vnd.openxmlformats-officedocument.presentationml.notesSlide+xml"/>
  <Override PartName="/ppt/notesSlides/notesSlide1572.xml" ContentType="application/vnd.openxmlformats-officedocument.presentationml.notesSlide+xml"/>
  <Override PartName="/ppt/notesSlides/notesSlide1573.xml" ContentType="application/vnd.openxmlformats-officedocument.presentationml.notesSlide+xml"/>
  <Override PartName="/ppt/notesSlides/notesSlide1574.xml" ContentType="application/vnd.openxmlformats-officedocument.presentationml.notesSlide+xml"/>
  <Override PartName="/ppt/notesSlides/notesSlide1575.xml" ContentType="application/vnd.openxmlformats-officedocument.presentationml.notesSlide+xml"/>
  <Override PartName="/ppt/notesSlides/notesSlide1576.xml" ContentType="application/vnd.openxmlformats-officedocument.presentationml.notesSlide+xml"/>
  <Override PartName="/ppt/notesSlides/notesSlide1577.xml" ContentType="application/vnd.openxmlformats-officedocument.presentationml.notesSlide+xml"/>
  <Override PartName="/ppt/notesSlides/notesSlide1578.xml" ContentType="application/vnd.openxmlformats-officedocument.presentationml.notesSlide+xml"/>
  <Override PartName="/ppt/notesSlides/notesSlide158.xml" ContentType="application/vnd.openxmlformats-officedocument.presentationml.notesSlide+xml"/>
  <Override PartName="/ppt/notesSlides/notesSlide1580.xml" ContentType="application/vnd.openxmlformats-officedocument.presentationml.notesSlide+xml"/>
  <Override PartName="/ppt/notesSlides/notesSlide1582.xml" ContentType="application/vnd.openxmlformats-officedocument.presentationml.notesSlide+xml"/>
  <Override PartName="/ppt/notesSlides/notesSlide1583.xml" ContentType="application/vnd.openxmlformats-officedocument.presentationml.notesSlide+xml"/>
  <Override PartName="/ppt/notesSlides/notesSlide1584.xml" ContentType="application/vnd.openxmlformats-officedocument.presentationml.notesSlide+xml"/>
  <Override PartName="/ppt/notesSlides/notesSlide1585.xml" ContentType="application/vnd.openxmlformats-officedocument.presentationml.notesSlide+xml"/>
  <Override PartName="/ppt/notesSlides/notesSlide1586.xml" ContentType="application/vnd.openxmlformats-officedocument.presentationml.notesSlide+xml"/>
  <Override PartName="/ppt/notesSlides/notesSlide1587.xml" ContentType="application/vnd.openxmlformats-officedocument.presentationml.notesSlide+xml"/>
  <Override PartName="/ppt/notesSlides/notesSlide1589.xml" ContentType="application/vnd.openxmlformats-officedocument.presentationml.notesSlide+xml"/>
  <Override PartName="/ppt/notesSlides/notesSlide159.xml" ContentType="application/vnd.openxmlformats-officedocument.presentationml.notesSlide+xml"/>
  <Override PartName="/ppt/notesSlides/notesSlide1591.xml" ContentType="application/vnd.openxmlformats-officedocument.presentationml.notesSlide+xml"/>
  <Override PartName="/ppt/notesSlides/notesSlide1592.xml" ContentType="application/vnd.openxmlformats-officedocument.presentationml.notesSlide+xml"/>
  <Override PartName="/ppt/notesSlides/notesSlide1593.xml" ContentType="application/vnd.openxmlformats-officedocument.presentationml.notesSlide+xml"/>
  <Override PartName="/ppt/notesSlides/notesSlide1594.xml" ContentType="application/vnd.openxmlformats-officedocument.presentationml.notesSlide+xml"/>
  <Override PartName="/ppt/notesSlides/notesSlide1595.xml" ContentType="application/vnd.openxmlformats-officedocument.presentationml.notesSlide+xml"/>
  <Override PartName="/ppt/notesSlides/notesSlide1596.xml" ContentType="application/vnd.openxmlformats-officedocument.presentationml.notesSlide+xml"/>
  <Override PartName="/ppt/notesSlides/notesSlide1597.xml" ContentType="application/vnd.openxmlformats-officedocument.presentationml.notesSlide+xml"/>
  <Override PartName="/ppt/notesSlides/notesSlide1598.xml" ContentType="application/vnd.openxmlformats-officedocument.presentationml.notesSlide+xml"/>
  <Override PartName="/ppt/notesSlides/notesSlide1599.xml" ContentType="application/vnd.openxmlformats-officedocument.presentationml.notesSlide+xml"/>
  <Override PartName="/ppt/notesSlides/notesSlide16.xml" ContentType="application/vnd.openxmlformats-officedocument.presentationml.notesSlide+xml"/>
  <Override PartName="/ppt/notesSlides/notesSlide1600.xml" ContentType="application/vnd.openxmlformats-officedocument.presentationml.notesSlide+xml"/>
  <Override PartName="/ppt/notesSlides/notesSlide1601.xml" ContentType="application/vnd.openxmlformats-officedocument.presentationml.notesSlide+xml"/>
  <Override PartName="/ppt/notesSlides/notesSlide1602.xml" ContentType="application/vnd.openxmlformats-officedocument.presentationml.notesSlide+xml"/>
  <Override PartName="/ppt/notesSlides/notesSlide1603.xml" ContentType="application/vnd.openxmlformats-officedocument.presentationml.notesSlide+xml"/>
  <Override PartName="/ppt/notesSlides/notesSlide1604.xml" ContentType="application/vnd.openxmlformats-officedocument.presentationml.notesSlide+xml"/>
  <Override PartName="/ppt/notesSlides/notesSlide1605.xml" ContentType="application/vnd.openxmlformats-officedocument.presentationml.notesSlide+xml"/>
  <Override PartName="/ppt/notesSlides/notesSlide1606.xml" ContentType="application/vnd.openxmlformats-officedocument.presentationml.notesSlide+xml"/>
  <Override PartName="/ppt/notesSlides/notesSlide1607.xml" ContentType="application/vnd.openxmlformats-officedocument.presentationml.notesSlide+xml"/>
  <Override PartName="/ppt/notesSlides/notesSlide1609.xml" ContentType="application/vnd.openxmlformats-officedocument.presentationml.notesSlide+xml"/>
  <Override PartName="/ppt/notesSlides/notesSlide161.xml" ContentType="application/vnd.openxmlformats-officedocument.presentationml.notesSlide+xml"/>
  <Override PartName="/ppt/notesSlides/notesSlide1611.xml" ContentType="application/vnd.openxmlformats-officedocument.presentationml.notesSlide+xml"/>
  <Override PartName="/ppt/notesSlides/notesSlide1612.xml" ContentType="application/vnd.openxmlformats-officedocument.presentationml.notesSlide+xml"/>
  <Override PartName="/ppt/notesSlides/notesSlide1613.xml" ContentType="application/vnd.openxmlformats-officedocument.presentationml.notesSlide+xml"/>
  <Override PartName="/ppt/notesSlides/notesSlide1614.xml" ContentType="application/vnd.openxmlformats-officedocument.presentationml.notesSlide+xml"/>
  <Override PartName="/ppt/notesSlides/notesSlide1615.xml" ContentType="application/vnd.openxmlformats-officedocument.presentationml.notesSlide+xml"/>
  <Override PartName="/ppt/notesSlides/notesSlide1616.xml" ContentType="application/vnd.openxmlformats-officedocument.presentationml.notesSlide+xml"/>
  <Override PartName="/ppt/notesSlides/notesSlide1618.xml" ContentType="application/vnd.openxmlformats-officedocument.presentationml.notesSlide+xml"/>
  <Override PartName="/ppt/notesSlides/notesSlide162.xml" ContentType="application/vnd.openxmlformats-officedocument.presentationml.notesSlide+xml"/>
  <Override PartName="/ppt/notesSlides/notesSlide1620.xml" ContentType="application/vnd.openxmlformats-officedocument.presentationml.notesSlide+xml"/>
  <Override PartName="/ppt/notesSlides/notesSlide1621.xml" ContentType="application/vnd.openxmlformats-officedocument.presentationml.notesSlide+xml"/>
  <Override PartName="/ppt/notesSlides/notesSlide1622.xml" ContentType="application/vnd.openxmlformats-officedocument.presentationml.notesSlide+xml"/>
  <Override PartName="/ppt/notesSlides/notesSlide1623.xml" ContentType="application/vnd.openxmlformats-officedocument.presentationml.notesSlide+xml"/>
  <Override PartName="/ppt/notesSlides/notesSlide1624.xml" ContentType="application/vnd.openxmlformats-officedocument.presentationml.notesSlide+xml"/>
  <Override PartName="/ppt/notesSlides/notesSlide1625.xml" ContentType="application/vnd.openxmlformats-officedocument.presentationml.notesSlide+xml"/>
  <Override PartName="/ppt/notesSlides/notesSlide1626.xml" ContentType="application/vnd.openxmlformats-officedocument.presentationml.notesSlide+xml"/>
  <Override PartName="/ppt/notesSlides/notesSlide1627.xml" ContentType="application/vnd.openxmlformats-officedocument.presentationml.notesSlide+xml"/>
  <Override PartName="/ppt/notesSlides/notesSlide1628.xml" ContentType="application/vnd.openxmlformats-officedocument.presentationml.notesSlide+xml"/>
  <Override PartName="/ppt/notesSlides/notesSlide1629.xml" ContentType="application/vnd.openxmlformats-officedocument.presentationml.notesSlide+xml"/>
  <Override PartName="/ppt/notesSlides/notesSlide1630.xml" ContentType="application/vnd.openxmlformats-officedocument.presentationml.notesSlide+xml"/>
  <Override PartName="/ppt/notesSlides/notesSlide1631.xml" ContentType="application/vnd.openxmlformats-officedocument.presentationml.notesSlide+xml"/>
  <Override PartName="/ppt/notesSlides/notesSlide1632.xml" ContentType="application/vnd.openxmlformats-officedocument.presentationml.notesSlide+xml"/>
  <Override PartName="/ppt/notesSlides/notesSlide1633.xml" ContentType="application/vnd.openxmlformats-officedocument.presentationml.notesSlide+xml"/>
  <Override PartName="/ppt/notesSlides/notesSlide1634.xml" ContentType="application/vnd.openxmlformats-officedocument.presentationml.notesSlide+xml"/>
  <Override PartName="/ppt/notesSlides/notesSlide1635.xml" ContentType="application/vnd.openxmlformats-officedocument.presentationml.notesSlide+xml"/>
  <Override PartName="/ppt/notesSlides/notesSlide1636.xml" ContentType="application/vnd.openxmlformats-officedocument.presentationml.notesSlide+xml"/>
  <Override PartName="/ppt/notesSlides/notesSlide1638.xml" ContentType="application/vnd.openxmlformats-officedocument.presentationml.notesSlide+xml"/>
  <Override PartName="/ppt/notesSlides/notesSlide164.xml" ContentType="application/vnd.openxmlformats-officedocument.presentationml.notesSlide+xml"/>
  <Override PartName="/ppt/notesSlides/notesSlide1640.xml" ContentType="application/vnd.openxmlformats-officedocument.presentationml.notesSlide+xml"/>
  <Override PartName="/ppt/notesSlides/notesSlide1641.xml" ContentType="application/vnd.openxmlformats-officedocument.presentationml.notesSlide+xml"/>
  <Override PartName="/ppt/notesSlides/notesSlide1642.xml" ContentType="application/vnd.openxmlformats-officedocument.presentationml.notesSlide+xml"/>
  <Override PartName="/ppt/notesSlides/notesSlide1643.xml" ContentType="application/vnd.openxmlformats-officedocument.presentationml.notesSlide+xml"/>
  <Override PartName="/ppt/notesSlides/notesSlide1644.xml" ContentType="application/vnd.openxmlformats-officedocument.presentationml.notesSlide+xml"/>
  <Override PartName="/ppt/notesSlides/notesSlide1645.xml" ContentType="application/vnd.openxmlformats-officedocument.presentationml.notesSlide+xml"/>
  <Override PartName="/ppt/notesSlides/notesSlide1647.xml" ContentType="application/vnd.openxmlformats-officedocument.presentationml.notesSlide+xml"/>
  <Override PartName="/ppt/notesSlides/notesSlide1649.xml" ContentType="application/vnd.openxmlformats-officedocument.presentationml.notesSlide+xml"/>
  <Override PartName="/ppt/notesSlides/notesSlide165.xml" ContentType="application/vnd.openxmlformats-officedocument.presentationml.notesSlide+xml"/>
  <Override PartName="/ppt/notesSlides/notesSlide1650.xml" ContentType="application/vnd.openxmlformats-officedocument.presentationml.notesSlide+xml"/>
  <Override PartName="/ppt/notesSlides/notesSlide1651.xml" ContentType="application/vnd.openxmlformats-officedocument.presentationml.notesSlide+xml"/>
  <Override PartName="/ppt/notesSlides/notesSlide1652.xml" ContentType="application/vnd.openxmlformats-officedocument.presentationml.notesSlide+xml"/>
  <Override PartName="/ppt/notesSlides/notesSlide1653.xml" ContentType="application/vnd.openxmlformats-officedocument.presentationml.notesSlide+xml"/>
  <Override PartName="/ppt/notesSlides/notesSlide1654.xml" ContentType="application/vnd.openxmlformats-officedocument.presentationml.notesSlide+xml"/>
  <Override PartName="/ppt/notesSlides/notesSlide1655.xml" ContentType="application/vnd.openxmlformats-officedocument.presentationml.notesSlide+xml"/>
  <Override PartName="/ppt/notesSlides/notesSlide1656.xml" ContentType="application/vnd.openxmlformats-officedocument.presentationml.notesSlide+xml"/>
  <Override PartName="/ppt/notesSlides/notesSlide1657.xml" ContentType="application/vnd.openxmlformats-officedocument.presentationml.notesSlide+xml"/>
  <Override PartName="/ppt/notesSlides/notesSlide1658.xml" ContentType="application/vnd.openxmlformats-officedocument.presentationml.notesSlide+xml"/>
  <Override PartName="/ppt/notesSlides/notesSlide1659.xml" ContentType="application/vnd.openxmlformats-officedocument.presentationml.notesSlide+xml"/>
  <Override PartName="/ppt/notesSlides/notesSlide166.xml" ContentType="application/vnd.openxmlformats-officedocument.presentationml.notesSlide+xml"/>
  <Override PartName="/ppt/notesSlides/notesSlide1660.xml" ContentType="application/vnd.openxmlformats-officedocument.presentationml.notesSlide+xml"/>
  <Override PartName="/ppt/notesSlides/notesSlide1661.xml" ContentType="application/vnd.openxmlformats-officedocument.presentationml.notesSlide+xml"/>
  <Override PartName="/ppt/notesSlides/notesSlide1662.xml" ContentType="application/vnd.openxmlformats-officedocument.presentationml.notesSlide+xml"/>
  <Override PartName="/ppt/notesSlides/notesSlide1663.xml" ContentType="application/vnd.openxmlformats-officedocument.presentationml.notesSlide+xml"/>
  <Override PartName="/ppt/notesSlides/notesSlide1664.xml" ContentType="application/vnd.openxmlformats-officedocument.presentationml.notesSlide+xml"/>
  <Override PartName="/ppt/notesSlides/notesSlide1665.xml" ContentType="application/vnd.openxmlformats-officedocument.presentationml.notesSlide+xml"/>
  <Override PartName="/ppt/notesSlides/notesSlide1667.xml" ContentType="application/vnd.openxmlformats-officedocument.presentationml.notesSlide+xml"/>
  <Override PartName="/ppt/notesSlides/notesSlide1669.xml" ContentType="application/vnd.openxmlformats-officedocument.presentationml.notesSlide+xml"/>
  <Override PartName="/ppt/notesSlides/notesSlide167.xml" ContentType="application/vnd.openxmlformats-officedocument.presentationml.notesSlide+xml"/>
  <Override PartName="/ppt/notesSlides/notesSlide1670.xml" ContentType="application/vnd.openxmlformats-officedocument.presentationml.notesSlide+xml"/>
  <Override PartName="/ppt/notesSlides/notesSlide1671.xml" ContentType="application/vnd.openxmlformats-officedocument.presentationml.notesSlide+xml"/>
  <Override PartName="/ppt/notesSlides/notesSlide1672.xml" ContentType="application/vnd.openxmlformats-officedocument.presentationml.notesSlide+xml"/>
  <Override PartName="/ppt/notesSlides/notesSlide1673.xml" ContentType="application/vnd.openxmlformats-officedocument.presentationml.notesSlide+xml"/>
  <Override PartName="/ppt/notesSlides/notesSlide1674.xml" ContentType="application/vnd.openxmlformats-officedocument.presentationml.notesSlide+xml"/>
  <Override PartName="/ppt/notesSlides/notesSlide1675.xml" ContentType="application/vnd.openxmlformats-officedocument.presentationml.notesSlide+xml"/>
  <Override PartName="/ppt/notesSlides/notesSlide1676.xml" ContentType="application/vnd.openxmlformats-officedocument.presentationml.notesSlide+xml"/>
  <Override PartName="/ppt/notesSlides/notesSlide1677.xml" ContentType="application/vnd.openxmlformats-officedocument.presentationml.notesSlide+xml"/>
  <Override PartName="/ppt/notesSlides/notesSlide1678.xml" ContentType="application/vnd.openxmlformats-officedocument.presentationml.notesSlide+xml"/>
  <Override PartName="/ppt/notesSlides/notesSlide1679.xml" ContentType="application/vnd.openxmlformats-officedocument.presentationml.notesSlide+xml"/>
  <Override PartName="/ppt/notesSlides/notesSlide1680.xml" ContentType="application/vnd.openxmlformats-officedocument.presentationml.notesSlide+xml"/>
  <Override PartName="/ppt/notesSlides/notesSlide1681.xml" ContentType="application/vnd.openxmlformats-officedocument.presentationml.notesSlide+xml"/>
  <Override PartName="/ppt/notesSlides/notesSlide1682.xml" ContentType="application/vnd.openxmlformats-officedocument.presentationml.notesSlide+xml"/>
  <Override PartName="/ppt/notesSlides/notesSlide1683.xml" ContentType="application/vnd.openxmlformats-officedocument.presentationml.notesSlide+xml"/>
  <Override PartName="/ppt/notesSlides/notesSlide1684.xml" ContentType="application/vnd.openxmlformats-officedocument.presentationml.notesSlide+xml"/>
  <Override PartName="/ppt/notesSlides/notesSlide1685.xml" ContentType="application/vnd.openxmlformats-officedocument.presentationml.notesSlide+xml"/>
  <Override PartName="/ppt/notesSlides/notesSlide1686.xml" ContentType="application/vnd.openxmlformats-officedocument.presentationml.notesSlide+xml"/>
  <Override PartName="/ppt/notesSlides/notesSlide1687.xml" ContentType="application/vnd.openxmlformats-officedocument.presentationml.notesSlide+xml"/>
  <Override PartName="/ppt/notesSlides/notesSlide1688.xml" ContentType="application/vnd.openxmlformats-officedocument.presentationml.notesSlide+xml"/>
  <Override PartName="/ppt/notesSlides/notesSlide1689.xml" ContentType="application/vnd.openxmlformats-officedocument.presentationml.notesSlide+xml"/>
  <Override PartName="/ppt/notesSlides/notesSlide169.xml" ContentType="application/vnd.openxmlformats-officedocument.presentationml.notesSlide+xml"/>
  <Override PartName="/ppt/notesSlides/notesSlide1690.xml" ContentType="application/vnd.openxmlformats-officedocument.presentationml.notesSlide+xml"/>
  <Override PartName="/ppt/notesSlides/notesSlide1691.xml" ContentType="application/vnd.openxmlformats-officedocument.presentationml.notesSlide+xml"/>
  <Override PartName="/ppt/notesSlides/notesSlide1692.xml" ContentType="application/vnd.openxmlformats-officedocument.presentationml.notesSlide+xml"/>
  <Override PartName="/ppt/notesSlides/notesSlide1693.xml" ContentType="application/vnd.openxmlformats-officedocument.presentationml.notesSlide+xml"/>
  <Override PartName="/ppt/notesSlides/notesSlide1694.xml" ContentType="application/vnd.openxmlformats-officedocument.presentationml.notesSlide+xml"/>
  <Override PartName="/ppt/notesSlides/notesSlide1695.xml" ContentType="application/vnd.openxmlformats-officedocument.presentationml.notesSlide+xml"/>
  <Override PartName="/ppt/notesSlides/notesSlide1696.xml" ContentType="application/vnd.openxmlformats-officedocument.presentationml.notesSlide+xml"/>
  <Override PartName="/ppt/notesSlides/notesSlide1697.xml" ContentType="application/vnd.openxmlformats-officedocument.presentationml.notesSlide+xml"/>
  <Override PartName="/ppt/notesSlides/notesSlide1698.xml" ContentType="application/vnd.openxmlformats-officedocument.presentationml.notesSlide+xml"/>
  <Override PartName="/ppt/notesSlides/notesSlide169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00.xml" ContentType="application/vnd.openxmlformats-officedocument.presentationml.notesSlide+xml"/>
  <Override PartName="/ppt/notesSlides/notesSlide1701.xml" ContentType="application/vnd.openxmlformats-officedocument.presentationml.notesSlide+xml"/>
  <Override PartName="/ppt/notesSlides/notesSlide1702.xml" ContentType="application/vnd.openxmlformats-officedocument.presentationml.notesSlide+xml"/>
  <Override PartName="/ppt/notesSlides/notesSlide1703.xml" ContentType="application/vnd.openxmlformats-officedocument.presentationml.notesSlide+xml"/>
  <Override PartName="/ppt/notesSlides/notesSlide1704.xml" ContentType="application/vnd.openxmlformats-officedocument.presentationml.notesSlide+xml"/>
  <Override PartName="/ppt/notesSlides/notesSlide1705.xml" ContentType="application/vnd.openxmlformats-officedocument.presentationml.notesSlide+xml"/>
  <Override PartName="/ppt/notesSlides/notesSlide1706.xml" ContentType="application/vnd.openxmlformats-officedocument.presentationml.notesSlide+xml"/>
  <Override PartName="/ppt/notesSlides/notesSlide1707.xml" ContentType="application/vnd.openxmlformats-officedocument.presentationml.notesSlide+xml"/>
  <Override PartName="/ppt/notesSlides/notesSlide1708.xml" ContentType="application/vnd.openxmlformats-officedocument.presentationml.notesSlide+xml"/>
  <Override PartName="/ppt/notesSlides/notesSlide1709.xml" ContentType="application/vnd.openxmlformats-officedocument.presentationml.notesSlide+xml"/>
  <Override PartName="/ppt/notesSlides/notesSlide1710.xml" ContentType="application/vnd.openxmlformats-officedocument.presentationml.notesSlide+xml"/>
  <Override PartName="/ppt/notesSlides/notesSlide1711.xml" ContentType="application/vnd.openxmlformats-officedocument.presentationml.notesSlide+xml"/>
  <Override PartName="/ppt/notesSlides/notesSlide1712.xml" ContentType="application/vnd.openxmlformats-officedocument.presentationml.notesSlide+xml"/>
  <Override PartName="/ppt/notesSlides/notesSlide1713.xml" ContentType="application/vnd.openxmlformats-officedocument.presentationml.notesSlide+xml"/>
  <Override PartName="/ppt/notesSlides/notesSlide1714.xml" ContentType="application/vnd.openxmlformats-officedocument.presentationml.notesSlide+xml"/>
  <Override PartName="/ppt/notesSlides/notesSlide1715.xml" ContentType="application/vnd.openxmlformats-officedocument.presentationml.notesSlide+xml"/>
  <Override PartName="/ppt/notesSlides/notesSlide1716.xml" ContentType="application/vnd.openxmlformats-officedocument.presentationml.notesSlide+xml"/>
  <Override PartName="/ppt/notesSlides/notesSlide1717.xml" ContentType="application/vnd.openxmlformats-officedocument.presentationml.notesSlide+xml"/>
  <Override PartName="/ppt/notesSlides/notesSlide1718.xml" ContentType="application/vnd.openxmlformats-officedocument.presentationml.notesSlide+xml"/>
  <Override PartName="/ppt/notesSlides/notesSlide1719.xml" ContentType="application/vnd.openxmlformats-officedocument.presentationml.notesSlide+xml"/>
  <Override PartName="/ppt/notesSlides/notesSlide1720.xml" ContentType="application/vnd.openxmlformats-officedocument.presentationml.notesSlide+xml"/>
  <Override PartName="/ppt/notesSlides/notesSlide1721.xml" ContentType="application/vnd.openxmlformats-officedocument.presentationml.notesSlide+xml"/>
  <Override PartName="/ppt/notesSlides/notesSlide1722.xml" ContentType="application/vnd.openxmlformats-officedocument.presentationml.notesSlide+xml"/>
  <Override PartName="/ppt/notesSlides/notesSlide1723.xml" ContentType="application/vnd.openxmlformats-officedocument.presentationml.notesSlide+xml"/>
  <Override PartName="/ppt/notesSlides/notesSlide1724.xml" ContentType="application/vnd.openxmlformats-officedocument.presentationml.notesSlide+xml"/>
  <Override PartName="/ppt/notesSlides/notesSlide1725.xml" ContentType="application/vnd.openxmlformats-officedocument.presentationml.notesSlide+xml"/>
  <Override PartName="/ppt/notesSlides/notesSlide1726.xml" ContentType="application/vnd.openxmlformats-officedocument.presentationml.notesSlide+xml"/>
  <Override PartName="/ppt/notesSlides/notesSlide1727.xml" ContentType="application/vnd.openxmlformats-officedocument.presentationml.notesSlide+xml"/>
  <Override PartName="/ppt/notesSlides/notesSlide1728.xml" ContentType="application/vnd.openxmlformats-officedocument.presentationml.notesSlide+xml"/>
  <Override PartName="/ppt/notesSlides/notesSlide1729.xml" ContentType="application/vnd.openxmlformats-officedocument.presentationml.notesSlide+xml"/>
  <Override PartName="/ppt/notesSlides/notesSlide173.xml" ContentType="application/vnd.openxmlformats-officedocument.presentationml.notesSlide+xml"/>
  <Override PartName="/ppt/notesSlides/notesSlide1730.xml" ContentType="application/vnd.openxmlformats-officedocument.presentationml.notesSlide+xml"/>
  <Override PartName="/ppt/notesSlides/notesSlide1731.xml" ContentType="application/vnd.openxmlformats-officedocument.presentationml.notesSlide+xml"/>
  <Override PartName="/ppt/notesSlides/notesSlide1732.xml" ContentType="application/vnd.openxmlformats-officedocument.presentationml.notesSlide+xml"/>
  <Override PartName="/ppt/notesSlides/notesSlide1733.xml" ContentType="application/vnd.openxmlformats-officedocument.presentationml.notesSlide+xml"/>
  <Override PartName="/ppt/notesSlides/notesSlide1734.xml" ContentType="application/vnd.openxmlformats-officedocument.presentationml.notesSlide+xml"/>
  <Override PartName="/ppt/notesSlides/notesSlide1735.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9.xml" ContentType="application/vnd.openxmlformats-officedocument.presentationml.notesSlide+xml"/>
  <Override PartName="/ppt/notesSlides/notesSlide4.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9.xml" ContentType="application/vnd.openxmlformats-officedocument.presentationml.notesSlide+xml"/>
  <Override PartName="/ppt/notesSlides/notesSlide49.xml" ContentType="application/vnd.openxmlformats-officedocument.presentationml.notesSlide+xml"/>
  <Override PartName="/ppt/notesSlides/notesSlide490.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9.xml" ContentType="application/vnd.openxmlformats-officedocument.presentationml.notesSlide+xml"/>
  <Override PartName="/ppt/notesSlides/notesSlide55.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3.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3.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xml" ContentType="application/vnd.openxmlformats-officedocument.presentationml.notesSlide+xml"/>
  <Override PartName="/ppt/notesSlides/notesSlide630.xml" ContentType="application/vnd.openxmlformats-officedocument.presentationml.notesSlide+xml"/>
  <Override PartName="/ppt/notesSlides/notesSlide632.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xml" ContentType="application/vnd.openxmlformats-officedocument.presentationml.notesSlide+xml"/>
  <Override PartName="/ppt/notesSlides/notesSlide650.xml" ContentType="application/vnd.openxmlformats-officedocument.presentationml.notesSlide+xml"/>
  <Override PartName="/ppt/notesSlides/notesSlide652.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xml" ContentType="application/vnd.openxmlformats-officedocument.presentationml.notesSlide+xml"/>
  <Override PartName="/ppt/notesSlides/notesSlide661.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xml" ContentType="application/vnd.openxmlformats-officedocument.presentationml.notesSlide+xml"/>
  <Override PartName="/ppt/notesSlides/notesSlide681.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9.xml" ContentType="application/vnd.openxmlformats-officedocument.presentationml.notesSlide+xml"/>
  <Override PartName="/ppt/notesSlides/notesSlide690.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1.xml" ContentType="application/vnd.openxmlformats-officedocument.presentationml.notesSlide+xml"/>
  <Override PartName="/ppt/notesSlides/notesSlide710.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9.xml" ContentType="application/vnd.openxmlformats-officedocument.presentationml.notesSlide+xml"/>
  <Override PartName="/ppt/notesSlides/notesSlide72.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9.xml" ContentType="application/vnd.openxmlformats-officedocument.presentationml.notesSlide+xml"/>
  <Override PartName="/ppt/notesSlides/notesSlide74.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8.xml" ContentType="application/vnd.openxmlformats-officedocument.presentationml.notesSlide+xml"/>
  <Override PartName="/ppt/notesSlides/notesSlide75.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8.xml" ContentType="application/vnd.openxmlformats-officedocument.presentationml.notesSlide+xml"/>
  <Override PartName="/ppt/notesSlides/notesSlide77.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7.xml" ContentType="application/vnd.openxmlformats-officedocument.presentationml.notesSlide+xml"/>
  <Override PartName="/ppt/notesSlides/notesSlide779.xml" ContentType="application/vnd.openxmlformats-officedocument.presentationml.notesSlide+xml"/>
  <Override PartName="/ppt/notesSlides/notesSlide78.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7.xml" ContentType="application/vnd.openxmlformats-officedocument.presentationml.notesSlide+xml"/>
  <Override PartName="/ppt/notesSlides/notesSlide79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6.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6.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5.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5.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4.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4.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3.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3.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xml" ContentType="application/vnd.openxmlformats-officedocument.presentationml.notesSlide+xml"/>
  <Override PartName="/ppt/notesSlides/notesSlide920.xml" ContentType="application/vnd.openxmlformats-officedocument.presentationml.notesSlide+xml"/>
  <Override PartName="/ppt/notesSlides/notesSlide922.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xml" ContentType="application/vnd.openxmlformats-officedocument.presentationml.notesSlide+xml"/>
  <Override PartName="/ppt/notesSlides/notesSlide940.xml" ContentType="application/vnd.openxmlformats-officedocument.presentationml.notesSlide+xml"/>
  <Override PartName="/ppt/notesSlides/notesSlide942.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xml" ContentType="application/vnd.openxmlformats-officedocument.presentationml.notesSlide+xml"/>
  <Override PartName="/ppt/notesSlides/notesSlide951.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xml" ContentType="application/vnd.openxmlformats-officedocument.presentationml.notesSlide+xml"/>
  <Override PartName="/ppt/notesSlides/notesSlide971.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8.xml" ContentType="application/vnd.openxmlformats-officedocument.presentationml.notesSlide+xml"/>
  <Override PartName="/ppt/notesSlides/notesSlide980.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117" r:id="rId1869"/>
    <p:sldId id="2109" r:id="rId1861"/>
    <p:sldId id="2110" r:id="rId1862"/>
    <p:sldId id="2111" r:id="rId1863"/>
    <p:sldId id="2112" r:id="rId1864"/>
    <p:sldId id="2113" r:id="rId1865"/>
    <p:sldId id="2114" r:id="rId1866"/>
    <p:sldId id="2115" r:id="rId1867"/>
    <p:sldId id="2116" r:id="rId1868"/>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3" r:id="rId45"/>
    <p:sldId id="294" r:id="rId46"/>
    <p:sldId id="297" r:id="rId49"/>
    <p:sldId id="298" r:id="rId50"/>
    <p:sldId id="299" r:id="rId51"/>
    <p:sldId id="300" r:id="rId52"/>
    <p:sldId id="301" r:id="rId53"/>
    <p:sldId id="302" r:id="rId54"/>
    <p:sldId id="303" r:id="rId55"/>
    <p:sldId id="305" r:id="rId57"/>
    <p:sldId id="306" r:id="rId58"/>
    <p:sldId id="308" r:id="rId60"/>
    <p:sldId id="309" r:id="rId61"/>
    <p:sldId id="310" r:id="rId62"/>
    <p:sldId id="311" r:id="rId63"/>
    <p:sldId id="312" r:id="rId64"/>
    <p:sldId id="314" r:id="rId66"/>
    <p:sldId id="315" r:id="rId67"/>
    <p:sldId id="317" r:id="rId69"/>
    <p:sldId id="318" r:id="rId70"/>
    <p:sldId id="319" r:id="rId71"/>
    <p:sldId id="320" r:id="rId72"/>
    <p:sldId id="321" r:id="rId73"/>
    <p:sldId id="322" r:id="rId74"/>
    <p:sldId id="323" r:id="rId75"/>
    <p:sldId id="325" r:id="rId77"/>
    <p:sldId id="326" r:id="rId78"/>
    <p:sldId id="328" r:id="rId80"/>
    <p:sldId id="329" r:id="rId81"/>
    <p:sldId id="330" r:id="rId82"/>
    <p:sldId id="331" r:id="rId83"/>
    <p:sldId id="332" r:id="rId84"/>
    <p:sldId id="333" r:id="rId85"/>
    <p:sldId id="335" r:id="rId87"/>
    <p:sldId id="336" r:id="rId88"/>
    <p:sldId id="338" r:id="rId90"/>
    <p:sldId id="339" r:id="rId91"/>
    <p:sldId id="340" r:id="rId92"/>
    <p:sldId id="341" r:id="rId93"/>
    <p:sldId id="342" r:id="rId94"/>
    <p:sldId id="343" r:id="rId95"/>
    <p:sldId id="345" r:id="rId97"/>
    <p:sldId id="346" r:id="rId98"/>
    <p:sldId id="348" r:id="rId100"/>
    <p:sldId id="349" r:id="rId101"/>
    <p:sldId id="350" r:id="rId102"/>
    <p:sldId id="351" r:id="rId103"/>
    <p:sldId id="352" r:id="rId104"/>
    <p:sldId id="354" r:id="rId106"/>
    <p:sldId id="355" r:id="rId107"/>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7" r:id="rId139"/>
    <p:sldId id="388" r:id="rId140"/>
    <p:sldId id="391" r:id="rId143"/>
    <p:sldId id="392" r:id="rId144"/>
    <p:sldId id="393" r:id="rId145"/>
    <p:sldId id="394" r:id="rId146"/>
    <p:sldId id="395" r:id="rId147"/>
    <p:sldId id="396" r:id="rId148"/>
    <p:sldId id="397" r:id="rId149"/>
    <p:sldId id="399" r:id="rId151"/>
    <p:sldId id="400" r:id="rId152"/>
    <p:sldId id="402" r:id="rId154"/>
    <p:sldId id="403" r:id="rId155"/>
    <p:sldId id="404" r:id="rId156"/>
    <p:sldId id="405" r:id="rId157"/>
    <p:sldId id="406" r:id="rId158"/>
    <p:sldId id="408" r:id="rId160"/>
    <p:sldId id="409" r:id="rId161"/>
    <p:sldId id="411" r:id="rId163"/>
    <p:sldId id="412" r:id="rId164"/>
    <p:sldId id="413" r:id="rId165"/>
    <p:sldId id="414" r:id="rId166"/>
    <p:sldId id="415" r:id="rId167"/>
    <p:sldId id="416" r:id="rId168"/>
    <p:sldId id="417" r:id="rId169"/>
    <p:sldId id="419" r:id="rId171"/>
    <p:sldId id="420" r:id="rId172"/>
    <p:sldId id="422" r:id="rId174"/>
    <p:sldId id="423" r:id="rId175"/>
    <p:sldId id="424" r:id="rId176"/>
    <p:sldId id="425" r:id="rId177"/>
    <p:sldId id="426" r:id="rId178"/>
    <p:sldId id="427" r:id="rId179"/>
    <p:sldId id="429" r:id="rId181"/>
    <p:sldId id="430" r:id="rId182"/>
    <p:sldId id="432" r:id="rId184"/>
    <p:sldId id="433" r:id="rId185"/>
    <p:sldId id="434" r:id="rId186"/>
    <p:sldId id="435" r:id="rId187"/>
    <p:sldId id="436" r:id="rId188"/>
    <p:sldId id="437" r:id="rId189"/>
    <p:sldId id="439" r:id="rId191"/>
    <p:sldId id="440" r:id="rId192"/>
    <p:sldId id="442" r:id="rId194"/>
    <p:sldId id="443" r:id="rId195"/>
    <p:sldId id="444" r:id="rId196"/>
    <p:sldId id="445" r:id="rId197"/>
    <p:sldId id="446" r:id="rId198"/>
    <p:sldId id="448" r:id="rId200"/>
    <p:sldId id="449" r:id="rId201"/>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1" r:id="rId233"/>
    <p:sldId id="482" r:id="rId234"/>
    <p:sldId id="485" r:id="rId237"/>
    <p:sldId id="486" r:id="rId238"/>
    <p:sldId id="487" r:id="rId239"/>
    <p:sldId id="488" r:id="rId240"/>
    <p:sldId id="489" r:id="rId241"/>
    <p:sldId id="490" r:id="rId242"/>
    <p:sldId id="491" r:id="rId243"/>
    <p:sldId id="493" r:id="rId245"/>
    <p:sldId id="494" r:id="rId246"/>
    <p:sldId id="496" r:id="rId248"/>
    <p:sldId id="497" r:id="rId249"/>
    <p:sldId id="498" r:id="rId250"/>
    <p:sldId id="499" r:id="rId251"/>
    <p:sldId id="500" r:id="rId252"/>
    <p:sldId id="502" r:id="rId254"/>
    <p:sldId id="503" r:id="rId255"/>
    <p:sldId id="505" r:id="rId257"/>
    <p:sldId id="506" r:id="rId258"/>
    <p:sldId id="507" r:id="rId259"/>
    <p:sldId id="508" r:id="rId260"/>
    <p:sldId id="509" r:id="rId261"/>
    <p:sldId id="510" r:id="rId262"/>
    <p:sldId id="511" r:id="rId263"/>
    <p:sldId id="513" r:id="rId265"/>
    <p:sldId id="514" r:id="rId266"/>
    <p:sldId id="516" r:id="rId268"/>
    <p:sldId id="517" r:id="rId269"/>
    <p:sldId id="518" r:id="rId270"/>
    <p:sldId id="519" r:id="rId271"/>
    <p:sldId id="520" r:id="rId272"/>
    <p:sldId id="521" r:id="rId273"/>
    <p:sldId id="523" r:id="rId275"/>
    <p:sldId id="524" r:id="rId276"/>
    <p:sldId id="526" r:id="rId278"/>
    <p:sldId id="527" r:id="rId279"/>
    <p:sldId id="528" r:id="rId280"/>
    <p:sldId id="529" r:id="rId281"/>
    <p:sldId id="530" r:id="rId282"/>
    <p:sldId id="531" r:id="rId283"/>
    <p:sldId id="533" r:id="rId285"/>
    <p:sldId id="534" r:id="rId286"/>
    <p:sldId id="536" r:id="rId288"/>
    <p:sldId id="537" r:id="rId289"/>
    <p:sldId id="538" r:id="rId290"/>
    <p:sldId id="539" r:id="rId291"/>
    <p:sldId id="540" r:id="rId292"/>
    <p:sldId id="542" r:id="rId294"/>
    <p:sldId id="543" r:id="rId295"/>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6" r:id="rId328"/>
    <p:sldId id="577" r:id="rId329"/>
    <p:sldId id="580" r:id="rId332"/>
    <p:sldId id="581" r:id="rId333"/>
    <p:sldId id="582" r:id="rId334"/>
    <p:sldId id="583" r:id="rId335"/>
    <p:sldId id="584" r:id="rId336"/>
    <p:sldId id="585" r:id="rId337"/>
    <p:sldId id="586" r:id="rId338"/>
    <p:sldId id="588" r:id="rId340"/>
    <p:sldId id="589" r:id="rId341"/>
    <p:sldId id="591" r:id="rId343"/>
    <p:sldId id="592" r:id="rId344"/>
    <p:sldId id="593" r:id="rId345"/>
    <p:sldId id="594" r:id="rId346"/>
    <p:sldId id="595" r:id="rId347"/>
    <p:sldId id="597" r:id="rId349"/>
    <p:sldId id="598" r:id="rId350"/>
    <p:sldId id="600" r:id="rId352"/>
    <p:sldId id="601" r:id="rId353"/>
    <p:sldId id="602" r:id="rId354"/>
    <p:sldId id="603" r:id="rId355"/>
    <p:sldId id="604" r:id="rId356"/>
    <p:sldId id="605" r:id="rId357"/>
    <p:sldId id="606" r:id="rId358"/>
    <p:sldId id="608" r:id="rId360"/>
    <p:sldId id="609" r:id="rId361"/>
    <p:sldId id="611" r:id="rId363"/>
    <p:sldId id="612" r:id="rId364"/>
    <p:sldId id="613" r:id="rId365"/>
    <p:sldId id="614" r:id="rId366"/>
    <p:sldId id="615" r:id="rId367"/>
    <p:sldId id="616" r:id="rId368"/>
    <p:sldId id="618" r:id="rId370"/>
    <p:sldId id="619" r:id="rId371"/>
    <p:sldId id="621" r:id="rId373"/>
    <p:sldId id="622" r:id="rId374"/>
    <p:sldId id="623" r:id="rId375"/>
    <p:sldId id="624" r:id="rId376"/>
    <p:sldId id="625" r:id="rId377"/>
    <p:sldId id="626" r:id="rId378"/>
    <p:sldId id="628" r:id="rId380"/>
    <p:sldId id="629" r:id="rId381"/>
    <p:sldId id="631" r:id="rId383"/>
    <p:sldId id="632" r:id="rId384"/>
    <p:sldId id="633" r:id="rId385"/>
    <p:sldId id="634" r:id="rId386"/>
    <p:sldId id="635" r:id="rId387"/>
    <p:sldId id="637" r:id="rId389"/>
    <p:sldId id="638" r:id="rId390"/>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70" r:id="rId422"/>
    <p:sldId id="671" r:id="rId423"/>
    <p:sldId id="674" r:id="rId426"/>
    <p:sldId id="675" r:id="rId427"/>
    <p:sldId id="676" r:id="rId428"/>
    <p:sldId id="677" r:id="rId429"/>
    <p:sldId id="678" r:id="rId430"/>
    <p:sldId id="679" r:id="rId431"/>
    <p:sldId id="680" r:id="rId432"/>
    <p:sldId id="682" r:id="rId434"/>
    <p:sldId id="683" r:id="rId435"/>
    <p:sldId id="685" r:id="rId437"/>
    <p:sldId id="686" r:id="rId438"/>
    <p:sldId id="687" r:id="rId439"/>
    <p:sldId id="688" r:id="rId440"/>
    <p:sldId id="689" r:id="rId441"/>
    <p:sldId id="691" r:id="rId443"/>
    <p:sldId id="692" r:id="rId444"/>
    <p:sldId id="694" r:id="rId446"/>
    <p:sldId id="695" r:id="rId447"/>
    <p:sldId id="696" r:id="rId448"/>
    <p:sldId id="697" r:id="rId449"/>
    <p:sldId id="698" r:id="rId450"/>
    <p:sldId id="699" r:id="rId451"/>
    <p:sldId id="700" r:id="rId452"/>
    <p:sldId id="702" r:id="rId454"/>
    <p:sldId id="703" r:id="rId455"/>
    <p:sldId id="705" r:id="rId457"/>
    <p:sldId id="706" r:id="rId458"/>
    <p:sldId id="707" r:id="rId459"/>
    <p:sldId id="708" r:id="rId460"/>
    <p:sldId id="709" r:id="rId461"/>
    <p:sldId id="710" r:id="rId462"/>
    <p:sldId id="712" r:id="rId464"/>
    <p:sldId id="713" r:id="rId465"/>
    <p:sldId id="715" r:id="rId467"/>
    <p:sldId id="716" r:id="rId468"/>
    <p:sldId id="717" r:id="rId469"/>
    <p:sldId id="718" r:id="rId470"/>
    <p:sldId id="719" r:id="rId471"/>
    <p:sldId id="720" r:id="rId472"/>
    <p:sldId id="722" r:id="rId474"/>
    <p:sldId id="723" r:id="rId475"/>
    <p:sldId id="725" r:id="rId477"/>
    <p:sldId id="726" r:id="rId478"/>
    <p:sldId id="727" r:id="rId479"/>
    <p:sldId id="728" r:id="rId480"/>
    <p:sldId id="729" r:id="rId481"/>
    <p:sldId id="731" r:id="rId483"/>
    <p:sldId id="732" r:id="rId484"/>
    <p:sldId id="735" r:id="rId487"/>
    <p:sldId id="736" r:id="rId488"/>
    <p:sldId id="737" r:id="rId489"/>
    <p:sldId id="738" r:id="rId490"/>
    <p:sldId id="739" r:id="rId491"/>
    <p:sldId id="740" r:id="rId492"/>
    <p:sldId id="741" r:id="rId493"/>
    <p:sldId id="742" r:id="rId494"/>
    <p:sldId id="743" r:id="rId495"/>
    <p:sldId id="744" r:id="rId496"/>
    <p:sldId id="745" r:id="rId497"/>
    <p:sldId id="746" r:id="rId498"/>
    <p:sldId id="747" r:id="rId499"/>
    <p:sldId id="748" r:id="rId500"/>
    <p:sldId id="749" r:id="rId501"/>
    <p:sldId id="750" r:id="rId502"/>
    <p:sldId id="751" r:id="rId503"/>
    <p:sldId id="752" r:id="rId504"/>
    <p:sldId id="753" r:id="rId505"/>
    <p:sldId id="754" r:id="rId506"/>
    <p:sldId id="755" r:id="rId507"/>
    <p:sldId id="756" r:id="rId508"/>
    <p:sldId id="757" r:id="rId509"/>
    <p:sldId id="758" r:id="rId510"/>
    <p:sldId id="759" r:id="rId511"/>
    <p:sldId id="760" r:id="rId512"/>
    <p:sldId id="761" r:id="rId513"/>
    <p:sldId id="762" r:id="rId514"/>
    <p:sldId id="764" r:id="rId516"/>
    <p:sldId id="765" r:id="rId517"/>
    <p:sldId id="768" r:id="rId520"/>
    <p:sldId id="769" r:id="rId521"/>
    <p:sldId id="770" r:id="rId522"/>
    <p:sldId id="771" r:id="rId523"/>
    <p:sldId id="772" r:id="rId524"/>
    <p:sldId id="773" r:id="rId525"/>
    <p:sldId id="774" r:id="rId526"/>
    <p:sldId id="776" r:id="rId528"/>
    <p:sldId id="777" r:id="rId529"/>
    <p:sldId id="779" r:id="rId531"/>
    <p:sldId id="780" r:id="rId532"/>
    <p:sldId id="781" r:id="rId533"/>
    <p:sldId id="782" r:id="rId534"/>
    <p:sldId id="783" r:id="rId535"/>
    <p:sldId id="785" r:id="rId537"/>
    <p:sldId id="786" r:id="rId538"/>
    <p:sldId id="788" r:id="rId540"/>
    <p:sldId id="789" r:id="rId541"/>
    <p:sldId id="790" r:id="rId542"/>
    <p:sldId id="791" r:id="rId543"/>
    <p:sldId id="792" r:id="rId544"/>
    <p:sldId id="793" r:id="rId545"/>
    <p:sldId id="794" r:id="rId546"/>
    <p:sldId id="796" r:id="rId548"/>
    <p:sldId id="797" r:id="rId549"/>
    <p:sldId id="799" r:id="rId551"/>
    <p:sldId id="800" r:id="rId552"/>
    <p:sldId id="801" r:id="rId553"/>
    <p:sldId id="802" r:id="rId554"/>
    <p:sldId id="803" r:id="rId555"/>
    <p:sldId id="804" r:id="rId556"/>
    <p:sldId id="806" r:id="rId558"/>
    <p:sldId id="807" r:id="rId559"/>
    <p:sldId id="809" r:id="rId561"/>
    <p:sldId id="810" r:id="rId562"/>
    <p:sldId id="811" r:id="rId563"/>
    <p:sldId id="812" r:id="rId564"/>
    <p:sldId id="813" r:id="rId565"/>
    <p:sldId id="814" r:id="rId566"/>
    <p:sldId id="816" r:id="rId568"/>
    <p:sldId id="817" r:id="rId569"/>
    <p:sldId id="819" r:id="rId571"/>
    <p:sldId id="820" r:id="rId572"/>
    <p:sldId id="821" r:id="rId573"/>
    <p:sldId id="822" r:id="rId574"/>
    <p:sldId id="823" r:id="rId575"/>
    <p:sldId id="825" r:id="rId577"/>
    <p:sldId id="826" r:id="rId578"/>
    <p:sldId id="829" r:id="rId581"/>
    <p:sldId id="830" r:id="rId582"/>
    <p:sldId id="831" r:id="rId583"/>
    <p:sldId id="832" r:id="rId584"/>
    <p:sldId id="833" r:id="rId585"/>
    <p:sldId id="834" r:id="rId586"/>
    <p:sldId id="835" r:id="rId587"/>
    <p:sldId id="836" r:id="rId588"/>
    <p:sldId id="837" r:id="rId589"/>
    <p:sldId id="838" r:id="rId590"/>
    <p:sldId id="839" r:id="rId591"/>
    <p:sldId id="840" r:id="rId592"/>
    <p:sldId id="841" r:id="rId593"/>
    <p:sldId id="842" r:id="rId594"/>
    <p:sldId id="843" r:id="rId595"/>
    <p:sldId id="844" r:id="rId596"/>
    <p:sldId id="845" r:id="rId597"/>
    <p:sldId id="846" r:id="rId598"/>
    <p:sldId id="847" r:id="rId599"/>
    <p:sldId id="848" r:id="rId600"/>
    <p:sldId id="849" r:id="rId601"/>
    <p:sldId id="850" r:id="rId602"/>
    <p:sldId id="851" r:id="rId603"/>
    <p:sldId id="852" r:id="rId604"/>
    <p:sldId id="853" r:id="rId605"/>
    <p:sldId id="854" r:id="rId606"/>
    <p:sldId id="855" r:id="rId607"/>
    <p:sldId id="856" r:id="rId608"/>
    <p:sldId id="858" r:id="rId610"/>
    <p:sldId id="859" r:id="rId611"/>
    <p:sldId id="862" r:id="rId614"/>
    <p:sldId id="863" r:id="rId615"/>
    <p:sldId id="864" r:id="rId616"/>
    <p:sldId id="865" r:id="rId617"/>
    <p:sldId id="866" r:id="rId618"/>
    <p:sldId id="867" r:id="rId619"/>
    <p:sldId id="868" r:id="rId620"/>
    <p:sldId id="870" r:id="rId622"/>
    <p:sldId id="871" r:id="rId623"/>
    <p:sldId id="873" r:id="rId625"/>
    <p:sldId id="874" r:id="rId626"/>
    <p:sldId id="875" r:id="rId627"/>
    <p:sldId id="876" r:id="rId628"/>
    <p:sldId id="877" r:id="rId629"/>
    <p:sldId id="879" r:id="rId631"/>
    <p:sldId id="880" r:id="rId632"/>
    <p:sldId id="882" r:id="rId634"/>
    <p:sldId id="883" r:id="rId635"/>
    <p:sldId id="884" r:id="rId636"/>
    <p:sldId id="885" r:id="rId637"/>
    <p:sldId id="886" r:id="rId638"/>
    <p:sldId id="887" r:id="rId639"/>
    <p:sldId id="888" r:id="rId640"/>
    <p:sldId id="890" r:id="rId642"/>
    <p:sldId id="891" r:id="rId643"/>
    <p:sldId id="893" r:id="rId645"/>
    <p:sldId id="894" r:id="rId646"/>
    <p:sldId id="895" r:id="rId647"/>
    <p:sldId id="896" r:id="rId648"/>
    <p:sldId id="897" r:id="rId649"/>
    <p:sldId id="898" r:id="rId650"/>
    <p:sldId id="900" r:id="rId652"/>
    <p:sldId id="901" r:id="rId653"/>
    <p:sldId id="903" r:id="rId655"/>
    <p:sldId id="904" r:id="rId656"/>
    <p:sldId id="905" r:id="rId657"/>
    <p:sldId id="906" r:id="rId658"/>
    <p:sldId id="907" r:id="rId659"/>
    <p:sldId id="908" r:id="rId660"/>
    <p:sldId id="910" r:id="rId662"/>
    <p:sldId id="911" r:id="rId663"/>
    <p:sldId id="913" r:id="rId665"/>
    <p:sldId id="914" r:id="rId666"/>
    <p:sldId id="915" r:id="rId667"/>
    <p:sldId id="916" r:id="rId668"/>
    <p:sldId id="917" r:id="rId669"/>
    <p:sldId id="919" r:id="rId671"/>
    <p:sldId id="920" r:id="rId672"/>
    <p:sldId id="923" r:id="rId675"/>
    <p:sldId id="924" r:id="rId676"/>
    <p:sldId id="925" r:id="rId677"/>
    <p:sldId id="926" r:id="rId678"/>
    <p:sldId id="927" r:id="rId679"/>
    <p:sldId id="928" r:id="rId680"/>
    <p:sldId id="929" r:id="rId681"/>
    <p:sldId id="930" r:id="rId682"/>
    <p:sldId id="931" r:id="rId683"/>
    <p:sldId id="932" r:id="rId684"/>
    <p:sldId id="933" r:id="rId685"/>
    <p:sldId id="934" r:id="rId686"/>
    <p:sldId id="936" r:id="rId688"/>
    <p:sldId id="938" r:id="rId690"/>
    <p:sldId id="939" r:id="rId691"/>
    <p:sldId id="940" r:id="rId692"/>
    <p:sldId id="941" r:id="rId693"/>
    <p:sldId id="942" r:id="rId694"/>
    <p:sldId id="943" r:id="rId695"/>
    <p:sldId id="944" r:id="rId696"/>
    <p:sldId id="945" r:id="rId697"/>
    <p:sldId id="946" r:id="rId698"/>
    <p:sldId id="947" r:id="rId699"/>
    <p:sldId id="948" r:id="rId700"/>
    <p:sldId id="949" r:id="rId701"/>
    <p:sldId id="950" r:id="rId702"/>
    <p:sldId id="951" r:id="rId703"/>
    <p:sldId id="952" r:id="rId704"/>
    <p:sldId id="953" r:id="rId705"/>
    <p:sldId id="954" r:id="rId706"/>
    <p:sldId id="955" r:id="rId707"/>
    <p:sldId id="956" r:id="rId708"/>
    <p:sldId id="957" r:id="rId709"/>
    <p:sldId id="958" r:id="rId710"/>
    <p:sldId id="959" r:id="rId711"/>
    <p:sldId id="960" r:id="rId712"/>
    <p:sldId id="962" r:id="rId714"/>
    <p:sldId id="964" r:id="rId716"/>
    <p:sldId id="965" r:id="rId717"/>
    <p:sldId id="966" r:id="rId718"/>
    <p:sldId id="967" r:id="rId719"/>
    <p:sldId id="968" r:id="rId720"/>
    <p:sldId id="969" r:id="rId721"/>
    <p:sldId id="970" r:id="rId722"/>
    <p:sldId id="972" r:id="rId724"/>
    <p:sldId id="974" r:id="rId726"/>
    <p:sldId id="975" r:id="rId727"/>
    <p:sldId id="976" r:id="rId728"/>
    <p:sldId id="977" r:id="rId729"/>
    <p:sldId id="978" r:id="rId730"/>
    <p:sldId id="979" r:id="rId731"/>
    <p:sldId id="980" r:id="rId732"/>
    <p:sldId id="981" r:id="rId733"/>
    <p:sldId id="982" r:id="rId734"/>
    <p:sldId id="983" r:id="rId735"/>
    <p:sldId id="984" r:id="rId736"/>
    <p:sldId id="985" r:id="rId737"/>
    <p:sldId id="986" r:id="rId738"/>
    <p:sldId id="987" r:id="rId739"/>
    <p:sldId id="988" r:id="rId740"/>
    <p:sldId id="989" r:id="rId741"/>
    <p:sldId id="990" r:id="rId742"/>
    <p:sldId id="992" r:id="rId744"/>
    <p:sldId id="994" r:id="rId746"/>
    <p:sldId id="995" r:id="rId747"/>
    <p:sldId id="996" r:id="rId748"/>
    <p:sldId id="997" r:id="rId749"/>
    <p:sldId id="998" r:id="rId750"/>
    <p:sldId id="999" r:id="rId751"/>
    <p:sldId id="1000" r:id="rId752"/>
    <p:sldId id="1002" r:id="rId754"/>
    <p:sldId id="1004" r:id="rId756"/>
    <p:sldId id="1005" r:id="rId757"/>
    <p:sldId id="1006" r:id="rId758"/>
    <p:sldId id="1007" r:id="rId759"/>
    <p:sldId id="1008" r:id="rId760"/>
    <p:sldId id="1009" r:id="rId761"/>
    <p:sldId id="1010" r:id="rId762"/>
    <p:sldId id="1011" r:id="rId763"/>
    <p:sldId id="1012" r:id="rId764"/>
    <p:sldId id="1013" r:id="rId765"/>
    <p:sldId id="1014" r:id="rId766"/>
    <p:sldId id="1015" r:id="rId767"/>
    <p:sldId id="1016" r:id="rId768"/>
    <p:sldId id="1017" r:id="rId769"/>
    <p:sldId id="1018" r:id="rId770"/>
    <p:sldId id="1019" r:id="rId771"/>
    <p:sldId id="1020" r:id="rId772"/>
    <p:sldId id="1022" r:id="rId774"/>
    <p:sldId id="1024" r:id="rId776"/>
    <p:sldId id="1025" r:id="rId777"/>
    <p:sldId id="1026" r:id="rId778"/>
    <p:sldId id="1027" r:id="rId779"/>
    <p:sldId id="1028" r:id="rId780"/>
    <p:sldId id="1029" r:id="rId781"/>
    <p:sldId id="1030" r:id="rId782"/>
    <p:sldId id="1032" r:id="rId784"/>
    <p:sldId id="1034" r:id="rId786"/>
    <p:sldId id="1035" r:id="rId787"/>
    <p:sldId id="1036" r:id="rId788"/>
    <p:sldId id="1037" r:id="rId789"/>
    <p:sldId id="1038" r:id="rId790"/>
    <p:sldId id="1039" r:id="rId791"/>
    <p:sldId id="1040" r:id="rId792"/>
    <p:sldId id="1041" r:id="rId793"/>
    <p:sldId id="1042" r:id="rId794"/>
    <p:sldId id="1043" r:id="rId795"/>
    <p:sldId id="1044" r:id="rId796"/>
    <p:sldId id="1045" r:id="rId797"/>
    <p:sldId id="1046" r:id="rId798"/>
    <p:sldId id="1047" r:id="rId799"/>
    <p:sldId id="1048" r:id="rId800"/>
    <p:sldId id="1049" r:id="rId801"/>
    <p:sldId id="1050" r:id="rId802"/>
    <p:sldId id="1052" r:id="rId804"/>
    <p:sldId id="1054" r:id="rId806"/>
    <p:sldId id="1055" r:id="rId807"/>
    <p:sldId id="1056" r:id="rId808"/>
    <p:sldId id="1057" r:id="rId809"/>
    <p:sldId id="1058" r:id="rId810"/>
    <p:sldId id="1059" r:id="rId811"/>
    <p:sldId id="1060" r:id="rId812"/>
    <p:sldId id="1062" r:id="rId814"/>
    <p:sldId id="1064" r:id="rId816"/>
    <p:sldId id="1065" r:id="rId817"/>
    <p:sldId id="1066" r:id="rId818"/>
    <p:sldId id="1067" r:id="rId819"/>
    <p:sldId id="1068" r:id="rId820"/>
    <p:sldId id="1069" r:id="rId821"/>
    <p:sldId id="1070" r:id="rId822"/>
    <p:sldId id="1071" r:id="rId823"/>
    <p:sldId id="1072" r:id="rId824"/>
    <p:sldId id="1073" r:id="rId825"/>
    <p:sldId id="1074" r:id="rId826"/>
    <p:sldId id="1075" r:id="rId827"/>
    <p:sldId id="1076" r:id="rId828"/>
    <p:sldId id="1077" r:id="rId829"/>
    <p:sldId id="1078" r:id="rId830"/>
    <p:sldId id="1079" r:id="rId831"/>
    <p:sldId id="1080" r:id="rId832"/>
    <p:sldId id="1082" r:id="rId834"/>
    <p:sldId id="1084" r:id="rId836"/>
    <p:sldId id="1085" r:id="rId837"/>
    <p:sldId id="1086" r:id="rId838"/>
    <p:sldId id="1087" r:id="rId839"/>
    <p:sldId id="1088" r:id="rId840"/>
    <p:sldId id="1089" r:id="rId841"/>
    <p:sldId id="1090" r:id="rId842"/>
    <p:sldId id="1092" r:id="rId844"/>
    <p:sldId id="1094" r:id="rId846"/>
    <p:sldId id="1095" r:id="rId847"/>
    <p:sldId id="1096" r:id="rId848"/>
    <p:sldId id="1097" r:id="rId849"/>
    <p:sldId id="1098" r:id="rId850"/>
    <p:sldId id="1099" r:id="rId851"/>
    <p:sldId id="1100" r:id="rId852"/>
    <p:sldId id="1101" r:id="rId853"/>
    <p:sldId id="1102" r:id="rId854"/>
    <p:sldId id="1103" r:id="rId855"/>
    <p:sldId id="1104" r:id="rId856"/>
    <p:sldId id="1105" r:id="rId857"/>
    <p:sldId id="1106" r:id="rId858"/>
    <p:sldId id="1107" r:id="rId859"/>
    <p:sldId id="1108" r:id="rId860"/>
    <p:sldId id="1109" r:id="rId861"/>
    <p:sldId id="1110" r:id="rId862"/>
    <p:sldId id="1112" r:id="rId864"/>
    <p:sldId id="1114" r:id="rId866"/>
    <p:sldId id="1115" r:id="rId867"/>
    <p:sldId id="1116" r:id="rId868"/>
    <p:sldId id="1117" r:id="rId869"/>
    <p:sldId id="1118" r:id="rId870"/>
    <p:sldId id="1119" r:id="rId871"/>
    <p:sldId id="1120" r:id="rId872"/>
    <p:sldId id="1122" r:id="rId874"/>
    <p:sldId id="1124" r:id="rId876"/>
    <p:sldId id="1125" r:id="rId877"/>
    <p:sldId id="1126" r:id="rId878"/>
    <p:sldId id="1127" r:id="rId879"/>
    <p:sldId id="1128" r:id="rId880"/>
    <p:sldId id="1129" r:id="rId881"/>
    <p:sldId id="1130" r:id="rId882"/>
    <p:sldId id="1131" r:id="rId883"/>
    <p:sldId id="1132" r:id="rId884"/>
    <p:sldId id="1133" r:id="rId885"/>
    <p:sldId id="1134" r:id="rId886"/>
    <p:sldId id="1135" r:id="rId887"/>
    <p:sldId id="1136" r:id="rId888"/>
    <p:sldId id="1137" r:id="rId889"/>
    <p:sldId id="1138" r:id="rId890"/>
    <p:sldId id="1139" r:id="rId891"/>
    <p:sldId id="1140" r:id="rId892"/>
    <p:sldId id="1142" r:id="rId894"/>
    <p:sldId id="1144" r:id="rId896"/>
    <p:sldId id="1145" r:id="rId897"/>
    <p:sldId id="1146" r:id="rId898"/>
    <p:sldId id="1147" r:id="rId899"/>
    <p:sldId id="1148" r:id="rId900"/>
    <p:sldId id="1149" r:id="rId901"/>
    <p:sldId id="1150" r:id="rId902"/>
    <p:sldId id="1152" r:id="rId904"/>
    <p:sldId id="1154" r:id="rId906"/>
    <p:sldId id="1155" r:id="rId907"/>
    <p:sldId id="1156" r:id="rId908"/>
    <p:sldId id="1157" r:id="rId909"/>
    <p:sldId id="1158" r:id="rId910"/>
    <p:sldId id="1159" r:id="rId911"/>
    <p:sldId id="1160" r:id="rId912"/>
    <p:sldId id="1161" r:id="rId913"/>
    <p:sldId id="1162" r:id="rId914"/>
    <p:sldId id="1163" r:id="rId915"/>
    <p:sldId id="1164" r:id="rId916"/>
    <p:sldId id="1165" r:id="rId917"/>
    <p:sldId id="1166" r:id="rId918"/>
    <p:sldId id="1167" r:id="rId919"/>
    <p:sldId id="1168" r:id="rId920"/>
    <p:sldId id="1169" r:id="rId921"/>
    <p:sldId id="1170" r:id="rId922"/>
    <p:sldId id="1172" r:id="rId924"/>
    <p:sldId id="1174" r:id="rId926"/>
    <p:sldId id="1175" r:id="rId927"/>
    <p:sldId id="1176" r:id="rId928"/>
    <p:sldId id="1177" r:id="rId929"/>
    <p:sldId id="1178" r:id="rId930"/>
    <p:sldId id="1179" r:id="rId931"/>
    <p:sldId id="1180" r:id="rId932"/>
    <p:sldId id="1182" r:id="rId934"/>
    <p:sldId id="1184" r:id="rId936"/>
    <p:sldId id="1185" r:id="rId937"/>
    <p:sldId id="1186" r:id="rId938"/>
    <p:sldId id="1187" r:id="rId939"/>
    <p:sldId id="1188" r:id="rId940"/>
    <p:sldId id="1189" r:id="rId941"/>
    <p:sldId id="1190" r:id="rId942"/>
    <p:sldId id="1191" r:id="rId943"/>
    <p:sldId id="1192" r:id="rId944"/>
    <p:sldId id="1193" r:id="rId945"/>
    <p:sldId id="1194" r:id="rId946"/>
    <p:sldId id="1195" r:id="rId947"/>
    <p:sldId id="1196" r:id="rId948"/>
    <p:sldId id="1197" r:id="rId949"/>
    <p:sldId id="1198" r:id="rId950"/>
    <p:sldId id="1199" r:id="rId951"/>
    <p:sldId id="1200" r:id="rId952"/>
    <p:sldId id="1202" r:id="rId954"/>
    <p:sldId id="1204" r:id="rId956"/>
    <p:sldId id="1205" r:id="rId957"/>
    <p:sldId id="1206" r:id="rId958"/>
    <p:sldId id="1207" r:id="rId959"/>
    <p:sldId id="1208" r:id="rId960"/>
    <p:sldId id="1209" r:id="rId961"/>
    <p:sldId id="1210" r:id="rId962"/>
    <p:sldId id="1212" r:id="rId964"/>
    <p:sldId id="1214" r:id="rId966"/>
    <p:sldId id="1215" r:id="rId967"/>
    <p:sldId id="1216" r:id="rId968"/>
    <p:sldId id="1217" r:id="rId969"/>
    <p:sldId id="1218" r:id="rId970"/>
    <p:sldId id="1219" r:id="rId971"/>
    <p:sldId id="1220" r:id="rId972"/>
    <p:sldId id="1221" r:id="rId973"/>
    <p:sldId id="1222" r:id="rId974"/>
    <p:sldId id="1223" r:id="rId975"/>
    <p:sldId id="1224" r:id="rId976"/>
    <p:sldId id="1225" r:id="rId977"/>
    <p:sldId id="1226" r:id="rId978"/>
    <p:sldId id="1227" r:id="rId979"/>
    <p:sldId id="1228" r:id="rId980"/>
    <p:sldId id="1229" r:id="rId981"/>
    <p:sldId id="1230" r:id="rId982"/>
    <p:sldId id="1232" r:id="rId984"/>
    <p:sldId id="1234" r:id="rId986"/>
    <p:sldId id="1235" r:id="rId987"/>
    <p:sldId id="1236" r:id="rId988"/>
    <p:sldId id="1237" r:id="rId989"/>
    <p:sldId id="1238" r:id="rId990"/>
    <p:sldId id="1239" r:id="rId991"/>
    <p:sldId id="1240" r:id="rId992"/>
    <p:sldId id="1242" r:id="rId994"/>
    <p:sldId id="1244" r:id="rId996"/>
    <p:sldId id="1245" r:id="rId997"/>
    <p:sldId id="1246" r:id="rId998"/>
    <p:sldId id="1247" r:id="rId999"/>
    <p:sldId id="1248" r:id="rId1000"/>
    <p:sldId id="1249" r:id="rId1001"/>
    <p:sldId id="1250" r:id="rId1002"/>
    <p:sldId id="1251" r:id="rId1003"/>
    <p:sldId id="1252" r:id="rId1004"/>
    <p:sldId id="1253" r:id="rId1005"/>
    <p:sldId id="1254" r:id="rId1006"/>
    <p:sldId id="1255" r:id="rId1007"/>
    <p:sldId id="1256" r:id="rId1008"/>
    <p:sldId id="1257" r:id="rId1009"/>
    <p:sldId id="1258" r:id="rId1010"/>
    <p:sldId id="1259" r:id="rId1011"/>
    <p:sldId id="1260" r:id="rId1012"/>
    <p:sldId id="1262" r:id="rId1014"/>
    <p:sldId id="1264" r:id="rId1016"/>
    <p:sldId id="1265" r:id="rId1017"/>
    <p:sldId id="1266" r:id="rId1018"/>
    <p:sldId id="1267" r:id="rId1019"/>
    <p:sldId id="1268" r:id="rId1020"/>
    <p:sldId id="1269" r:id="rId1021"/>
    <p:sldId id="1270" r:id="rId1022"/>
    <p:sldId id="1272" r:id="rId1024"/>
    <p:sldId id="1274" r:id="rId1026"/>
    <p:sldId id="1275" r:id="rId1027"/>
    <p:sldId id="1276" r:id="rId1028"/>
    <p:sldId id="1277" r:id="rId1029"/>
    <p:sldId id="1278" r:id="rId1030"/>
    <p:sldId id="1279" r:id="rId1031"/>
    <p:sldId id="1280" r:id="rId1032"/>
    <p:sldId id="1281" r:id="rId1033"/>
    <p:sldId id="1282" r:id="rId1034"/>
    <p:sldId id="1283" r:id="rId1035"/>
    <p:sldId id="1284" r:id="rId1036"/>
    <p:sldId id="1285" r:id="rId1037"/>
    <p:sldId id="1286" r:id="rId1038"/>
    <p:sldId id="1287" r:id="rId1039"/>
    <p:sldId id="1288" r:id="rId1040"/>
    <p:sldId id="1289" r:id="rId1041"/>
    <p:sldId id="1290" r:id="rId1042"/>
    <p:sldId id="1292" r:id="rId1044"/>
    <p:sldId id="1294" r:id="rId1046"/>
    <p:sldId id="1295" r:id="rId1047"/>
    <p:sldId id="1296" r:id="rId1048"/>
    <p:sldId id="1297" r:id="rId1049"/>
    <p:sldId id="1298" r:id="rId1050"/>
    <p:sldId id="1299" r:id="rId1051"/>
    <p:sldId id="1300" r:id="rId1052"/>
    <p:sldId id="1302" r:id="rId1054"/>
    <p:sldId id="1304" r:id="rId1056"/>
    <p:sldId id="1305" r:id="rId1057"/>
    <p:sldId id="1306" r:id="rId1058"/>
    <p:sldId id="1307" r:id="rId1059"/>
    <p:sldId id="1308" r:id="rId1060"/>
    <p:sldId id="1309" r:id="rId1061"/>
    <p:sldId id="1310" r:id="rId1062"/>
    <p:sldId id="1311" r:id="rId1063"/>
    <p:sldId id="1312" r:id="rId1064"/>
    <p:sldId id="1313" r:id="rId1065"/>
    <p:sldId id="1314" r:id="rId1066"/>
    <p:sldId id="1315" r:id="rId1067"/>
    <p:sldId id="1316" r:id="rId1068"/>
    <p:sldId id="1317" r:id="rId1069"/>
    <p:sldId id="1318" r:id="rId1070"/>
    <p:sldId id="1319" r:id="rId1071"/>
    <p:sldId id="1320" r:id="rId1072"/>
    <p:sldId id="1322" r:id="rId1074"/>
    <p:sldId id="1324" r:id="rId1076"/>
    <p:sldId id="1325" r:id="rId1077"/>
    <p:sldId id="1326" r:id="rId1078"/>
    <p:sldId id="1327" r:id="rId1079"/>
    <p:sldId id="1328" r:id="rId1080"/>
    <p:sldId id="1329" r:id="rId1081"/>
    <p:sldId id="1330" r:id="rId1082"/>
    <p:sldId id="1332" r:id="rId1084"/>
    <p:sldId id="1334" r:id="rId1086"/>
    <p:sldId id="1335" r:id="rId1087"/>
    <p:sldId id="1336" r:id="rId1088"/>
    <p:sldId id="1337" r:id="rId1089"/>
    <p:sldId id="1338" r:id="rId1090"/>
    <p:sldId id="1339" r:id="rId1091"/>
    <p:sldId id="1340" r:id="rId1092"/>
    <p:sldId id="1341" r:id="rId1093"/>
    <p:sldId id="1342" r:id="rId1094"/>
    <p:sldId id="1343" r:id="rId1095"/>
    <p:sldId id="1344" r:id="rId1096"/>
    <p:sldId id="1345" r:id="rId1097"/>
    <p:sldId id="1346" r:id="rId1098"/>
    <p:sldId id="1347" r:id="rId1099"/>
    <p:sldId id="1348" r:id="rId1100"/>
    <p:sldId id="1349" r:id="rId1101"/>
    <p:sldId id="1350" r:id="rId1102"/>
    <p:sldId id="1352" r:id="rId1104"/>
    <p:sldId id="1354" r:id="rId1106"/>
    <p:sldId id="1355" r:id="rId1107"/>
    <p:sldId id="1356" r:id="rId1108"/>
    <p:sldId id="1357" r:id="rId1109"/>
    <p:sldId id="1358" r:id="rId1110"/>
    <p:sldId id="1359" r:id="rId1111"/>
    <p:sldId id="1360" r:id="rId1112"/>
    <p:sldId id="1362" r:id="rId1114"/>
    <p:sldId id="1364" r:id="rId1116"/>
    <p:sldId id="1365" r:id="rId1117"/>
    <p:sldId id="1366" r:id="rId1118"/>
    <p:sldId id="1367" r:id="rId1119"/>
    <p:sldId id="1368" r:id="rId1120"/>
    <p:sldId id="1369" r:id="rId1121"/>
    <p:sldId id="1370" r:id="rId1122"/>
    <p:sldId id="1371" r:id="rId1123"/>
    <p:sldId id="1372" r:id="rId1124"/>
    <p:sldId id="1373" r:id="rId1125"/>
    <p:sldId id="1374" r:id="rId1126"/>
    <p:sldId id="1375" r:id="rId1127"/>
    <p:sldId id="1376" r:id="rId1128"/>
    <p:sldId id="1377" r:id="rId1129"/>
    <p:sldId id="1378" r:id="rId1130"/>
    <p:sldId id="1379" r:id="rId1131"/>
    <p:sldId id="1380" r:id="rId1132"/>
    <p:sldId id="1382" r:id="rId1134"/>
    <p:sldId id="1384" r:id="rId1136"/>
    <p:sldId id="1385" r:id="rId1137"/>
    <p:sldId id="1386" r:id="rId1138"/>
    <p:sldId id="1387" r:id="rId1139"/>
    <p:sldId id="1388" r:id="rId1140"/>
    <p:sldId id="1389" r:id="rId1141"/>
    <p:sldId id="1390" r:id="rId1142"/>
    <p:sldId id="1392" r:id="rId1144"/>
    <p:sldId id="1394" r:id="rId1146"/>
    <p:sldId id="1395" r:id="rId1147"/>
    <p:sldId id="1396" r:id="rId1148"/>
    <p:sldId id="1397" r:id="rId1149"/>
    <p:sldId id="1398" r:id="rId1150"/>
    <p:sldId id="1399" r:id="rId1151"/>
    <p:sldId id="1400" r:id="rId1152"/>
    <p:sldId id="1401" r:id="rId1153"/>
    <p:sldId id="1402" r:id="rId1154"/>
    <p:sldId id="1403" r:id="rId1155"/>
    <p:sldId id="1404" r:id="rId1156"/>
    <p:sldId id="1405" r:id="rId1157"/>
    <p:sldId id="1406" r:id="rId1158"/>
    <p:sldId id="1407" r:id="rId1159"/>
    <p:sldId id="1408" r:id="rId1160"/>
    <p:sldId id="1409" r:id="rId1161"/>
    <p:sldId id="1410" r:id="rId1162"/>
    <p:sldId id="1412" r:id="rId1164"/>
    <p:sldId id="1414" r:id="rId1166"/>
    <p:sldId id="1415" r:id="rId1167"/>
    <p:sldId id="1416" r:id="rId1168"/>
    <p:sldId id="1417" r:id="rId1169"/>
    <p:sldId id="1418" r:id="rId1170"/>
    <p:sldId id="1419" r:id="rId1171"/>
    <p:sldId id="1420" r:id="rId1172"/>
    <p:sldId id="1422" r:id="rId1174"/>
    <p:sldId id="1424" r:id="rId1176"/>
    <p:sldId id="1425" r:id="rId1177"/>
    <p:sldId id="1426" r:id="rId1178"/>
    <p:sldId id="1427" r:id="rId1179"/>
    <p:sldId id="1428" r:id="rId1180"/>
    <p:sldId id="1429" r:id="rId1181"/>
    <p:sldId id="1430" r:id="rId1182"/>
    <p:sldId id="1431" r:id="rId1183"/>
    <p:sldId id="1432" r:id="rId1184"/>
    <p:sldId id="1433" r:id="rId1185"/>
    <p:sldId id="1434" r:id="rId1186"/>
    <p:sldId id="1435" r:id="rId1187"/>
    <p:sldId id="1436" r:id="rId1188"/>
    <p:sldId id="1437" r:id="rId1189"/>
    <p:sldId id="1438" r:id="rId1190"/>
    <p:sldId id="1439" r:id="rId1191"/>
    <p:sldId id="1440" r:id="rId1192"/>
    <p:sldId id="1442" r:id="rId1194"/>
    <p:sldId id="1444" r:id="rId1196"/>
    <p:sldId id="1445" r:id="rId1197"/>
    <p:sldId id="1446" r:id="rId1198"/>
    <p:sldId id="1447" r:id="rId1199"/>
    <p:sldId id="1448" r:id="rId1200"/>
    <p:sldId id="1449" r:id="rId1201"/>
    <p:sldId id="1450" r:id="rId1202"/>
    <p:sldId id="1452" r:id="rId1204"/>
    <p:sldId id="1454" r:id="rId1206"/>
    <p:sldId id="1455" r:id="rId1207"/>
    <p:sldId id="1456" r:id="rId1208"/>
    <p:sldId id="1457" r:id="rId1209"/>
    <p:sldId id="1458" r:id="rId1210"/>
    <p:sldId id="1459" r:id="rId1211"/>
    <p:sldId id="1460" r:id="rId1212"/>
    <p:sldId id="1461" r:id="rId1213"/>
    <p:sldId id="1462" r:id="rId1214"/>
    <p:sldId id="1463" r:id="rId1215"/>
    <p:sldId id="1464" r:id="rId1216"/>
    <p:sldId id="1465" r:id="rId1217"/>
    <p:sldId id="1466" r:id="rId1218"/>
    <p:sldId id="1467" r:id="rId1219"/>
    <p:sldId id="1468" r:id="rId1220"/>
    <p:sldId id="1469" r:id="rId1221"/>
    <p:sldId id="1470" r:id="rId1222"/>
    <p:sldId id="1472" r:id="rId1224"/>
    <p:sldId id="1474" r:id="rId1226"/>
    <p:sldId id="1475" r:id="rId1227"/>
    <p:sldId id="1476" r:id="rId1228"/>
    <p:sldId id="1477" r:id="rId1229"/>
    <p:sldId id="1478" r:id="rId1230"/>
    <p:sldId id="1479" r:id="rId1231"/>
    <p:sldId id="1480" r:id="rId1232"/>
    <p:sldId id="1482" r:id="rId1234"/>
    <p:sldId id="1484" r:id="rId1236"/>
    <p:sldId id="1485" r:id="rId1237"/>
    <p:sldId id="1486" r:id="rId1238"/>
    <p:sldId id="1487" r:id="rId1239"/>
    <p:sldId id="1488" r:id="rId1240"/>
    <p:sldId id="1489" r:id="rId1241"/>
    <p:sldId id="1490" r:id="rId1242"/>
    <p:sldId id="1491" r:id="rId1243"/>
    <p:sldId id="1492" r:id="rId1244"/>
    <p:sldId id="1493" r:id="rId1245"/>
    <p:sldId id="1494" r:id="rId1246"/>
    <p:sldId id="1495" r:id="rId1247"/>
    <p:sldId id="1496" r:id="rId1248"/>
    <p:sldId id="1497" r:id="rId1249"/>
    <p:sldId id="1498" r:id="rId1250"/>
    <p:sldId id="1499" r:id="rId1251"/>
    <p:sldId id="1500" r:id="rId1252"/>
    <p:sldId id="1502" r:id="rId1254"/>
    <p:sldId id="1504" r:id="rId1256"/>
    <p:sldId id="1505" r:id="rId1257"/>
    <p:sldId id="1506" r:id="rId1258"/>
    <p:sldId id="1507" r:id="rId1259"/>
    <p:sldId id="1508" r:id="rId1260"/>
    <p:sldId id="1509" r:id="rId1261"/>
    <p:sldId id="1510" r:id="rId1262"/>
    <p:sldId id="1512" r:id="rId1264"/>
    <p:sldId id="1514" r:id="rId1266"/>
    <p:sldId id="1515" r:id="rId1267"/>
    <p:sldId id="1516" r:id="rId1268"/>
    <p:sldId id="1517" r:id="rId1269"/>
    <p:sldId id="1518" r:id="rId1270"/>
    <p:sldId id="1519" r:id="rId1271"/>
    <p:sldId id="1520" r:id="rId1272"/>
    <p:sldId id="1521" r:id="rId1273"/>
    <p:sldId id="1522" r:id="rId1274"/>
    <p:sldId id="1523" r:id="rId1275"/>
    <p:sldId id="1524" r:id="rId1276"/>
    <p:sldId id="1525" r:id="rId1277"/>
    <p:sldId id="1526" r:id="rId1278"/>
    <p:sldId id="1527" r:id="rId1279"/>
    <p:sldId id="1528" r:id="rId1280"/>
    <p:sldId id="1529" r:id="rId1281"/>
    <p:sldId id="1530" r:id="rId1282"/>
    <p:sldId id="1532" r:id="rId1284"/>
    <p:sldId id="1534" r:id="rId1286"/>
    <p:sldId id="1535" r:id="rId1287"/>
    <p:sldId id="1536" r:id="rId1288"/>
    <p:sldId id="1537" r:id="rId1289"/>
    <p:sldId id="1538" r:id="rId1290"/>
    <p:sldId id="1539" r:id="rId1291"/>
    <p:sldId id="1540" r:id="rId1292"/>
    <p:sldId id="1542" r:id="rId1294"/>
    <p:sldId id="1544" r:id="rId1296"/>
    <p:sldId id="1545" r:id="rId1297"/>
    <p:sldId id="1546" r:id="rId1298"/>
    <p:sldId id="1547" r:id="rId1299"/>
    <p:sldId id="1548" r:id="rId1300"/>
    <p:sldId id="1549" r:id="rId1301"/>
    <p:sldId id="1550" r:id="rId1302"/>
    <p:sldId id="1551" r:id="rId1303"/>
    <p:sldId id="1552" r:id="rId1304"/>
    <p:sldId id="1553" r:id="rId1305"/>
    <p:sldId id="1554" r:id="rId1306"/>
    <p:sldId id="1555" r:id="rId1307"/>
    <p:sldId id="1556" r:id="rId1308"/>
    <p:sldId id="1557" r:id="rId1309"/>
    <p:sldId id="1558" r:id="rId1310"/>
    <p:sldId id="1559" r:id="rId1311"/>
    <p:sldId id="1560" r:id="rId1312"/>
    <p:sldId id="1562" r:id="rId1314"/>
    <p:sldId id="1564" r:id="rId1316"/>
    <p:sldId id="1565" r:id="rId1317"/>
    <p:sldId id="1566" r:id="rId1318"/>
    <p:sldId id="1567" r:id="rId1319"/>
    <p:sldId id="1568" r:id="rId1320"/>
    <p:sldId id="1569" r:id="rId1321"/>
    <p:sldId id="1570" r:id="rId1322"/>
    <p:sldId id="1572" r:id="rId1324"/>
    <p:sldId id="1574" r:id="rId1326"/>
    <p:sldId id="1575" r:id="rId1327"/>
    <p:sldId id="1576" r:id="rId1328"/>
    <p:sldId id="1577" r:id="rId1329"/>
    <p:sldId id="1578" r:id="rId1330"/>
    <p:sldId id="1579" r:id="rId1331"/>
    <p:sldId id="1580" r:id="rId1332"/>
    <p:sldId id="1581" r:id="rId1333"/>
    <p:sldId id="1582" r:id="rId1334"/>
    <p:sldId id="1583" r:id="rId1335"/>
    <p:sldId id="1584" r:id="rId1336"/>
    <p:sldId id="1585" r:id="rId1337"/>
    <p:sldId id="1586" r:id="rId1338"/>
    <p:sldId id="1587" r:id="rId1339"/>
    <p:sldId id="1588" r:id="rId1340"/>
    <p:sldId id="1589" r:id="rId1341"/>
    <p:sldId id="1590" r:id="rId1342"/>
    <p:sldId id="1592" r:id="rId1344"/>
    <p:sldId id="1594" r:id="rId1346"/>
    <p:sldId id="1595" r:id="rId1347"/>
    <p:sldId id="1596" r:id="rId1348"/>
    <p:sldId id="1597" r:id="rId1349"/>
    <p:sldId id="1598" r:id="rId1350"/>
    <p:sldId id="1599" r:id="rId1351"/>
    <p:sldId id="1600" r:id="rId1352"/>
    <p:sldId id="1602" r:id="rId1354"/>
    <p:sldId id="1604" r:id="rId1356"/>
    <p:sldId id="1605" r:id="rId1357"/>
    <p:sldId id="1606" r:id="rId1358"/>
    <p:sldId id="1607" r:id="rId1359"/>
    <p:sldId id="1608" r:id="rId1360"/>
    <p:sldId id="1609" r:id="rId1361"/>
    <p:sldId id="1610" r:id="rId1362"/>
    <p:sldId id="1611" r:id="rId1363"/>
    <p:sldId id="1612" r:id="rId1364"/>
    <p:sldId id="1613" r:id="rId1365"/>
    <p:sldId id="1614" r:id="rId1366"/>
    <p:sldId id="1615" r:id="rId1367"/>
    <p:sldId id="1616" r:id="rId1368"/>
    <p:sldId id="1617" r:id="rId1369"/>
    <p:sldId id="1618" r:id="rId1370"/>
    <p:sldId id="1619" r:id="rId1371"/>
    <p:sldId id="1620" r:id="rId1372"/>
    <p:sldId id="1622" r:id="rId1374"/>
    <p:sldId id="1624" r:id="rId1376"/>
    <p:sldId id="1625" r:id="rId1377"/>
    <p:sldId id="1626" r:id="rId1378"/>
    <p:sldId id="1627" r:id="rId1379"/>
    <p:sldId id="1628" r:id="rId1380"/>
    <p:sldId id="1629" r:id="rId1381"/>
    <p:sldId id="1630" r:id="rId1382"/>
    <p:sldId id="1632" r:id="rId1384"/>
    <p:sldId id="1634" r:id="rId1386"/>
    <p:sldId id="1635" r:id="rId1387"/>
    <p:sldId id="1636" r:id="rId1388"/>
    <p:sldId id="1637" r:id="rId1389"/>
    <p:sldId id="1638" r:id="rId1390"/>
    <p:sldId id="1639" r:id="rId1391"/>
    <p:sldId id="1640" r:id="rId1392"/>
    <p:sldId id="1641" r:id="rId1393"/>
    <p:sldId id="1642" r:id="rId1394"/>
    <p:sldId id="1643" r:id="rId1395"/>
    <p:sldId id="1644" r:id="rId1396"/>
    <p:sldId id="1645" r:id="rId1397"/>
    <p:sldId id="1646" r:id="rId1398"/>
    <p:sldId id="1647" r:id="rId1399"/>
    <p:sldId id="1648" r:id="rId1400"/>
    <p:sldId id="1649" r:id="rId1401"/>
    <p:sldId id="1650" r:id="rId1402"/>
    <p:sldId id="1652" r:id="rId1404"/>
    <p:sldId id="1654" r:id="rId1406"/>
    <p:sldId id="1655" r:id="rId1407"/>
    <p:sldId id="1656" r:id="rId1408"/>
    <p:sldId id="1657" r:id="rId1409"/>
    <p:sldId id="1658" r:id="rId1410"/>
    <p:sldId id="1659" r:id="rId1411"/>
    <p:sldId id="1660" r:id="rId1412"/>
    <p:sldId id="1662" r:id="rId1414"/>
    <p:sldId id="1664" r:id="rId1416"/>
    <p:sldId id="1665" r:id="rId1417"/>
    <p:sldId id="1666" r:id="rId1418"/>
    <p:sldId id="1667" r:id="rId1419"/>
    <p:sldId id="1668" r:id="rId1420"/>
    <p:sldId id="1669" r:id="rId1421"/>
    <p:sldId id="1670" r:id="rId1422"/>
    <p:sldId id="1671" r:id="rId1423"/>
    <p:sldId id="1672" r:id="rId1424"/>
    <p:sldId id="1673" r:id="rId1425"/>
    <p:sldId id="1674" r:id="rId1426"/>
    <p:sldId id="1675" r:id="rId1427"/>
    <p:sldId id="1676" r:id="rId1428"/>
    <p:sldId id="1677" r:id="rId1429"/>
    <p:sldId id="1678" r:id="rId1430"/>
    <p:sldId id="1679" r:id="rId1431"/>
    <p:sldId id="1680" r:id="rId1432"/>
    <p:sldId id="1682" r:id="rId1434"/>
    <p:sldId id="1684" r:id="rId1436"/>
    <p:sldId id="1685" r:id="rId1437"/>
    <p:sldId id="1686" r:id="rId1438"/>
    <p:sldId id="1687" r:id="rId1439"/>
    <p:sldId id="1688" r:id="rId1440"/>
    <p:sldId id="1689" r:id="rId1441"/>
    <p:sldId id="1690" r:id="rId1442"/>
    <p:sldId id="1692" r:id="rId1444"/>
    <p:sldId id="1694" r:id="rId1446"/>
    <p:sldId id="1695" r:id="rId1447"/>
    <p:sldId id="1696" r:id="rId1448"/>
    <p:sldId id="1697" r:id="rId1449"/>
    <p:sldId id="1698" r:id="rId1450"/>
    <p:sldId id="1699" r:id="rId1451"/>
    <p:sldId id="1700" r:id="rId1452"/>
    <p:sldId id="1701" r:id="rId1453"/>
    <p:sldId id="1702" r:id="rId1454"/>
    <p:sldId id="1703" r:id="rId1455"/>
    <p:sldId id="1704" r:id="rId1456"/>
    <p:sldId id="1705" r:id="rId1457"/>
    <p:sldId id="1706" r:id="rId1458"/>
    <p:sldId id="1707" r:id="rId1459"/>
    <p:sldId id="1708" r:id="rId1460"/>
    <p:sldId id="1709" r:id="rId1461"/>
    <p:sldId id="1710" r:id="rId1462"/>
    <p:sldId id="1712" r:id="rId1464"/>
    <p:sldId id="1714" r:id="rId1466"/>
    <p:sldId id="1715" r:id="rId1467"/>
    <p:sldId id="1716" r:id="rId1468"/>
    <p:sldId id="1717" r:id="rId1469"/>
    <p:sldId id="1718" r:id="rId1470"/>
    <p:sldId id="1719" r:id="rId1471"/>
    <p:sldId id="1720" r:id="rId1472"/>
    <p:sldId id="1722" r:id="rId1474"/>
    <p:sldId id="1724" r:id="rId1476"/>
    <p:sldId id="1725" r:id="rId1477"/>
    <p:sldId id="1726" r:id="rId1478"/>
    <p:sldId id="1727" r:id="rId1479"/>
    <p:sldId id="1728" r:id="rId1480"/>
    <p:sldId id="1729" r:id="rId1481"/>
    <p:sldId id="1730" r:id="rId1482"/>
    <p:sldId id="1731" r:id="rId1483"/>
    <p:sldId id="1732" r:id="rId1484"/>
    <p:sldId id="1733" r:id="rId1485"/>
    <p:sldId id="1734" r:id="rId1486"/>
    <p:sldId id="1735" r:id="rId1487"/>
    <p:sldId id="1736" r:id="rId1488"/>
    <p:sldId id="1737" r:id="rId1489"/>
    <p:sldId id="1738" r:id="rId1490"/>
    <p:sldId id="1739" r:id="rId1491"/>
    <p:sldId id="1740" r:id="rId1492"/>
    <p:sldId id="1742" r:id="rId1494"/>
    <p:sldId id="1744" r:id="rId1496"/>
    <p:sldId id="1745" r:id="rId1497"/>
    <p:sldId id="1746" r:id="rId1498"/>
    <p:sldId id="1747" r:id="rId1499"/>
    <p:sldId id="1748" r:id="rId1500"/>
    <p:sldId id="1749" r:id="rId1501"/>
    <p:sldId id="1750" r:id="rId1502"/>
    <p:sldId id="1752" r:id="rId1504"/>
    <p:sldId id="1754" r:id="rId1506"/>
    <p:sldId id="1755" r:id="rId1507"/>
    <p:sldId id="1756" r:id="rId1508"/>
    <p:sldId id="1757" r:id="rId1509"/>
    <p:sldId id="1758" r:id="rId1510"/>
    <p:sldId id="1759" r:id="rId1511"/>
    <p:sldId id="1760" r:id="rId1512"/>
    <p:sldId id="1761" r:id="rId1513"/>
    <p:sldId id="1762" r:id="rId1514"/>
    <p:sldId id="1763" r:id="rId1515"/>
    <p:sldId id="1764" r:id="rId1516"/>
    <p:sldId id="1765" r:id="rId1517"/>
    <p:sldId id="1766" r:id="rId1518"/>
    <p:sldId id="1767" r:id="rId1519"/>
    <p:sldId id="1768" r:id="rId1520"/>
    <p:sldId id="1769" r:id="rId1521"/>
    <p:sldId id="1770" r:id="rId1522"/>
    <p:sldId id="1772" r:id="rId1524"/>
    <p:sldId id="1774" r:id="rId1526"/>
    <p:sldId id="1775" r:id="rId1527"/>
    <p:sldId id="1776" r:id="rId1528"/>
    <p:sldId id="1777" r:id="rId1529"/>
    <p:sldId id="1778" r:id="rId1530"/>
    <p:sldId id="1779" r:id="rId1531"/>
    <p:sldId id="1780" r:id="rId1532"/>
    <p:sldId id="1782" r:id="rId1534"/>
    <p:sldId id="1784" r:id="rId1536"/>
    <p:sldId id="1785" r:id="rId1537"/>
    <p:sldId id="1786" r:id="rId1538"/>
    <p:sldId id="1787" r:id="rId1539"/>
    <p:sldId id="1788" r:id="rId1540"/>
    <p:sldId id="1789" r:id="rId1541"/>
    <p:sldId id="1790" r:id="rId1542"/>
    <p:sldId id="1791" r:id="rId1543"/>
    <p:sldId id="1792" r:id="rId1544"/>
    <p:sldId id="1793" r:id="rId1545"/>
    <p:sldId id="1794" r:id="rId1546"/>
    <p:sldId id="1795" r:id="rId1547"/>
    <p:sldId id="1796" r:id="rId1548"/>
    <p:sldId id="1797" r:id="rId1549"/>
    <p:sldId id="1798" r:id="rId1550"/>
    <p:sldId id="1799" r:id="rId1551"/>
    <p:sldId id="1800" r:id="rId1552"/>
    <p:sldId id="1802" r:id="rId1554"/>
    <p:sldId id="1804" r:id="rId1556"/>
    <p:sldId id="1805" r:id="rId1557"/>
    <p:sldId id="1806" r:id="rId1558"/>
    <p:sldId id="1807" r:id="rId1559"/>
    <p:sldId id="1808" r:id="rId1560"/>
    <p:sldId id="1809" r:id="rId1561"/>
    <p:sldId id="1810" r:id="rId1562"/>
    <p:sldId id="1812" r:id="rId1564"/>
    <p:sldId id="1814" r:id="rId1566"/>
    <p:sldId id="1815" r:id="rId1567"/>
    <p:sldId id="1816" r:id="rId1568"/>
    <p:sldId id="1817" r:id="rId1569"/>
    <p:sldId id="1818" r:id="rId1570"/>
    <p:sldId id="1819" r:id="rId1571"/>
    <p:sldId id="1820" r:id="rId1572"/>
    <p:sldId id="1821" r:id="rId1573"/>
    <p:sldId id="1822" r:id="rId1574"/>
    <p:sldId id="1823" r:id="rId1575"/>
    <p:sldId id="1824" r:id="rId1576"/>
    <p:sldId id="1825" r:id="rId1577"/>
    <p:sldId id="1826" r:id="rId1578"/>
    <p:sldId id="1827" r:id="rId1579"/>
    <p:sldId id="1828" r:id="rId1580"/>
    <p:sldId id="1829" r:id="rId1581"/>
    <p:sldId id="1830" r:id="rId1582"/>
    <p:sldId id="1832" r:id="rId1584"/>
    <p:sldId id="1834" r:id="rId1586"/>
    <p:sldId id="1835" r:id="rId1587"/>
    <p:sldId id="1836" r:id="rId1588"/>
    <p:sldId id="1837" r:id="rId1589"/>
    <p:sldId id="1838" r:id="rId1590"/>
    <p:sldId id="1839" r:id="rId1591"/>
    <p:sldId id="1840" r:id="rId1592"/>
    <p:sldId id="1842" r:id="rId1594"/>
    <p:sldId id="1844" r:id="rId1596"/>
    <p:sldId id="1845" r:id="rId1597"/>
    <p:sldId id="1846" r:id="rId1598"/>
    <p:sldId id="1847" r:id="rId1599"/>
    <p:sldId id="1848" r:id="rId1600"/>
    <p:sldId id="1849" r:id="rId1601"/>
    <p:sldId id="1850" r:id="rId1602"/>
    <p:sldId id="1851" r:id="rId1603"/>
    <p:sldId id="1852" r:id="rId1604"/>
    <p:sldId id="1853" r:id="rId1605"/>
    <p:sldId id="1854" r:id="rId1606"/>
    <p:sldId id="1855" r:id="rId1607"/>
    <p:sldId id="1856" r:id="rId1608"/>
    <p:sldId id="1857" r:id="rId1609"/>
    <p:sldId id="1858" r:id="rId1610"/>
    <p:sldId id="1859" r:id="rId1611"/>
    <p:sldId id="1860" r:id="rId1612"/>
    <p:sldId id="1862" r:id="rId1614"/>
    <p:sldId id="1864" r:id="rId1616"/>
    <p:sldId id="1865" r:id="rId1617"/>
    <p:sldId id="1866" r:id="rId1618"/>
    <p:sldId id="1867" r:id="rId1619"/>
    <p:sldId id="1868" r:id="rId1620"/>
    <p:sldId id="1869" r:id="rId1621"/>
    <p:sldId id="1870" r:id="rId1622"/>
    <p:sldId id="1872" r:id="rId1624"/>
    <p:sldId id="1874" r:id="rId1626"/>
    <p:sldId id="1875" r:id="rId1627"/>
    <p:sldId id="1876" r:id="rId1628"/>
    <p:sldId id="1877" r:id="rId1629"/>
    <p:sldId id="1878" r:id="rId1630"/>
    <p:sldId id="1879" r:id="rId1631"/>
    <p:sldId id="1880" r:id="rId1632"/>
    <p:sldId id="1881" r:id="rId1633"/>
    <p:sldId id="1882" r:id="rId1634"/>
    <p:sldId id="1883" r:id="rId1635"/>
    <p:sldId id="1884" r:id="rId1636"/>
    <p:sldId id="1885" r:id="rId1637"/>
    <p:sldId id="1886" r:id="rId1638"/>
    <p:sldId id="1887" r:id="rId1639"/>
    <p:sldId id="1888" r:id="rId1640"/>
    <p:sldId id="1889" r:id="rId1641"/>
    <p:sldId id="1890" r:id="rId1642"/>
    <p:sldId id="1892" r:id="rId1644"/>
    <p:sldId id="1894" r:id="rId1646"/>
    <p:sldId id="1895" r:id="rId1647"/>
    <p:sldId id="1896" r:id="rId1648"/>
    <p:sldId id="1897" r:id="rId1649"/>
    <p:sldId id="1898" r:id="rId1650"/>
    <p:sldId id="1899" r:id="rId1651"/>
    <p:sldId id="1900" r:id="rId1652"/>
    <p:sldId id="1902" r:id="rId1654"/>
    <p:sldId id="1904" r:id="rId1656"/>
    <p:sldId id="1905" r:id="rId1657"/>
    <p:sldId id="1906" r:id="rId1658"/>
    <p:sldId id="1907" r:id="rId1659"/>
    <p:sldId id="1908" r:id="rId1660"/>
    <p:sldId id="1909" r:id="rId1661"/>
    <p:sldId id="1910" r:id="rId1662"/>
    <p:sldId id="1911" r:id="rId1663"/>
    <p:sldId id="1912" r:id="rId1664"/>
    <p:sldId id="1913" r:id="rId1665"/>
    <p:sldId id="1914" r:id="rId1666"/>
    <p:sldId id="1915" r:id="rId1667"/>
    <p:sldId id="1916" r:id="rId1668"/>
    <p:sldId id="1917" r:id="rId1669"/>
    <p:sldId id="1918" r:id="rId1670"/>
    <p:sldId id="1919" r:id="rId1671"/>
    <p:sldId id="1920" r:id="rId1672"/>
    <p:sldId id="1922" r:id="rId1674"/>
    <p:sldId id="1924" r:id="rId1676"/>
    <p:sldId id="1925" r:id="rId1677"/>
    <p:sldId id="1926" r:id="rId1678"/>
    <p:sldId id="1927" r:id="rId1679"/>
    <p:sldId id="1928" r:id="rId1680"/>
    <p:sldId id="1929" r:id="rId1681"/>
    <p:sldId id="1930" r:id="rId1682"/>
    <p:sldId id="1932" r:id="rId1684"/>
    <p:sldId id="1934" r:id="rId1686"/>
    <p:sldId id="1935" r:id="rId1687"/>
    <p:sldId id="1936" r:id="rId1688"/>
    <p:sldId id="1937" r:id="rId1689"/>
    <p:sldId id="1938" r:id="rId1690"/>
    <p:sldId id="1939" r:id="rId1691"/>
    <p:sldId id="1940" r:id="rId1692"/>
    <p:sldId id="1941" r:id="rId1693"/>
    <p:sldId id="1942" r:id="rId1694"/>
    <p:sldId id="1943" r:id="rId1695"/>
    <p:sldId id="1944" r:id="rId1696"/>
    <p:sldId id="1945" r:id="rId1697"/>
    <p:sldId id="1946" r:id="rId1698"/>
    <p:sldId id="1947" r:id="rId1699"/>
    <p:sldId id="1948" r:id="rId1700"/>
    <p:sldId id="1949" r:id="rId1701"/>
    <p:sldId id="1950" r:id="rId1702"/>
    <p:sldId id="1952" r:id="rId1704"/>
    <p:sldId id="1954" r:id="rId1706"/>
    <p:sldId id="1955" r:id="rId1707"/>
    <p:sldId id="1956" r:id="rId1708"/>
    <p:sldId id="1957" r:id="rId1709"/>
    <p:sldId id="1958" r:id="rId1710"/>
    <p:sldId id="1959" r:id="rId1711"/>
    <p:sldId id="1960" r:id="rId1712"/>
    <p:sldId id="1962" r:id="rId1714"/>
    <p:sldId id="1964" r:id="rId1716"/>
    <p:sldId id="1965" r:id="rId1717"/>
    <p:sldId id="1966" r:id="rId1718"/>
    <p:sldId id="1967" r:id="rId1719"/>
    <p:sldId id="1968" r:id="rId1720"/>
    <p:sldId id="1969" r:id="rId1721"/>
    <p:sldId id="1970" r:id="rId1722"/>
    <p:sldId id="1971" r:id="rId1723"/>
    <p:sldId id="1972" r:id="rId1724"/>
    <p:sldId id="1973" r:id="rId1725"/>
    <p:sldId id="1974" r:id="rId1726"/>
    <p:sldId id="1975" r:id="rId1727"/>
    <p:sldId id="1976" r:id="rId1728"/>
    <p:sldId id="1977" r:id="rId1729"/>
    <p:sldId id="1978" r:id="rId1730"/>
    <p:sldId id="1979" r:id="rId1731"/>
    <p:sldId id="1980" r:id="rId1732"/>
    <p:sldId id="1982" r:id="rId1734"/>
    <p:sldId id="1984" r:id="rId1736"/>
    <p:sldId id="1985" r:id="rId1737"/>
    <p:sldId id="1986" r:id="rId1738"/>
    <p:sldId id="1987" r:id="rId1739"/>
    <p:sldId id="1988" r:id="rId1740"/>
    <p:sldId id="1989" r:id="rId1741"/>
    <p:sldId id="1990" r:id="rId1742"/>
    <p:sldId id="1992" r:id="rId1744"/>
    <p:sldId id="1994" r:id="rId1746"/>
    <p:sldId id="1995" r:id="rId1747"/>
    <p:sldId id="1996" r:id="rId1748"/>
    <p:sldId id="1997" r:id="rId1749"/>
    <p:sldId id="1998" r:id="rId1750"/>
    <p:sldId id="1999" r:id="rId1751"/>
    <p:sldId id="2000" r:id="rId1752"/>
    <p:sldId id="2001" r:id="rId1753"/>
    <p:sldId id="2002" r:id="rId1754"/>
    <p:sldId id="2003" r:id="rId1755"/>
    <p:sldId id="2004" r:id="rId1756"/>
    <p:sldId id="2005" r:id="rId1757"/>
    <p:sldId id="2006" r:id="rId1758"/>
    <p:sldId id="2007" r:id="rId1759"/>
    <p:sldId id="2008" r:id="rId1760"/>
    <p:sldId id="2009" r:id="rId1761"/>
    <p:sldId id="2010" r:id="rId1762"/>
    <p:sldId id="2012" r:id="rId1764"/>
    <p:sldId id="2014" r:id="rId1766"/>
    <p:sldId id="2015" r:id="rId1767"/>
    <p:sldId id="2016" r:id="rId1768"/>
    <p:sldId id="2017" r:id="rId1769"/>
    <p:sldId id="2018" r:id="rId1770"/>
    <p:sldId id="2019" r:id="rId1771"/>
    <p:sldId id="2020" r:id="rId1772"/>
    <p:sldId id="2022" r:id="rId1774"/>
    <p:sldId id="2024" r:id="rId1776"/>
    <p:sldId id="2025" r:id="rId1777"/>
    <p:sldId id="2026" r:id="rId1778"/>
    <p:sldId id="2027" r:id="rId1779"/>
    <p:sldId id="2028" r:id="rId1780"/>
    <p:sldId id="2029" r:id="rId1781"/>
    <p:sldId id="2030" r:id="rId1782"/>
    <p:sldId id="2031" r:id="rId1783"/>
    <p:sldId id="2032" r:id="rId1784"/>
    <p:sldId id="2033" r:id="rId1785"/>
    <p:sldId id="2034" r:id="rId1786"/>
    <p:sldId id="2035" r:id="rId1787"/>
    <p:sldId id="2036" r:id="rId1788"/>
    <p:sldId id="2037" r:id="rId1789"/>
    <p:sldId id="2038" r:id="rId1790"/>
    <p:sldId id="2039" r:id="rId1791"/>
    <p:sldId id="2040" r:id="rId1792"/>
    <p:sldId id="2042" r:id="rId1794"/>
    <p:sldId id="2044" r:id="rId1796"/>
    <p:sldId id="2045" r:id="rId1797"/>
    <p:sldId id="2046" r:id="rId1798"/>
    <p:sldId id="2047" r:id="rId1799"/>
    <p:sldId id="2048" r:id="rId1800"/>
    <p:sldId id="2049" r:id="rId1801"/>
    <p:sldId id="2050" r:id="rId1802"/>
    <p:sldId id="2051" r:id="rId1803"/>
    <p:sldId id="2052" r:id="rId1804"/>
    <p:sldId id="2053" r:id="rId1805"/>
    <p:sldId id="2054" r:id="rId1806"/>
    <p:sldId id="2055" r:id="rId1807"/>
    <p:sldId id="2056" r:id="rId1808"/>
    <p:sldId id="2057" r:id="rId1809"/>
    <p:sldId id="2058" r:id="rId1810"/>
    <p:sldId id="2059" r:id="rId1811"/>
    <p:sldId id="2060" r:id="rId1812"/>
    <p:sldId id="2061" r:id="rId1813"/>
    <p:sldId id="2062" r:id="rId1814"/>
    <p:sldId id="2063" r:id="rId1815"/>
    <p:sldId id="2064" r:id="rId1816"/>
    <p:sldId id="2065" r:id="rId1817"/>
    <p:sldId id="2066" r:id="rId1818"/>
    <p:sldId id="2067" r:id="rId1819"/>
    <p:sldId id="2068" r:id="rId1820"/>
    <p:sldId id="2069" r:id="rId1821"/>
    <p:sldId id="2070" r:id="rId1822"/>
    <p:sldId id="2071" r:id="rId1823"/>
    <p:sldId id="2072" r:id="rId1824"/>
    <p:sldId id="2073" r:id="rId1825"/>
    <p:sldId id="2074" r:id="rId1826"/>
    <p:sldId id="2075" r:id="rId1827"/>
    <p:sldId id="2076" r:id="rId1828"/>
    <p:sldId id="2077" r:id="rId1829"/>
    <p:sldId id="2078" r:id="rId1830"/>
    <p:sldId id="2079" r:id="rId1831"/>
    <p:sldId id="2080" r:id="rId1832"/>
    <p:sldId id="2081" r:id="rId1833"/>
    <p:sldId id="2082" r:id="rId1834"/>
    <p:sldId id="2083" r:id="rId1835"/>
    <p:sldId id="2084" r:id="rId1836"/>
    <p:sldId id="2085" r:id="rId1837"/>
    <p:sldId id="2086" r:id="rId1838"/>
    <p:sldId id="2087" r:id="rId1839"/>
    <p:sldId id="2088" r:id="rId1840"/>
    <p:sldId id="2089" r:id="rId1841"/>
    <p:sldId id="2090" r:id="rId1842"/>
    <p:sldId id="2091" r:id="rId1843"/>
    <p:sldId id="2092" r:id="rId1844"/>
    <p:sldId id="2093" r:id="rId1845"/>
    <p:sldId id="2094" r:id="rId1846"/>
    <p:sldId id="2095" r:id="rId1847"/>
    <p:sldId id="2096" r:id="rId1848"/>
    <p:sldId id="2097" r:id="rId1849"/>
    <p:sldId id="2098" r:id="rId1850"/>
    <p:sldId id="2099" r:id="rId1851"/>
    <p:sldId id="2100" r:id="rId1852"/>
    <p:sldId id="2101" r:id="rId1853"/>
    <p:sldId id="2102" r:id="rId1854"/>
    <p:sldId id="2103" r:id="rId1855"/>
    <p:sldId id="2104" r:id="rId1856"/>
    <p:sldId id="2105" r:id="rId1857"/>
    <p:sldId id="2106" r:id="rId1858"/>
    <p:sldId id="2107" r:id="rId1859"/>
    <p:sldId id="2108" r:id="rId1860"/>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9.xml"/><Relationship Id="rId18" Type="http://schemas.openxmlformats.org/officeDocument/2006/relationships/slide" Target="slides/slide20.xml"/><Relationship Id="rId19" Type="http://schemas.openxmlformats.org/officeDocument/2006/relationships/slide" Target="slides/slide21.xml"/><Relationship Id="rId20" Type="http://schemas.openxmlformats.org/officeDocument/2006/relationships/slide" Target="slides/slide22.xml"/><Relationship Id="rId21" Type="http://schemas.openxmlformats.org/officeDocument/2006/relationships/slide" Target="slides/slide23.xml"/><Relationship Id="rId22" Type="http://schemas.openxmlformats.org/officeDocument/2006/relationships/slide" Target="slides/slide24.xml"/><Relationship Id="rId23" Type="http://schemas.openxmlformats.org/officeDocument/2006/relationships/slide" Target="slides/slide25.xml"/><Relationship Id="rId24" Type="http://schemas.openxmlformats.org/officeDocument/2006/relationships/slide" Target="slides/slide26.xml"/><Relationship Id="rId25" Type="http://schemas.openxmlformats.org/officeDocument/2006/relationships/slide" Target="slides/slide27.xml"/><Relationship Id="rId26" Type="http://schemas.openxmlformats.org/officeDocument/2006/relationships/slide" Target="slides/slide28.xml"/><Relationship Id="rId27" Type="http://schemas.openxmlformats.org/officeDocument/2006/relationships/slide" Target="slides/slide29.xml"/><Relationship Id="rId28" Type="http://schemas.openxmlformats.org/officeDocument/2006/relationships/slide" Target="slides/slide30.xml"/><Relationship Id="rId29" Type="http://schemas.openxmlformats.org/officeDocument/2006/relationships/slide" Target="slides/slide31.xml"/><Relationship Id="rId30" Type="http://schemas.openxmlformats.org/officeDocument/2006/relationships/slide" Target="slides/slide32.xml"/><Relationship Id="rId31" Type="http://schemas.openxmlformats.org/officeDocument/2006/relationships/slide" Target="slides/slide33.xml"/><Relationship Id="rId32" Type="http://schemas.openxmlformats.org/officeDocument/2006/relationships/slide" Target="slides/slide34.xml"/><Relationship Id="rId33" Type="http://schemas.openxmlformats.org/officeDocument/2006/relationships/slide" Target="slides/slide35.xml"/><Relationship Id="rId34" Type="http://schemas.openxmlformats.org/officeDocument/2006/relationships/slide" Target="slides/slide36.xml"/><Relationship Id="rId35" Type="http://schemas.openxmlformats.org/officeDocument/2006/relationships/slide" Target="slides/slide37.xml"/><Relationship Id="rId36" Type="http://schemas.openxmlformats.org/officeDocument/2006/relationships/slide" Target="slides/slide38.xml"/><Relationship Id="rId37" Type="http://schemas.openxmlformats.org/officeDocument/2006/relationships/slide" Target="slides/slide39.xml"/><Relationship Id="rId38" Type="http://schemas.openxmlformats.org/officeDocument/2006/relationships/slide" Target="slides/slide40.xml"/><Relationship Id="rId39" Type="http://schemas.openxmlformats.org/officeDocument/2006/relationships/slide" Target="slides/slide41.xml"/><Relationship Id="rId40" Type="http://schemas.openxmlformats.org/officeDocument/2006/relationships/slide" Target="slides/slide42.xml"/><Relationship Id="rId41" Type="http://schemas.openxmlformats.org/officeDocument/2006/relationships/slide" Target="slides/slide43.xml"/><Relationship Id="rId42" Type="http://schemas.openxmlformats.org/officeDocument/2006/relationships/slide" Target="slides/slide44.xml"/><Relationship Id="rId43" Type="http://schemas.openxmlformats.org/officeDocument/2006/relationships/slide" Target="slides/slide45.xml"/><Relationship Id="rId45" Type="http://schemas.openxmlformats.org/officeDocument/2006/relationships/slide" Target="slides/slide46.xml"/><Relationship Id="rId46"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7" Type="http://schemas.openxmlformats.org/officeDocument/2006/relationships/slide" Target="slides/slide55.xml"/><Relationship Id="rId58" Type="http://schemas.openxmlformats.org/officeDocument/2006/relationships/slide" Target="slides/slide56.xml"/><Relationship Id="rId60" Type="http://schemas.openxmlformats.org/officeDocument/2006/relationships/slide" Target="slides/slide57.xml"/><Relationship Id="rId61" Type="http://schemas.openxmlformats.org/officeDocument/2006/relationships/slide" Target="slides/slide58.xml"/><Relationship Id="rId62" Type="http://schemas.openxmlformats.org/officeDocument/2006/relationships/slide" Target="slides/slide59.xml"/><Relationship Id="rId63" Type="http://schemas.openxmlformats.org/officeDocument/2006/relationships/slide" Target="slides/slide60.xml"/><Relationship Id="rId64"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9" Type="http://schemas.openxmlformats.org/officeDocument/2006/relationships/slide" Target="slides/slide64.xml"/><Relationship Id="rId70" Type="http://schemas.openxmlformats.org/officeDocument/2006/relationships/slide" Target="slides/slide65.xml"/><Relationship Id="rId71" Type="http://schemas.openxmlformats.org/officeDocument/2006/relationships/slide" Target="slides/slide66.xml"/><Relationship Id="rId72" Type="http://schemas.openxmlformats.org/officeDocument/2006/relationships/slide" Target="slides/slide67.xml"/><Relationship Id="rId73" Type="http://schemas.openxmlformats.org/officeDocument/2006/relationships/slide" Target="slides/slide68.xml"/><Relationship Id="rId74" Type="http://schemas.openxmlformats.org/officeDocument/2006/relationships/slide" Target="slides/slide69.xml"/><Relationship Id="rId75"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7" Type="http://schemas.openxmlformats.org/officeDocument/2006/relationships/slide" Target="slides/slide79.xml"/><Relationship Id="rId88" Type="http://schemas.openxmlformats.org/officeDocument/2006/relationships/slide" Target="slides/slide80.xml"/><Relationship Id="rId90" Type="http://schemas.openxmlformats.org/officeDocument/2006/relationships/slide" Target="slides/slide81.xml"/><Relationship Id="rId91" Type="http://schemas.openxmlformats.org/officeDocument/2006/relationships/slide" Target="slides/slide82.xml"/><Relationship Id="rId92" Type="http://schemas.openxmlformats.org/officeDocument/2006/relationships/slide" Target="slides/slide83.xml"/><Relationship Id="rId93" Type="http://schemas.openxmlformats.org/officeDocument/2006/relationships/slide" Target="slides/slide84.xml"/><Relationship Id="rId94" Type="http://schemas.openxmlformats.org/officeDocument/2006/relationships/slide" Target="slides/slide85.xml"/><Relationship Id="rId95" Type="http://schemas.openxmlformats.org/officeDocument/2006/relationships/slide" Target="slides/slide86.xml"/><Relationship Id="rId97" Type="http://schemas.openxmlformats.org/officeDocument/2006/relationships/slide" Target="slides/slide87.xml"/><Relationship Id="rId98" Type="http://schemas.openxmlformats.org/officeDocument/2006/relationships/slide" Target="slides/slide88.xml"/><Relationship Id="rId100" Type="http://schemas.openxmlformats.org/officeDocument/2006/relationships/slide" Target="slides/slide89.xml"/><Relationship Id="rId101" Type="http://schemas.openxmlformats.org/officeDocument/2006/relationships/slide" Target="slides/slide90.xml"/><Relationship Id="rId102" Type="http://schemas.openxmlformats.org/officeDocument/2006/relationships/slide" Target="slides/slide91.xml"/><Relationship Id="rId103" Type="http://schemas.openxmlformats.org/officeDocument/2006/relationships/slide" Target="slides/slide92.xml"/><Relationship Id="rId104" Type="http://schemas.openxmlformats.org/officeDocument/2006/relationships/slide" Target="slides/slide93.xml"/><Relationship Id="rId106" Type="http://schemas.openxmlformats.org/officeDocument/2006/relationships/slide" Target="slides/slide94.xml"/><Relationship Id="rId107" Type="http://schemas.openxmlformats.org/officeDocument/2006/relationships/slide" Target="slides/slide95.xml"/><Relationship Id="rId110" Type="http://schemas.openxmlformats.org/officeDocument/2006/relationships/slide" Target="slides/slide96.xml"/><Relationship Id="rId111" Type="http://schemas.openxmlformats.org/officeDocument/2006/relationships/slide" Target="slides/slide97.xml"/><Relationship Id="rId112" Type="http://schemas.openxmlformats.org/officeDocument/2006/relationships/slide" Target="slides/slide98.xml"/><Relationship Id="rId113" Type="http://schemas.openxmlformats.org/officeDocument/2006/relationships/slide" Target="slides/slide99.xml"/><Relationship Id="rId114" Type="http://schemas.openxmlformats.org/officeDocument/2006/relationships/slide" Target="slides/slide100.xml"/><Relationship Id="rId115" Type="http://schemas.openxmlformats.org/officeDocument/2006/relationships/slide" Target="slides/slide101.xml"/><Relationship Id="rId116" Type="http://schemas.openxmlformats.org/officeDocument/2006/relationships/slide" Target="slides/slide102.xml"/><Relationship Id="rId117" Type="http://schemas.openxmlformats.org/officeDocument/2006/relationships/slide" Target="slides/slide103.xml"/><Relationship Id="rId118" Type="http://schemas.openxmlformats.org/officeDocument/2006/relationships/slide" Target="slides/slide104.xml"/><Relationship Id="rId119" Type="http://schemas.openxmlformats.org/officeDocument/2006/relationships/slide" Target="slides/slide105.xml"/><Relationship Id="rId120" Type="http://schemas.openxmlformats.org/officeDocument/2006/relationships/slide" Target="slides/slide106.xml"/><Relationship Id="rId121" Type="http://schemas.openxmlformats.org/officeDocument/2006/relationships/slide" Target="slides/slide107.xml"/><Relationship Id="rId122" Type="http://schemas.openxmlformats.org/officeDocument/2006/relationships/slide" Target="slides/slide108.xml"/><Relationship Id="rId123" Type="http://schemas.openxmlformats.org/officeDocument/2006/relationships/slide" Target="slides/slide109.xml"/><Relationship Id="rId124" Type="http://schemas.openxmlformats.org/officeDocument/2006/relationships/slide" Target="slides/slide110.xml"/><Relationship Id="rId125" Type="http://schemas.openxmlformats.org/officeDocument/2006/relationships/slide" Target="slides/slide111.xml"/><Relationship Id="rId126" Type="http://schemas.openxmlformats.org/officeDocument/2006/relationships/slide" Target="slides/slide112.xml"/><Relationship Id="rId127" Type="http://schemas.openxmlformats.org/officeDocument/2006/relationships/slide" Target="slides/slide113.xml"/><Relationship Id="rId128" Type="http://schemas.openxmlformats.org/officeDocument/2006/relationships/slide" Target="slides/slide114.xml"/><Relationship Id="rId129" Type="http://schemas.openxmlformats.org/officeDocument/2006/relationships/slide" Target="slides/slide115.xml"/><Relationship Id="rId130" Type="http://schemas.openxmlformats.org/officeDocument/2006/relationships/slide" Target="slides/slide116.xml"/><Relationship Id="rId131" Type="http://schemas.openxmlformats.org/officeDocument/2006/relationships/slide" Target="slides/slide117.xml"/><Relationship Id="rId132" Type="http://schemas.openxmlformats.org/officeDocument/2006/relationships/slide" Target="slides/slide118.xml"/><Relationship Id="rId133" Type="http://schemas.openxmlformats.org/officeDocument/2006/relationships/slide" Target="slides/slide119.xml"/><Relationship Id="rId134" Type="http://schemas.openxmlformats.org/officeDocument/2006/relationships/slide" Target="slides/slide120.xml"/><Relationship Id="rId135" Type="http://schemas.openxmlformats.org/officeDocument/2006/relationships/slide" Target="slides/slide121.xml"/><Relationship Id="rId136" Type="http://schemas.openxmlformats.org/officeDocument/2006/relationships/slide" Target="slides/slide122.xml"/><Relationship Id="rId137" Type="http://schemas.openxmlformats.org/officeDocument/2006/relationships/slide" Target="slides/slide123.xml"/><Relationship Id="rId139" Type="http://schemas.openxmlformats.org/officeDocument/2006/relationships/slide" Target="slides/slide124.xml"/><Relationship Id="rId140" Type="http://schemas.openxmlformats.org/officeDocument/2006/relationships/slide" Target="slides/slide125.xml"/><Relationship Id="rId143" Type="http://schemas.openxmlformats.org/officeDocument/2006/relationships/slide" Target="slides/slide126.xml"/><Relationship Id="rId144" Type="http://schemas.openxmlformats.org/officeDocument/2006/relationships/slide" Target="slides/slide127.xml"/><Relationship Id="rId145" Type="http://schemas.openxmlformats.org/officeDocument/2006/relationships/slide" Target="slides/slide128.xml"/><Relationship Id="rId146" Type="http://schemas.openxmlformats.org/officeDocument/2006/relationships/slide" Target="slides/slide129.xml"/><Relationship Id="rId147" Type="http://schemas.openxmlformats.org/officeDocument/2006/relationships/slide" Target="slides/slide130.xml"/><Relationship Id="rId148" Type="http://schemas.openxmlformats.org/officeDocument/2006/relationships/slide" Target="slides/slide131.xml"/><Relationship Id="rId149" Type="http://schemas.openxmlformats.org/officeDocument/2006/relationships/slide" Target="slides/slide132.xml"/><Relationship Id="rId151" Type="http://schemas.openxmlformats.org/officeDocument/2006/relationships/slide" Target="slides/slide133.xml"/><Relationship Id="rId152" Type="http://schemas.openxmlformats.org/officeDocument/2006/relationships/slide" Target="slides/slide134.xml"/><Relationship Id="rId154" Type="http://schemas.openxmlformats.org/officeDocument/2006/relationships/slide" Target="slides/slide135.xml"/><Relationship Id="rId155" Type="http://schemas.openxmlformats.org/officeDocument/2006/relationships/slide" Target="slides/slide136.xml"/><Relationship Id="rId156" Type="http://schemas.openxmlformats.org/officeDocument/2006/relationships/slide" Target="slides/slide137.xml"/><Relationship Id="rId157" Type="http://schemas.openxmlformats.org/officeDocument/2006/relationships/slide" Target="slides/slide138.xml"/><Relationship Id="rId158" Type="http://schemas.openxmlformats.org/officeDocument/2006/relationships/slide" Target="slides/slide139.xml"/><Relationship Id="rId160" Type="http://schemas.openxmlformats.org/officeDocument/2006/relationships/slide" Target="slides/slide140.xml"/><Relationship Id="rId161" Type="http://schemas.openxmlformats.org/officeDocument/2006/relationships/slide" Target="slides/slide141.xml"/><Relationship Id="rId163" Type="http://schemas.openxmlformats.org/officeDocument/2006/relationships/slide" Target="slides/slide142.xml"/><Relationship Id="rId164" Type="http://schemas.openxmlformats.org/officeDocument/2006/relationships/slide" Target="slides/slide143.xml"/><Relationship Id="rId165" Type="http://schemas.openxmlformats.org/officeDocument/2006/relationships/slide" Target="slides/slide144.xml"/><Relationship Id="rId166" Type="http://schemas.openxmlformats.org/officeDocument/2006/relationships/slide" Target="slides/slide145.xml"/><Relationship Id="rId167" Type="http://schemas.openxmlformats.org/officeDocument/2006/relationships/slide" Target="slides/slide146.xml"/><Relationship Id="rId168" Type="http://schemas.openxmlformats.org/officeDocument/2006/relationships/slide" Target="slides/slide147.xml"/><Relationship Id="rId169" Type="http://schemas.openxmlformats.org/officeDocument/2006/relationships/slide" Target="slides/slide148.xml"/><Relationship Id="rId171" Type="http://schemas.openxmlformats.org/officeDocument/2006/relationships/slide" Target="slides/slide149.xml"/><Relationship Id="rId172" Type="http://schemas.openxmlformats.org/officeDocument/2006/relationships/slide" Target="slides/slide150.xml"/><Relationship Id="rId174" Type="http://schemas.openxmlformats.org/officeDocument/2006/relationships/slide" Target="slides/slide151.xml"/><Relationship Id="rId175" Type="http://schemas.openxmlformats.org/officeDocument/2006/relationships/slide" Target="slides/slide152.xml"/><Relationship Id="rId176" Type="http://schemas.openxmlformats.org/officeDocument/2006/relationships/slide" Target="slides/slide153.xml"/><Relationship Id="rId177" Type="http://schemas.openxmlformats.org/officeDocument/2006/relationships/slide" Target="slides/slide154.xml"/><Relationship Id="rId178" Type="http://schemas.openxmlformats.org/officeDocument/2006/relationships/slide" Target="slides/slide155.xml"/><Relationship Id="rId179" Type="http://schemas.openxmlformats.org/officeDocument/2006/relationships/slide" Target="slides/slide156.xml"/><Relationship Id="rId181" Type="http://schemas.openxmlformats.org/officeDocument/2006/relationships/slide" Target="slides/slide157.xml"/><Relationship Id="rId182" Type="http://schemas.openxmlformats.org/officeDocument/2006/relationships/slide" Target="slides/slide158.xml"/><Relationship Id="rId184" Type="http://schemas.openxmlformats.org/officeDocument/2006/relationships/slide" Target="slides/slide159.xml"/><Relationship Id="rId185" Type="http://schemas.openxmlformats.org/officeDocument/2006/relationships/slide" Target="slides/slide160.xml"/><Relationship Id="rId186" Type="http://schemas.openxmlformats.org/officeDocument/2006/relationships/slide" Target="slides/slide161.xml"/><Relationship Id="rId187" Type="http://schemas.openxmlformats.org/officeDocument/2006/relationships/slide" Target="slides/slide162.xml"/><Relationship Id="rId188" Type="http://schemas.openxmlformats.org/officeDocument/2006/relationships/slide" Target="slides/slide163.xml"/><Relationship Id="rId189" Type="http://schemas.openxmlformats.org/officeDocument/2006/relationships/slide" Target="slides/slide164.xml"/><Relationship Id="rId191" Type="http://schemas.openxmlformats.org/officeDocument/2006/relationships/slide" Target="slides/slide165.xml"/><Relationship Id="rId192" Type="http://schemas.openxmlformats.org/officeDocument/2006/relationships/slide" Target="slides/slide166.xml"/><Relationship Id="rId194" Type="http://schemas.openxmlformats.org/officeDocument/2006/relationships/slide" Target="slides/slide167.xml"/><Relationship Id="rId195" Type="http://schemas.openxmlformats.org/officeDocument/2006/relationships/slide" Target="slides/slide168.xml"/><Relationship Id="rId196" Type="http://schemas.openxmlformats.org/officeDocument/2006/relationships/slide" Target="slides/slide169.xml"/><Relationship Id="rId197" Type="http://schemas.openxmlformats.org/officeDocument/2006/relationships/slide" Target="slides/slide170.xml"/><Relationship Id="rId198" Type="http://schemas.openxmlformats.org/officeDocument/2006/relationships/slide" Target="slides/slide171.xml"/><Relationship Id="rId200" Type="http://schemas.openxmlformats.org/officeDocument/2006/relationships/slide" Target="slides/slide172.xml"/><Relationship Id="rId201" Type="http://schemas.openxmlformats.org/officeDocument/2006/relationships/slide" Target="slides/slide173.xml"/><Relationship Id="rId204" Type="http://schemas.openxmlformats.org/officeDocument/2006/relationships/slide" Target="slides/slide174.xml"/><Relationship Id="rId205" Type="http://schemas.openxmlformats.org/officeDocument/2006/relationships/slide" Target="slides/slide175.xml"/><Relationship Id="rId206" Type="http://schemas.openxmlformats.org/officeDocument/2006/relationships/slide" Target="slides/slide176.xml"/><Relationship Id="rId207" Type="http://schemas.openxmlformats.org/officeDocument/2006/relationships/slide" Target="slides/slide177.xml"/><Relationship Id="rId208" Type="http://schemas.openxmlformats.org/officeDocument/2006/relationships/slide" Target="slides/slide178.xml"/><Relationship Id="rId209" Type="http://schemas.openxmlformats.org/officeDocument/2006/relationships/slide" Target="slides/slide179.xml"/><Relationship Id="rId210" Type="http://schemas.openxmlformats.org/officeDocument/2006/relationships/slide" Target="slides/slide180.xml"/><Relationship Id="rId211" Type="http://schemas.openxmlformats.org/officeDocument/2006/relationships/slide" Target="slides/slide181.xml"/><Relationship Id="rId212" Type="http://schemas.openxmlformats.org/officeDocument/2006/relationships/slide" Target="slides/slide182.xml"/><Relationship Id="rId213" Type="http://schemas.openxmlformats.org/officeDocument/2006/relationships/slide" Target="slides/slide183.xml"/><Relationship Id="rId214" Type="http://schemas.openxmlformats.org/officeDocument/2006/relationships/slide" Target="slides/slide184.xml"/><Relationship Id="rId215" Type="http://schemas.openxmlformats.org/officeDocument/2006/relationships/slide" Target="slides/slide185.xml"/><Relationship Id="rId216" Type="http://schemas.openxmlformats.org/officeDocument/2006/relationships/slide" Target="slides/slide186.xml"/><Relationship Id="rId217" Type="http://schemas.openxmlformats.org/officeDocument/2006/relationships/slide" Target="slides/slide187.xml"/><Relationship Id="rId218" Type="http://schemas.openxmlformats.org/officeDocument/2006/relationships/slide" Target="slides/slide188.xml"/><Relationship Id="rId219" Type="http://schemas.openxmlformats.org/officeDocument/2006/relationships/slide" Target="slides/slide189.xml"/><Relationship Id="rId220" Type="http://schemas.openxmlformats.org/officeDocument/2006/relationships/slide" Target="slides/slide190.xml"/><Relationship Id="rId221" Type="http://schemas.openxmlformats.org/officeDocument/2006/relationships/slide" Target="slides/slide191.xml"/><Relationship Id="rId222" Type="http://schemas.openxmlformats.org/officeDocument/2006/relationships/slide" Target="slides/slide192.xml"/><Relationship Id="rId223" Type="http://schemas.openxmlformats.org/officeDocument/2006/relationships/slide" Target="slides/slide193.xml"/><Relationship Id="rId224" Type="http://schemas.openxmlformats.org/officeDocument/2006/relationships/slide" Target="slides/slide194.xml"/><Relationship Id="rId225" Type="http://schemas.openxmlformats.org/officeDocument/2006/relationships/slide" Target="slides/slide195.xml"/><Relationship Id="rId226" Type="http://schemas.openxmlformats.org/officeDocument/2006/relationships/slide" Target="slides/slide196.xml"/><Relationship Id="rId227" Type="http://schemas.openxmlformats.org/officeDocument/2006/relationships/slide" Target="slides/slide197.xml"/><Relationship Id="rId228" Type="http://schemas.openxmlformats.org/officeDocument/2006/relationships/slide" Target="slides/slide198.xml"/><Relationship Id="rId229" Type="http://schemas.openxmlformats.org/officeDocument/2006/relationships/slide" Target="slides/slide199.xml"/><Relationship Id="rId230" Type="http://schemas.openxmlformats.org/officeDocument/2006/relationships/slide" Target="slides/slide200.xml"/><Relationship Id="rId231" Type="http://schemas.openxmlformats.org/officeDocument/2006/relationships/slide" Target="slides/slide201.xml"/><Relationship Id="rId233" Type="http://schemas.openxmlformats.org/officeDocument/2006/relationships/slide" Target="slides/slide202.xml"/><Relationship Id="rId234" Type="http://schemas.openxmlformats.org/officeDocument/2006/relationships/slide" Target="slides/slide203.xml"/><Relationship Id="rId237" Type="http://schemas.openxmlformats.org/officeDocument/2006/relationships/slide" Target="slides/slide204.xml"/><Relationship Id="rId238" Type="http://schemas.openxmlformats.org/officeDocument/2006/relationships/slide" Target="slides/slide205.xml"/><Relationship Id="rId239" Type="http://schemas.openxmlformats.org/officeDocument/2006/relationships/slide" Target="slides/slide206.xml"/><Relationship Id="rId240" Type="http://schemas.openxmlformats.org/officeDocument/2006/relationships/slide" Target="slides/slide207.xml"/><Relationship Id="rId241" Type="http://schemas.openxmlformats.org/officeDocument/2006/relationships/slide" Target="slides/slide208.xml"/><Relationship Id="rId242" Type="http://schemas.openxmlformats.org/officeDocument/2006/relationships/slide" Target="slides/slide209.xml"/><Relationship Id="rId243" Type="http://schemas.openxmlformats.org/officeDocument/2006/relationships/slide" Target="slides/slide210.xml"/><Relationship Id="rId245" Type="http://schemas.openxmlformats.org/officeDocument/2006/relationships/slide" Target="slides/slide211.xml"/><Relationship Id="rId246" Type="http://schemas.openxmlformats.org/officeDocument/2006/relationships/slide" Target="slides/slide212.xml"/><Relationship Id="rId248" Type="http://schemas.openxmlformats.org/officeDocument/2006/relationships/slide" Target="slides/slide213.xml"/><Relationship Id="rId249" Type="http://schemas.openxmlformats.org/officeDocument/2006/relationships/slide" Target="slides/slide214.xml"/><Relationship Id="rId250" Type="http://schemas.openxmlformats.org/officeDocument/2006/relationships/slide" Target="slides/slide215.xml"/><Relationship Id="rId251" Type="http://schemas.openxmlformats.org/officeDocument/2006/relationships/slide" Target="slides/slide216.xml"/><Relationship Id="rId252" Type="http://schemas.openxmlformats.org/officeDocument/2006/relationships/slide" Target="slides/slide217.xml"/><Relationship Id="rId254" Type="http://schemas.openxmlformats.org/officeDocument/2006/relationships/slide" Target="slides/slide218.xml"/><Relationship Id="rId255" Type="http://schemas.openxmlformats.org/officeDocument/2006/relationships/slide" Target="slides/slide219.xml"/><Relationship Id="rId257" Type="http://schemas.openxmlformats.org/officeDocument/2006/relationships/slide" Target="slides/slide220.xml"/><Relationship Id="rId258" Type="http://schemas.openxmlformats.org/officeDocument/2006/relationships/slide" Target="slides/slide221.xml"/><Relationship Id="rId259" Type="http://schemas.openxmlformats.org/officeDocument/2006/relationships/slide" Target="slides/slide222.xml"/><Relationship Id="rId260" Type="http://schemas.openxmlformats.org/officeDocument/2006/relationships/slide" Target="slides/slide223.xml"/><Relationship Id="rId261" Type="http://schemas.openxmlformats.org/officeDocument/2006/relationships/slide" Target="slides/slide224.xml"/><Relationship Id="rId262" Type="http://schemas.openxmlformats.org/officeDocument/2006/relationships/slide" Target="slides/slide225.xml"/><Relationship Id="rId263" Type="http://schemas.openxmlformats.org/officeDocument/2006/relationships/slide" Target="slides/slide226.xml"/><Relationship Id="rId265" Type="http://schemas.openxmlformats.org/officeDocument/2006/relationships/slide" Target="slides/slide227.xml"/><Relationship Id="rId266" Type="http://schemas.openxmlformats.org/officeDocument/2006/relationships/slide" Target="slides/slide228.xml"/><Relationship Id="rId268" Type="http://schemas.openxmlformats.org/officeDocument/2006/relationships/slide" Target="slides/slide229.xml"/><Relationship Id="rId269" Type="http://schemas.openxmlformats.org/officeDocument/2006/relationships/slide" Target="slides/slide230.xml"/><Relationship Id="rId270" Type="http://schemas.openxmlformats.org/officeDocument/2006/relationships/slide" Target="slides/slide231.xml"/><Relationship Id="rId271" Type="http://schemas.openxmlformats.org/officeDocument/2006/relationships/slide" Target="slides/slide232.xml"/><Relationship Id="rId272" Type="http://schemas.openxmlformats.org/officeDocument/2006/relationships/slide" Target="slides/slide233.xml"/><Relationship Id="rId273" Type="http://schemas.openxmlformats.org/officeDocument/2006/relationships/slide" Target="slides/slide234.xml"/><Relationship Id="rId275" Type="http://schemas.openxmlformats.org/officeDocument/2006/relationships/slide" Target="slides/slide235.xml"/><Relationship Id="rId276" Type="http://schemas.openxmlformats.org/officeDocument/2006/relationships/slide" Target="slides/slide236.xml"/><Relationship Id="rId278" Type="http://schemas.openxmlformats.org/officeDocument/2006/relationships/slide" Target="slides/slide237.xml"/><Relationship Id="rId279" Type="http://schemas.openxmlformats.org/officeDocument/2006/relationships/slide" Target="slides/slide238.xml"/><Relationship Id="rId280" Type="http://schemas.openxmlformats.org/officeDocument/2006/relationships/slide" Target="slides/slide239.xml"/><Relationship Id="rId281" Type="http://schemas.openxmlformats.org/officeDocument/2006/relationships/slide" Target="slides/slide240.xml"/><Relationship Id="rId282" Type="http://schemas.openxmlformats.org/officeDocument/2006/relationships/slide" Target="slides/slide241.xml"/><Relationship Id="rId283" Type="http://schemas.openxmlformats.org/officeDocument/2006/relationships/slide" Target="slides/slide242.xml"/><Relationship Id="rId285" Type="http://schemas.openxmlformats.org/officeDocument/2006/relationships/slide" Target="slides/slide243.xml"/><Relationship Id="rId286" Type="http://schemas.openxmlformats.org/officeDocument/2006/relationships/slide" Target="slides/slide244.xml"/><Relationship Id="rId288" Type="http://schemas.openxmlformats.org/officeDocument/2006/relationships/slide" Target="slides/slide245.xml"/><Relationship Id="rId289" Type="http://schemas.openxmlformats.org/officeDocument/2006/relationships/slide" Target="slides/slide246.xml"/><Relationship Id="rId290" Type="http://schemas.openxmlformats.org/officeDocument/2006/relationships/slide" Target="slides/slide247.xml"/><Relationship Id="rId291" Type="http://schemas.openxmlformats.org/officeDocument/2006/relationships/slide" Target="slides/slide248.xml"/><Relationship Id="rId292" Type="http://schemas.openxmlformats.org/officeDocument/2006/relationships/slide" Target="slides/slide249.xml"/><Relationship Id="rId294" Type="http://schemas.openxmlformats.org/officeDocument/2006/relationships/slide" Target="slides/slide250.xml"/><Relationship Id="rId295" Type="http://schemas.openxmlformats.org/officeDocument/2006/relationships/slide" Target="slides/slide251.xml"/><Relationship Id="rId298" Type="http://schemas.openxmlformats.org/officeDocument/2006/relationships/slide" Target="slides/slide252.xml"/><Relationship Id="rId299" Type="http://schemas.openxmlformats.org/officeDocument/2006/relationships/slide" Target="slides/slide253.xml"/><Relationship Id="rId300" Type="http://schemas.openxmlformats.org/officeDocument/2006/relationships/slide" Target="slides/slide254.xml"/><Relationship Id="rId301" Type="http://schemas.openxmlformats.org/officeDocument/2006/relationships/slide" Target="slides/slide255.xml"/><Relationship Id="rId302" Type="http://schemas.openxmlformats.org/officeDocument/2006/relationships/slide" Target="slides/slide256.xml"/><Relationship Id="rId303" Type="http://schemas.openxmlformats.org/officeDocument/2006/relationships/slide" Target="slides/slide257.xml"/><Relationship Id="rId304" Type="http://schemas.openxmlformats.org/officeDocument/2006/relationships/slide" Target="slides/slide258.xml"/><Relationship Id="rId305" Type="http://schemas.openxmlformats.org/officeDocument/2006/relationships/slide" Target="slides/slide259.xml"/><Relationship Id="rId306" Type="http://schemas.openxmlformats.org/officeDocument/2006/relationships/slide" Target="slides/slide260.xml"/><Relationship Id="rId307" Type="http://schemas.openxmlformats.org/officeDocument/2006/relationships/slide" Target="slides/slide261.xml"/><Relationship Id="rId308" Type="http://schemas.openxmlformats.org/officeDocument/2006/relationships/slide" Target="slides/slide262.xml"/><Relationship Id="rId309" Type="http://schemas.openxmlformats.org/officeDocument/2006/relationships/slide" Target="slides/slide263.xml"/><Relationship Id="rId310" Type="http://schemas.openxmlformats.org/officeDocument/2006/relationships/slide" Target="slides/slide264.xml"/><Relationship Id="rId311" Type="http://schemas.openxmlformats.org/officeDocument/2006/relationships/slide" Target="slides/slide265.xml"/><Relationship Id="rId312" Type="http://schemas.openxmlformats.org/officeDocument/2006/relationships/slide" Target="slides/slide266.xml"/><Relationship Id="rId313" Type="http://schemas.openxmlformats.org/officeDocument/2006/relationships/slide" Target="slides/slide267.xml"/><Relationship Id="rId314" Type="http://schemas.openxmlformats.org/officeDocument/2006/relationships/slide" Target="slides/slide268.xml"/><Relationship Id="rId315" Type="http://schemas.openxmlformats.org/officeDocument/2006/relationships/slide" Target="slides/slide269.xml"/><Relationship Id="rId316" Type="http://schemas.openxmlformats.org/officeDocument/2006/relationships/slide" Target="slides/slide270.xml"/><Relationship Id="rId317" Type="http://schemas.openxmlformats.org/officeDocument/2006/relationships/slide" Target="slides/slide271.xml"/><Relationship Id="rId318" Type="http://schemas.openxmlformats.org/officeDocument/2006/relationships/slide" Target="slides/slide272.xml"/><Relationship Id="rId319" Type="http://schemas.openxmlformats.org/officeDocument/2006/relationships/slide" Target="slides/slide273.xml"/><Relationship Id="rId320" Type="http://schemas.openxmlformats.org/officeDocument/2006/relationships/slide" Target="slides/slide274.xml"/><Relationship Id="rId321" Type="http://schemas.openxmlformats.org/officeDocument/2006/relationships/slide" Target="slides/slide275.xml"/><Relationship Id="rId322" Type="http://schemas.openxmlformats.org/officeDocument/2006/relationships/slide" Target="slides/slide276.xml"/><Relationship Id="rId323" Type="http://schemas.openxmlformats.org/officeDocument/2006/relationships/slide" Target="slides/slide277.xml"/><Relationship Id="rId324" Type="http://schemas.openxmlformats.org/officeDocument/2006/relationships/slide" Target="slides/slide278.xml"/><Relationship Id="rId325" Type="http://schemas.openxmlformats.org/officeDocument/2006/relationships/slide" Target="slides/slide279.xml"/><Relationship Id="rId326" Type="http://schemas.openxmlformats.org/officeDocument/2006/relationships/slide" Target="slides/slide280.xml"/><Relationship Id="rId328" Type="http://schemas.openxmlformats.org/officeDocument/2006/relationships/slide" Target="slides/slide281.xml"/><Relationship Id="rId329" Type="http://schemas.openxmlformats.org/officeDocument/2006/relationships/slide" Target="slides/slide282.xml"/><Relationship Id="rId332" Type="http://schemas.openxmlformats.org/officeDocument/2006/relationships/slide" Target="slides/slide283.xml"/><Relationship Id="rId333" Type="http://schemas.openxmlformats.org/officeDocument/2006/relationships/slide" Target="slides/slide284.xml"/><Relationship Id="rId334" Type="http://schemas.openxmlformats.org/officeDocument/2006/relationships/slide" Target="slides/slide285.xml"/><Relationship Id="rId335" Type="http://schemas.openxmlformats.org/officeDocument/2006/relationships/slide" Target="slides/slide286.xml"/><Relationship Id="rId336" Type="http://schemas.openxmlformats.org/officeDocument/2006/relationships/slide" Target="slides/slide287.xml"/><Relationship Id="rId337" Type="http://schemas.openxmlformats.org/officeDocument/2006/relationships/slide" Target="slides/slide288.xml"/><Relationship Id="rId338" Type="http://schemas.openxmlformats.org/officeDocument/2006/relationships/slide" Target="slides/slide289.xml"/><Relationship Id="rId340" Type="http://schemas.openxmlformats.org/officeDocument/2006/relationships/slide" Target="slides/slide290.xml"/><Relationship Id="rId341" Type="http://schemas.openxmlformats.org/officeDocument/2006/relationships/slide" Target="slides/slide291.xml"/><Relationship Id="rId343" Type="http://schemas.openxmlformats.org/officeDocument/2006/relationships/slide" Target="slides/slide292.xml"/><Relationship Id="rId344" Type="http://schemas.openxmlformats.org/officeDocument/2006/relationships/slide" Target="slides/slide293.xml"/><Relationship Id="rId345" Type="http://schemas.openxmlformats.org/officeDocument/2006/relationships/slide" Target="slides/slide294.xml"/><Relationship Id="rId346" Type="http://schemas.openxmlformats.org/officeDocument/2006/relationships/slide" Target="slides/slide295.xml"/><Relationship Id="rId347" Type="http://schemas.openxmlformats.org/officeDocument/2006/relationships/slide" Target="slides/slide296.xml"/><Relationship Id="rId349" Type="http://schemas.openxmlformats.org/officeDocument/2006/relationships/slide" Target="slides/slide297.xml"/><Relationship Id="rId350" Type="http://schemas.openxmlformats.org/officeDocument/2006/relationships/slide" Target="slides/slide298.xml"/><Relationship Id="rId352" Type="http://schemas.openxmlformats.org/officeDocument/2006/relationships/slide" Target="slides/slide299.xml"/><Relationship Id="rId353" Type="http://schemas.openxmlformats.org/officeDocument/2006/relationships/slide" Target="slides/slide300.xml"/><Relationship Id="rId354" Type="http://schemas.openxmlformats.org/officeDocument/2006/relationships/slide" Target="slides/slide301.xml"/><Relationship Id="rId355" Type="http://schemas.openxmlformats.org/officeDocument/2006/relationships/slide" Target="slides/slide302.xml"/><Relationship Id="rId356" Type="http://schemas.openxmlformats.org/officeDocument/2006/relationships/slide" Target="slides/slide303.xml"/><Relationship Id="rId357" Type="http://schemas.openxmlformats.org/officeDocument/2006/relationships/slide" Target="slides/slide304.xml"/><Relationship Id="rId358" Type="http://schemas.openxmlformats.org/officeDocument/2006/relationships/slide" Target="slides/slide305.xml"/><Relationship Id="rId360" Type="http://schemas.openxmlformats.org/officeDocument/2006/relationships/slide" Target="slides/slide306.xml"/><Relationship Id="rId361" Type="http://schemas.openxmlformats.org/officeDocument/2006/relationships/slide" Target="slides/slide307.xml"/><Relationship Id="rId363" Type="http://schemas.openxmlformats.org/officeDocument/2006/relationships/slide" Target="slides/slide308.xml"/><Relationship Id="rId364" Type="http://schemas.openxmlformats.org/officeDocument/2006/relationships/slide" Target="slides/slide309.xml"/><Relationship Id="rId365" Type="http://schemas.openxmlformats.org/officeDocument/2006/relationships/slide" Target="slides/slide310.xml"/><Relationship Id="rId366" Type="http://schemas.openxmlformats.org/officeDocument/2006/relationships/slide" Target="slides/slide311.xml"/><Relationship Id="rId367" Type="http://schemas.openxmlformats.org/officeDocument/2006/relationships/slide" Target="slides/slide312.xml"/><Relationship Id="rId368" Type="http://schemas.openxmlformats.org/officeDocument/2006/relationships/slide" Target="slides/slide313.xml"/><Relationship Id="rId370" Type="http://schemas.openxmlformats.org/officeDocument/2006/relationships/slide" Target="slides/slide314.xml"/><Relationship Id="rId371" Type="http://schemas.openxmlformats.org/officeDocument/2006/relationships/slide" Target="slides/slide315.xml"/><Relationship Id="rId373" Type="http://schemas.openxmlformats.org/officeDocument/2006/relationships/slide" Target="slides/slide316.xml"/><Relationship Id="rId374" Type="http://schemas.openxmlformats.org/officeDocument/2006/relationships/slide" Target="slides/slide317.xml"/><Relationship Id="rId375" Type="http://schemas.openxmlformats.org/officeDocument/2006/relationships/slide" Target="slides/slide318.xml"/><Relationship Id="rId376" Type="http://schemas.openxmlformats.org/officeDocument/2006/relationships/slide" Target="slides/slide319.xml"/><Relationship Id="rId377" Type="http://schemas.openxmlformats.org/officeDocument/2006/relationships/slide" Target="slides/slide320.xml"/><Relationship Id="rId378" Type="http://schemas.openxmlformats.org/officeDocument/2006/relationships/slide" Target="slides/slide321.xml"/><Relationship Id="rId380" Type="http://schemas.openxmlformats.org/officeDocument/2006/relationships/slide" Target="slides/slide322.xml"/><Relationship Id="rId381" Type="http://schemas.openxmlformats.org/officeDocument/2006/relationships/slide" Target="slides/slide323.xml"/><Relationship Id="rId383" Type="http://schemas.openxmlformats.org/officeDocument/2006/relationships/slide" Target="slides/slide324.xml"/><Relationship Id="rId384" Type="http://schemas.openxmlformats.org/officeDocument/2006/relationships/slide" Target="slides/slide325.xml"/><Relationship Id="rId385" Type="http://schemas.openxmlformats.org/officeDocument/2006/relationships/slide" Target="slides/slide326.xml"/><Relationship Id="rId386" Type="http://schemas.openxmlformats.org/officeDocument/2006/relationships/slide" Target="slides/slide327.xml"/><Relationship Id="rId387" Type="http://schemas.openxmlformats.org/officeDocument/2006/relationships/slide" Target="slides/slide328.xml"/><Relationship Id="rId389" Type="http://schemas.openxmlformats.org/officeDocument/2006/relationships/slide" Target="slides/slide329.xml"/><Relationship Id="rId390" Type="http://schemas.openxmlformats.org/officeDocument/2006/relationships/slide" Target="slides/slide330.xml"/><Relationship Id="rId393" Type="http://schemas.openxmlformats.org/officeDocument/2006/relationships/slide" Target="slides/slide331.xml"/><Relationship Id="rId394" Type="http://schemas.openxmlformats.org/officeDocument/2006/relationships/slide" Target="slides/slide332.xml"/><Relationship Id="rId395" Type="http://schemas.openxmlformats.org/officeDocument/2006/relationships/slide" Target="slides/slide333.xml"/><Relationship Id="rId396" Type="http://schemas.openxmlformats.org/officeDocument/2006/relationships/slide" Target="slides/slide334.xml"/><Relationship Id="rId397" Type="http://schemas.openxmlformats.org/officeDocument/2006/relationships/slide" Target="slides/slide335.xml"/><Relationship Id="rId398" Type="http://schemas.openxmlformats.org/officeDocument/2006/relationships/slide" Target="slides/slide336.xml"/><Relationship Id="rId399" Type="http://schemas.openxmlformats.org/officeDocument/2006/relationships/slide" Target="slides/slide337.xml"/><Relationship Id="rId400" Type="http://schemas.openxmlformats.org/officeDocument/2006/relationships/slide" Target="slides/slide338.xml"/><Relationship Id="rId401" Type="http://schemas.openxmlformats.org/officeDocument/2006/relationships/slide" Target="slides/slide339.xml"/><Relationship Id="rId402" Type="http://schemas.openxmlformats.org/officeDocument/2006/relationships/slide" Target="slides/slide340.xml"/><Relationship Id="rId403" Type="http://schemas.openxmlformats.org/officeDocument/2006/relationships/slide" Target="slides/slide341.xml"/><Relationship Id="rId404" Type="http://schemas.openxmlformats.org/officeDocument/2006/relationships/slide" Target="slides/slide342.xml"/><Relationship Id="rId405" Type="http://schemas.openxmlformats.org/officeDocument/2006/relationships/slide" Target="slides/slide343.xml"/><Relationship Id="rId406" Type="http://schemas.openxmlformats.org/officeDocument/2006/relationships/slide" Target="slides/slide344.xml"/><Relationship Id="rId407" Type="http://schemas.openxmlformats.org/officeDocument/2006/relationships/slide" Target="slides/slide345.xml"/><Relationship Id="rId408" Type="http://schemas.openxmlformats.org/officeDocument/2006/relationships/slide" Target="slides/slide346.xml"/><Relationship Id="rId409" Type="http://schemas.openxmlformats.org/officeDocument/2006/relationships/slide" Target="slides/slide347.xml"/><Relationship Id="rId410" Type="http://schemas.openxmlformats.org/officeDocument/2006/relationships/slide" Target="slides/slide348.xml"/><Relationship Id="rId411" Type="http://schemas.openxmlformats.org/officeDocument/2006/relationships/slide" Target="slides/slide349.xml"/><Relationship Id="rId412" Type="http://schemas.openxmlformats.org/officeDocument/2006/relationships/slide" Target="slides/slide350.xml"/><Relationship Id="rId413" Type="http://schemas.openxmlformats.org/officeDocument/2006/relationships/slide" Target="slides/slide351.xml"/><Relationship Id="rId414" Type="http://schemas.openxmlformats.org/officeDocument/2006/relationships/slide" Target="slides/slide352.xml"/><Relationship Id="rId415" Type="http://schemas.openxmlformats.org/officeDocument/2006/relationships/slide" Target="slides/slide353.xml"/><Relationship Id="rId416" Type="http://schemas.openxmlformats.org/officeDocument/2006/relationships/slide" Target="slides/slide354.xml"/><Relationship Id="rId417" Type="http://schemas.openxmlformats.org/officeDocument/2006/relationships/slide" Target="slides/slide355.xml"/><Relationship Id="rId418" Type="http://schemas.openxmlformats.org/officeDocument/2006/relationships/slide" Target="slides/slide356.xml"/><Relationship Id="rId419" Type="http://schemas.openxmlformats.org/officeDocument/2006/relationships/slide" Target="slides/slide357.xml"/><Relationship Id="rId420" Type="http://schemas.openxmlformats.org/officeDocument/2006/relationships/slide" Target="slides/slide358.xml"/><Relationship Id="rId422" Type="http://schemas.openxmlformats.org/officeDocument/2006/relationships/slide" Target="slides/slide359.xml"/><Relationship Id="rId423" Type="http://schemas.openxmlformats.org/officeDocument/2006/relationships/slide" Target="slides/slide360.xml"/><Relationship Id="rId426" Type="http://schemas.openxmlformats.org/officeDocument/2006/relationships/slide" Target="slides/slide361.xml"/><Relationship Id="rId427" Type="http://schemas.openxmlformats.org/officeDocument/2006/relationships/slide" Target="slides/slide362.xml"/><Relationship Id="rId428" Type="http://schemas.openxmlformats.org/officeDocument/2006/relationships/slide" Target="slides/slide363.xml"/><Relationship Id="rId429" Type="http://schemas.openxmlformats.org/officeDocument/2006/relationships/slide" Target="slides/slide364.xml"/><Relationship Id="rId430" Type="http://schemas.openxmlformats.org/officeDocument/2006/relationships/slide" Target="slides/slide365.xml"/><Relationship Id="rId431" Type="http://schemas.openxmlformats.org/officeDocument/2006/relationships/slide" Target="slides/slide366.xml"/><Relationship Id="rId432" Type="http://schemas.openxmlformats.org/officeDocument/2006/relationships/slide" Target="slides/slide367.xml"/><Relationship Id="rId434" Type="http://schemas.openxmlformats.org/officeDocument/2006/relationships/slide" Target="slides/slide368.xml"/><Relationship Id="rId435" Type="http://schemas.openxmlformats.org/officeDocument/2006/relationships/slide" Target="slides/slide369.xml"/><Relationship Id="rId437" Type="http://schemas.openxmlformats.org/officeDocument/2006/relationships/slide" Target="slides/slide370.xml"/><Relationship Id="rId438" Type="http://schemas.openxmlformats.org/officeDocument/2006/relationships/slide" Target="slides/slide371.xml"/><Relationship Id="rId439" Type="http://schemas.openxmlformats.org/officeDocument/2006/relationships/slide" Target="slides/slide372.xml"/><Relationship Id="rId440" Type="http://schemas.openxmlformats.org/officeDocument/2006/relationships/slide" Target="slides/slide373.xml"/><Relationship Id="rId441" Type="http://schemas.openxmlformats.org/officeDocument/2006/relationships/slide" Target="slides/slide374.xml"/><Relationship Id="rId443" Type="http://schemas.openxmlformats.org/officeDocument/2006/relationships/slide" Target="slides/slide375.xml"/><Relationship Id="rId444" Type="http://schemas.openxmlformats.org/officeDocument/2006/relationships/slide" Target="slides/slide376.xml"/><Relationship Id="rId446" Type="http://schemas.openxmlformats.org/officeDocument/2006/relationships/slide" Target="slides/slide377.xml"/><Relationship Id="rId447" Type="http://schemas.openxmlformats.org/officeDocument/2006/relationships/slide" Target="slides/slide378.xml"/><Relationship Id="rId448" Type="http://schemas.openxmlformats.org/officeDocument/2006/relationships/slide" Target="slides/slide379.xml"/><Relationship Id="rId449" Type="http://schemas.openxmlformats.org/officeDocument/2006/relationships/slide" Target="slides/slide380.xml"/><Relationship Id="rId450" Type="http://schemas.openxmlformats.org/officeDocument/2006/relationships/slide" Target="slides/slide381.xml"/><Relationship Id="rId451" Type="http://schemas.openxmlformats.org/officeDocument/2006/relationships/slide" Target="slides/slide382.xml"/><Relationship Id="rId452" Type="http://schemas.openxmlformats.org/officeDocument/2006/relationships/slide" Target="slides/slide383.xml"/><Relationship Id="rId454" Type="http://schemas.openxmlformats.org/officeDocument/2006/relationships/slide" Target="slides/slide384.xml"/><Relationship Id="rId455" Type="http://schemas.openxmlformats.org/officeDocument/2006/relationships/slide" Target="slides/slide385.xml"/><Relationship Id="rId457" Type="http://schemas.openxmlformats.org/officeDocument/2006/relationships/slide" Target="slides/slide386.xml"/><Relationship Id="rId458" Type="http://schemas.openxmlformats.org/officeDocument/2006/relationships/slide" Target="slides/slide387.xml"/><Relationship Id="rId459" Type="http://schemas.openxmlformats.org/officeDocument/2006/relationships/slide" Target="slides/slide388.xml"/><Relationship Id="rId460" Type="http://schemas.openxmlformats.org/officeDocument/2006/relationships/slide" Target="slides/slide389.xml"/><Relationship Id="rId461" Type="http://schemas.openxmlformats.org/officeDocument/2006/relationships/slide" Target="slides/slide390.xml"/><Relationship Id="rId462" Type="http://schemas.openxmlformats.org/officeDocument/2006/relationships/slide" Target="slides/slide391.xml"/><Relationship Id="rId464" Type="http://schemas.openxmlformats.org/officeDocument/2006/relationships/slide" Target="slides/slide392.xml"/><Relationship Id="rId465" Type="http://schemas.openxmlformats.org/officeDocument/2006/relationships/slide" Target="slides/slide393.xml"/><Relationship Id="rId467" Type="http://schemas.openxmlformats.org/officeDocument/2006/relationships/slide" Target="slides/slide394.xml"/><Relationship Id="rId468" Type="http://schemas.openxmlformats.org/officeDocument/2006/relationships/slide" Target="slides/slide395.xml"/><Relationship Id="rId469" Type="http://schemas.openxmlformats.org/officeDocument/2006/relationships/slide" Target="slides/slide396.xml"/><Relationship Id="rId470" Type="http://schemas.openxmlformats.org/officeDocument/2006/relationships/slide" Target="slides/slide397.xml"/><Relationship Id="rId471" Type="http://schemas.openxmlformats.org/officeDocument/2006/relationships/slide" Target="slides/slide398.xml"/><Relationship Id="rId472" Type="http://schemas.openxmlformats.org/officeDocument/2006/relationships/slide" Target="slides/slide399.xml"/><Relationship Id="rId474" Type="http://schemas.openxmlformats.org/officeDocument/2006/relationships/slide" Target="slides/slide400.xml"/><Relationship Id="rId475" Type="http://schemas.openxmlformats.org/officeDocument/2006/relationships/slide" Target="slides/slide401.xml"/><Relationship Id="rId477" Type="http://schemas.openxmlformats.org/officeDocument/2006/relationships/slide" Target="slides/slide402.xml"/><Relationship Id="rId478" Type="http://schemas.openxmlformats.org/officeDocument/2006/relationships/slide" Target="slides/slide403.xml"/><Relationship Id="rId479" Type="http://schemas.openxmlformats.org/officeDocument/2006/relationships/slide" Target="slides/slide404.xml"/><Relationship Id="rId480" Type="http://schemas.openxmlformats.org/officeDocument/2006/relationships/slide" Target="slides/slide405.xml"/><Relationship Id="rId481" Type="http://schemas.openxmlformats.org/officeDocument/2006/relationships/slide" Target="slides/slide406.xml"/><Relationship Id="rId483" Type="http://schemas.openxmlformats.org/officeDocument/2006/relationships/slide" Target="slides/slide407.xml"/><Relationship Id="rId484" Type="http://schemas.openxmlformats.org/officeDocument/2006/relationships/slide" Target="slides/slide408.xml"/><Relationship Id="rId487" Type="http://schemas.openxmlformats.org/officeDocument/2006/relationships/slide" Target="slides/slide409.xml"/><Relationship Id="rId488" Type="http://schemas.openxmlformats.org/officeDocument/2006/relationships/slide" Target="slides/slide410.xml"/><Relationship Id="rId489" Type="http://schemas.openxmlformats.org/officeDocument/2006/relationships/slide" Target="slides/slide411.xml"/><Relationship Id="rId490" Type="http://schemas.openxmlformats.org/officeDocument/2006/relationships/slide" Target="slides/slide412.xml"/><Relationship Id="rId491" Type="http://schemas.openxmlformats.org/officeDocument/2006/relationships/slide" Target="slides/slide413.xml"/><Relationship Id="rId492" Type="http://schemas.openxmlformats.org/officeDocument/2006/relationships/slide" Target="slides/slide414.xml"/><Relationship Id="rId493" Type="http://schemas.openxmlformats.org/officeDocument/2006/relationships/slide" Target="slides/slide415.xml"/><Relationship Id="rId494" Type="http://schemas.openxmlformats.org/officeDocument/2006/relationships/slide" Target="slides/slide416.xml"/><Relationship Id="rId495" Type="http://schemas.openxmlformats.org/officeDocument/2006/relationships/slide" Target="slides/slide417.xml"/><Relationship Id="rId496" Type="http://schemas.openxmlformats.org/officeDocument/2006/relationships/slide" Target="slides/slide418.xml"/><Relationship Id="rId497" Type="http://schemas.openxmlformats.org/officeDocument/2006/relationships/slide" Target="slides/slide419.xml"/><Relationship Id="rId498" Type="http://schemas.openxmlformats.org/officeDocument/2006/relationships/slide" Target="slides/slide420.xml"/><Relationship Id="rId499" Type="http://schemas.openxmlformats.org/officeDocument/2006/relationships/slide" Target="slides/slide421.xml"/><Relationship Id="rId500" Type="http://schemas.openxmlformats.org/officeDocument/2006/relationships/slide" Target="slides/slide422.xml"/><Relationship Id="rId501" Type="http://schemas.openxmlformats.org/officeDocument/2006/relationships/slide" Target="slides/slide423.xml"/><Relationship Id="rId502" Type="http://schemas.openxmlformats.org/officeDocument/2006/relationships/slide" Target="slides/slide424.xml"/><Relationship Id="rId503" Type="http://schemas.openxmlformats.org/officeDocument/2006/relationships/slide" Target="slides/slide425.xml"/><Relationship Id="rId504" Type="http://schemas.openxmlformats.org/officeDocument/2006/relationships/slide" Target="slides/slide426.xml"/><Relationship Id="rId505" Type="http://schemas.openxmlformats.org/officeDocument/2006/relationships/slide" Target="slides/slide427.xml"/><Relationship Id="rId506" Type="http://schemas.openxmlformats.org/officeDocument/2006/relationships/slide" Target="slides/slide428.xml"/><Relationship Id="rId507" Type="http://schemas.openxmlformats.org/officeDocument/2006/relationships/slide" Target="slides/slide429.xml"/><Relationship Id="rId508" Type="http://schemas.openxmlformats.org/officeDocument/2006/relationships/slide" Target="slides/slide430.xml"/><Relationship Id="rId509" Type="http://schemas.openxmlformats.org/officeDocument/2006/relationships/slide" Target="slides/slide431.xml"/><Relationship Id="rId510" Type="http://schemas.openxmlformats.org/officeDocument/2006/relationships/slide" Target="slides/slide432.xml"/><Relationship Id="rId511" Type="http://schemas.openxmlformats.org/officeDocument/2006/relationships/slide" Target="slides/slide433.xml"/><Relationship Id="rId512" Type="http://schemas.openxmlformats.org/officeDocument/2006/relationships/slide" Target="slides/slide434.xml"/><Relationship Id="rId513" Type="http://schemas.openxmlformats.org/officeDocument/2006/relationships/slide" Target="slides/slide435.xml"/><Relationship Id="rId514" Type="http://schemas.openxmlformats.org/officeDocument/2006/relationships/slide" Target="slides/slide436.xml"/><Relationship Id="rId516" Type="http://schemas.openxmlformats.org/officeDocument/2006/relationships/slide" Target="slides/slide437.xml"/><Relationship Id="rId517" Type="http://schemas.openxmlformats.org/officeDocument/2006/relationships/slide" Target="slides/slide438.xml"/><Relationship Id="rId520" Type="http://schemas.openxmlformats.org/officeDocument/2006/relationships/slide" Target="slides/slide439.xml"/><Relationship Id="rId521" Type="http://schemas.openxmlformats.org/officeDocument/2006/relationships/slide" Target="slides/slide440.xml"/><Relationship Id="rId522" Type="http://schemas.openxmlformats.org/officeDocument/2006/relationships/slide" Target="slides/slide441.xml"/><Relationship Id="rId523" Type="http://schemas.openxmlformats.org/officeDocument/2006/relationships/slide" Target="slides/slide442.xml"/><Relationship Id="rId524" Type="http://schemas.openxmlformats.org/officeDocument/2006/relationships/slide" Target="slides/slide443.xml"/><Relationship Id="rId525" Type="http://schemas.openxmlformats.org/officeDocument/2006/relationships/slide" Target="slides/slide444.xml"/><Relationship Id="rId526" Type="http://schemas.openxmlformats.org/officeDocument/2006/relationships/slide" Target="slides/slide445.xml"/><Relationship Id="rId528" Type="http://schemas.openxmlformats.org/officeDocument/2006/relationships/slide" Target="slides/slide446.xml"/><Relationship Id="rId529" Type="http://schemas.openxmlformats.org/officeDocument/2006/relationships/slide" Target="slides/slide447.xml"/><Relationship Id="rId531" Type="http://schemas.openxmlformats.org/officeDocument/2006/relationships/slide" Target="slides/slide448.xml"/><Relationship Id="rId532" Type="http://schemas.openxmlformats.org/officeDocument/2006/relationships/slide" Target="slides/slide449.xml"/><Relationship Id="rId533" Type="http://schemas.openxmlformats.org/officeDocument/2006/relationships/slide" Target="slides/slide450.xml"/><Relationship Id="rId534" Type="http://schemas.openxmlformats.org/officeDocument/2006/relationships/slide" Target="slides/slide451.xml"/><Relationship Id="rId535" Type="http://schemas.openxmlformats.org/officeDocument/2006/relationships/slide" Target="slides/slide452.xml"/><Relationship Id="rId537" Type="http://schemas.openxmlformats.org/officeDocument/2006/relationships/slide" Target="slides/slide453.xml"/><Relationship Id="rId538" Type="http://schemas.openxmlformats.org/officeDocument/2006/relationships/slide" Target="slides/slide454.xml"/><Relationship Id="rId540" Type="http://schemas.openxmlformats.org/officeDocument/2006/relationships/slide" Target="slides/slide455.xml"/><Relationship Id="rId541" Type="http://schemas.openxmlformats.org/officeDocument/2006/relationships/slide" Target="slides/slide456.xml"/><Relationship Id="rId542" Type="http://schemas.openxmlformats.org/officeDocument/2006/relationships/slide" Target="slides/slide457.xml"/><Relationship Id="rId543" Type="http://schemas.openxmlformats.org/officeDocument/2006/relationships/slide" Target="slides/slide458.xml"/><Relationship Id="rId544" Type="http://schemas.openxmlformats.org/officeDocument/2006/relationships/slide" Target="slides/slide459.xml"/><Relationship Id="rId545" Type="http://schemas.openxmlformats.org/officeDocument/2006/relationships/slide" Target="slides/slide460.xml"/><Relationship Id="rId546" Type="http://schemas.openxmlformats.org/officeDocument/2006/relationships/slide" Target="slides/slide461.xml"/><Relationship Id="rId548" Type="http://schemas.openxmlformats.org/officeDocument/2006/relationships/slide" Target="slides/slide462.xml"/><Relationship Id="rId549" Type="http://schemas.openxmlformats.org/officeDocument/2006/relationships/slide" Target="slides/slide463.xml"/><Relationship Id="rId551" Type="http://schemas.openxmlformats.org/officeDocument/2006/relationships/slide" Target="slides/slide464.xml"/><Relationship Id="rId552" Type="http://schemas.openxmlformats.org/officeDocument/2006/relationships/slide" Target="slides/slide465.xml"/><Relationship Id="rId553" Type="http://schemas.openxmlformats.org/officeDocument/2006/relationships/slide" Target="slides/slide466.xml"/><Relationship Id="rId554" Type="http://schemas.openxmlformats.org/officeDocument/2006/relationships/slide" Target="slides/slide467.xml"/><Relationship Id="rId555" Type="http://schemas.openxmlformats.org/officeDocument/2006/relationships/slide" Target="slides/slide468.xml"/><Relationship Id="rId556" Type="http://schemas.openxmlformats.org/officeDocument/2006/relationships/slide" Target="slides/slide469.xml"/><Relationship Id="rId558" Type="http://schemas.openxmlformats.org/officeDocument/2006/relationships/slide" Target="slides/slide470.xml"/><Relationship Id="rId559" Type="http://schemas.openxmlformats.org/officeDocument/2006/relationships/slide" Target="slides/slide471.xml"/><Relationship Id="rId561" Type="http://schemas.openxmlformats.org/officeDocument/2006/relationships/slide" Target="slides/slide472.xml"/><Relationship Id="rId562" Type="http://schemas.openxmlformats.org/officeDocument/2006/relationships/slide" Target="slides/slide473.xml"/><Relationship Id="rId563" Type="http://schemas.openxmlformats.org/officeDocument/2006/relationships/slide" Target="slides/slide474.xml"/><Relationship Id="rId564" Type="http://schemas.openxmlformats.org/officeDocument/2006/relationships/slide" Target="slides/slide475.xml"/><Relationship Id="rId565" Type="http://schemas.openxmlformats.org/officeDocument/2006/relationships/slide" Target="slides/slide476.xml"/><Relationship Id="rId566" Type="http://schemas.openxmlformats.org/officeDocument/2006/relationships/slide" Target="slides/slide477.xml"/><Relationship Id="rId568" Type="http://schemas.openxmlformats.org/officeDocument/2006/relationships/slide" Target="slides/slide478.xml"/><Relationship Id="rId569" Type="http://schemas.openxmlformats.org/officeDocument/2006/relationships/slide" Target="slides/slide479.xml"/><Relationship Id="rId571" Type="http://schemas.openxmlformats.org/officeDocument/2006/relationships/slide" Target="slides/slide480.xml"/><Relationship Id="rId572" Type="http://schemas.openxmlformats.org/officeDocument/2006/relationships/slide" Target="slides/slide481.xml"/><Relationship Id="rId573" Type="http://schemas.openxmlformats.org/officeDocument/2006/relationships/slide" Target="slides/slide482.xml"/><Relationship Id="rId574" Type="http://schemas.openxmlformats.org/officeDocument/2006/relationships/slide" Target="slides/slide483.xml"/><Relationship Id="rId575" Type="http://schemas.openxmlformats.org/officeDocument/2006/relationships/slide" Target="slides/slide484.xml"/><Relationship Id="rId577" Type="http://schemas.openxmlformats.org/officeDocument/2006/relationships/slide" Target="slides/slide485.xml"/><Relationship Id="rId578" Type="http://schemas.openxmlformats.org/officeDocument/2006/relationships/slide" Target="slides/slide486.xml"/><Relationship Id="rId581" Type="http://schemas.openxmlformats.org/officeDocument/2006/relationships/slide" Target="slides/slide487.xml"/><Relationship Id="rId582" Type="http://schemas.openxmlformats.org/officeDocument/2006/relationships/slide" Target="slides/slide488.xml"/><Relationship Id="rId583" Type="http://schemas.openxmlformats.org/officeDocument/2006/relationships/slide" Target="slides/slide489.xml"/><Relationship Id="rId584" Type="http://schemas.openxmlformats.org/officeDocument/2006/relationships/slide" Target="slides/slide490.xml"/><Relationship Id="rId585" Type="http://schemas.openxmlformats.org/officeDocument/2006/relationships/slide" Target="slides/slide491.xml"/><Relationship Id="rId586" Type="http://schemas.openxmlformats.org/officeDocument/2006/relationships/slide" Target="slides/slide492.xml"/><Relationship Id="rId587" Type="http://schemas.openxmlformats.org/officeDocument/2006/relationships/slide" Target="slides/slide493.xml"/><Relationship Id="rId588" Type="http://schemas.openxmlformats.org/officeDocument/2006/relationships/slide" Target="slides/slide494.xml"/><Relationship Id="rId589" Type="http://schemas.openxmlformats.org/officeDocument/2006/relationships/slide" Target="slides/slide495.xml"/><Relationship Id="rId590" Type="http://schemas.openxmlformats.org/officeDocument/2006/relationships/slide" Target="slides/slide496.xml"/><Relationship Id="rId591" Type="http://schemas.openxmlformats.org/officeDocument/2006/relationships/slide" Target="slides/slide497.xml"/><Relationship Id="rId592" Type="http://schemas.openxmlformats.org/officeDocument/2006/relationships/slide" Target="slides/slide498.xml"/><Relationship Id="rId593" Type="http://schemas.openxmlformats.org/officeDocument/2006/relationships/slide" Target="slides/slide499.xml"/><Relationship Id="rId594" Type="http://schemas.openxmlformats.org/officeDocument/2006/relationships/slide" Target="slides/slide500.xml"/><Relationship Id="rId595" Type="http://schemas.openxmlformats.org/officeDocument/2006/relationships/slide" Target="slides/slide501.xml"/><Relationship Id="rId596" Type="http://schemas.openxmlformats.org/officeDocument/2006/relationships/slide" Target="slides/slide502.xml"/><Relationship Id="rId597" Type="http://schemas.openxmlformats.org/officeDocument/2006/relationships/slide" Target="slides/slide503.xml"/><Relationship Id="rId598" Type="http://schemas.openxmlformats.org/officeDocument/2006/relationships/slide" Target="slides/slide504.xml"/><Relationship Id="rId599" Type="http://schemas.openxmlformats.org/officeDocument/2006/relationships/slide" Target="slides/slide505.xml"/><Relationship Id="rId600" Type="http://schemas.openxmlformats.org/officeDocument/2006/relationships/slide" Target="slides/slide506.xml"/><Relationship Id="rId601" Type="http://schemas.openxmlformats.org/officeDocument/2006/relationships/slide" Target="slides/slide507.xml"/><Relationship Id="rId602" Type="http://schemas.openxmlformats.org/officeDocument/2006/relationships/slide" Target="slides/slide508.xml"/><Relationship Id="rId603" Type="http://schemas.openxmlformats.org/officeDocument/2006/relationships/slide" Target="slides/slide509.xml"/><Relationship Id="rId604" Type="http://schemas.openxmlformats.org/officeDocument/2006/relationships/slide" Target="slides/slide510.xml"/><Relationship Id="rId605" Type="http://schemas.openxmlformats.org/officeDocument/2006/relationships/slide" Target="slides/slide511.xml"/><Relationship Id="rId606" Type="http://schemas.openxmlformats.org/officeDocument/2006/relationships/slide" Target="slides/slide512.xml"/><Relationship Id="rId607" Type="http://schemas.openxmlformats.org/officeDocument/2006/relationships/slide" Target="slides/slide513.xml"/><Relationship Id="rId608" Type="http://schemas.openxmlformats.org/officeDocument/2006/relationships/slide" Target="slides/slide514.xml"/><Relationship Id="rId610" Type="http://schemas.openxmlformats.org/officeDocument/2006/relationships/slide" Target="slides/slide515.xml"/><Relationship Id="rId611" Type="http://schemas.openxmlformats.org/officeDocument/2006/relationships/slide" Target="slides/slide516.xml"/><Relationship Id="rId614" Type="http://schemas.openxmlformats.org/officeDocument/2006/relationships/slide" Target="slides/slide517.xml"/><Relationship Id="rId615" Type="http://schemas.openxmlformats.org/officeDocument/2006/relationships/slide" Target="slides/slide518.xml"/><Relationship Id="rId616" Type="http://schemas.openxmlformats.org/officeDocument/2006/relationships/slide" Target="slides/slide519.xml"/><Relationship Id="rId617" Type="http://schemas.openxmlformats.org/officeDocument/2006/relationships/slide" Target="slides/slide520.xml"/><Relationship Id="rId618" Type="http://schemas.openxmlformats.org/officeDocument/2006/relationships/slide" Target="slides/slide521.xml"/><Relationship Id="rId619" Type="http://schemas.openxmlformats.org/officeDocument/2006/relationships/slide" Target="slides/slide522.xml"/><Relationship Id="rId620" Type="http://schemas.openxmlformats.org/officeDocument/2006/relationships/slide" Target="slides/slide523.xml"/><Relationship Id="rId622" Type="http://schemas.openxmlformats.org/officeDocument/2006/relationships/slide" Target="slides/slide524.xml"/><Relationship Id="rId623" Type="http://schemas.openxmlformats.org/officeDocument/2006/relationships/slide" Target="slides/slide525.xml"/><Relationship Id="rId625" Type="http://schemas.openxmlformats.org/officeDocument/2006/relationships/slide" Target="slides/slide526.xml"/><Relationship Id="rId626" Type="http://schemas.openxmlformats.org/officeDocument/2006/relationships/slide" Target="slides/slide527.xml"/><Relationship Id="rId627" Type="http://schemas.openxmlformats.org/officeDocument/2006/relationships/slide" Target="slides/slide528.xml"/><Relationship Id="rId628" Type="http://schemas.openxmlformats.org/officeDocument/2006/relationships/slide" Target="slides/slide529.xml"/><Relationship Id="rId629" Type="http://schemas.openxmlformats.org/officeDocument/2006/relationships/slide" Target="slides/slide530.xml"/><Relationship Id="rId631" Type="http://schemas.openxmlformats.org/officeDocument/2006/relationships/slide" Target="slides/slide531.xml"/><Relationship Id="rId632" Type="http://schemas.openxmlformats.org/officeDocument/2006/relationships/slide" Target="slides/slide532.xml"/><Relationship Id="rId634" Type="http://schemas.openxmlformats.org/officeDocument/2006/relationships/slide" Target="slides/slide533.xml"/><Relationship Id="rId635" Type="http://schemas.openxmlformats.org/officeDocument/2006/relationships/slide" Target="slides/slide534.xml"/><Relationship Id="rId636" Type="http://schemas.openxmlformats.org/officeDocument/2006/relationships/slide" Target="slides/slide535.xml"/><Relationship Id="rId637" Type="http://schemas.openxmlformats.org/officeDocument/2006/relationships/slide" Target="slides/slide536.xml"/><Relationship Id="rId638" Type="http://schemas.openxmlformats.org/officeDocument/2006/relationships/slide" Target="slides/slide537.xml"/><Relationship Id="rId639" Type="http://schemas.openxmlformats.org/officeDocument/2006/relationships/slide" Target="slides/slide538.xml"/><Relationship Id="rId640" Type="http://schemas.openxmlformats.org/officeDocument/2006/relationships/slide" Target="slides/slide539.xml"/><Relationship Id="rId642" Type="http://schemas.openxmlformats.org/officeDocument/2006/relationships/slide" Target="slides/slide540.xml"/><Relationship Id="rId643" Type="http://schemas.openxmlformats.org/officeDocument/2006/relationships/slide" Target="slides/slide541.xml"/><Relationship Id="rId645" Type="http://schemas.openxmlformats.org/officeDocument/2006/relationships/slide" Target="slides/slide542.xml"/><Relationship Id="rId646" Type="http://schemas.openxmlformats.org/officeDocument/2006/relationships/slide" Target="slides/slide543.xml"/><Relationship Id="rId647" Type="http://schemas.openxmlformats.org/officeDocument/2006/relationships/slide" Target="slides/slide544.xml"/><Relationship Id="rId648" Type="http://schemas.openxmlformats.org/officeDocument/2006/relationships/slide" Target="slides/slide545.xml"/><Relationship Id="rId649" Type="http://schemas.openxmlformats.org/officeDocument/2006/relationships/slide" Target="slides/slide546.xml"/><Relationship Id="rId650" Type="http://schemas.openxmlformats.org/officeDocument/2006/relationships/slide" Target="slides/slide547.xml"/><Relationship Id="rId652" Type="http://schemas.openxmlformats.org/officeDocument/2006/relationships/slide" Target="slides/slide548.xml"/><Relationship Id="rId653" Type="http://schemas.openxmlformats.org/officeDocument/2006/relationships/slide" Target="slides/slide549.xml"/><Relationship Id="rId655" Type="http://schemas.openxmlformats.org/officeDocument/2006/relationships/slide" Target="slides/slide550.xml"/><Relationship Id="rId656" Type="http://schemas.openxmlformats.org/officeDocument/2006/relationships/slide" Target="slides/slide551.xml"/><Relationship Id="rId657" Type="http://schemas.openxmlformats.org/officeDocument/2006/relationships/slide" Target="slides/slide552.xml"/><Relationship Id="rId658" Type="http://schemas.openxmlformats.org/officeDocument/2006/relationships/slide" Target="slides/slide553.xml"/><Relationship Id="rId659" Type="http://schemas.openxmlformats.org/officeDocument/2006/relationships/slide" Target="slides/slide554.xml"/><Relationship Id="rId660" Type="http://schemas.openxmlformats.org/officeDocument/2006/relationships/slide" Target="slides/slide555.xml"/><Relationship Id="rId662" Type="http://schemas.openxmlformats.org/officeDocument/2006/relationships/slide" Target="slides/slide556.xml"/><Relationship Id="rId663" Type="http://schemas.openxmlformats.org/officeDocument/2006/relationships/slide" Target="slides/slide557.xml"/><Relationship Id="rId665" Type="http://schemas.openxmlformats.org/officeDocument/2006/relationships/slide" Target="slides/slide558.xml"/><Relationship Id="rId666" Type="http://schemas.openxmlformats.org/officeDocument/2006/relationships/slide" Target="slides/slide559.xml"/><Relationship Id="rId667" Type="http://schemas.openxmlformats.org/officeDocument/2006/relationships/slide" Target="slides/slide560.xml"/><Relationship Id="rId668" Type="http://schemas.openxmlformats.org/officeDocument/2006/relationships/slide" Target="slides/slide561.xml"/><Relationship Id="rId669" Type="http://schemas.openxmlformats.org/officeDocument/2006/relationships/slide" Target="slides/slide562.xml"/><Relationship Id="rId671" Type="http://schemas.openxmlformats.org/officeDocument/2006/relationships/slide" Target="slides/slide563.xml"/><Relationship Id="rId672" Type="http://schemas.openxmlformats.org/officeDocument/2006/relationships/slide" Target="slides/slide564.xml"/><Relationship Id="rId675" Type="http://schemas.openxmlformats.org/officeDocument/2006/relationships/slide" Target="slides/slide565.xml"/><Relationship Id="rId676" Type="http://schemas.openxmlformats.org/officeDocument/2006/relationships/slide" Target="slides/slide566.xml"/><Relationship Id="rId677" Type="http://schemas.openxmlformats.org/officeDocument/2006/relationships/slide" Target="slides/slide567.xml"/><Relationship Id="rId678" Type="http://schemas.openxmlformats.org/officeDocument/2006/relationships/slide" Target="slides/slide568.xml"/><Relationship Id="rId679" Type="http://schemas.openxmlformats.org/officeDocument/2006/relationships/slide" Target="slides/slide569.xml"/><Relationship Id="rId680" Type="http://schemas.openxmlformats.org/officeDocument/2006/relationships/slide" Target="slides/slide570.xml"/><Relationship Id="rId681" Type="http://schemas.openxmlformats.org/officeDocument/2006/relationships/slide" Target="slides/slide571.xml"/><Relationship Id="rId682" Type="http://schemas.openxmlformats.org/officeDocument/2006/relationships/slide" Target="slides/slide572.xml"/><Relationship Id="rId683" Type="http://schemas.openxmlformats.org/officeDocument/2006/relationships/slide" Target="slides/slide573.xml"/><Relationship Id="rId684" Type="http://schemas.openxmlformats.org/officeDocument/2006/relationships/slide" Target="slides/slide574.xml"/><Relationship Id="rId685" Type="http://schemas.openxmlformats.org/officeDocument/2006/relationships/slide" Target="slides/slide575.xml"/><Relationship Id="rId686" Type="http://schemas.openxmlformats.org/officeDocument/2006/relationships/slide" Target="slides/slide576.xml"/><Relationship Id="rId688" Type="http://schemas.openxmlformats.org/officeDocument/2006/relationships/slide" Target="slides/slide577.xml"/><Relationship Id="rId690" Type="http://schemas.openxmlformats.org/officeDocument/2006/relationships/slide" Target="slides/slide578.xml"/><Relationship Id="rId691" Type="http://schemas.openxmlformats.org/officeDocument/2006/relationships/slide" Target="slides/slide579.xml"/><Relationship Id="rId692" Type="http://schemas.openxmlformats.org/officeDocument/2006/relationships/slide" Target="slides/slide580.xml"/><Relationship Id="rId693" Type="http://schemas.openxmlformats.org/officeDocument/2006/relationships/slide" Target="slides/slide581.xml"/><Relationship Id="rId694" Type="http://schemas.openxmlformats.org/officeDocument/2006/relationships/slide" Target="slides/slide582.xml"/><Relationship Id="rId695" Type="http://schemas.openxmlformats.org/officeDocument/2006/relationships/slide" Target="slides/slide583.xml"/><Relationship Id="rId696" Type="http://schemas.openxmlformats.org/officeDocument/2006/relationships/slide" Target="slides/slide584.xml"/><Relationship Id="rId697" Type="http://schemas.openxmlformats.org/officeDocument/2006/relationships/slide" Target="slides/slide585.xml"/><Relationship Id="rId698" Type="http://schemas.openxmlformats.org/officeDocument/2006/relationships/slide" Target="slides/slide586.xml"/><Relationship Id="rId699" Type="http://schemas.openxmlformats.org/officeDocument/2006/relationships/slide" Target="slides/slide587.xml"/><Relationship Id="rId700" Type="http://schemas.openxmlformats.org/officeDocument/2006/relationships/slide" Target="slides/slide588.xml"/><Relationship Id="rId701" Type="http://schemas.openxmlformats.org/officeDocument/2006/relationships/slide" Target="slides/slide589.xml"/><Relationship Id="rId702" Type="http://schemas.openxmlformats.org/officeDocument/2006/relationships/slide" Target="slides/slide590.xml"/><Relationship Id="rId703" Type="http://schemas.openxmlformats.org/officeDocument/2006/relationships/slide" Target="slides/slide591.xml"/><Relationship Id="rId704" Type="http://schemas.openxmlformats.org/officeDocument/2006/relationships/slide" Target="slides/slide592.xml"/><Relationship Id="rId705" Type="http://schemas.openxmlformats.org/officeDocument/2006/relationships/slide" Target="slides/slide593.xml"/><Relationship Id="rId706" Type="http://schemas.openxmlformats.org/officeDocument/2006/relationships/slide" Target="slides/slide594.xml"/><Relationship Id="rId707" Type="http://schemas.openxmlformats.org/officeDocument/2006/relationships/slide" Target="slides/slide595.xml"/><Relationship Id="rId708" Type="http://schemas.openxmlformats.org/officeDocument/2006/relationships/slide" Target="slides/slide596.xml"/><Relationship Id="rId709" Type="http://schemas.openxmlformats.org/officeDocument/2006/relationships/slide" Target="slides/slide597.xml"/><Relationship Id="rId710" Type="http://schemas.openxmlformats.org/officeDocument/2006/relationships/slide" Target="slides/slide598.xml"/><Relationship Id="rId711" Type="http://schemas.openxmlformats.org/officeDocument/2006/relationships/slide" Target="slides/slide599.xml"/><Relationship Id="rId712" Type="http://schemas.openxmlformats.org/officeDocument/2006/relationships/slide" Target="slides/slide600.xml"/><Relationship Id="rId714" Type="http://schemas.openxmlformats.org/officeDocument/2006/relationships/slide" Target="slides/slide601.xml"/><Relationship Id="rId716" Type="http://schemas.openxmlformats.org/officeDocument/2006/relationships/slide" Target="slides/slide602.xml"/><Relationship Id="rId717" Type="http://schemas.openxmlformats.org/officeDocument/2006/relationships/slide" Target="slides/slide603.xml"/><Relationship Id="rId718" Type="http://schemas.openxmlformats.org/officeDocument/2006/relationships/slide" Target="slides/slide604.xml"/><Relationship Id="rId719" Type="http://schemas.openxmlformats.org/officeDocument/2006/relationships/slide" Target="slides/slide605.xml"/><Relationship Id="rId720" Type="http://schemas.openxmlformats.org/officeDocument/2006/relationships/slide" Target="slides/slide606.xml"/><Relationship Id="rId721" Type="http://schemas.openxmlformats.org/officeDocument/2006/relationships/slide" Target="slides/slide607.xml"/><Relationship Id="rId722" Type="http://schemas.openxmlformats.org/officeDocument/2006/relationships/slide" Target="slides/slide608.xml"/><Relationship Id="rId724" Type="http://schemas.openxmlformats.org/officeDocument/2006/relationships/slide" Target="slides/slide609.xml"/><Relationship Id="rId726" Type="http://schemas.openxmlformats.org/officeDocument/2006/relationships/slide" Target="slides/slide610.xml"/><Relationship Id="rId727" Type="http://schemas.openxmlformats.org/officeDocument/2006/relationships/slide" Target="slides/slide611.xml"/><Relationship Id="rId728" Type="http://schemas.openxmlformats.org/officeDocument/2006/relationships/slide" Target="slides/slide612.xml"/><Relationship Id="rId729" Type="http://schemas.openxmlformats.org/officeDocument/2006/relationships/slide" Target="slides/slide613.xml"/><Relationship Id="rId730" Type="http://schemas.openxmlformats.org/officeDocument/2006/relationships/slide" Target="slides/slide614.xml"/><Relationship Id="rId731" Type="http://schemas.openxmlformats.org/officeDocument/2006/relationships/slide" Target="slides/slide615.xml"/><Relationship Id="rId732" Type="http://schemas.openxmlformats.org/officeDocument/2006/relationships/slide" Target="slides/slide616.xml"/><Relationship Id="rId733" Type="http://schemas.openxmlformats.org/officeDocument/2006/relationships/slide" Target="slides/slide617.xml"/><Relationship Id="rId734" Type="http://schemas.openxmlformats.org/officeDocument/2006/relationships/slide" Target="slides/slide618.xml"/><Relationship Id="rId735" Type="http://schemas.openxmlformats.org/officeDocument/2006/relationships/slide" Target="slides/slide619.xml"/><Relationship Id="rId736" Type="http://schemas.openxmlformats.org/officeDocument/2006/relationships/slide" Target="slides/slide620.xml"/><Relationship Id="rId737" Type="http://schemas.openxmlformats.org/officeDocument/2006/relationships/slide" Target="slides/slide621.xml"/><Relationship Id="rId738" Type="http://schemas.openxmlformats.org/officeDocument/2006/relationships/slide" Target="slides/slide622.xml"/><Relationship Id="rId739" Type="http://schemas.openxmlformats.org/officeDocument/2006/relationships/slide" Target="slides/slide623.xml"/><Relationship Id="rId740" Type="http://schemas.openxmlformats.org/officeDocument/2006/relationships/slide" Target="slides/slide624.xml"/><Relationship Id="rId741" Type="http://schemas.openxmlformats.org/officeDocument/2006/relationships/slide" Target="slides/slide625.xml"/><Relationship Id="rId742" Type="http://schemas.openxmlformats.org/officeDocument/2006/relationships/slide" Target="slides/slide626.xml"/><Relationship Id="rId744" Type="http://schemas.openxmlformats.org/officeDocument/2006/relationships/slide" Target="slides/slide627.xml"/><Relationship Id="rId746" Type="http://schemas.openxmlformats.org/officeDocument/2006/relationships/slide" Target="slides/slide628.xml"/><Relationship Id="rId747" Type="http://schemas.openxmlformats.org/officeDocument/2006/relationships/slide" Target="slides/slide629.xml"/><Relationship Id="rId748" Type="http://schemas.openxmlformats.org/officeDocument/2006/relationships/slide" Target="slides/slide630.xml"/><Relationship Id="rId749" Type="http://schemas.openxmlformats.org/officeDocument/2006/relationships/slide" Target="slides/slide631.xml"/><Relationship Id="rId750" Type="http://schemas.openxmlformats.org/officeDocument/2006/relationships/slide" Target="slides/slide632.xml"/><Relationship Id="rId751" Type="http://schemas.openxmlformats.org/officeDocument/2006/relationships/slide" Target="slides/slide633.xml"/><Relationship Id="rId752" Type="http://schemas.openxmlformats.org/officeDocument/2006/relationships/slide" Target="slides/slide634.xml"/><Relationship Id="rId754" Type="http://schemas.openxmlformats.org/officeDocument/2006/relationships/slide" Target="slides/slide635.xml"/><Relationship Id="rId756" Type="http://schemas.openxmlformats.org/officeDocument/2006/relationships/slide" Target="slides/slide636.xml"/><Relationship Id="rId757" Type="http://schemas.openxmlformats.org/officeDocument/2006/relationships/slide" Target="slides/slide637.xml"/><Relationship Id="rId758" Type="http://schemas.openxmlformats.org/officeDocument/2006/relationships/slide" Target="slides/slide638.xml"/><Relationship Id="rId759" Type="http://schemas.openxmlformats.org/officeDocument/2006/relationships/slide" Target="slides/slide639.xml"/><Relationship Id="rId760" Type="http://schemas.openxmlformats.org/officeDocument/2006/relationships/slide" Target="slides/slide640.xml"/><Relationship Id="rId761" Type="http://schemas.openxmlformats.org/officeDocument/2006/relationships/slide" Target="slides/slide641.xml"/><Relationship Id="rId762" Type="http://schemas.openxmlformats.org/officeDocument/2006/relationships/slide" Target="slides/slide642.xml"/><Relationship Id="rId763" Type="http://schemas.openxmlformats.org/officeDocument/2006/relationships/slide" Target="slides/slide643.xml"/><Relationship Id="rId764" Type="http://schemas.openxmlformats.org/officeDocument/2006/relationships/slide" Target="slides/slide644.xml"/><Relationship Id="rId765" Type="http://schemas.openxmlformats.org/officeDocument/2006/relationships/slide" Target="slides/slide645.xml"/><Relationship Id="rId766" Type="http://schemas.openxmlformats.org/officeDocument/2006/relationships/slide" Target="slides/slide646.xml"/><Relationship Id="rId767" Type="http://schemas.openxmlformats.org/officeDocument/2006/relationships/slide" Target="slides/slide647.xml"/><Relationship Id="rId768" Type="http://schemas.openxmlformats.org/officeDocument/2006/relationships/slide" Target="slides/slide648.xml"/><Relationship Id="rId769" Type="http://schemas.openxmlformats.org/officeDocument/2006/relationships/slide" Target="slides/slide649.xml"/><Relationship Id="rId770" Type="http://schemas.openxmlformats.org/officeDocument/2006/relationships/slide" Target="slides/slide650.xml"/><Relationship Id="rId771" Type="http://schemas.openxmlformats.org/officeDocument/2006/relationships/slide" Target="slides/slide651.xml"/><Relationship Id="rId772" Type="http://schemas.openxmlformats.org/officeDocument/2006/relationships/slide" Target="slides/slide652.xml"/><Relationship Id="rId774" Type="http://schemas.openxmlformats.org/officeDocument/2006/relationships/slide" Target="slides/slide653.xml"/><Relationship Id="rId776" Type="http://schemas.openxmlformats.org/officeDocument/2006/relationships/slide" Target="slides/slide654.xml"/><Relationship Id="rId777" Type="http://schemas.openxmlformats.org/officeDocument/2006/relationships/slide" Target="slides/slide655.xml"/><Relationship Id="rId778" Type="http://schemas.openxmlformats.org/officeDocument/2006/relationships/slide" Target="slides/slide656.xml"/><Relationship Id="rId779" Type="http://schemas.openxmlformats.org/officeDocument/2006/relationships/slide" Target="slides/slide657.xml"/><Relationship Id="rId780" Type="http://schemas.openxmlformats.org/officeDocument/2006/relationships/slide" Target="slides/slide658.xml"/><Relationship Id="rId781" Type="http://schemas.openxmlformats.org/officeDocument/2006/relationships/slide" Target="slides/slide659.xml"/><Relationship Id="rId782" Type="http://schemas.openxmlformats.org/officeDocument/2006/relationships/slide" Target="slides/slide660.xml"/><Relationship Id="rId784" Type="http://schemas.openxmlformats.org/officeDocument/2006/relationships/slide" Target="slides/slide661.xml"/><Relationship Id="rId786" Type="http://schemas.openxmlformats.org/officeDocument/2006/relationships/slide" Target="slides/slide662.xml"/><Relationship Id="rId787" Type="http://schemas.openxmlformats.org/officeDocument/2006/relationships/slide" Target="slides/slide663.xml"/><Relationship Id="rId788" Type="http://schemas.openxmlformats.org/officeDocument/2006/relationships/slide" Target="slides/slide664.xml"/><Relationship Id="rId789" Type="http://schemas.openxmlformats.org/officeDocument/2006/relationships/slide" Target="slides/slide665.xml"/><Relationship Id="rId790" Type="http://schemas.openxmlformats.org/officeDocument/2006/relationships/slide" Target="slides/slide666.xml"/><Relationship Id="rId791" Type="http://schemas.openxmlformats.org/officeDocument/2006/relationships/slide" Target="slides/slide667.xml"/><Relationship Id="rId792" Type="http://schemas.openxmlformats.org/officeDocument/2006/relationships/slide" Target="slides/slide668.xml"/><Relationship Id="rId793" Type="http://schemas.openxmlformats.org/officeDocument/2006/relationships/slide" Target="slides/slide669.xml"/><Relationship Id="rId794" Type="http://schemas.openxmlformats.org/officeDocument/2006/relationships/slide" Target="slides/slide670.xml"/><Relationship Id="rId795" Type="http://schemas.openxmlformats.org/officeDocument/2006/relationships/slide" Target="slides/slide671.xml"/><Relationship Id="rId796" Type="http://schemas.openxmlformats.org/officeDocument/2006/relationships/slide" Target="slides/slide672.xml"/><Relationship Id="rId797" Type="http://schemas.openxmlformats.org/officeDocument/2006/relationships/slide" Target="slides/slide673.xml"/><Relationship Id="rId798" Type="http://schemas.openxmlformats.org/officeDocument/2006/relationships/slide" Target="slides/slide674.xml"/><Relationship Id="rId799" Type="http://schemas.openxmlformats.org/officeDocument/2006/relationships/slide" Target="slides/slide675.xml"/><Relationship Id="rId800" Type="http://schemas.openxmlformats.org/officeDocument/2006/relationships/slide" Target="slides/slide676.xml"/><Relationship Id="rId801" Type="http://schemas.openxmlformats.org/officeDocument/2006/relationships/slide" Target="slides/slide677.xml"/><Relationship Id="rId802" Type="http://schemas.openxmlformats.org/officeDocument/2006/relationships/slide" Target="slides/slide678.xml"/><Relationship Id="rId804" Type="http://schemas.openxmlformats.org/officeDocument/2006/relationships/slide" Target="slides/slide679.xml"/><Relationship Id="rId806" Type="http://schemas.openxmlformats.org/officeDocument/2006/relationships/slide" Target="slides/slide680.xml"/><Relationship Id="rId807" Type="http://schemas.openxmlformats.org/officeDocument/2006/relationships/slide" Target="slides/slide681.xml"/><Relationship Id="rId808" Type="http://schemas.openxmlformats.org/officeDocument/2006/relationships/slide" Target="slides/slide682.xml"/><Relationship Id="rId809" Type="http://schemas.openxmlformats.org/officeDocument/2006/relationships/slide" Target="slides/slide683.xml"/><Relationship Id="rId810" Type="http://schemas.openxmlformats.org/officeDocument/2006/relationships/slide" Target="slides/slide684.xml"/><Relationship Id="rId811" Type="http://schemas.openxmlformats.org/officeDocument/2006/relationships/slide" Target="slides/slide685.xml"/><Relationship Id="rId812" Type="http://schemas.openxmlformats.org/officeDocument/2006/relationships/slide" Target="slides/slide686.xml"/><Relationship Id="rId814" Type="http://schemas.openxmlformats.org/officeDocument/2006/relationships/slide" Target="slides/slide687.xml"/><Relationship Id="rId816" Type="http://schemas.openxmlformats.org/officeDocument/2006/relationships/slide" Target="slides/slide688.xml"/><Relationship Id="rId817" Type="http://schemas.openxmlformats.org/officeDocument/2006/relationships/slide" Target="slides/slide689.xml"/><Relationship Id="rId818" Type="http://schemas.openxmlformats.org/officeDocument/2006/relationships/slide" Target="slides/slide690.xml"/><Relationship Id="rId819" Type="http://schemas.openxmlformats.org/officeDocument/2006/relationships/slide" Target="slides/slide691.xml"/><Relationship Id="rId820" Type="http://schemas.openxmlformats.org/officeDocument/2006/relationships/slide" Target="slides/slide692.xml"/><Relationship Id="rId821" Type="http://schemas.openxmlformats.org/officeDocument/2006/relationships/slide" Target="slides/slide693.xml"/><Relationship Id="rId822" Type="http://schemas.openxmlformats.org/officeDocument/2006/relationships/slide" Target="slides/slide694.xml"/><Relationship Id="rId823" Type="http://schemas.openxmlformats.org/officeDocument/2006/relationships/slide" Target="slides/slide695.xml"/><Relationship Id="rId824" Type="http://schemas.openxmlformats.org/officeDocument/2006/relationships/slide" Target="slides/slide696.xml"/><Relationship Id="rId825" Type="http://schemas.openxmlformats.org/officeDocument/2006/relationships/slide" Target="slides/slide697.xml"/><Relationship Id="rId826" Type="http://schemas.openxmlformats.org/officeDocument/2006/relationships/slide" Target="slides/slide698.xml"/><Relationship Id="rId827" Type="http://schemas.openxmlformats.org/officeDocument/2006/relationships/slide" Target="slides/slide699.xml"/><Relationship Id="rId828" Type="http://schemas.openxmlformats.org/officeDocument/2006/relationships/slide" Target="slides/slide700.xml"/><Relationship Id="rId829" Type="http://schemas.openxmlformats.org/officeDocument/2006/relationships/slide" Target="slides/slide701.xml"/><Relationship Id="rId830" Type="http://schemas.openxmlformats.org/officeDocument/2006/relationships/slide" Target="slides/slide702.xml"/><Relationship Id="rId831" Type="http://schemas.openxmlformats.org/officeDocument/2006/relationships/slide" Target="slides/slide703.xml"/><Relationship Id="rId832" Type="http://schemas.openxmlformats.org/officeDocument/2006/relationships/slide" Target="slides/slide704.xml"/><Relationship Id="rId834" Type="http://schemas.openxmlformats.org/officeDocument/2006/relationships/slide" Target="slides/slide705.xml"/><Relationship Id="rId836" Type="http://schemas.openxmlformats.org/officeDocument/2006/relationships/slide" Target="slides/slide706.xml"/><Relationship Id="rId837" Type="http://schemas.openxmlformats.org/officeDocument/2006/relationships/slide" Target="slides/slide707.xml"/><Relationship Id="rId838" Type="http://schemas.openxmlformats.org/officeDocument/2006/relationships/slide" Target="slides/slide708.xml"/><Relationship Id="rId839" Type="http://schemas.openxmlformats.org/officeDocument/2006/relationships/slide" Target="slides/slide709.xml"/><Relationship Id="rId840" Type="http://schemas.openxmlformats.org/officeDocument/2006/relationships/slide" Target="slides/slide710.xml"/><Relationship Id="rId841" Type="http://schemas.openxmlformats.org/officeDocument/2006/relationships/slide" Target="slides/slide711.xml"/><Relationship Id="rId842" Type="http://schemas.openxmlformats.org/officeDocument/2006/relationships/slide" Target="slides/slide712.xml"/><Relationship Id="rId844" Type="http://schemas.openxmlformats.org/officeDocument/2006/relationships/slide" Target="slides/slide713.xml"/><Relationship Id="rId846" Type="http://schemas.openxmlformats.org/officeDocument/2006/relationships/slide" Target="slides/slide714.xml"/><Relationship Id="rId847" Type="http://schemas.openxmlformats.org/officeDocument/2006/relationships/slide" Target="slides/slide715.xml"/><Relationship Id="rId848" Type="http://schemas.openxmlformats.org/officeDocument/2006/relationships/slide" Target="slides/slide716.xml"/><Relationship Id="rId849" Type="http://schemas.openxmlformats.org/officeDocument/2006/relationships/slide" Target="slides/slide717.xml"/><Relationship Id="rId850" Type="http://schemas.openxmlformats.org/officeDocument/2006/relationships/slide" Target="slides/slide718.xml"/><Relationship Id="rId851" Type="http://schemas.openxmlformats.org/officeDocument/2006/relationships/slide" Target="slides/slide719.xml"/><Relationship Id="rId852" Type="http://schemas.openxmlformats.org/officeDocument/2006/relationships/slide" Target="slides/slide720.xml"/><Relationship Id="rId853" Type="http://schemas.openxmlformats.org/officeDocument/2006/relationships/slide" Target="slides/slide721.xml"/><Relationship Id="rId854" Type="http://schemas.openxmlformats.org/officeDocument/2006/relationships/slide" Target="slides/slide722.xml"/><Relationship Id="rId855" Type="http://schemas.openxmlformats.org/officeDocument/2006/relationships/slide" Target="slides/slide723.xml"/><Relationship Id="rId856" Type="http://schemas.openxmlformats.org/officeDocument/2006/relationships/slide" Target="slides/slide724.xml"/><Relationship Id="rId857" Type="http://schemas.openxmlformats.org/officeDocument/2006/relationships/slide" Target="slides/slide725.xml"/><Relationship Id="rId858" Type="http://schemas.openxmlformats.org/officeDocument/2006/relationships/slide" Target="slides/slide726.xml"/><Relationship Id="rId859" Type="http://schemas.openxmlformats.org/officeDocument/2006/relationships/slide" Target="slides/slide727.xml"/><Relationship Id="rId860" Type="http://schemas.openxmlformats.org/officeDocument/2006/relationships/slide" Target="slides/slide728.xml"/><Relationship Id="rId861" Type="http://schemas.openxmlformats.org/officeDocument/2006/relationships/slide" Target="slides/slide729.xml"/><Relationship Id="rId862" Type="http://schemas.openxmlformats.org/officeDocument/2006/relationships/slide" Target="slides/slide730.xml"/><Relationship Id="rId864" Type="http://schemas.openxmlformats.org/officeDocument/2006/relationships/slide" Target="slides/slide731.xml"/><Relationship Id="rId866" Type="http://schemas.openxmlformats.org/officeDocument/2006/relationships/slide" Target="slides/slide732.xml"/><Relationship Id="rId867" Type="http://schemas.openxmlformats.org/officeDocument/2006/relationships/slide" Target="slides/slide733.xml"/><Relationship Id="rId868" Type="http://schemas.openxmlformats.org/officeDocument/2006/relationships/slide" Target="slides/slide734.xml"/><Relationship Id="rId869" Type="http://schemas.openxmlformats.org/officeDocument/2006/relationships/slide" Target="slides/slide735.xml"/><Relationship Id="rId870" Type="http://schemas.openxmlformats.org/officeDocument/2006/relationships/slide" Target="slides/slide736.xml"/><Relationship Id="rId871" Type="http://schemas.openxmlformats.org/officeDocument/2006/relationships/slide" Target="slides/slide737.xml"/><Relationship Id="rId872" Type="http://schemas.openxmlformats.org/officeDocument/2006/relationships/slide" Target="slides/slide738.xml"/><Relationship Id="rId874" Type="http://schemas.openxmlformats.org/officeDocument/2006/relationships/slide" Target="slides/slide739.xml"/><Relationship Id="rId876" Type="http://schemas.openxmlformats.org/officeDocument/2006/relationships/slide" Target="slides/slide740.xml"/><Relationship Id="rId877" Type="http://schemas.openxmlformats.org/officeDocument/2006/relationships/slide" Target="slides/slide741.xml"/><Relationship Id="rId878" Type="http://schemas.openxmlformats.org/officeDocument/2006/relationships/slide" Target="slides/slide742.xml"/><Relationship Id="rId879" Type="http://schemas.openxmlformats.org/officeDocument/2006/relationships/slide" Target="slides/slide743.xml"/><Relationship Id="rId880" Type="http://schemas.openxmlformats.org/officeDocument/2006/relationships/slide" Target="slides/slide744.xml"/><Relationship Id="rId881" Type="http://schemas.openxmlformats.org/officeDocument/2006/relationships/slide" Target="slides/slide745.xml"/><Relationship Id="rId882" Type="http://schemas.openxmlformats.org/officeDocument/2006/relationships/slide" Target="slides/slide746.xml"/><Relationship Id="rId883" Type="http://schemas.openxmlformats.org/officeDocument/2006/relationships/slide" Target="slides/slide747.xml"/><Relationship Id="rId884" Type="http://schemas.openxmlformats.org/officeDocument/2006/relationships/slide" Target="slides/slide748.xml"/><Relationship Id="rId885" Type="http://schemas.openxmlformats.org/officeDocument/2006/relationships/slide" Target="slides/slide749.xml"/><Relationship Id="rId886" Type="http://schemas.openxmlformats.org/officeDocument/2006/relationships/slide" Target="slides/slide750.xml"/><Relationship Id="rId887" Type="http://schemas.openxmlformats.org/officeDocument/2006/relationships/slide" Target="slides/slide751.xml"/><Relationship Id="rId888" Type="http://schemas.openxmlformats.org/officeDocument/2006/relationships/slide" Target="slides/slide752.xml"/><Relationship Id="rId889" Type="http://schemas.openxmlformats.org/officeDocument/2006/relationships/slide" Target="slides/slide753.xml"/><Relationship Id="rId890" Type="http://schemas.openxmlformats.org/officeDocument/2006/relationships/slide" Target="slides/slide754.xml"/><Relationship Id="rId891" Type="http://schemas.openxmlformats.org/officeDocument/2006/relationships/slide" Target="slides/slide755.xml"/><Relationship Id="rId892" Type="http://schemas.openxmlformats.org/officeDocument/2006/relationships/slide" Target="slides/slide756.xml"/><Relationship Id="rId894" Type="http://schemas.openxmlformats.org/officeDocument/2006/relationships/slide" Target="slides/slide757.xml"/><Relationship Id="rId896" Type="http://schemas.openxmlformats.org/officeDocument/2006/relationships/slide" Target="slides/slide758.xml"/><Relationship Id="rId897" Type="http://schemas.openxmlformats.org/officeDocument/2006/relationships/slide" Target="slides/slide759.xml"/><Relationship Id="rId898" Type="http://schemas.openxmlformats.org/officeDocument/2006/relationships/slide" Target="slides/slide760.xml"/><Relationship Id="rId899" Type="http://schemas.openxmlformats.org/officeDocument/2006/relationships/slide" Target="slides/slide761.xml"/><Relationship Id="rId900" Type="http://schemas.openxmlformats.org/officeDocument/2006/relationships/slide" Target="slides/slide762.xml"/><Relationship Id="rId901" Type="http://schemas.openxmlformats.org/officeDocument/2006/relationships/slide" Target="slides/slide763.xml"/><Relationship Id="rId902" Type="http://schemas.openxmlformats.org/officeDocument/2006/relationships/slide" Target="slides/slide764.xml"/><Relationship Id="rId904" Type="http://schemas.openxmlformats.org/officeDocument/2006/relationships/slide" Target="slides/slide765.xml"/><Relationship Id="rId906" Type="http://schemas.openxmlformats.org/officeDocument/2006/relationships/slide" Target="slides/slide766.xml"/><Relationship Id="rId907" Type="http://schemas.openxmlformats.org/officeDocument/2006/relationships/slide" Target="slides/slide767.xml"/><Relationship Id="rId908" Type="http://schemas.openxmlformats.org/officeDocument/2006/relationships/slide" Target="slides/slide768.xml"/><Relationship Id="rId909" Type="http://schemas.openxmlformats.org/officeDocument/2006/relationships/slide" Target="slides/slide769.xml"/><Relationship Id="rId910" Type="http://schemas.openxmlformats.org/officeDocument/2006/relationships/slide" Target="slides/slide770.xml"/><Relationship Id="rId911" Type="http://schemas.openxmlformats.org/officeDocument/2006/relationships/slide" Target="slides/slide771.xml"/><Relationship Id="rId912" Type="http://schemas.openxmlformats.org/officeDocument/2006/relationships/slide" Target="slides/slide772.xml"/><Relationship Id="rId913" Type="http://schemas.openxmlformats.org/officeDocument/2006/relationships/slide" Target="slides/slide773.xml"/><Relationship Id="rId914" Type="http://schemas.openxmlformats.org/officeDocument/2006/relationships/slide" Target="slides/slide774.xml"/><Relationship Id="rId915" Type="http://schemas.openxmlformats.org/officeDocument/2006/relationships/slide" Target="slides/slide775.xml"/><Relationship Id="rId916" Type="http://schemas.openxmlformats.org/officeDocument/2006/relationships/slide" Target="slides/slide776.xml"/><Relationship Id="rId917" Type="http://schemas.openxmlformats.org/officeDocument/2006/relationships/slide" Target="slides/slide777.xml"/><Relationship Id="rId918" Type="http://schemas.openxmlformats.org/officeDocument/2006/relationships/slide" Target="slides/slide778.xml"/><Relationship Id="rId919" Type="http://schemas.openxmlformats.org/officeDocument/2006/relationships/slide" Target="slides/slide779.xml"/><Relationship Id="rId920" Type="http://schemas.openxmlformats.org/officeDocument/2006/relationships/slide" Target="slides/slide780.xml"/><Relationship Id="rId921" Type="http://schemas.openxmlformats.org/officeDocument/2006/relationships/slide" Target="slides/slide781.xml"/><Relationship Id="rId922" Type="http://schemas.openxmlformats.org/officeDocument/2006/relationships/slide" Target="slides/slide782.xml"/><Relationship Id="rId924" Type="http://schemas.openxmlformats.org/officeDocument/2006/relationships/slide" Target="slides/slide783.xml"/><Relationship Id="rId926" Type="http://schemas.openxmlformats.org/officeDocument/2006/relationships/slide" Target="slides/slide784.xml"/><Relationship Id="rId927" Type="http://schemas.openxmlformats.org/officeDocument/2006/relationships/slide" Target="slides/slide785.xml"/><Relationship Id="rId928" Type="http://schemas.openxmlformats.org/officeDocument/2006/relationships/slide" Target="slides/slide786.xml"/><Relationship Id="rId929" Type="http://schemas.openxmlformats.org/officeDocument/2006/relationships/slide" Target="slides/slide787.xml"/><Relationship Id="rId930" Type="http://schemas.openxmlformats.org/officeDocument/2006/relationships/slide" Target="slides/slide788.xml"/><Relationship Id="rId931" Type="http://schemas.openxmlformats.org/officeDocument/2006/relationships/slide" Target="slides/slide789.xml"/><Relationship Id="rId932" Type="http://schemas.openxmlformats.org/officeDocument/2006/relationships/slide" Target="slides/slide790.xml"/><Relationship Id="rId934" Type="http://schemas.openxmlformats.org/officeDocument/2006/relationships/slide" Target="slides/slide791.xml"/><Relationship Id="rId936" Type="http://schemas.openxmlformats.org/officeDocument/2006/relationships/slide" Target="slides/slide792.xml"/><Relationship Id="rId937" Type="http://schemas.openxmlformats.org/officeDocument/2006/relationships/slide" Target="slides/slide793.xml"/><Relationship Id="rId938" Type="http://schemas.openxmlformats.org/officeDocument/2006/relationships/slide" Target="slides/slide794.xml"/><Relationship Id="rId939" Type="http://schemas.openxmlformats.org/officeDocument/2006/relationships/slide" Target="slides/slide795.xml"/><Relationship Id="rId940" Type="http://schemas.openxmlformats.org/officeDocument/2006/relationships/slide" Target="slides/slide796.xml"/><Relationship Id="rId941" Type="http://schemas.openxmlformats.org/officeDocument/2006/relationships/slide" Target="slides/slide797.xml"/><Relationship Id="rId942" Type="http://schemas.openxmlformats.org/officeDocument/2006/relationships/slide" Target="slides/slide798.xml"/><Relationship Id="rId943" Type="http://schemas.openxmlformats.org/officeDocument/2006/relationships/slide" Target="slides/slide799.xml"/><Relationship Id="rId944" Type="http://schemas.openxmlformats.org/officeDocument/2006/relationships/slide" Target="slides/slide800.xml"/><Relationship Id="rId945" Type="http://schemas.openxmlformats.org/officeDocument/2006/relationships/slide" Target="slides/slide801.xml"/><Relationship Id="rId946" Type="http://schemas.openxmlformats.org/officeDocument/2006/relationships/slide" Target="slides/slide802.xml"/><Relationship Id="rId947" Type="http://schemas.openxmlformats.org/officeDocument/2006/relationships/slide" Target="slides/slide803.xml"/><Relationship Id="rId948" Type="http://schemas.openxmlformats.org/officeDocument/2006/relationships/slide" Target="slides/slide804.xml"/><Relationship Id="rId949" Type="http://schemas.openxmlformats.org/officeDocument/2006/relationships/slide" Target="slides/slide805.xml"/><Relationship Id="rId950" Type="http://schemas.openxmlformats.org/officeDocument/2006/relationships/slide" Target="slides/slide806.xml"/><Relationship Id="rId951" Type="http://schemas.openxmlformats.org/officeDocument/2006/relationships/slide" Target="slides/slide807.xml"/><Relationship Id="rId952" Type="http://schemas.openxmlformats.org/officeDocument/2006/relationships/slide" Target="slides/slide808.xml"/><Relationship Id="rId954" Type="http://schemas.openxmlformats.org/officeDocument/2006/relationships/slide" Target="slides/slide809.xml"/><Relationship Id="rId956" Type="http://schemas.openxmlformats.org/officeDocument/2006/relationships/slide" Target="slides/slide810.xml"/><Relationship Id="rId957" Type="http://schemas.openxmlformats.org/officeDocument/2006/relationships/slide" Target="slides/slide811.xml"/><Relationship Id="rId958" Type="http://schemas.openxmlformats.org/officeDocument/2006/relationships/slide" Target="slides/slide812.xml"/><Relationship Id="rId959" Type="http://schemas.openxmlformats.org/officeDocument/2006/relationships/slide" Target="slides/slide813.xml"/><Relationship Id="rId960" Type="http://schemas.openxmlformats.org/officeDocument/2006/relationships/slide" Target="slides/slide814.xml"/><Relationship Id="rId961" Type="http://schemas.openxmlformats.org/officeDocument/2006/relationships/slide" Target="slides/slide815.xml"/><Relationship Id="rId962" Type="http://schemas.openxmlformats.org/officeDocument/2006/relationships/slide" Target="slides/slide816.xml"/><Relationship Id="rId964" Type="http://schemas.openxmlformats.org/officeDocument/2006/relationships/slide" Target="slides/slide817.xml"/><Relationship Id="rId966" Type="http://schemas.openxmlformats.org/officeDocument/2006/relationships/slide" Target="slides/slide818.xml"/><Relationship Id="rId967" Type="http://schemas.openxmlformats.org/officeDocument/2006/relationships/slide" Target="slides/slide819.xml"/><Relationship Id="rId968" Type="http://schemas.openxmlformats.org/officeDocument/2006/relationships/slide" Target="slides/slide820.xml"/><Relationship Id="rId969" Type="http://schemas.openxmlformats.org/officeDocument/2006/relationships/slide" Target="slides/slide821.xml"/><Relationship Id="rId970" Type="http://schemas.openxmlformats.org/officeDocument/2006/relationships/slide" Target="slides/slide822.xml"/><Relationship Id="rId971" Type="http://schemas.openxmlformats.org/officeDocument/2006/relationships/slide" Target="slides/slide823.xml"/><Relationship Id="rId972" Type="http://schemas.openxmlformats.org/officeDocument/2006/relationships/slide" Target="slides/slide824.xml"/><Relationship Id="rId973" Type="http://schemas.openxmlformats.org/officeDocument/2006/relationships/slide" Target="slides/slide825.xml"/><Relationship Id="rId974" Type="http://schemas.openxmlformats.org/officeDocument/2006/relationships/slide" Target="slides/slide826.xml"/><Relationship Id="rId975" Type="http://schemas.openxmlformats.org/officeDocument/2006/relationships/slide" Target="slides/slide827.xml"/><Relationship Id="rId976" Type="http://schemas.openxmlformats.org/officeDocument/2006/relationships/slide" Target="slides/slide828.xml"/><Relationship Id="rId977" Type="http://schemas.openxmlformats.org/officeDocument/2006/relationships/slide" Target="slides/slide829.xml"/><Relationship Id="rId978" Type="http://schemas.openxmlformats.org/officeDocument/2006/relationships/slide" Target="slides/slide830.xml"/><Relationship Id="rId979" Type="http://schemas.openxmlformats.org/officeDocument/2006/relationships/slide" Target="slides/slide831.xml"/><Relationship Id="rId980" Type="http://schemas.openxmlformats.org/officeDocument/2006/relationships/slide" Target="slides/slide832.xml"/><Relationship Id="rId981" Type="http://schemas.openxmlformats.org/officeDocument/2006/relationships/slide" Target="slides/slide833.xml"/><Relationship Id="rId982" Type="http://schemas.openxmlformats.org/officeDocument/2006/relationships/slide" Target="slides/slide834.xml"/><Relationship Id="rId984" Type="http://schemas.openxmlformats.org/officeDocument/2006/relationships/slide" Target="slides/slide835.xml"/><Relationship Id="rId986" Type="http://schemas.openxmlformats.org/officeDocument/2006/relationships/slide" Target="slides/slide836.xml"/><Relationship Id="rId987" Type="http://schemas.openxmlformats.org/officeDocument/2006/relationships/slide" Target="slides/slide837.xml"/><Relationship Id="rId988" Type="http://schemas.openxmlformats.org/officeDocument/2006/relationships/slide" Target="slides/slide838.xml"/><Relationship Id="rId989" Type="http://schemas.openxmlformats.org/officeDocument/2006/relationships/slide" Target="slides/slide839.xml"/><Relationship Id="rId990" Type="http://schemas.openxmlformats.org/officeDocument/2006/relationships/slide" Target="slides/slide840.xml"/><Relationship Id="rId991" Type="http://schemas.openxmlformats.org/officeDocument/2006/relationships/slide" Target="slides/slide841.xml"/><Relationship Id="rId992" Type="http://schemas.openxmlformats.org/officeDocument/2006/relationships/slide" Target="slides/slide842.xml"/><Relationship Id="rId994" Type="http://schemas.openxmlformats.org/officeDocument/2006/relationships/slide" Target="slides/slide843.xml"/><Relationship Id="rId996" Type="http://schemas.openxmlformats.org/officeDocument/2006/relationships/slide" Target="slides/slide844.xml"/><Relationship Id="rId997" Type="http://schemas.openxmlformats.org/officeDocument/2006/relationships/slide" Target="slides/slide845.xml"/><Relationship Id="rId998" Type="http://schemas.openxmlformats.org/officeDocument/2006/relationships/slide" Target="slides/slide846.xml"/><Relationship Id="rId999" Type="http://schemas.openxmlformats.org/officeDocument/2006/relationships/slide" Target="slides/slide847.xml"/><Relationship Id="rId1000" Type="http://schemas.openxmlformats.org/officeDocument/2006/relationships/slide" Target="slides/slide848.xml"/><Relationship Id="rId1001" Type="http://schemas.openxmlformats.org/officeDocument/2006/relationships/slide" Target="slides/slide849.xml"/><Relationship Id="rId1002" Type="http://schemas.openxmlformats.org/officeDocument/2006/relationships/slide" Target="slides/slide850.xml"/><Relationship Id="rId1003" Type="http://schemas.openxmlformats.org/officeDocument/2006/relationships/slide" Target="slides/slide851.xml"/><Relationship Id="rId1004" Type="http://schemas.openxmlformats.org/officeDocument/2006/relationships/slide" Target="slides/slide852.xml"/><Relationship Id="rId1005" Type="http://schemas.openxmlformats.org/officeDocument/2006/relationships/slide" Target="slides/slide853.xml"/><Relationship Id="rId1006" Type="http://schemas.openxmlformats.org/officeDocument/2006/relationships/slide" Target="slides/slide854.xml"/><Relationship Id="rId1007" Type="http://schemas.openxmlformats.org/officeDocument/2006/relationships/slide" Target="slides/slide855.xml"/><Relationship Id="rId1008" Type="http://schemas.openxmlformats.org/officeDocument/2006/relationships/slide" Target="slides/slide856.xml"/><Relationship Id="rId1009" Type="http://schemas.openxmlformats.org/officeDocument/2006/relationships/slide" Target="slides/slide857.xml"/><Relationship Id="rId1010" Type="http://schemas.openxmlformats.org/officeDocument/2006/relationships/slide" Target="slides/slide858.xml"/><Relationship Id="rId1011" Type="http://schemas.openxmlformats.org/officeDocument/2006/relationships/slide" Target="slides/slide859.xml"/><Relationship Id="rId1012" Type="http://schemas.openxmlformats.org/officeDocument/2006/relationships/slide" Target="slides/slide860.xml"/><Relationship Id="rId1014" Type="http://schemas.openxmlformats.org/officeDocument/2006/relationships/slide" Target="slides/slide861.xml"/><Relationship Id="rId1016" Type="http://schemas.openxmlformats.org/officeDocument/2006/relationships/slide" Target="slides/slide862.xml"/><Relationship Id="rId1017" Type="http://schemas.openxmlformats.org/officeDocument/2006/relationships/slide" Target="slides/slide863.xml"/><Relationship Id="rId1018" Type="http://schemas.openxmlformats.org/officeDocument/2006/relationships/slide" Target="slides/slide864.xml"/><Relationship Id="rId1019" Type="http://schemas.openxmlformats.org/officeDocument/2006/relationships/slide" Target="slides/slide865.xml"/><Relationship Id="rId1020" Type="http://schemas.openxmlformats.org/officeDocument/2006/relationships/slide" Target="slides/slide866.xml"/><Relationship Id="rId1021" Type="http://schemas.openxmlformats.org/officeDocument/2006/relationships/slide" Target="slides/slide867.xml"/><Relationship Id="rId1022" Type="http://schemas.openxmlformats.org/officeDocument/2006/relationships/slide" Target="slides/slide868.xml"/><Relationship Id="rId1024" Type="http://schemas.openxmlformats.org/officeDocument/2006/relationships/slide" Target="slides/slide869.xml"/><Relationship Id="rId1026" Type="http://schemas.openxmlformats.org/officeDocument/2006/relationships/slide" Target="slides/slide870.xml"/><Relationship Id="rId1027" Type="http://schemas.openxmlformats.org/officeDocument/2006/relationships/slide" Target="slides/slide871.xml"/><Relationship Id="rId1028" Type="http://schemas.openxmlformats.org/officeDocument/2006/relationships/slide" Target="slides/slide872.xml"/><Relationship Id="rId1029" Type="http://schemas.openxmlformats.org/officeDocument/2006/relationships/slide" Target="slides/slide873.xml"/><Relationship Id="rId1030" Type="http://schemas.openxmlformats.org/officeDocument/2006/relationships/slide" Target="slides/slide874.xml"/><Relationship Id="rId1031" Type="http://schemas.openxmlformats.org/officeDocument/2006/relationships/slide" Target="slides/slide875.xml"/><Relationship Id="rId1032" Type="http://schemas.openxmlformats.org/officeDocument/2006/relationships/slide" Target="slides/slide876.xml"/><Relationship Id="rId1033" Type="http://schemas.openxmlformats.org/officeDocument/2006/relationships/slide" Target="slides/slide877.xml"/><Relationship Id="rId1034" Type="http://schemas.openxmlformats.org/officeDocument/2006/relationships/slide" Target="slides/slide878.xml"/><Relationship Id="rId1035" Type="http://schemas.openxmlformats.org/officeDocument/2006/relationships/slide" Target="slides/slide879.xml"/><Relationship Id="rId1036" Type="http://schemas.openxmlformats.org/officeDocument/2006/relationships/slide" Target="slides/slide880.xml"/><Relationship Id="rId1037" Type="http://schemas.openxmlformats.org/officeDocument/2006/relationships/slide" Target="slides/slide881.xml"/><Relationship Id="rId1038" Type="http://schemas.openxmlformats.org/officeDocument/2006/relationships/slide" Target="slides/slide882.xml"/><Relationship Id="rId1039" Type="http://schemas.openxmlformats.org/officeDocument/2006/relationships/slide" Target="slides/slide883.xml"/><Relationship Id="rId1040" Type="http://schemas.openxmlformats.org/officeDocument/2006/relationships/slide" Target="slides/slide884.xml"/><Relationship Id="rId1041" Type="http://schemas.openxmlformats.org/officeDocument/2006/relationships/slide" Target="slides/slide885.xml"/><Relationship Id="rId1042" Type="http://schemas.openxmlformats.org/officeDocument/2006/relationships/slide" Target="slides/slide886.xml"/><Relationship Id="rId1044" Type="http://schemas.openxmlformats.org/officeDocument/2006/relationships/slide" Target="slides/slide887.xml"/><Relationship Id="rId1046" Type="http://schemas.openxmlformats.org/officeDocument/2006/relationships/slide" Target="slides/slide888.xml"/><Relationship Id="rId1047" Type="http://schemas.openxmlformats.org/officeDocument/2006/relationships/slide" Target="slides/slide889.xml"/><Relationship Id="rId1048" Type="http://schemas.openxmlformats.org/officeDocument/2006/relationships/slide" Target="slides/slide890.xml"/><Relationship Id="rId1049" Type="http://schemas.openxmlformats.org/officeDocument/2006/relationships/slide" Target="slides/slide891.xml"/><Relationship Id="rId1050" Type="http://schemas.openxmlformats.org/officeDocument/2006/relationships/slide" Target="slides/slide892.xml"/><Relationship Id="rId1051" Type="http://schemas.openxmlformats.org/officeDocument/2006/relationships/slide" Target="slides/slide893.xml"/><Relationship Id="rId1052" Type="http://schemas.openxmlformats.org/officeDocument/2006/relationships/slide" Target="slides/slide894.xml"/><Relationship Id="rId1054" Type="http://schemas.openxmlformats.org/officeDocument/2006/relationships/slide" Target="slides/slide895.xml"/><Relationship Id="rId1056" Type="http://schemas.openxmlformats.org/officeDocument/2006/relationships/slide" Target="slides/slide896.xml"/><Relationship Id="rId1057" Type="http://schemas.openxmlformats.org/officeDocument/2006/relationships/slide" Target="slides/slide897.xml"/><Relationship Id="rId1058" Type="http://schemas.openxmlformats.org/officeDocument/2006/relationships/slide" Target="slides/slide898.xml"/><Relationship Id="rId1059" Type="http://schemas.openxmlformats.org/officeDocument/2006/relationships/slide" Target="slides/slide899.xml"/><Relationship Id="rId1060" Type="http://schemas.openxmlformats.org/officeDocument/2006/relationships/slide" Target="slides/slide900.xml"/><Relationship Id="rId1061" Type="http://schemas.openxmlformats.org/officeDocument/2006/relationships/slide" Target="slides/slide901.xml"/><Relationship Id="rId1062" Type="http://schemas.openxmlformats.org/officeDocument/2006/relationships/slide" Target="slides/slide902.xml"/><Relationship Id="rId1063" Type="http://schemas.openxmlformats.org/officeDocument/2006/relationships/slide" Target="slides/slide903.xml"/><Relationship Id="rId1064" Type="http://schemas.openxmlformats.org/officeDocument/2006/relationships/slide" Target="slides/slide904.xml"/><Relationship Id="rId1065" Type="http://schemas.openxmlformats.org/officeDocument/2006/relationships/slide" Target="slides/slide905.xml"/><Relationship Id="rId1066" Type="http://schemas.openxmlformats.org/officeDocument/2006/relationships/slide" Target="slides/slide906.xml"/><Relationship Id="rId1067" Type="http://schemas.openxmlformats.org/officeDocument/2006/relationships/slide" Target="slides/slide907.xml"/><Relationship Id="rId1068" Type="http://schemas.openxmlformats.org/officeDocument/2006/relationships/slide" Target="slides/slide908.xml"/><Relationship Id="rId1069" Type="http://schemas.openxmlformats.org/officeDocument/2006/relationships/slide" Target="slides/slide909.xml"/><Relationship Id="rId1070" Type="http://schemas.openxmlformats.org/officeDocument/2006/relationships/slide" Target="slides/slide910.xml"/><Relationship Id="rId1071" Type="http://schemas.openxmlformats.org/officeDocument/2006/relationships/slide" Target="slides/slide911.xml"/><Relationship Id="rId1072" Type="http://schemas.openxmlformats.org/officeDocument/2006/relationships/slide" Target="slides/slide912.xml"/><Relationship Id="rId1074" Type="http://schemas.openxmlformats.org/officeDocument/2006/relationships/slide" Target="slides/slide913.xml"/><Relationship Id="rId1076" Type="http://schemas.openxmlformats.org/officeDocument/2006/relationships/slide" Target="slides/slide914.xml"/><Relationship Id="rId1077" Type="http://schemas.openxmlformats.org/officeDocument/2006/relationships/slide" Target="slides/slide915.xml"/><Relationship Id="rId1078" Type="http://schemas.openxmlformats.org/officeDocument/2006/relationships/slide" Target="slides/slide916.xml"/><Relationship Id="rId1079" Type="http://schemas.openxmlformats.org/officeDocument/2006/relationships/slide" Target="slides/slide917.xml"/><Relationship Id="rId1080" Type="http://schemas.openxmlformats.org/officeDocument/2006/relationships/slide" Target="slides/slide918.xml"/><Relationship Id="rId1081" Type="http://schemas.openxmlformats.org/officeDocument/2006/relationships/slide" Target="slides/slide919.xml"/><Relationship Id="rId1082" Type="http://schemas.openxmlformats.org/officeDocument/2006/relationships/slide" Target="slides/slide920.xml"/><Relationship Id="rId1084" Type="http://schemas.openxmlformats.org/officeDocument/2006/relationships/slide" Target="slides/slide921.xml"/><Relationship Id="rId1086" Type="http://schemas.openxmlformats.org/officeDocument/2006/relationships/slide" Target="slides/slide922.xml"/><Relationship Id="rId1087" Type="http://schemas.openxmlformats.org/officeDocument/2006/relationships/slide" Target="slides/slide923.xml"/><Relationship Id="rId1088" Type="http://schemas.openxmlformats.org/officeDocument/2006/relationships/slide" Target="slides/slide924.xml"/><Relationship Id="rId1089" Type="http://schemas.openxmlformats.org/officeDocument/2006/relationships/slide" Target="slides/slide925.xml"/><Relationship Id="rId1090" Type="http://schemas.openxmlformats.org/officeDocument/2006/relationships/slide" Target="slides/slide926.xml"/><Relationship Id="rId1091" Type="http://schemas.openxmlformats.org/officeDocument/2006/relationships/slide" Target="slides/slide927.xml"/><Relationship Id="rId1092" Type="http://schemas.openxmlformats.org/officeDocument/2006/relationships/slide" Target="slides/slide928.xml"/><Relationship Id="rId1093" Type="http://schemas.openxmlformats.org/officeDocument/2006/relationships/slide" Target="slides/slide929.xml"/><Relationship Id="rId1094" Type="http://schemas.openxmlformats.org/officeDocument/2006/relationships/slide" Target="slides/slide930.xml"/><Relationship Id="rId1095" Type="http://schemas.openxmlformats.org/officeDocument/2006/relationships/slide" Target="slides/slide931.xml"/><Relationship Id="rId1096" Type="http://schemas.openxmlformats.org/officeDocument/2006/relationships/slide" Target="slides/slide932.xml"/><Relationship Id="rId1097" Type="http://schemas.openxmlformats.org/officeDocument/2006/relationships/slide" Target="slides/slide933.xml"/><Relationship Id="rId1098" Type="http://schemas.openxmlformats.org/officeDocument/2006/relationships/slide" Target="slides/slide934.xml"/><Relationship Id="rId1099" Type="http://schemas.openxmlformats.org/officeDocument/2006/relationships/slide" Target="slides/slide935.xml"/><Relationship Id="rId1100" Type="http://schemas.openxmlformats.org/officeDocument/2006/relationships/slide" Target="slides/slide936.xml"/><Relationship Id="rId1101" Type="http://schemas.openxmlformats.org/officeDocument/2006/relationships/slide" Target="slides/slide937.xml"/><Relationship Id="rId1102" Type="http://schemas.openxmlformats.org/officeDocument/2006/relationships/slide" Target="slides/slide938.xml"/><Relationship Id="rId1104" Type="http://schemas.openxmlformats.org/officeDocument/2006/relationships/slide" Target="slides/slide939.xml"/><Relationship Id="rId1106" Type="http://schemas.openxmlformats.org/officeDocument/2006/relationships/slide" Target="slides/slide940.xml"/><Relationship Id="rId1107" Type="http://schemas.openxmlformats.org/officeDocument/2006/relationships/slide" Target="slides/slide941.xml"/><Relationship Id="rId1108" Type="http://schemas.openxmlformats.org/officeDocument/2006/relationships/slide" Target="slides/slide942.xml"/><Relationship Id="rId1109" Type="http://schemas.openxmlformats.org/officeDocument/2006/relationships/slide" Target="slides/slide943.xml"/><Relationship Id="rId1110" Type="http://schemas.openxmlformats.org/officeDocument/2006/relationships/slide" Target="slides/slide944.xml"/><Relationship Id="rId1111" Type="http://schemas.openxmlformats.org/officeDocument/2006/relationships/slide" Target="slides/slide945.xml"/><Relationship Id="rId1112" Type="http://schemas.openxmlformats.org/officeDocument/2006/relationships/slide" Target="slides/slide946.xml"/><Relationship Id="rId1114" Type="http://schemas.openxmlformats.org/officeDocument/2006/relationships/slide" Target="slides/slide947.xml"/><Relationship Id="rId1116" Type="http://schemas.openxmlformats.org/officeDocument/2006/relationships/slide" Target="slides/slide948.xml"/><Relationship Id="rId1117" Type="http://schemas.openxmlformats.org/officeDocument/2006/relationships/slide" Target="slides/slide949.xml"/><Relationship Id="rId1118" Type="http://schemas.openxmlformats.org/officeDocument/2006/relationships/slide" Target="slides/slide950.xml"/><Relationship Id="rId1119" Type="http://schemas.openxmlformats.org/officeDocument/2006/relationships/slide" Target="slides/slide951.xml"/><Relationship Id="rId1120" Type="http://schemas.openxmlformats.org/officeDocument/2006/relationships/slide" Target="slides/slide952.xml"/><Relationship Id="rId1121" Type="http://schemas.openxmlformats.org/officeDocument/2006/relationships/slide" Target="slides/slide953.xml"/><Relationship Id="rId1122" Type="http://schemas.openxmlformats.org/officeDocument/2006/relationships/slide" Target="slides/slide954.xml"/><Relationship Id="rId1123" Type="http://schemas.openxmlformats.org/officeDocument/2006/relationships/slide" Target="slides/slide955.xml"/><Relationship Id="rId1124" Type="http://schemas.openxmlformats.org/officeDocument/2006/relationships/slide" Target="slides/slide956.xml"/><Relationship Id="rId1125" Type="http://schemas.openxmlformats.org/officeDocument/2006/relationships/slide" Target="slides/slide957.xml"/><Relationship Id="rId1126" Type="http://schemas.openxmlformats.org/officeDocument/2006/relationships/slide" Target="slides/slide958.xml"/><Relationship Id="rId1127" Type="http://schemas.openxmlformats.org/officeDocument/2006/relationships/slide" Target="slides/slide959.xml"/><Relationship Id="rId1128" Type="http://schemas.openxmlformats.org/officeDocument/2006/relationships/slide" Target="slides/slide960.xml"/><Relationship Id="rId1129" Type="http://schemas.openxmlformats.org/officeDocument/2006/relationships/slide" Target="slides/slide961.xml"/><Relationship Id="rId1130" Type="http://schemas.openxmlformats.org/officeDocument/2006/relationships/slide" Target="slides/slide962.xml"/><Relationship Id="rId1131" Type="http://schemas.openxmlformats.org/officeDocument/2006/relationships/slide" Target="slides/slide963.xml"/><Relationship Id="rId1132" Type="http://schemas.openxmlformats.org/officeDocument/2006/relationships/slide" Target="slides/slide964.xml"/><Relationship Id="rId1134" Type="http://schemas.openxmlformats.org/officeDocument/2006/relationships/slide" Target="slides/slide965.xml"/><Relationship Id="rId1136" Type="http://schemas.openxmlformats.org/officeDocument/2006/relationships/slide" Target="slides/slide966.xml"/><Relationship Id="rId1137" Type="http://schemas.openxmlformats.org/officeDocument/2006/relationships/slide" Target="slides/slide967.xml"/><Relationship Id="rId1138" Type="http://schemas.openxmlformats.org/officeDocument/2006/relationships/slide" Target="slides/slide968.xml"/><Relationship Id="rId1139" Type="http://schemas.openxmlformats.org/officeDocument/2006/relationships/slide" Target="slides/slide969.xml"/><Relationship Id="rId1140" Type="http://schemas.openxmlformats.org/officeDocument/2006/relationships/slide" Target="slides/slide970.xml"/><Relationship Id="rId1141" Type="http://schemas.openxmlformats.org/officeDocument/2006/relationships/slide" Target="slides/slide971.xml"/><Relationship Id="rId1142" Type="http://schemas.openxmlformats.org/officeDocument/2006/relationships/slide" Target="slides/slide972.xml"/><Relationship Id="rId1144" Type="http://schemas.openxmlformats.org/officeDocument/2006/relationships/slide" Target="slides/slide973.xml"/><Relationship Id="rId1146" Type="http://schemas.openxmlformats.org/officeDocument/2006/relationships/slide" Target="slides/slide974.xml"/><Relationship Id="rId1147" Type="http://schemas.openxmlformats.org/officeDocument/2006/relationships/slide" Target="slides/slide975.xml"/><Relationship Id="rId1148" Type="http://schemas.openxmlformats.org/officeDocument/2006/relationships/slide" Target="slides/slide976.xml"/><Relationship Id="rId1149" Type="http://schemas.openxmlformats.org/officeDocument/2006/relationships/slide" Target="slides/slide977.xml"/><Relationship Id="rId1150" Type="http://schemas.openxmlformats.org/officeDocument/2006/relationships/slide" Target="slides/slide978.xml"/><Relationship Id="rId1151" Type="http://schemas.openxmlformats.org/officeDocument/2006/relationships/slide" Target="slides/slide979.xml"/><Relationship Id="rId1152" Type="http://schemas.openxmlformats.org/officeDocument/2006/relationships/slide" Target="slides/slide980.xml"/><Relationship Id="rId1153" Type="http://schemas.openxmlformats.org/officeDocument/2006/relationships/slide" Target="slides/slide981.xml"/><Relationship Id="rId1154" Type="http://schemas.openxmlformats.org/officeDocument/2006/relationships/slide" Target="slides/slide982.xml"/><Relationship Id="rId1155" Type="http://schemas.openxmlformats.org/officeDocument/2006/relationships/slide" Target="slides/slide983.xml"/><Relationship Id="rId1156" Type="http://schemas.openxmlformats.org/officeDocument/2006/relationships/slide" Target="slides/slide984.xml"/><Relationship Id="rId1157" Type="http://schemas.openxmlformats.org/officeDocument/2006/relationships/slide" Target="slides/slide985.xml"/><Relationship Id="rId1158" Type="http://schemas.openxmlformats.org/officeDocument/2006/relationships/slide" Target="slides/slide986.xml"/><Relationship Id="rId1159" Type="http://schemas.openxmlformats.org/officeDocument/2006/relationships/slide" Target="slides/slide987.xml"/><Relationship Id="rId1160" Type="http://schemas.openxmlformats.org/officeDocument/2006/relationships/slide" Target="slides/slide988.xml"/><Relationship Id="rId1161" Type="http://schemas.openxmlformats.org/officeDocument/2006/relationships/slide" Target="slides/slide989.xml"/><Relationship Id="rId1162" Type="http://schemas.openxmlformats.org/officeDocument/2006/relationships/slide" Target="slides/slide990.xml"/><Relationship Id="rId1164" Type="http://schemas.openxmlformats.org/officeDocument/2006/relationships/slide" Target="slides/slide991.xml"/><Relationship Id="rId1166" Type="http://schemas.openxmlformats.org/officeDocument/2006/relationships/slide" Target="slides/slide992.xml"/><Relationship Id="rId1167" Type="http://schemas.openxmlformats.org/officeDocument/2006/relationships/slide" Target="slides/slide993.xml"/><Relationship Id="rId1168" Type="http://schemas.openxmlformats.org/officeDocument/2006/relationships/slide" Target="slides/slide994.xml"/><Relationship Id="rId1169" Type="http://schemas.openxmlformats.org/officeDocument/2006/relationships/slide" Target="slides/slide995.xml"/><Relationship Id="rId1170" Type="http://schemas.openxmlformats.org/officeDocument/2006/relationships/slide" Target="slides/slide996.xml"/><Relationship Id="rId1171" Type="http://schemas.openxmlformats.org/officeDocument/2006/relationships/slide" Target="slides/slide997.xml"/><Relationship Id="rId1172" Type="http://schemas.openxmlformats.org/officeDocument/2006/relationships/slide" Target="slides/slide998.xml"/><Relationship Id="rId1174" Type="http://schemas.openxmlformats.org/officeDocument/2006/relationships/slide" Target="slides/slide999.xml"/><Relationship Id="rId1176" Type="http://schemas.openxmlformats.org/officeDocument/2006/relationships/slide" Target="slides/slide1000.xml"/><Relationship Id="rId1177" Type="http://schemas.openxmlformats.org/officeDocument/2006/relationships/slide" Target="slides/slide1001.xml"/><Relationship Id="rId1178" Type="http://schemas.openxmlformats.org/officeDocument/2006/relationships/slide" Target="slides/slide1002.xml"/><Relationship Id="rId1179" Type="http://schemas.openxmlformats.org/officeDocument/2006/relationships/slide" Target="slides/slide1003.xml"/><Relationship Id="rId1180" Type="http://schemas.openxmlformats.org/officeDocument/2006/relationships/slide" Target="slides/slide1004.xml"/><Relationship Id="rId1181" Type="http://schemas.openxmlformats.org/officeDocument/2006/relationships/slide" Target="slides/slide1005.xml"/><Relationship Id="rId1182" Type="http://schemas.openxmlformats.org/officeDocument/2006/relationships/slide" Target="slides/slide1006.xml"/><Relationship Id="rId1183" Type="http://schemas.openxmlformats.org/officeDocument/2006/relationships/slide" Target="slides/slide1007.xml"/><Relationship Id="rId1184" Type="http://schemas.openxmlformats.org/officeDocument/2006/relationships/slide" Target="slides/slide1008.xml"/><Relationship Id="rId1185" Type="http://schemas.openxmlformats.org/officeDocument/2006/relationships/slide" Target="slides/slide1009.xml"/><Relationship Id="rId1186" Type="http://schemas.openxmlformats.org/officeDocument/2006/relationships/slide" Target="slides/slide1010.xml"/><Relationship Id="rId1187" Type="http://schemas.openxmlformats.org/officeDocument/2006/relationships/slide" Target="slides/slide1011.xml"/><Relationship Id="rId1188" Type="http://schemas.openxmlformats.org/officeDocument/2006/relationships/slide" Target="slides/slide1012.xml"/><Relationship Id="rId1189" Type="http://schemas.openxmlformats.org/officeDocument/2006/relationships/slide" Target="slides/slide1013.xml"/><Relationship Id="rId1190" Type="http://schemas.openxmlformats.org/officeDocument/2006/relationships/slide" Target="slides/slide1014.xml"/><Relationship Id="rId1191" Type="http://schemas.openxmlformats.org/officeDocument/2006/relationships/slide" Target="slides/slide1015.xml"/><Relationship Id="rId1192" Type="http://schemas.openxmlformats.org/officeDocument/2006/relationships/slide" Target="slides/slide1016.xml"/><Relationship Id="rId1194" Type="http://schemas.openxmlformats.org/officeDocument/2006/relationships/slide" Target="slides/slide1017.xml"/><Relationship Id="rId1196" Type="http://schemas.openxmlformats.org/officeDocument/2006/relationships/slide" Target="slides/slide1018.xml"/><Relationship Id="rId1197" Type="http://schemas.openxmlformats.org/officeDocument/2006/relationships/slide" Target="slides/slide1019.xml"/><Relationship Id="rId1198" Type="http://schemas.openxmlformats.org/officeDocument/2006/relationships/slide" Target="slides/slide1020.xml"/><Relationship Id="rId1199" Type="http://schemas.openxmlformats.org/officeDocument/2006/relationships/slide" Target="slides/slide1021.xml"/><Relationship Id="rId1200" Type="http://schemas.openxmlformats.org/officeDocument/2006/relationships/slide" Target="slides/slide1022.xml"/><Relationship Id="rId1201" Type="http://schemas.openxmlformats.org/officeDocument/2006/relationships/slide" Target="slides/slide1023.xml"/><Relationship Id="rId1202" Type="http://schemas.openxmlformats.org/officeDocument/2006/relationships/slide" Target="slides/slide1024.xml"/><Relationship Id="rId1204" Type="http://schemas.openxmlformats.org/officeDocument/2006/relationships/slide" Target="slides/slide1025.xml"/><Relationship Id="rId1206" Type="http://schemas.openxmlformats.org/officeDocument/2006/relationships/slide" Target="slides/slide1026.xml"/><Relationship Id="rId1207" Type="http://schemas.openxmlformats.org/officeDocument/2006/relationships/slide" Target="slides/slide1027.xml"/><Relationship Id="rId1208" Type="http://schemas.openxmlformats.org/officeDocument/2006/relationships/slide" Target="slides/slide1028.xml"/><Relationship Id="rId1209" Type="http://schemas.openxmlformats.org/officeDocument/2006/relationships/slide" Target="slides/slide1029.xml"/><Relationship Id="rId1210" Type="http://schemas.openxmlformats.org/officeDocument/2006/relationships/slide" Target="slides/slide1030.xml"/><Relationship Id="rId1211" Type="http://schemas.openxmlformats.org/officeDocument/2006/relationships/slide" Target="slides/slide1031.xml"/><Relationship Id="rId1212" Type="http://schemas.openxmlformats.org/officeDocument/2006/relationships/slide" Target="slides/slide1032.xml"/><Relationship Id="rId1213" Type="http://schemas.openxmlformats.org/officeDocument/2006/relationships/slide" Target="slides/slide1033.xml"/><Relationship Id="rId1214" Type="http://schemas.openxmlformats.org/officeDocument/2006/relationships/slide" Target="slides/slide1034.xml"/><Relationship Id="rId1215" Type="http://schemas.openxmlformats.org/officeDocument/2006/relationships/slide" Target="slides/slide1035.xml"/><Relationship Id="rId1216" Type="http://schemas.openxmlformats.org/officeDocument/2006/relationships/slide" Target="slides/slide1036.xml"/><Relationship Id="rId1217" Type="http://schemas.openxmlformats.org/officeDocument/2006/relationships/slide" Target="slides/slide1037.xml"/><Relationship Id="rId1218" Type="http://schemas.openxmlformats.org/officeDocument/2006/relationships/slide" Target="slides/slide1038.xml"/><Relationship Id="rId1219" Type="http://schemas.openxmlformats.org/officeDocument/2006/relationships/slide" Target="slides/slide1039.xml"/><Relationship Id="rId1220" Type="http://schemas.openxmlformats.org/officeDocument/2006/relationships/slide" Target="slides/slide1040.xml"/><Relationship Id="rId1221" Type="http://schemas.openxmlformats.org/officeDocument/2006/relationships/slide" Target="slides/slide1041.xml"/><Relationship Id="rId1222" Type="http://schemas.openxmlformats.org/officeDocument/2006/relationships/slide" Target="slides/slide1042.xml"/><Relationship Id="rId1224" Type="http://schemas.openxmlformats.org/officeDocument/2006/relationships/slide" Target="slides/slide1043.xml"/><Relationship Id="rId1226" Type="http://schemas.openxmlformats.org/officeDocument/2006/relationships/slide" Target="slides/slide1044.xml"/><Relationship Id="rId1227" Type="http://schemas.openxmlformats.org/officeDocument/2006/relationships/slide" Target="slides/slide1045.xml"/><Relationship Id="rId1228" Type="http://schemas.openxmlformats.org/officeDocument/2006/relationships/slide" Target="slides/slide1046.xml"/><Relationship Id="rId1229" Type="http://schemas.openxmlformats.org/officeDocument/2006/relationships/slide" Target="slides/slide1047.xml"/><Relationship Id="rId1230" Type="http://schemas.openxmlformats.org/officeDocument/2006/relationships/slide" Target="slides/slide1048.xml"/><Relationship Id="rId1231" Type="http://schemas.openxmlformats.org/officeDocument/2006/relationships/slide" Target="slides/slide1049.xml"/><Relationship Id="rId1232" Type="http://schemas.openxmlformats.org/officeDocument/2006/relationships/slide" Target="slides/slide1050.xml"/><Relationship Id="rId1234" Type="http://schemas.openxmlformats.org/officeDocument/2006/relationships/slide" Target="slides/slide1051.xml"/><Relationship Id="rId1236" Type="http://schemas.openxmlformats.org/officeDocument/2006/relationships/slide" Target="slides/slide1052.xml"/><Relationship Id="rId1237" Type="http://schemas.openxmlformats.org/officeDocument/2006/relationships/slide" Target="slides/slide1053.xml"/><Relationship Id="rId1238" Type="http://schemas.openxmlformats.org/officeDocument/2006/relationships/slide" Target="slides/slide1054.xml"/><Relationship Id="rId1239" Type="http://schemas.openxmlformats.org/officeDocument/2006/relationships/slide" Target="slides/slide1055.xml"/><Relationship Id="rId1240" Type="http://schemas.openxmlformats.org/officeDocument/2006/relationships/slide" Target="slides/slide1056.xml"/><Relationship Id="rId1241" Type="http://schemas.openxmlformats.org/officeDocument/2006/relationships/slide" Target="slides/slide1057.xml"/><Relationship Id="rId1242" Type="http://schemas.openxmlformats.org/officeDocument/2006/relationships/slide" Target="slides/slide1058.xml"/><Relationship Id="rId1243" Type="http://schemas.openxmlformats.org/officeDocument/2006/relationships/slide" Target="slides/slide1059.xml"/><Relationship Id="rId1244" Type="http://schemas.openxmlformats.org/officeDocument/2006/relationships/slide" Target="slides/slide1060.xml"/><Relationship Id="rId1245" Type="http://schemas.openxmlformats.org/officeDocument/2006/relationships/slide" Target="slides/slide1061.xml"/><Relationship Id="rId1246" Type="http://schemas.openxmlformats.org/officeDocument/2006/relationships/slide" Target="slides/slide1062.xml"/><Relationship Id="rId1247" Type="http://schemas.openxmlformats.org/officeDocument/2006/relationships/slide" Target="slides/slide1063.xml"/><Relationship Id="rId1248" Type="http://schemas.openxmlformats.org/officeDocument/2006/relationships/slide" Target="slides/slide1064.xml"/><Relationship Id="rId1249" Type="http://schemas.openxmlformats.org/officeDocument/2006/relationships/slide" Target="slides/slide1065.xml"/><Relationship Id="rId1250" Type="http://schemas.openxmlformats.org/officeDocument/2006/relationships/slide" Target="slides/slide1066.xml"/><Relationship Id="rId1251" Type="http://schemas.openxmlformats.org/officeDocument/2006/relationships/slide" Target="slides/slide1067.xml"/><Relationship Id="rId1252" Type="http://schemas.openxmlformats.org/officeDocument/2006/relationships/slide" Target="slides/slide1068.xml"/><Relationship Id="rId1254" Type="http://schemas.openxmlformats.org/officeDocument/2006/relationships/slide" Target="slides/slide1069.xml"/><Relationship Id="rId1256" Type="http://schemas.openxmlformats.org/officeDocument/2006/relationships/slide" Target="slides/slide1070.xml"/><Relationship Id="rId1257" Type="http://schemas.openxmlformats.org/officeDocument/2006/relationships/slide" Target="slides/slide1071.xml"/><Relationship Id="rId1258" Type="http://schemas.openxmlformats.org/officeDocument/2006/relationships/slide" Target="slides/slide1072.xml"/><Relationship Id="rId1259" Type="http://schemas.openxmlformats.org/officeDocument/2006/relationships/slide" Target="slides/slide1073.xml"/><Relationship Id="rId1260" Type="http://schemas.openxmlformats.org/officeDocument/2006/relationships/slide" Target="slides/slide1074.xml"/><Relationship Id="rId1261" Type="http://schemas.openxmlformats.org/officeDocument/2006/relationships/slide" Target="slides/slide1075.xml"/><Relationship Id="rId1262" Type="http://schemas.openxmlformats.org/officeDocument/2006/relationships/slide" Target="slides/slide1076.xml"/><Relationship Id="rId1264" Type="http://schemas.openxmlformats.org/officeDocument/2006/relationships/slide" Target="slides/slide1077.xml"/><Relationship Id="rId1266" Type="http://schemas.openxmlformats.org/officeDocument/2006/relationships/slide" Target="slides/slide1078.xml"/><Relationship Id="rId1267" Type="http://schemas.openxmlformats.org/officeDocument/2006/relationships/slide" Target="slides/slide1079.xml"/><Relationship Id="rId1268" Type="http://schemas.openxmlformats.org/officeDocument/2006/relationships/slide" Target="slides/slide1080.xml"/><Relationship Id="rId1269" Type="http://schemas.openxmlformats.org/officeDocument/2006/relationships/slide" Target="slides/slide1081.xml"/><Relationship Id="rId1270" Type="http://schemas.openxmlformats.org/officeDocument/2006/relationships/slide" Target="slides/slide1082.xml"/><Relationship Id="rId1271" Type="http://schemas.openxmlformats.org/officeDocument/2006/relationships/slide" Target="slides/slide1083.xml"/><Relationship Id="rId1272" Type="http://schemas.openxmlformats.org/officeDocument/2006/relationships/slide" Target="slides/slide1084.xml"/><Relationship Id="rId1273" Type="http://schemas.openxmlformats.org/officeDocument/2006/relationships/slide" Target="slides/slide1085.xml"/><Relationship Id="rId1274" Type="http://schemas.openxmlformats.org/officeDocument/2006/relationships/slide" Target="slides/slide1086.xml"/><Relationship Id="rId1275" Type="http://schemas.openxmlformats.org/officeDocument/2006/relationships/slide" Target="slides/slide1087.xml"/><Relationship Id="rId1276" Type="http://schemas.openxmlformats.org/officeDocument/2006/relationships/slide" Target="slides/slide1088.xml"/><Relationship Id="rId1277" Type="http://schemas.openxmlformats.org/officeDocument/2006/relationships/slide" Target="slides/slide1089.xml"/><Relationship Id="rId1278" Type="http://schemas.openxmlformats.org/officeDocument/2006/relationships/slide" Target="slides/slide1090.xml"/><Relationship Id="rId1279" Type="http://schemas.openxmlformats.org/officeDocument/2006/relationships/slide" Target="slides/slide1091.xml"/><Relationship Id="rId1280" Type="http://schemas.openxmlformats.org/officeDocument/2006/relationships/slide" Target="slides/slide1092.xml"/><Relationship Id="rId1281" Type="http://schemas.openxmlformats.org/officeDocument/2006/relationships/slide" Target="slides/slide1093.xml"/><Relationship Id="rId1282" Type="http://schemas.openxmlformats.org/officeDocument/2006/relationships/slide" Target="slides/slide1094.xml"/><Relationship Id="rId1284" Type="http://schemas.openxmlformats.org/officeDocument/2006/relationships/slide" Target="slides/slide1095.xml"/><Relationship Id="rId1286" Type="http://schemas.openxmlformats.org/officeDocument/2006/relationships/slide" Target="slides/slide1096.xml"/><Relationship Id="rId1287" Type="http://schemas.openxmlformats.org/officeDocument/2006/relationships/slide" Target="slides/slide1097.xml"/><Relationship Id="rId1288" Type="http://schemas.openxmlformats.org/officeDocument/2006/relationships/slide" Target="slides/slide1098.xml"/><Relationship Id="rId1289" Type="http://schemas.openxmlformats.org/officeDocument/2006/relationships/slide" Target="slides/slide1099.xml"/><Relationship Id="rId1290" Type="http://schemas.openxmlformats.org/officeDocument/2006/relationships/slide" Target="slides/slide1100.xml"/><Relationship Id="rId1291" Type="http://schemas.openxmlformats.org/officeDocument/2006/relationships/slide" Target="slides/slide1101.xml"/><Relationship Id="rId1292" Type="http://schemas.openxmlformats.org/officeDocument/2006/relationships/slide" Target="slides/slide1102.xml"/><Relationship Id="rId1294" Type="http://schemas.openxmlformats.org/officeDocument/2006/relationships/slide" Target="slides/slide1103.xml"/><Relationship Id="rId1296" Type="http://schemas.openxmlformats.org/officeDocument/2006/relationships/slide" Target="slides/slide1104.xml"/><Relationship Id="rId1297" Type="http://schemas.openxmlformats.org/officeDocument/2006/relationships/slide" Target="slides/slide1105.xml"/><Relationship Id="rId1298" Type="http://schemas.openxmlformats.org/officeDocument/2006/relationships/slide" Target="slides/slide1106.xml"/><Relationship Id="rId1299" Type="http://schemas.openxmlformats.org/officeDocument/2006/relationships/slide" Target="slides/slide1107.xml"/><Relationship Id="rId1300" Type="http://schemas.openxmlformats.org/officeDocument/2006/relationships/slide" Target="slides/slide1108.xml"/><Relationship Id="rId1301" Type="http://schemas.openxmlformats.org/officeDocument/2006/relationships/slide" Target="slides/slide1109.xml"/><Relationship Id="rId1302" Type="http://schemas.openxmlformats.org/officeDocument/2006/relationships/slide" Target="slides/slide1110.xml"/><Relationship Id="rId1303" Type="http://schemas.openxmlformats.org/officeDocument/2006/relationships/slide" Target="slides/slide1111.xml"/><Relationship Id="rId1304" Type="http://schemas.openxmlformats.org/officeDocument/2006/relationships/slide" Target="slides/slide1112.xml"/><Relationship Id="rId1305" Type="http://schemas.openxmlformats.org/officeDocument/2006/relationships/slide" Target="slides/slide1113.xml"/><Relationship Id="rId1306" Type="http://schemas.openxmlformats.org/officeDocument/2006/relationships/slide" Target="slides/slide1114.xml"/><Relationship Id="rId1307" Type="http://schemas.openxmlformats.org/officeDocument/2006/relationships/slide" Target="slides/slide1115.xml"/><Relationship Id="rId1308" Type="http://schemas.openxmlformats.org/officeDocument/2006/relationships/slide" Target="slides/slide1116.xml"/><Relationship Id="rId1309" Type="http://schemas.openxmlformats.org/officeDocument/2006/relationships/slide" Target="slides/slide1117.xml"/><Relationship Id="rId1310" Type="http://schemas.openxmlformats.org/officeDocument/2006/relationships/slide" Target="slides/slide1118.xml"/><Relationship Id="rId1311" Type="http://schemas.openxmlformats.org/officeDocument/2006/relationships/slide" Target="slides/slide1119.xml"/><Relationship Id="rId1312" Type="http://schemas.openxmlformats.org/officeDocument/2006/relationships/slide" Target="slides/slide1120.xml"/><Relationship Id="rId1314" Type="http://schemas.openxmlformats.org/officeDocument/2006/relationships/slide" Target="slides/slide1121.xml"/><Relationship Id="rId1316" Type="http://schemas.openxmlformats.org/officeDocument/2006/relationships/slide" Target="slides/slide1122.xml"/><Relationship Id="rId1317" Type="http://schemas.openxmlformats.org/officeDocument/2006/relationships/slide" Target="slides/slide1123.xml"/><Relationship Id="rId1318" Type="http://schemas.openxmlformats.org/officeDocument/2006/relationships/slide" Target="slides/slide1124.xml"/><Relationship Id="rId1319" Type="http://schemas.openxmlformats.org/officeDocument/2006/relationships/slide" Target="slides/slide1125.xml"/><Relationship Id="rId1320" Type="http://schemas.openxmlformats.org/officeDocument/2006/relationships/slide" Target="slides/slide1126.xml"/><Relationship Id="rId1321" Type="http://schemas.openxmlformats.org/officeDocument/2006/relationships/slide" Target="slides/slide1127.xml"/><Relationship Id="rId1322" Type="http://schemas.openxmlformats.org/officeDocument/2006/relationships/slide" Target="slides/slide1128.xml"/><Relationship Id="rId1324" Type="http://schemas.openxmlformats.org/officeDocument/2006/relationships/slide" Target="slides/slide1129.xml"/><Relationship Id="rId1326" Type="http://schemas.openxmlformats.org/officeDocument/2006/relationships/slide" Target="slides/slide1130.xml"/><Relationship Id="rId1327" Type="http://schemas.openxmlformats.org/officeDocument/2006/relationships/slide" Target="slides/slide1131.xml"/><Relationship Id="rId1328" Type="http://schemas.openxmlformats.org/officeDocument/2006/relationships/slide" Target="slides/slide1132.xml"/><Relationship Id="rId1329" Type="http://schemas.openxmlformats.org/officeDocument/2006/relationships/slide" Target="slides/slide1133.xml"/><Relationship Id="rId1330" Type="http://schemas.openxmlformats.org/officeDocument/2006/relationships/slide" Target="slides/slide1134.xml"/><Relationship Id="rId1331" Type="http://schemas.openxmlformats.org/officeDocument/2006/relationships/slide" Target="slides/slide1135.xml"/><Relationship Id="rId1332" Type="http://schemas.openxmlformats.org/officeDocument/2006/relationships/slide" Target="slides/slide1136.xml"/><Relationship Id="rId1333" Type="http://schemas.openxmlformats.org/officeDocument/2006/relationships/slide" Target="slides/slide1137.xml"/><Relationship Id="rId1334" Type="http://schemas.openxmlformats.org/officeDocument/2006/relationships/slide" Target="slides/slide1138.xml"/><Relationship Id="rId1335" Type="http://schemas.openxmlformats.org/officeDocument/2006/relationships/slide" Target="slides/slide1139.xml"/><Relationship Id="rId1336" Type="http://schemas.openxmlformats.org/officeDocument/2006/relationships/slide" Target="slides/slide1140.xml"/><Relationship Id="rId1337" Type="http://schemas.openxmlformats.org/officeDocument/2006/relationships/slide" Target="slides/slide1141.xml"/><Relationship Id="rId1338" Type="http://schemas.openxmlformats.org/officeDocument/2006/relationships/slide" Target="slides/slide1142.xml"/><Relationship Id="rId1339" Type="http://schemas.openxmlformats.org/officeDocument/2006/relationships/slide" Target="slides/slide1143.xml"/><Relationship Id="rId1340" Type="http://schemas.openxmlformats.org/officeDocument/2006/relationships/slide" Target="slides/slide1144.xml"/><Relationship Id="rId1341" Type="http://schemas.openxmlformats.org/officeDocument/2006/relationships/slide" Target="slides/slide1145.xml"/><Relationship Id="rId1342" Type="http://schemas.openxmlformats.org/officeDocument/2006/relationships/slide" Target="slides/slide1146.xml"/><Relationship Id="rId1344" Type="http://schemas.openxmlformats.org/officeDocument/2006/relationships/slide" Target="slides/slide1147.xml"/><Relationship Id="rId1346" Type="http://schemas.openxmlformats.org/officeDocument/2006/relationships/slide" Target="slides/slide1148.xml"/><Relationship Id="rId1347" Type="http://schemas.openxmlformats.org/officeDocument/2006/relationships/slide" Target="slides/slide1149.xml"/><Relationship Id="rId1348" Type="http://schemas.openxmlformats.org/officeDocument/2006/relationships/slide" Target="slides/slide1150.xml"/><Relationship Id="rId1349" Type="http://schemas.openxmlformats.org/officeDocument/2006/relationships/slide" Target="slides/slide1151.xml"/><Relationship Id="rId1350" Type="http://schemas.openxmlformats.org/officeDocument/2006/relationships/slide" Target="slides/slide1152.xml"/><Relationship Id="rId1351" Type="http://schemas.openxmlformats.org/officeDocument/2006/relationships/slide" Target="slides/slide1153.xml"/><Relationship Id="rId1352" Type="http://schemas.openxmlformats.org/officeDocument/2006/relationships/slide" Target="slides/slide1154.xml"/><Relationship Id="rId1354" Type="http://schemas.openxmlformats.org/officeDocument/2006/relationships/slide" Target="slides/slide1155.xml"/><Relationship Id="rId1356" Type="http://schemas.openxmlformats.org/officeDocument/2006/relationships/slide" Target="slides/slide1156.xml"/><Relationship Id="rId1357" Type="http://schemas.openxmlformats.org/officeDocument/2006/relationships/slide" Target="slides/slide1157.xml"/><Relationship Id="rId1358" Type="http://schemas.openxmlformats.org/officeDocument/2006/relationships/slide" Target="slides/slide1158.xml"/><Relationship Id="rId1359" Type="http://schemas.openxmlformats.org/officeDocument/2006/relationships/slide" Target="slides/slide1159.xml"/><Relationship Id="rId1360" Type="http://schemas.openxmlformats.org/officeDocument/2006/relationships/slide" Target="slides/slide1160.xml"/><Relationship Id="rId1361" Type="http://schemas.openxmlformats.org/officeDocument/2006/relationships/slide" Target="slides/slide1161.xml"/><Relationship Id="rId1362" Type="http://schemas.openxmlformats.org/officeDocument/2006/relationships/slide" Target="slides/slide1162.xml"/><Relationship Id="rId1363" Type="http://schemas.openxmlformats.org/officeDocument/2006/relationships/slide" Target="slides/slide1163.xml"/><Relationship Id="rId1364" Type="http://schemas.openxmlformats.org/officeDocument/2006/relationships/slide" Target="slides/slide1164.xml"/><Relationship Id="rId1365" Type="http://schemas.openxmlformats.org/officeDocument/2006/relationships/slide" Target="slides/slide1165.xml"/><Relationship Id="rId1366" Type="http://schemas.openxmlformats.org/officeDocument/2006/relationships/slide" Target="slides/slide1166.xml"/><Relationship Id="rId1367" Type="http://schemas.openxmlformats.org/officeDocument/2006/relationships/slide" Target="slides/slide1167.xml"/><Relationship Id="rId1368" Type="http://schemas.openxmlformats.org/officeDocument/2006/relationships/slide" Target="slides/slide1168.xml"/><Relationship Id="rId1369" Type="http://schemas.openxmlformats.org/officeDocument/2006/relationships/slide" Target="slides/slide1169.xml"/><Relationship Id="rId1370" Type="http://schemas.openxmlformats.org/officeDocument/2006/relationships/slide" Target="slides/slide1170.xml"/><Relationship Id="rId1371" Type="http://schemas.openxmlformats.org/officeDocument/2006/relationships/slide" Target="slides/slide1171.xml"/><Relationship Id="rId1372" Type="http://schemas.openxmlformats.org/officeDocument/2006/relationships/slide" Target="slides/slide1172.xml"/><Relationship Id="rId1374" Type="http://schemas.openxmlformats.org/officeDocument/2006/relationships/slide" Target="slides/slide1173.xml"/><Relationship Id="rId1376" Type="http://schemas.openxmlformats.org/officeDocument/2006/relationships/slide" Target="slides/slide1174.xml"/><Relationship Id="rId1377" Type="http://schemas.openxmlformats.org/officeDocument/2006/relationships/slide" Target="slides/slide1175.xml"/><Relationship Id="rId1378" Type="http://schemas.openxmlformats.org/officeDocument/2006/relationships/slide" Target="slides/slide1176.xml"/><Relationship Id="rId1379" Type="http://schemas.openxmlformats.org/officeDocument/2006/relationships/slide" Target="slides/slide1177.xml"/><Relationship Id="rId1380" Type="http://schemas.openxmlformats.org/officeDocument/2006/relationships/slide" Target="slides/slide1178.xml"/><Relationship Id="rId1381" Type="http://schemas.openxmlformats.org/officeDocument/2006/relationships/slide" Target="slides/slide1179.xml"/><Relationship Id="rId1382" Type="http://schemas.openxmlformats.org/officeDocument/2006/relationships/slide" Target="slides/slide1180.xml"/><Relationship Id="rId1384" Type="http://schemas.openxmlformats.org/officeDocument/2006/relationships/slide" Target="slides/slide1181.xml"/><Relationship Id="rId1386" Type="http://schemas.openxmlformats.org/officeDocument/2006/relationships/slide" Target="slides/slide1182.xml"/><Relationship Id="rId1387" Type="http://schemas.openxmlformats.org/officeDocument/2006/relationships/slide" Target="slides/slide1183.xml"/><Relationship Id="rId1388" Type="http://schemas.openxmlformats.org/officeDocument/2006/relationships/slide" Target="slides/slide1184.xml"/><Relationship Id="rId1389" Type="http://schemas.openxmlformats.org/officeDocument/2006/relationships/slide" Target="slides/slide1185.xml"/><Relationship Id="rId1390" Type="http://schemas.openxmlformats.org/officeDocument/2006/relationships/slide" Target="slides/slide1186.xml"/><Relationship Id="rId1391" Type="http://schemas.openxmlformats.org/officeDocument/2006/relationships/slide" Target="slides/slide1187.xml"/><Relationship Id="rId1392" Type="http://schemas.openxmlformats.org/officeDocument/2006/relationships/slide" Target="slides/slide1188.xml"/><Relationship Id="rId1393" Type="http://schemas.openxmlformats.org/officeDocument/2006/relationships/slide" Target="slides/slide1189.xml"/><Relationship Id="rId1394" Type="http://schemas.openxmlformats.org/officeDocument/2006/relationships/slide" Target="slides/slide1190.xml"/><Relationship Id="rId1395" Type="http://schemas.openxmlformats.org/officeDocument/2006/relationships/slide" Target="slides/slide1191.xml"/><Relationship Id="rId1396" Type="http://schemas.openxmlformats.org/officeDocument/2006/relationships/slide" Target="slides/slide1192.xml"/><Relationship Id="rId1397" Type="http://schemas.openxmlformats.org/officeDocument/2006/relationships/slide" Target="slides/slide1193.xml"/><Relationship Id="rId1398" Type="http://schemas.openxmlformats.org/officeDocument/2006/relationships/slide" Target="slides/slide1194.xml"/><Relationship Id="rId1399" Type="http://schemas.openxmlformats.org/officeDocument/2006/relationships/slide" Target="slides/slide1195.xml"/><Relationship Id="rId1400" Type="http://schemas.openxmlformats.org/officeDocument/2006/relationships/slide" Target="slides/slide1196.xml"/><Relationship Id="rId1401" Type="http://schemas.openxmlformats.org/officeDocument/2006/relationships/slide" Target="slides/slide1197.xml"/><Relationship Id="rId1402" Type="http://schemas.openxmlformats.org/officeDocument/2006/relationships/slide" Target="slides/slide1198.xml"/><Relationship Id="rId1404" Type="http://schemas.openxmlformats.org/officeDocument/2006/relationships/slide" Target="slides/slide1199.xml"/><Relationship Id="rId1406" Type="http://schemas.openxmlformats.org/officeDocument/2006/relationships/slide" Target="slides/slide1200.xml"/><Relationship Id="rId1407" Type="http://schemas.openxmlformats.org/officeDocument/2006/relationships/slide" Target="slides/slide1201.xml"/><Relationship Id="rId1408" Type="http://schemas.openxmlformats.org/officeDocument/2006/relationships/slide" Target="slides/slide1202.xml"/><Relationship Id="rId1409" Type="http://schemas.openxmlformats.org/officeDocument/2006/relationships/slide" Target="slides/slide1203.xml"/><Relationship Id="rId1410" Type="http://schemas.openxmlformats.org/officeDocument/2006/relationships/slide" Target="slides/slide1204.xml"/><Relationship Id="rId1411" Type="http://schemas.openxmlformats.org/officeDocument/2006/relationships/slide" Target="slides/slide1205.xml"/><Relationship Id="rId1412" Type="http://schemas.openxmlformats.org/officeDocument/2006/relationships/slide" Target="slides/slide1206.xml"/><Relationship Id="rId1414" Type="http://schemas.openxmlformats.org/officeDocument/2006/relationships/slide" Target="slides/slide1207.xml"/><Relationship Id="rId1416" Type="http://schemas.openxmlformats.org/officeDocument/2006/relationships/slide" Target="slides/slide1208.xml"/><Relationship Id="rId1417" Type="http://schemas.openxmlformats.org/officeDocument/2006/relationships/slide" Target="slides/slide1209.xml"/><Relationship Id="rId1418" Type="http://schemas.openxmlformats.org/officeDocument/2006/relationships/slide" Target="slides/slide1210.xml"/><Relationship Id="rId1419" Type="http://schemas.openxmlformats.org/officeDocument/2006/relationships/slide" Target="slides/slide1211.xml"/><Relationship Id="rId1420" Type="http://schemas.openxmlformats.org/officeDocument/2006/relationships/slide" Target="slides/slide1212.xml"/><Relationship Id="rId1421" Type="http://schemas.openxmlformats.org/officeDocument/2006/relationships/slide" Target="slides/slide1213.xml"/><Relationship Id="rId1422" Type="http://schemas.openxmlformats.org/officeDocument/2006/relationships/slide" Target="slides/slide1214.xml"/><Relationship Id="rId1423" Type="http://schemas.openxmlformats.org/officeDocument/2006/relationships/slide" Target="slides/slide1215.xml"/><Relationship Id="rId1424" Type="http://schemas.openxmlformats.org/officeDocument/2006/relationships/slide" Target="slides/slide1216.xml"/><Relationship Id="rId1425" Type="http://schemas.openxmlformats.org/officeDocument/2006/relationships/slide" Target="slides/slide1217.xml"/><Relationship Id="rId1426" Type="http://schemas.openxmlformats.org/officeDocument/2006/relationships/slide" Target="slides/slide1218.xml"/><Relationship Id="rId1427" Type="http://schemas.openxmlformats.org/officeDocument/2006/relationships/slide" Target="slides/slide1219.xml"/><Relationship Id="rId1428" Type="http://schemas.openxmlformats.org/officeDocument/2006/relationships/slide" Target="slides/slide1220.xml"/><Relationship Id="rId1429" Type="http://schemas.openxmlformats.org/officeDocument/2006/relationships/slide" Target="slides/slide1221.xml"/><Relationship Id="rId1430" Type="http://schemas.openxmlformats.org/officeDocument/2006/relationships/slide" Target="slides/slide1222.xml"/><Relationship Id="rId1431" Type="http://schemas.openxmlformats.org/officeDocument/2006/relationships/slide" Target="slides/slide1223.xml"/><Relationship Id="rId1432" Type="http://schemas.openxmlformats.org/officeDocument/2006/relationships/slide" Target="slides/slide1224.xml"/><Relationship Id="rId1434" Type="http://schemas.openxmlformats.org/officeDocument/2006/relationships/slide" Target="slides/slide1225.xml"/><Relationship Id="rId1436" Type="http://schemas.openxmlformats.org/officeDocument/2006/relationships/slide" Target="slides/slide1226.xml"/><Relationship Id="rId1437" Type="http://schemas.openxmlformats.org/officeDocument/2006/relationships/slide" Target="slides/slide1227.xml"/><Relationship Id="rId1438" Type="http://schemas.openxmlformats.org/officeDocument/2006/relationships/slide" Target="slides/slide1228.xml"/><Relationship Id="rId1439" Type="http://schemas.openxmlformats.org/officeDocument/2006/relationships/slide" Target="slides/slide1229.xml"/><Relationship Id="rId1440" Type="http://schemas.openxmlformats.org/officeDocument/2006/relationships/slide" Target="slides/slide1230.xml"/><Relationship Id="rId1441" Type="http://schemas.openxmlformats.org/officeDocument/2006/relationships/slide" Target="slides/slide1231.xml"/><Relationship Id="rId1442" Type="http://schemas.openxmlformats.org/officeDocument/2006/relationships/slide" Target="slides/slide1232.xml"/><Relationship Id="rId1444" Type="http://schemas.openxmlformats.org/officeDocument/2006/relationships/slide" Target="slides/slide1233.xml"/><Relationship Id="rId1446" Type="http://schemas.openxmlformats.org/officeDocument/2006/relationships/slide" Target="slides/slide1234.xml"/><Relationship Id="rId1447" Type="http://schemas.openxmlformats.org/officeDocument/2006/relationships/slide" Target="slides/slide1235.xml"/><Relationship Id="rId1448" Type="http://schemas.openxmlformats.org/officeDocument/2006/relationships/slide" Target="slides/slide1236.xml"/><Relationship Id="rId1449" Type="http://schemas.openxmlformats.org/officeDocument/2006/relationships/slide" Target="slides/slide1237.xml"/><Relationship Id="rId1450" Type="http://schemas.openxmlformats.org/officeDocument/2006/relationships/slide" Target="slides/slide1238.xml"/><Relationship Id="rId1451" Type="http://schemas.openxmlformats.org/officeDocument/2006/relationships/slide" Target="slides/slide1239.xml"/><Relationship Id="rId1452" Type="http://schemas.openxmlformats.org/officeDocument/2006/relationships/slide" Target="slides/slide1240.xml"/><Relationship Id="rId1453" Type="http://schemas.openxmlformats.org/officeDocument/2006/relationships/slide" Target="slides/slide1241.xml"/><Relationship Id="rId1454" Type="http://schemas.openxmlformats.org/officeDocument/2006/relationships/slide" Target="slides/slide1242.xml"/><Relationship Id="rId1455" Type="http://schemas.openxmlformats.org/officeDocument/2006/relationships/slide" Target="slides/slide1243.xml"/><Relationship Id="rId1456" Type="http://schemas.openxmlformats.org/officeDocument/2006/relationships/slide" Target="slides/slide1244.xml"/><Relationship Id="rId1457" Type="http://schemas.openxmlformats.org/officeDocument/2006/relationships/slide" Target="slides/slide1245.xml"/><Relationship Id="rId1458" Type="http://schemas.openxmlformats.org/officeDocument/2006/relationships/slide" Target="slides/slide1246.xml"/><Relationship Id="rId1459" Type="http://schemas.openxmlformats.org/officeDocument/2006/relationships/slide" Target="slides/slide1247.xml"/><Relationship Id="rId1460" Type="http://schemas.openxmlformats.org/officeDocument/2006/relationships/slide" Target="slides/slide1248.xml"/><Relationship Id="rId1461" Type="http://schemas.openxmlformats.org/officeDocument/2006/relationships/slide" Target="slides/slide1249.xml"/><Relationship Id="rId1462" Type="http://schemas.openxmlformats.org/officeDocument/2006/relationships/slide" Target="slides/slide1250.xml"/><Relationship Id="rId1464" Type="http://schemas.openxmlformats.org/officeDocument/2006/relationships/slide" Target="slides/slide1251.xml"/><Relationship Id="rId1466" Type="http://schemas.openxmlformats.org/officeDocument/2006/relationships/slide" Target="slides/slide1252.xml"/><Relationship Id="rId1467" Type="http://schemas.openxmlformats.org/officeDocument/2006/relationships/slide" Target="slides/slide1253.xml"/><Relationship Id="rId1468" Type="http://schemas.openxmlformats.org/officeDocument/2006/relationships/slide" Target="slides/slide1254.xml"/><Relationship Id="rId1469" Type="http://schemas.openxmlformats.org/officeDocument/2006/relationships/slide" Target="slides/slide1255.xml"/><Relationship Id="rId1470" Type="http://schemas.openxmlformats.org/officeDocument/2006/relationships/slide" Target="slides/slide1256.xml"/><Relationship Id="rId1471" Type="http://schemas.openxmlformats.org/officeDocument/2006/relationships/slide" Target="slides/slide1257.xml"/><Relationship Id="rId1472" Type="http://schemas.openxmlformats.org/officeDocument/2006/relationships/slide" Target="slides/slide1258.xml"/><Relationship Id="rId1474" Type="http://schemas.openxmlformats.org/officeDocument/2006/relationships/slide" Target="slides/slide1259.xml"/><Relationship Id="rId1476" Type="http://schemas.openxmlformats.org/officeDocument/2006/relationships/slide" Target="slides/slide1260.xml"/><Relationship Id="rId1477" Type="http://schemas.openxmlformats.org/officeDocument/2006/relationships/slide" Target="slides/slide1261.xml"/><Relationship Id="rId1478" Type="http://schemas.openxmlformats.org/officeDocument/2006/relationships/slide" Target="slides/slide1262.xml"/><Relationship Id="rId1479" Type="http://schemas.openxmlformats.org/officeDocument/2006/relationships/slide" Target="slides/slide1263.xml"/><Relationship Id="rId1480" Type="http://schemas.openxmlformats.org/officeDocument/2006/relationships/slide" Target="slides/slide1264.xml"/><Relationship Id="rId1481" Type="http://schemas.openxmlformats.org/officeDocument/2006/relationships/slide" Target="slides/slide1265.xml"/><Relationship Id="rId1482" Type="http://schemas.openxmlformats.org/officeDocument/2006/relationships/slide" Target="slides/slide1266.xml"/><Relationship Id="rId1483" Type="http://schemas.openxmlformats.org/officeDocument/2006/relationships/slide" Target="slides/slide1267.xml"/><Relationship Id="rId1484" Type="http://schemas.openxmlformats.org/officeDocument/2006/relationships/slide" Target="slides/slide1268.xml"/><Relationship Id="rId1485" Type="http://schemas.openxmlformats.org/officeDocument/2006/relationships/slide" Target="slides/slide1269.xml"/><Relationship Id="rId1486" Type="http://schemas.openxmlformats.org/officeDocument/2006/relationships/slide" Target="slides/slide1270.xml"/><Relationship Id="rId1487" Type="http://schemas.openxmlformats.org/officeDocument/2006/relationships/slide" Target="slides/slide1271.xml"/><Relationship Id="rId1488" Type="http://schemas.openxmlformats.org/officeDocument/2006/relationships/slide" Target="slides/slide1272.xml"/><Relationship Id="rId1489" Type="http://schemas.openxmlformats.org/officeDocument/2006/relationships/slide" Target="slides/slide1273.xml"/><Relationship Id="rId1490" Type="http://schemas.openxmlformats.org/officeDocument/2006/relationships/slide" Target="slides/slide1274.xml"/><Relationship Id="rId1491" Type="http://schemas.openxmlformats.org/officeDocument/2006/relationships/slide" Target="slides/slide1275.xml"/><Relationship Id="rId1492" Type="http://schemas.openxmlformats.org/officeDocument/2006/relationships/slide" Target="slides/slide1276.xml"/><Relationship Id="rId1494" Type="http://schemas.openxmlformats.org/officeDocument/2006/relationships/slide" Target="slides/slide1277.xml"/><Relationship Id="rId1496" Type="http://schemas.openxmlformats.org/officeDocument/2006/relationships/slide" Target="slides/slide1278.xml"/><Relationship Id="rId1497" Type="http://schemas.openxmlformats.org/officeDocument/2006/relationships/slide" Target="slides/slide1279.xml"/><Relationship Id="rId1498" Type="http://schemas.openxmlformats.org/officeDocument/2006/relationships/slide" Target="slides/slide1280.xml"/><Relationship Id="rId1499" Type="http://schemas.openxmlformats.org/officeDocument/2006/relationships/slide" Target="slides/slide1281.xml"/><Relationship Id="rId1500" Type="http://schemas.openxmlformats.org/officeDocument/2006/relationships/slide" Target="slides/slide1282.xml"/><Relationship Id="rId1501" Type="http://schemas.openxmlformats.org/officeDocument/2006/relationships/slide" Target="slides/slide1283.xml"/><Relationship Id="rId1502" Type="http://schemas.openxmlformats.org/officeDocument/2006/relationships/slide" Target="slides/slide1284.xml"/><Relationship Id="rId1504" Type="http://schemas.openxmlformats.org/officeDocument/2006/relationships/slide" Target="slides/slide1285.xml"/><Relationship Id="rId1506" Type="http://schemas.openxmlformats.org/officeDocument/2006/relationships/slide" Target="slides/slide1286.xml"/><Relationship Id="rId1507" Type="http://schemas.openxmlformats.org/officeDocument/2006/relationships/slide" Target="slides/slide1287.xml"/><Relationship Id="rId1508" Type="http://schemas.openxmlformats.org/officeDocument/2006/relationships/slide" Target="slides/slide1288.xml"/><Relationship Id="rId1509" Type="http://schemas.openxmlformats.org/officeDocument/2006/relationships/slide" Target="slides/slide1289.xml"/><Relationship Id="rId1510" Type="http://schemas.openxmlformats.org/officeDocument/2006/relationships/slide" Target="slides/slide1290.xml"/><Relationship Id="rId1511" Type="http://schemas.openxmlformats.org/officeDocument/2006/relationships/slide" Target="slides/slide1291.xml"/><Relationship Id="rId1512" Type="http://schemas.openxmlformats.org/officeDocument/2006/relationships/slide" Target="slides/slide1292.xml"/><Relationship Id="rId1513" Type="http://schemas.openxmlformats.org/officeDocument/2006/relationships/slide" Target="slides/slide1293.xml"/><Relationship Id="rId1514" Type="http://schemas.openxmlformats.org/officeDocument/2006/relationships/slide" Target="slides/slide1294.xml"/><Relationship Id="rId1515" Type="http://schemas.openxmlformats.org/officeDocument/2006/relationships/slide" Target="slides/slide1295.xml"/><Relationship Id="rId1516" Type="http://schemas.openxmlformats.org/officeDocument/2006/relationships/slide" Target="slides/slide1296.xml"/><Relationship Id="rId1517" Type="http://schemas.openxmlformats.org/officeDocument/2006/relationships/slide" Target="slides/slide1297.xml"/><Relationship Id="rId1518" Type="http://schemas.openxmlformats.org/officeDocument/2006/relationships/slide" Target="slides/slide1298.xml"/><Relationship Id="rId1519" Type="http://schemas.openxmlformats.org/officeDocument/2006/relationships/slide" Target="slides/slide1299.xml"/><Relationship Id="rId1520" Type="http://schemas.openxmlformats.org/officeDocument/2006/relationships/slide" Target="slides/slide1300.xml"/><Relationship Id="rId1521" Type="http://schemas.openxmlformats.org/officeDocument/2006/relationships/slide" Target="slides/slide1301.xml"/><Relationship Id="rId1522" Type="http://schemas.openxmlformats.org/officeDocument/2006/relationships/slide" Target="slides/slide1302.xml"/><Relationship Id="rId1524" Type="http://schemas.openxmlformats.org/officeDocument/2006/relationships/slide" Target="slides/slide1303.xml"/><Relationship Id="rId1526" Type="http://schemas.openxmlformats.org/officeDocument/2006/relationships/slide" Target="slides/slide1304.xml"/><Relationship Id="rId1527" Type="http://schemas.openxmlformats.org/officeDocument/2006/relationships/slide" Target="slides/slide1305.xml"/><Relationship Id="rId1528" Type="http://schemas.openxmlformats.org/officeDocument/2006/relationships/slide" Target="slides/slide1306.xml"/><Relationship Id="rId1529" Type="http://schemas.openxmlformats.org/officeDocument/2006/relationships/slide" Target="slides/slide1307.xml"/><Relationship Id="rId1530" Type="http://schemas.openxmlformats.org/officeDocument/2006/relationships/slide" Target="slides/slide1308.xml"/><Relationship Id="rId1531" Type="http://schemas.openxmlformats.org/officeDocument/2006/relationships/slide" Target="slides/slide1309.xml"/><Relationship Id="rId1532" Type="http://schemas.openxmlformats.org/officeDocument/2006/relationships/slide" Target="slides/slide1310.xml"/><Relationship Id="rId1534" Type="http://schemas.openxmlformats.org/officeDocument/2006/relationships/slide" Target="slides/slide1311.xml"/><Relationship Id="rId1536" Type="http://schemas.openxmlformats.org/officeDocument/2006/relationships/slide" Target="slides/slide1312.xml"/><Relationship Id="rId1537" Type="http://schemas.openxmlformats.org/officeDocument/2006/relationships/slide" Target="slides/slide1313.xml"/><Relationship Id="rId1538" Type="http://schemas.openxmlformats.org/officeDocument/2006/relationships/slide" Target="slides/slide1314.xml"/><Relationship Id="rId1539" Type="http://schemas.openxmlformats.org/officeDocument/2006/relationships/slide" Target="slides/slide1315.xml"/><Relationship Id="rId1540" Type="http://schemas.openxmlformats.org/officeDocument/2006/relationships/slide" Target="slides/slide1316.xml"/><Relationship Id="rId1541" Type="http://schemas.openxmlformats.org/officeDocument/2006/relationships/slide" Target="slides/slide1317.xml"/><Relationship Id="rId1542" Type="http://schemas.openxmlformats.org/officeDocument/2006/relationships/slide" Target="slides/slide1318.xml"/><Relationship Id="rId1543" Type="http://schemas.openxmlformats.org/officeDocument/2006/relationships/slide" Target="slides/slide1319.xml"/><Relationship Id="rId1544" Type="http://schemas.openxmlformats.org/officeDocument/2006/relationships/slide" Target="slides/slide1320.xml"/><Relationship Id="rId1545" Type="http://schemas.openxmlformats.org/officeDocument/2006/relationships/slide" Target="slides/slide1321.xml"/><Relationship Id="rId1546" Type="http://schemas.openxmlformats.org/officeDocument/2006/relationships/slide" Target="slides/slide1322.xml"/><Relationship Id="rId1547" Type="http://schemas.openxmlformats.org/officeDocument/2006/relationships/slide" Target="slides/slide1323.xml"/><Relationship Id="rId1548" Type="http://schemas.openxmlformats.org/officeDocument/2006/relationships/slide" Target="slides/slide1324.xml"/><Relationship Id="rId1549" Type="http://schemas.openxmlformats.org/officeDocument/2006/relationships/slide" Target="slides/slide1325.xml"/><Relationship Id="rId1550" Type="http://schemas.openxmlformats.org/officeDocument/2006/relationships/slide" Target="slides/slide1326.xml"/><Relationship Id="rId1551" Type="http://schemas.openxmlformats.org/officeDocument/2006/relationships/slide" Target="slides/slide1327.xml"/><Relationship Id="rId1552" Type="http://schemas.openxmlformats.org/officeDocument/2006/relationships/slide" Target="slides/slide1328.xml"/><Relationship Id="rId1554" Type="http://schemas.openxmlformats.org/officeDocument/2006/relationships/slide" Target="slides/slide1329.xml"/><Relationship Id="rId1556" Type="http://schemas.openxmlformats.org/officeDocument/2006/relationships/slide" Target="slides/slide1330.xml"/><Relationship Id="rId1557" Type="http://schemas.openxmlformats.org/officeDocument/2006/relationships/slide" Target="slides/slide1331.xml"/><Relationship Id="rId1558" Type="http://schemas.openxmlformats.org/officeDocument/2006/relationships/slide" Target="slides/slide1332.xml"/><Relationship Id="rId1559" Type="http://schemas.openxmlformats.org/officeDocument/2006/relationships/slide" Target="slides/slide1333.xml"/><Relationship Id="rId1560" Type="http://schemas.openxmlformats.org/officeDocument/2006/relationships/slide" Target="slides/slide1334.xml"/><Relationship Id="rId1561" Type="http://schemas.openxmlformats.org/officeDocument/2006/relationships/slide" Target="slides/slide1335.xml"/><Relationship Id="rId1562" Type="http://schemas.openxmlformats.org/officeDocument/2006/relationships/slide" Target="slides/slide1336.xml"/><Relationship Id="rId1564" Type="http://schemas.openxmlformats.org/officeDocument/2006/relationships/slide" Target="slides/slide1337.xml"/><Relationship Id="rId1566" Type="http://schemas.openxmlformats.org/officeDocument/2006/relationships/slide" Target="slides/slide1338.xml"/><Relationship Id="rId1567" Type="http://schemas.openxmlformats.org/officeDocument/2006/relationships/slide" Target="slides/slide1339.xml"/><Relationship Id="rId1568" Type="http://schemas.openxmlformats.org/officeDocument/2006/relationships/slide" Target="slides/slide1340.xml"/><Relationship Id="rId1569" Type="http://schemas.openxmlformats.org/officeDocument/2006/relationships/slide" Target="slides/slide1341.xml"/><Relationship Id="rId1570" Type="http://schemas.openxmlformats.org/officeDocument/2006/relationships/slide" Target="slides/slide1342.xml"/><Relationship Id="rId1571" Type="http://schemas.openxmlformats.org/officeDocument/2006/relationships/slide" Target="slides/slide1343.xml"/><Relationship Id="rId1572" Type="http://schemas.openxmlformats.org/officeDocument/2006/relationships/slide" Target="slides/slide1344.xml"/><Relationship Id="rId1573" Type="http://schemas.openxmlformats.org/officeDocument/2006/relationships/slide" Target="slides/slide1345.xml"/><Relationship Id="rId1574" Type="http://schemas.openxmlformats.org/officeDocument/2006/relationships/slide" Target="slides/slide1346.xml"/><Relationship Id="rId1575" Type="http://schemas.openxmlformats.org/officeDocument/2006/relationships/slide" Target="slides/slide1347.xml"/><Relationship Id="rId1576" Type="http://schemas.openxmlformats.org/officeDocument/2006/relationships/slide" Target="slides/slide1348.xml"/><Relationship Id="rId1577" Type="http://schemas.openxmlformats.org/officeDocument/2006/relationships/slide" Target="slides/slide1349.xml"/><Relationship Id="rId1578" Type="http://schemas.openxmlformats.org/officeDocument/2006/relationships/slide" Target="slides/slide1350.xml"/><Relationship Id="rId1579" Type="http://schemas.openxmlformats.org/officeDocument/2006/relationships/slide" Target="slides/slide1351.xml"/><Relationship Id="rId1580" Type="http://schemas.openxmlformats.org/officeDocument/2006/relationships/slide" Target="slides/slide1352.xml"/><Relationship Id="rId1581" Type="http://schemas.openxmlformats.org/officeDocument/2006/relationships/slide" Target="slides/slide1353.xml"/><Relationship Id="rId1582" Type="http://schemas.openxmlformats.org/officeDocument/2006/relationships/slide" Target="slides/slide1354.xml"/><Relationship Id="rId1584" Type="http://schemas.openxmlformats.org/officeDocument/2006/relationships/slide" Target="slides/slide1355.xml"/><Relationship Id="rId1586" Type="http://schemas.openxmlformats.org/officeDocument/2006/relationships/slide" Target="slides/slide1356.xml"/><Relationship Id="rId1587" Type="http://schemas.openxmlformats.org/officeDocument/2006/relationships/slide" Target="slides/slide1357.xml"/><Relationship Id="rId1588" Type="http://schemas.openxmlformats.org/officeDocument/2006/relationships/slide" Target="slides/slide1358.xml"/><Relationship Id="rId1589" Type="http://schemas.openxmlformats.org/officeDocument/2006/relationships/slide" Target="slides/slide1359.xml"/><Relationship Id="rId1590" Type="http://schemas.openxmlformats.org/officeDocument/2006/relationships/slide" Target="slides/slide1360.xml"/><Relationship Id="rId1591" Type="http://schemas.openxmlformats.org/officeDocument/2006/relationships/slide" Target="slides/slide1361.xml"/><Relationship Id="rId1592" Type="http://schemas.openxmlformats.org/officeDocument/2006/relationships/slide" Target="slides/slide1362.xml"/><Relationship Id="rId1594" Type="http://schemas.openxmlformats.org/officeDocument/2006/relationships/slide" Target="slides/slide1363.xml"/><Relationship Id="rId1596" Type="http://schemas.openxmlformats.org/officeDocument/2006/relationships/slide" Target="slides/slide1364.xml"/><Relationship Id="rId1597" Type="http://schemas.openxmlformats.org/officeDocument/2006/relationships/slide" Target="slides/slide1365.xml"/><Relationship Id="rId1598" Type="http://schemas.openxmlformats.org/officeDocument/2006/relationships/slide" Target="slides/slide1366.xml"/><Relationship Id="rId1599" Type="http://schemas.openxmlformats.org/officeDocument/2006/relationships/slide" Target="slides/slide1367.xml"/><Relationship Id="rId1600" Type="http://schemas.openxmlformats.org/officeDocument/2006/relationships/slide" Target="slides/slide1368.xml"/><Relationship Id="rId1601" Type="http://schemas.openxmlformats.org/officeDocument/2006/relationships/slide" Target="slides/slide1369.xml"/><Relationship Id="rId1602" Type="http://schemas.openxmlformats.org/officeDocument/2006/relationships/slide" Target="slides/slide1370.xml"/><Relationship Id="rId1603" Type="http://schemas.openxmlformats.org/officeDocument/2006/relationships/slide" Target="slides/slide1371.xml"/><Relationship Id="rId1604" Type="http://schemas.openxmlformats.org/officeDocument/2006/relationships/slide" Target="slides/slide1372.xml"/><Relationship Id="rId1605" Type="http://schemas.openxmlformats.org/officeDocument/2006/relationships/slide" Target="slides/slide1373.xml"/><Relationship Id="rId1606" Type="http://schemas.openxmlformats.org/officeDocument/2006/relationships/slide" Target="slides/slide1374.xml"/><Relationship Id="rId1607" Type="http://schemas.openxmlformats.org/officeDocument/2006/relationships/slide" Target="slides/slide1375.xml"/><Relationship Id="rId1608" Type="http://schemas.openxmlformats.org/officeDocument/2006/relationships/slide" Target="slides/slide1376.xml"/><Relationship Id="rId1609" Type="http://schemas.openxmlformats.org/officeDocument/2006/relationships/slide" Target="slides/slide1377.xml"/><Relationship Id="rId1610" Type="http://schemas.openxmlformats.org/officeDocument/2006/relationships/slide" Target="slides/slide1378.xml"/><Relationship Id="rId1611" Type="http://schemas.openxmlformats.org/officeDocument/2006/relationships/slide" Target="slides/slide1379.xml"/><Relationship Id="rId1612" Type="http://schemas.openxmlformats.org/officeDocument/2006/relationships/slide" Target="slides/slide1380.xml"/><Relationship Id="rId1614" Type="http://schemas.openxmlformats.org/officeDocument/2006/relationships/slide" Target="slides/slide1381.xml"/><Relationship Id="rId1616" Type="http://schemas.openxmlformats.org/officeDocument/2006/relationships/slide" Target="slides/slide1382.xml"/><Relationship Id="rId1617" Type="http://schemas.openxmlformats.org/officeDocument/2006/relationships/slide" Target="slides/slide1383.xml"/><Relationship Id="rId1618" Type="http://schemas.openxmlformats.org/officeDocument/2006/relationships/slide" Target="slides/slide1384.xml"/><Relationship Id="rId1619" Type="http://schemas.openxmlformats.org/officeDocument/2006/relationships/slide" Target="slides/slide1385.xml"/><Relationship Id="rId1620" Type="http://schemas.openxmlformats.org/officeDocument/2006/relationships/slide" Target="slides/slide1386.xml"/><Relationship Id="rId1621" Type="http://schemas.openxmlformats.org/officeDocument/2006/relationships/slide" Target="slides/slide1387.xml"/><Relationship Id="rId1622" Type="http://schemas.openxmlformats.org/officeDocument/2006/relationships/slide" Target="slides/slide1388.xml"/><Relationship Id="rId1624" Type="http://schemas.openxmlformats.org/officeDocument/2006/relationships/slide" Target="slides/slide1389.xml"/><Relationship Id="rId1626" Type="http://schemas.openxmlformats.org/officeDocument/2006/relationships/slide" Target="slides/slide1390.xml"/><Relationship Id="rId1627" Type="http://schemas.openxmlformats.org/officeDocument/2006/relationships/slide" Target="slides/slide1391.xml"/><Relationship Id="rId1628" Type="http://schemas.openxmlformats.org/officeDocument/2006/relationships/slide" Target="slides/slide1392.xml"/><Relationship Id="rId1629" Type="http://schemas.openxmlformats.org/officeDocument/2006/relationships/slide" Target="slides/slide1393.xml"/><Relationship Id="rId1630" Type="http://schemas.openxmlformats.org/officeDocument/2006/relationships/slide" Target="slides/slide1394.xml"/><Relationship Id="rId1631" Type="http://schemas.openxmlformats.org/officeDocument/2006/relationships/slide" Target="slides/slide1395.xml"/><Relationship Id="rId1632" Type="http://schemas.openxmlformats.org/officeDocument/2006/relationships/slide" Target="slides/slide1396.xml"/><Relationship Id="rId1633" Type="http://schemas.openxmlformats.org/officeDocument/2006/relationships/slide" Target="slides/slide1397.xml"/><Relationship Id="rId1634" Type="http://schemas.openxmlformats.org/officeDocument/2006/relationships/slide" Target="slides/slide1398.xml"/><Relationship Id="rId1635" Type="http://schemas.openxmlformats.org/officeDocument/2006/relationships/slide" Target="slides/slide1399.xml"/><Relationship Id="rId1636" Type="http://schemas.openxmlformats.org/officeDocument/2006/relationships/slide" Target="slides/slide1400.xml"/><Relationship Id="rId1637" Type="http://schemas.openxmlformats.org/officeDocument/2006/relationships/slide" Target="slides/slide1401.xml"/><Relationship Id="rId1638" Type="http://schemas.openxmlformats.org/officeDocument/2006/relationships/slide" Target="slides/slide1402.xml"/><Relationship Id="rId1639" Type="http://schemas.openxmlformats.org/officeDocument/2006/relationships/slide" Target="slides/slide1403.xml"/><Relationship Id="rId1640" Type="http://schemas.openxmlformats.org/officeDocument/2006/relationships/slide" Target="slides/slide1404.xml"/><Relationship Id="rId1641" Type="http://schemas.openxmlformats.org/officeDocument/2006/relationships/slide" Target="slides/slide1405.xml"/><Relationship Id="rId1642" Type="http://schemas.openxmlformats.org/officeDocument/2006/relationships/slide" Target="slides/slide1406.xml"/><Relationship Id="rId1644" Type="http://schemas.openxmlformats.org/officeDocument/2006/relationships/slide" Target="slides/slide1407.xml"/><Relationship Id="rId1646" Type="http://schemas.openxmlformats.org/officeDocument/2006/relationships/slide" Target="slides/slide1408.xml"/><Relationship Id="rId1647" Type="http://schemas.openxmlformats.org/officeDocument/2006/relationships/slide" Target="slides/slide1409.xml"/><Relationship Id="rId1648" Type="http://schemas.openxmlformats.org/officeDocument/2006/relationships/slide" Target="slides/slide1410.xml"/><Relationship Id="rId1649" Type="http://schemas.openxmlformats.org/officeDocument/2006/relationships/slide" Target="slides/slide1411.xml"/><Relationship Id="rId1650" Type="http://schemas.openxmlformats.org/officeDocument/2006/relationships/slide" Target="slides/slide1412.xml"/><Relationship Id="rId1651" Type="http://schemas.openxmlformats.org/officeDocument/2006/relationships/slide" Target="slides/slide1413.xml"/><Relationship Id="rId1652" Type="http://schemas.openxmlformats.org/officeDocument/2006/relationships/slide" Target="slides/slide1414.xml"/><Relationship Id="rId1654" Type="http://schemas.openxmlformats.org/officeDocument/2006/relationships/slide" Target="slides/slide1415.xml"/><Relationship Id="rId1656" Type="http://schemas.openxmlformats.org/officeDocument/2006/relationships/slide" Target="slides/slide1416.xml"/><Relationship Id="rId1657" Type="http://schemas.openxmlformats.org/officeDocument/2006/relationships/slide" Target="slides/slide1417.xml"/><Relationship Id="rId1658" Type="http://schemas.openxmlformats.org/officeDocument/2006/relationships/slide" Target="slides/slide1418.xml"/><Relationship Id="rId1659" Type="http://schemas.openxmlformats.org/officeDocument/2006/relationships/slide" Target="slides/slide1419.xml"/><Relationship Id="rId1660" Type="http://schemas.openxmlformats.org/officeDocument/2006/relationships/slide" Target="slides/slide1420.xml"/><Relationship Id="rId1661" Type="http://schemas.openxmlformats.org/officeDocument/2006/relationships/slide" Target="slides/slide1421.xml"/><Relationship Id="rId1662" Type="http://schemas.openxmlformats.org/officeDocument/2006/relationships/slide" Target="slides/slide1422.xml"/><Relationship Id="rId1663" Type="http://schemas.openxmlformats.org/officeDocument/2006/relationships/slide" Target="slides/slide1423.xml"/><Relationship Id="rId1664" Type="http://schemas.openxmlformats.org/officeDocument/2006/relationships/slide" Target="slides/slide1424.xml"/><Relationship Id="rId1665" Type="http://schemas.openxmlformats.org/officeDocument/2006/relationships/slide" Target="slides/slide1425.xml"/><Relationship Id="rId1666" Type="http://schemas.openxmlformats.org/officeDocument/2006/relationships/slide" Target="slides/slide1426.xml"/><Relationship Id="rId1667" Type="http://schemas.openxmlformats.org/officeDocument/2006/relationships/slide" Target="slides/slide1427.xml"/><Relationship Id="rId1668" Type="http://schemas.openxmlformats.org/officeDocument/2006/relationships/slide" Target="slides/slide1428.xml"/><Relationship Id="rId1669" Type="http://schemas.openxmlformats.org/officeDocument/2006/relationships/slide" Target="slides/slide1429.xml"/><Relationship Id="rId1670" Type="http://schemas.openxmlformats.org/officeDocument/2006/relationships/slide" Target="slides/slide1430.xml"/><Relationship Id="rId1671" Type="http://schemas.openxmlformats.org/officeDocument/2006/relationships/slide" Target="slides/slide1431.xml"/><Relationship Id="rId1672" Type="http://schemas.openxmlformats.org/officeDocument/2006/relationships/slide" Target="slides/slide1432.xml"/><Relationship Id="rId1674" Type="http://schemas.openxmlformats.org/officeDocument/2006/relationships/slide" Target="slides/slide1433.xml"/><Relationship Id="rId1676" Type="http://schemas.openxmlformats.org/officeDocument/2006/relationships/slide" Target="slides/slide1434.xml"/><Relationship Id="rId1677" Type="http://schemas.openxmlformats.org/officeDocument/2006/relationships/slide" Target="slides/slide1435.xml"/><Relationship Id="rId1678" Type="http://schemas.openxmlformats.org/officeDocument/2006/relationships/slide" Target="slides/slide1436.xml"/><Relationship Id="rId1679" Type="http://schemas.openxmlformats.org/officeDocument/2006/relationships/slide" Target="slides/slide1437.xml"/><Relationship Id="rId1680" Type="http://schemas.openxmlformats.org/officeDocument/2006/relationships/slide" Target="slides/slide1438.xml"/><Relationship Id="rId1681" Type="http://schemas.openxmlformats.org/officeDocument/2006/relationships/slide" Target="slides/slide1439.xml"/><Relationship Id="rId1682" Type="http://schemas.openxmlformats.org/officeDocument/2006/relationships/slide" Target="slides/slide1440.xml"/><Relationship Id="rId1684" Type="http://schemas.openxmlformats.org/officeDocument/2006/relationships/slide" Target="slides/slide1441.xml"/><Relationship Id="rId1686" Type="http://schemas.openxmlformats.org/officeDocument/2006/relationships/slide" Target="slides/slide1442.xml"/><Relationship Id="rId1687" Type="http://schemas.openxmlformats.org/officeDocument/2006/relationships/slide" Target="slides/slide1443.xml"/><Relationship Id="rId1688" Type="http://schemas.openxmlformats.org/officeDocument/2006/relationships/slide" Target="slides/slide1444.xml"/><Relationship Id="rId1689" Type="http://schemas.openxmlformats.org/officeDocument/2006/relationships/slide" Target="slides/slide1445.xml"/><Relationship Id="rId1690" Type="http://schemas.openxmlformats.org/officeDocument/2006/relationships/slide" Target="slides/slide1446.xml"/><Relationship Id="rId1691" Type="http://schemas.openxmlformats.org/officeDocument/2006/relationships/slide" Target="slides/slide1447.xml"/><Relationship Id="rId1692" Type="http://schemas.openxmlformats.org/officeDocument/2006/relationships/slide" Target="slides/slide1448.xml"/><Relationship Id="rId1693" Type="http://schemas.openxmlformats.org/officeDocument/2006/relationships/slide" Target="slides/slide1449.xml"/><Relationship Id="rId1694" Type="http://schemas.openxmlformats.org/officeDocument/2006/relationships/slide" Target="slides/slide1450.xml"/><Relationship Id="rId1695" Type="http://schemas.openxmlformats.org/officeDocument/2006/relationships/slide" Target="slides/slide1451.xml"/><Relationship Id="rId1696" Type="http://schemas.openxmlformats.org/officeDocument/2006/relationships/slide" Target="slides/slide1452.xml"/><Relationship Id="rId1697" Type="http://schemas.openxmlformats.org/officeDocument/2006/relationships/slide" Target="slides/slide1453.xml"/><Relationship Id="rId1698" Type="http://schemas.openxmlformats.org/officeDocument/2006/relationships/slide" Target="slides/slide1454.xml"/><Relationship Id="rId1699" Type="http://schemas.openxmlformats.org/officeDocument/2006/relationships/slide" Target="slides/slide1455.xml"/><Relationship Id="rId1700" Type="http://schemas.openxmlformats.org/officeDocument/2006/relationships/slide" Target="slides/slide1456.xml"/><Relationship Id="rId1701" Type="http://schemas.openxmlformats.org/officeDocument/2006/relationships/slide" Target="slides/slide1457.xml"/><Relationship Id="rId1702" Type="http://schemas.openxmlformats.org/officeDocument/2006/relationships/slide" Target="slides/slide1458.xml"/><Relationship Id="rId1704" Type="http://schemas.openxmlformats.org/officeDocument/2006/relationships/slide" Target="slides/slide1459.xml"/><Relationship Id="rId1706" Type="http://schemas.openxmlformats.org/officeDocument/2006/relationships/slide" Target="slides/slide1460.xml"/><Relationship Id="rId1707" Type="http://schemas.openxmlformats.org/officeDocument/2006/relationships/slide" Target="slides/slide1461.xml"/><Relationship Id="rId1708" Type="http://schemas.openxmlformats.org/officeDocument/2006/relationships/slide" Target="slides/slide1462.xml"/><Relationship Id="rId1709" Type="http://schemas.openxmlformats.org/officeDocument/2006/relationships/slide" Target="slides/slide1463.xml"/><Relationship Id="rId1710" Type="http://schemas.openxmlformats.org/officeDocument/2006/relationships/slide" Target="slides/slide1464.xml"/><Relationship Id="rId1711" Type="http://schemas.openxmlformats.org/officeDocument/2006/relationships/slide" Target="slides/slide1465.xml"/><Relationship Id="rId1712" Type="http://schemas.openxmlformats.org/officeDocument/2006/relationships/slide" Target="slides/slide1466.xml"/><Relationship Id="rId1714" Type="http://schemas.openxmlformats.org/officeDocument/2006/relationships/slide" Target="slides/slide1467.xml"/><Relationship Id="rId1716" Type="http://schemas.openxmlformats.org/officeDocument/2006/relationships/slide" Target="slides/slide1468.xml"/><Relationship Id="rId1717" Type="http://schemas.openxmlformats.org/officeDocument/2006/relationships/slide" Target="slides/slide1469.xml"/><Relationship Id="rId1718" Type="http://schemas.openxmlformats.org/officeDocument/2006/relationships/slide" Target="slides/slide1470.xml"/><Relationship Id="rId1719" Type="http://schemas.openxmlformats.org/officeDocument/2006/relationships/slide" Target="slides/slide1471.xml"/><Relationship Id="rId1720" Type="http://schemas.openxmlformats.org/officeDocument/2006/relationships/slide" Target="slides/slide1472.xml"/><Relationship Id="rId1721" Type="http://schemas.openxmlformats.org/officeDocument/2006/relationships/slide" Target="slides/slide1473.xml"/><Relationship Id="rId1722" Type="http://schemas.openxmlformats.org/officeDocument/2006/relationships/slide" Target="slides/slide1474.xml"/><Relationship Id="rId1723" Type="http://schemas.openxmlformats.org/officeDocument/2006/relationships/slide" Target="slides/slide1475.xml"/><Relationship Id="rId1724" Type="http://schemas.openxmlformats.org/officeDocument/2006/relationships/slide" Target="slides/slide1476.xml"/><Relationship Id="rId1725" Type="http://schemas.openxmlformats.org/officeDocument/2006/relationships/slide" Target="slides/slide1477.xml"/><Relationship Id="rId1726" Type="http://schemas.openxmlformats.org/officeDocument/2006/relationships/slide" Target="slides/slide1478.xml"/><Relationship Id="rId1727" Type="http://schemas.openxmlformats.org/officeDocument/2006/relationships/slide" Target="slides/slide1479.xml"/><Relationship Id="rId1728" Type="http://schemas.openxmlformats.org/officeDocument/2006/relationships/slide" Target="slides/slide1480.xml"/><Relationship Id="rId1729" Type="http://schemas.openxmlformats.org/officeDocument/2006/relationships/slide" Target="slides/slide1481.xml"/><Relationship Id="rId1730" Type="http://schemas.openxmlformats.org/officeDocument/2006/relationships/slide" Target="slides/slide1482.xml"/><Relationship Id="rId1731" Type="http://schemas.openxmlformats.org/officeDocument/2006/relationships/slide" Target="slides/slide1483.xml"/><Relationship Id="rId1732" Type="http://schemas.openxmlformats.org/officeDocument/2006/relationships/slide" Target="slides/slide1484.xml"/><Relationship Id="rId1734" Type="http://schemas.openxmlformats.org/officeDocument/2006/relationships/slide" Target="slides/slide1485.xml"/><Relationship Id="rId1736" Type="http://schemas.openxmlformats.org/officeDocument/2006/relationships/slide" Target="slides/slide1486.xml"/><Relationship Id="rId1737" Type="http://schemas.openxmlformats.org/officeDocument/2006/relationships/slide" Target="slides/slide1487.xml"/><Relationship Id="rId1738" Type="http://schemas.openxmlformats.org/officeDocument/2006/relationships/slide" Target="slides/slide1488.xml"/><Relationship Id="rId1739" Type="http://schemas.openxmlformats.org/officeDocument/2006/relationships/slide" Target="slides/slide1489.xml"/><Relationship Id="rId1740" Type="http://schemas.openxmlformats.org/officeDocument/2006/relationships/slide" Target="slides/slide1490.xml"/><Relationship Id="rId1741" Type="http://schemas.openxmlformats.org/officeDocument/2006/relationships/slide" Target="slides/slide1491.xml"/><Relationship Id="rId1742" Type="http://schemas.openxmlformats.org/officeDocument/2006/relationships/slide" Target="slides/slide1492.xml"/><Relationship Id="rId1744" Type="http://schemas.openxmlformats.org/officeDocument/2006/relationships/slide" Target="slides/slide1493.xml"/><Relationship Id="rId1746" Type="http://schemas.openxmlformats.org/officeDocument/2006/relationships/slide" Target="slides/slide1494.xml"/><Relationship Id="rId1747" Type="http://schemas.openxmlformats.org/officeDocument/2006/relationships/slide" Target="slides/slide1495.xml"/><Relationship Id="rId1748" Type="http://schemas.openxmlformats.org/officeDocument/2006/relationships/slide" Target="slides/slide1496.xml"/><Relationship Id="rId1749" Type="http://schemas.openxmlformats.org/officeDocument/2006/relationships/slide" Target="slides/slide1497.xml"/><Relationship Id="rId1750" Type="http://schemas.openxmlformats.org/officeDocument/2006/relationships/slide" Target="slides/slide1498.xml"/><Relationship Id="rId1751" Type="http://schemas.openxmlformats.org/officeDocument/2006/relationships/slide" Target="slides/slide1499.xml"/><Relationship Id="rId1752" Type="http://schemas.openxmlformats.org/officeDocument/2006/relationships/slide" Target="slides/slide1500.xml"/><Relationship Id="rId1753" Type="http://schemas.openxmlformats.org/officeDocument/2006/relationships/slide" Target="slides/slide1501.xml"/><Relationship Id="rId1754" Type="http://schemas.openxmlformats.org/officeDocument/2006/relationships/slide" Target="slides/slide1502.xml"/><Relationship Id="rId1755" Type="http://schemas.openxmlformats.org/officeDocument/2006/relationships/slide" Target="slides/slide1503.xml"/><Relationship Id="rId1756" Type="http://schemas.openxmlformats.org/officeDocument/2006/relationships/slide" Target="slides/slide1504.xml"/><Relationship Id="rId1757" Type="http://schemas.openxmlformats.org/officeDocument/2006/relationships/slide" Target="slides/slide1505.xml"/><Relationship Id="rId1758" Type="http://schemas.openxmlformats.org/officeDocument/2006/relationships/slide" Target="slides/slide1506.xml"/><Relationship Id="rId1759" Type="http://schemas.openxmlformats.org/officeDocument/2006/relationships/slide" Target="slides/slide1507.xml"/><Relationship Id="rId1760" Type="http://schemas.openxmlformats.org/officeDocument/2006/relationships/slide" Target="slides/slide1508.xml"/><Relationship Id="rId1761" Type="http://schemas.openxmlformats.org/officeDocument/2006/relationships/slide" Target="slides/slide1509.xml"/><Relationship Id="rId1762" Type="http://schemas.openxmlformats.org/officeDocument/2006/relationships/slide" Target="slides/slide1510.xml"/><Relationship Id="rId1764" Type="http://schemas.openxmlformats.org/officeDocument/2006/relationships/slide" Target="slides/slide1511.xml"/><Relationship Id="rId1766" Type="http://schemas.openxmlformats.org/officeDocument/2006/relationships/slide" Target="slides/slide1512.xml"/><Relationship Id="rId1767" Type="http://schemas.openxmlformats.org/officeDocument/2006/relationships/slide" Target="slides/slide1513.xml"/><Relationship Id="rId1768" Type="http://schemas.openxmlformats.org/officeDocument/2006/relationships/slide" Target="slides/slide1514.xml"/><Relationship Id="rId1769" Type="http://schemas.openxmlformats.org/officeDocument/2006/relationships/slide" Target="slides/slide1515.xml"/><Relationship Id="rId1770" Type="http://schemas.openxmlformats.org/officeDocument/2006/relationships/slide" Target="slides/slide1516.xml"/><Relationship Id="rId1771" Type="http://schemas.openxmlformats.org/officeDocument/2006/relationships/slide" Target="slides/slide1517.xml"/><Relationship Id="rId1772" Type="http://schemas.openxmlformats.org/officeDocument/2006/relationships/slide" Target="slides/slide1518.xml"/><Relationship Id="rId1774" Type="http://schemas.openxmlformats.org/officeDocument/2006/relationships/slide" Target="slides/slide1519.xml"/><Relationship Id="rId1776" Type="http://schemas.openxmlformats.org/officeDocument/2006/relationships/slide" Target="slides/slide1520.xml"/><Relationship Id="rId1777" Type="http://schemas.openxmlformats.org/officeDocument/2006/relationships/slide" Target="slides/slide1521.xml"/><Relationship Id="rId1778" Type="http://schemas.openxmlformats.org/officeDocument/2006/relationships/slide" Target="slides/slide1522.xml"/><Relationship Id="rId1779" Type="http://schemas.openxmlformats.org/officeDocument/2006/relationships/slide" Target="slides/slide1523.xml"/><Relationship Id="rId1780" Type="http://schemas.openxmlformats.org/officeDocument/2006/relationships/slide" Target="slides/slide1524.xml"/><Relationship Id="rId1781" Type="http://schemas.openxmlformats.org/officeDocument/2006/relationships/slide" Target="slides/slide1525.xml"/><Relationship Id="rId1782" Type="http://schemas.openxmlformats.org/officeDocument/2006/relationships/slide" Target="slides/slide1526.xml"/><Relationship Id="rId1783" Type="http://schemas.openxmlformats.org/officeDocument/2006/relationships/slide" Target="slides/slide1527.xml"/><Relationship Id="rId1784" Type="http://schemas.openxmlformats.org/officeDocument/2006/relationships/slide" Target="slides/slide1528.xml"/><Relationship Id="rId1785" Type="http://schemas.openxmlformats.org/officeDocument/2006/relationships/slide" Target="slides/slide1529.xml"/><Relationship Id="rId1786" Type="http://schemas.openxmlformats.org/officeDocument/2006/relationships/slide" Target="slides/slide1530.xml"/><Relationship Id="rId1787" Type="http://schemas.openxmlformats.org/officeDocument/2006/relationships/slide" Target="slides/slide1531.xml"/><Relationship Id="rId1788" Type="http://schemas.openxmlformats.org/officeDocument/2006/relationships/slide" Target="slides/slide1532.xml"/><Relationship Id="rId1789" Type="http://schemas.openxmlformats.org/officeDocument/2006/relationships/slide" Target="slides/slide1533.xml"/><Relationship Id="rId1790" Type="http://schemas.openxmlformats.org/officeDocument/2006/relationships/slide" Target="slides/slide1534.xml"/><Relationship Id="rId1791" Type="http://schemas.openxmlformats.org/officeDocument/2006/relationships/slide" Target="slides/slide1535.xml"/><Relationship Id="rId1792" Type="http://schemas.openxmlformats.org/officeDocument/2006/relationships/slide" Target="slides/slide1536.xml"/><Relationship Id="rId1794" Type="http://schemas.openxmlformats.org/officeDocument/2006/relationships/slide" Target="slides/slide1537.xml"/><Relationship Id="rId1796" Type="http://schemas.openxmlformats.org/officeDocument/2006/relationships/slide" Target="slides/slide1538.xml"/><Relationship Id="rId1797" Type="http://schemas.openxmlformats.org/officeDocument/2006/relationships/slide" Target="slides/slide1539.xml"/><Relationship Id="rId1798" Type="http://schemas.openxmlformats.org/officeDocument/2006/relationships/slide" Target="slides/slide1540.xml"/><Relationship Id="rId1799" Type="http://schemas.openxmlformats.org/officeDocument/2006/relationships/slide" Target="slides/slide1541.xml"/><Relationship Id="rId1800" Type="http://schemas.openxmlformats.org/officeDocument/2006/relationships/slide" Target="slides/slide1542.xml"/><Relationship Id="rId1801" Type="http://schemas.openxmlformats.org/officeDocument/2006/relationships/slide" Target="slides/slide1543.xml"/><Relationship Id="rId1802" Type="http://schemas.openxmlformats.org/officeDocument/2006/relationships/slide" Target="slides/slide1544.xml"/><Relationship Id="rId1803" Type="http://schemas.openxmlformats.org/officeDocument/2006/relationships/slide" Target="slides/slide1545.xml"/><Relationship Id="rId1804" Type="http://schemas.openxmlformats.org/officeDocument/2006/relationships/slide" Target="slides/slide1546.xml"/><Relationship Id="rId1805" Type="http://schemas.openxmlformats.org/officeDocument/2006/relationships/slide" Target="slides/slide1547.xml"/><Relationship Id="rId1806" Type="http://schemas.openxmlformats.org/officeDocument/2006/relationships/slide" Target="slides/slide1548.xml"/><Relationship Id="rId1807" Type="http://schemas.openxmlformats.org/officeDocument/2006/relationships/slide" Target="slides/slide1549.xml"/><Relationship Id="rId1808" Type="http://schemas.openxmlformats.org/officeDocument/2006/relationships/slide" Target="slides/slide1550.xml"/><Relationship Id="rId1809" Type="http://schemas.openxmlformats.org/officeDocument/2006/relationships/slide" Target="slides/slide1551.xml"/><Relationship Id="rId1810" Type="http://schemas.openxmlformats.org/officeDocument/2006/relationships/slide" Target="slides/slide1552.xml"/><Relationship Id="rId1811" Type="http://schemas.openxmlformats.org/officeDocument/2006/relationships/slide" Target="slides/slide1553.xml"/><Relationship Id="rId1812" Type="http://schemas.openxmlformats.org/officeDocument/2006/relationships/slide" Target="slides/slide1554.xml"/><Relationship Id="rId1813" Type="http://schemas.openxmlformats.org/officeDocument/2006/relationships/slide" Target="slides/slide1555.xml"/><Relationship Id="rId1814" Type="http://schemas.openxmlformats.org/officeDocument/2006/relationships/slide" Target="slides/slide1556.xml"/><Relationship Id="rId1815" Type="http://schemas.openxmlformats.org/officeDocument/2006/relationships/slide" Target="slides/slide1557.xml"/><Relationship Id="rId1816" Type="http://schemas.openxmlformats.org/officeDocument/2006/relationships/slide" Target="slides/slide1558.xml"/><Relationship Id="rId1817" Type="http://schemas.openxmlformats.org/officeDocument/2006/relationships/slide" Target="slides/slide1559.xml"/><Relationship Id="rId1818" Type="http://schemas.openxmlformats.org/officeDocument/2006/relationships/slide" Target="slides/slide1560.xml"/><Relationship Id="rId1819" Type="http://schemas.openxmlformats.org/officeDocument/2006/relationships/slide" Target="slides/slide1561.xml"/><Relationship Id="rId1820" Type="http://schemas.openxmlformats.org/officeDocument/2006/relationships/slide" Target="slides/slide1562.xml"/><Relationship Id="rId1821" Type="http://schemas.openxmlformats.org/officeDocument/2006/relationships/slide" Target="slides/slide1563.xml"/><Relationship Id="rId1822" Type="http://schemas.openxmlformats.org/officeDocument/2006/relationships/slide" Target="slides/slide1564.xml"/><Relationship Id="rId1823" Type="http://schemas.openxmlformats.org/officeDocument/2006/relationships/slide" Target="slides/slide1565.xml"/><Relationship Id="rId1824" Type="http://schemas.openxmlformats.org/officeDocument/2006/relationships/slide" Target="slides/slide1566.xml"/><Relationship Id="rId1825" Type="http://schemas.openxmlformats.org/officeDocument/2006/relationships/slide" Target="slides/slide1567.xml"/><Relationship Id="rId1826" Type="http://schemas.openxmlformats.org/officeDocument/2006/relationships/slide" Target="slides/slide1568.xml"/><Relationship Id="rId1827" Type="http://schemas.openxmlformats.org/officeDocument/2006/relationships/slide" Target="slides/slide1569.xml"/><Relationship Id="rId1828" Type="http://schemas.openxmlformats.org/officeDocument/2006/relationships/slide" Target="slides/slide1570.xml"/><Relationship Id="rId1829" Type="http://schemas.openxmlformats.org/officeDocument/2006/relationships/slide" Target="slides/slide1571.xml"/><Relationship Id="rId1830" Type="http://schemas.openxmlformats.org/officeDocument/2006/relationships/slide" Target="slides/slide1572.xml"/><Relationship Id="rId1831" Type="http://schemas.openxmlformats.org/officeDocument/2006/relationships/slide" Target="slides/slide1573.xml"/><Relationship Id="rId1832" Type="http://schemas.openxmlformats.org/officeDocument/2006/relationships/slide" Target="slides/slide1574.xml"/><Relationship Id="rId1833" Type="http://schemas.openxmlformats.org/officeDocument/2006/relationships/slide" Target="slides/slide1575.xml"/><Relationship Id="rId1834" Type="http://schemas.openxmlformats.org/officeDocument/2006/relationships/slide" Target="slides/slide1576.xml"/><Relationship Id="rId1835" Type="http://schemas.openxmlformats.org/officeDocument/2006/relationships/slide" Target="slides/slide1577.xml"/><Relationship Id="rId1836" Type="http://schemas.openxmlformats.org/officeDocument/2006/relationships/slide" Target="slides/slide1578.xml"/><Relationship Id="rId1837" Type="http://schemas.openxmlformats.org/officeDocument/2006/relationships/slide" Target="slides/slide1579.xml"/><Relationship Id="rId1838" Type="http://schemas.openxmlformats.org/officeDocument/2006/relationships/slide" Target="slides/slide1580.xml"/><Relationship Id="rId1839" Type="http://schemas.openxmlformats.org/officeDocument/2006/relationships/slide" Target="slides/slide1581.xml"/><Relationship Id="rId1840" Type="http://schemas.openxmlformats.org/officeDocument/2006/relationships/slide" Target="slides/slide1582.xml"/><Relationship Id="rId1841" Type="http://schemas.openxmlformats.org/officeDocument/2006/relationships/slide" Target="slides/slide1583.xml"/><Relationship Id="rId1842" Type="http://schemas.openxmlformats.org/officeDocument/2006/relationships/slide" Target="slides/slide1584.xml"/><Relationship Id="rId1843" Type="http://schemas.openxmlformats.org/officeDocument/2006/relationships/slide" Target="slides/slide1585.xml"/><Relationship Id="rId1844" Type="http://schemas.openxmlformats.org/officeDocument/2006/relationships/slide" Target="slides/slide1586.xml"/><Relationship Id="rId1845" Type="http://schemas.openxmlformats.org/officeDocument/2006/relationships/slide" Target="slides/slide1587.xml"/><Relationship Id="rId1846" Type="http://schemas.openxmlformats.org/officeDocument/2006/relationships/slide" Target="slides/slide1588.xml"/><Relationship Id="rId1847" Type="http://schemas.openxmlformats.org/officeDocument/2006/relationships/slide" Target="slides/slide1589.xml"/><Relationship Id="rId1848" Type="http://schemas.openxmlformats.org/officeDocument/2006/relationships/slide" Target="slides/slide1590.xml"/><Relationship Id="rId1849" Type="http://schemas.openxmlformats.org/officeDocument/2006/relationships/slide" Target="slides/slide1591.xml"/><Relationship Id="rId1850" Type="http://schemas.openxmlformats.org/officeDocument/2006/relationships/slide" Target="slides/slide1592.xml"/><Relationship Id="rId1851" Type="http://schemas.openxmlformats.org/officeDocument/2006/relationships/slide" Target="slides/slide1593.xml"/><Relationship Id="rId1852" Type="http://schemas.openxmlformats.org/officeDocument/2006/relationships/slide" Target="slides/slide1594.xml"/><Relationship Id="rId1853" Type="http://schemas.openxmlformats.org/officeDocument/2006/relationships/slide" Target="slides/slide1595.xml"/><Relationship Id="rId1854" Type="http://schemas.openxmlformats.org/officeDocument/2006/relationships/slide" Target="slides/slide1596.xml"/><Relationship Id="rId1855" Type="http://schemas.openxmlformats.org/officeDocument/2006/relationships/slide" Target="slides/slide1597.xml"/><Relationship Id="rId1856" Type="http://schemas.openxmlformats.org/officeDocument/2006/relationships/slide" Target="slides/slide1598.xml"/><Relationship Id="rId1857" Type="http://schemas.openxmlformats.org/officeDocument/2006/relationships/slide" Target="slides/slide1599.xml"/><Relationship Id="rId1858" Type="http://schemas.openxmlformats.org/officeDocument/2006/relationships/slide" Target="slides/slide1600.xml"/><Relationship Id="rId1859" Type="http://schemas.openxmlformats.org/officeDocument/2006/relationships/slide" Target="slides/slide1601.xml"/><Relationship Id="rId1860" Type="http://schemas.openxmlformats.org/officeDocument/2006/relationships/slide" Target="slides/slide1602.xml"/><Relationship Id="rId1861" Type="http://schemas.openxmlformats.org/officeDocument/2006/relationships/slide" Target="slides/slide11.xml"/><Relationship Id="rId1862" Type="http://schemas.openxmlformats.org/officeDocument/2006/relationships/slide" Target="slides/slide12.xml"/><Relationship Id="rId1863" Type="http://schemas.openxmlformats.org/officeDocument/2006/relationships/slide" Target="slides/slide13.xml"/><Relationship Id="rId1864" Type="http://schemas.openxmlformats.org/officeDocument/2006/relationships/slide" Target="slides/slide14.xml"/><Relationship Id="rId1865" Type="http://schemas.openxmlformats.org/officeDocument/2006/relationships/slide" Target="slides/slide15.xml"/><Relationship Id="rId1866" Type="http://schemas.openxmlformats.org/officeDocument/2006/relationships/slide" Target="slides/slide16.xml"/><Relationship Id="rId1867" Type="http://schemas.openxmlformats.org/officeDocument/2006/relationships/slide" Target="slides/slide17.xml"/><Relationship Id="rId1868" Type="http://schemas.openxmlformats.org/officeDocument/2006/relationships/slide" Target="slides/slide18.xml"/><Relationship Id="rId1869" Type="http://schemas.openxmlformats.org/officeDocument/2006/relationships/slide" Target="slides/slide10.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Sheet249.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Excel_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Sheet259.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Sheet269.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Excel_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Sheet275.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Sheet276.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Sheet277.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Sheet278.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Sheet279.xlsx"/></Relationships>
</file>

<file path=ppt/charts/_rels/chart280.xml.rels><?xml version='1.0' encoding='UTF-8' standalone='yes'?>
<Relationships xmlns="http://schemas.openxmlformats.org/package/2006/relationships"><Relationship Id="rId1" Type="http://schemas.openxmlformats.org/officeDocument/2006/relationships/package" Target="../embeddings/Microsoft_Excel_Sheet280.xlsx"/></Relationships>
</file>

<file path=ppt/charts/_rels/chart281.xml.rels><?xml version='1.0' encoding='UTF-8' standalone='yes'?>
<Relationships xmlns="http://schemas.openxmlformats.org/package/2006/relationships"><Relationship Id="rId1" Type="http://schemas.openxmlformats.org/officeDocument/2006/relationships/package" Target="../embeddings/Microsoft_Excel_Sheet281.xlsx"/></Relationships>
</file>

<file path=ppt/charts/_rels/chart282.xml.rels><?xml version='1.0' encoding='UTF-8' standalone='yes'?>
<Relationships xmlns="http://schemas.openxmlformats.org/package/2006/relationships"><Relationship Id="rId1" Type="http://schemas.openxmlformats.org/officeDocument/2006/relationships/package" Target="../embeddings/Microsoft_Excel_Sheet282.xlsx"/></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Sheet283.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Sheet284.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Sheet285.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Sheet286.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Sheet287.xlsx"/></Relationships>
</file>

<file path=ppt/charts/_rels/chart288.xml.rels><?xml version='1.0' encoding='UTF-8' standalone='yes'?>
<Relationships xmlns="http://schemas.openxmlformats.org/package/2006/relationships"><Relationship Id="rId1" Type="http://schemas.openxmlformats.org/officeDocument/2006/relationships/package" Target="../embeddings/Microsoft_Excel_Sheet288.xlsx"/></Relationships>
</file>

<file path=ppt/charts/_rels/chart289.xml.rels><?xml version='1.0' encoding='UTF-8' standalone='yes'?>
<Relationships xmlns="http://schemas.openxmlformats.org/package/2006/relationships"><Relationship Id="rId1" Type="http://schemas.openxmlformats.org/officeDocument/2006/relationships/package" Target="../embeddings/Microsoft_Excel_Sheet289.xlsx"/></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Sheet290.xlsx"/></Relationships>
</file>

<file path=ppt/charts/_rels/chart291.xml.rels><?xml version='1.0' encoding='UTF-8' standalone='yes'?>
<Relationships xmlns="http://schemas.openxmlformats.org/package/2006/relationships"><Relationship Id="rId1" Type="http://schemas.openxmlformats.org/officeDocument/2006/relationships/package" Target="../embeddings/Microsoft_Excel_Sheet291.xlsx"/></Relationships>
</file>

<file path=ppt/charts/_rels/chart292.xml.rels><?xml version='1.0' encoding='UTF-8' standalone='yes'?>
<Relationships xmlns="http://schemas.openxmlformats.org/package/2006/relationships"><Relationship Id="rId1" Type="http://schemas.openxmlformats.org/officeDocument/2006/relationships/package" Target="../embeddings/Microsoft_Excel_Sheet292.xlsx"/></Relationships>
</file>

<file path=ppt/charts/_rels/chart293.xml.rels><?xml version='1.0' encoding='UTF-8' standalone='yes'?>
<Relationships xmlns="http://schemas.openxmlformats.org/package/2006/relationships"><Relationship Id="rId1" Type="http://schemas.openxmlformats.org/officeDocument/2006/relationships/package" Target="../embeddings/Microsoft_Excel_Sheet293.xlsx"/></Relationships>
</file>

<file path=ppt/charts/_rels/chart294.xml.rels><?xml version='1.0' encoding='UTF-8' standalone='yes'?>
<Relationships xmlns="http://schemas.openxmlformats.org/package/2006/relationships"><Relationship Id="rId1" Type="http://schemas.openxmlformats.org/officeDocument/2006/relationships/package" Target="../embeddings/Microsoft_Excel_Sheet294.xlsx"/></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Sheet295.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Sheet296.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Sheet297.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Sheet298.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Sheet299.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Sheet300.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Sheet301.xlsx"/></Relationships>
</file>

<file path=ppt/charts/_rels/chart302.xml.rels><?xml version='1.0' encoding='UTF-8' standalone='yes'?>
<Relationships xmlns="http://schemas.openxmlformats.org/package/2006/relationships"><Relationship Id="rId1" Type="http://schemas.openxmlformats.org/officeDocument/2006/relationships/package" Target="../embeddings/Microsoft_Excel_Sheet302.xlsx"/></Relationships>
</file>

<file path=ppt/charts/_rels/chart303.xml.rels><?xml version='1.0' encoding='UTF-8' standalone='yes'?>
<Relationships xmlns="http://schemas.openxmlformats.org/package/2006/relationships"><Relationship Id="rId1" Type="http://schemas.openxmlformats.org/officeDocument/2006/relationships/package" Target="../embeddings/Microsoft_Excel_Sheet303.xlsx"/></Relationships>
</file>

<file path=ppt/charts/_rels/chart304.xml.rels><?xml version='1.0' encoding='UTF-8' standalone='yes'?>
<Relationships xmlns="http://schemas.openxmlformats.org/package/2006/relationships"><Relationship Id="rId1" Type="http://schemas.openxmlformats.org/officeDocument/2006/relationships/package" Target="../embeddings/Microsoft_Excel_Sheet304.xlsx"/></Relationships>
</file>

<file path=ppt/charts/_rels/chart305.xml.rels><?xml version='1.0' encoding='UTF-8' standalone='yes'?>
<Relationships xmlns="http://schemas.openxmlformats.org/package/2006/relationships"><Relationship Id="rId1" Type="http://schemas.openxmlformats.org/officeDocument/2006/relationships/package" Target="../embeddings/Microsoft_Excel_Sheet305.xlsx"/></Relationships>
</file>

<file path=ppt/charts/_rels/chart306.xml.rels><?xml version='1.0' encoding='UTF-8' standalone='yes'?>
<Relationships xmlns="http://schemas.openxmlformats.org/package/2006/relationships"><Relationship Id="rId1" Type="http://schemas.openxmlformats.org/officeDocument/2006/relationships/package" Target="../embeddings/Microsoft_Excel_Sheet306.xlsx"/></Relationships>
</file>

<file path=ppt/charts/_rels/chart307.xml.rels><?xml version='1.0' encoding='UTF-8' standalone='yes'?>
<Relationships xmlns="http://schemas.openxmlformats.org/package/2006/relationships"><Relationship Id="rId1" Type="http://schemas.openxmlformats.org/officeDocument/2006/relationships/package" Target="../embeddings/Microsoft_Excel_Sheet307.xlsx"/></Relationships>
</file>

<file path=ppt/charts/_rels/chart308.xml.rels><?xml version='1.0' encoding='UTF-8' standalone='yes'?>
<Relationships xmlns="http://schemas.openxmlformats.org/package/2006/relationships"><Relationship Id="rId1" Type="http://schemas.openxmlformats.org/officeDocument/2006/relationships/package" Target="../embeddings/Microsoft_Excel_Sheet308.xlsx"/></Relationships>
</file>

<file path=ppt/charts/_rels/chart309.xml.rels><?xml version='1.0' encoding='UTF-8' standalone='yes'?>
<Relationships xmlns="http://schemas.openxmlformats.org/package/2006/relationships"><Relationship Id="rId1" Type="http://schemas.openxmlformats.org/officeDocument/2006/relationships/package" Target="../embeddings/Microsoft_Excel_Sheet309.xlsx"/></Relationships>
</file>

<file path=ppt/charts/_rels/chart310.xml.rels><?xml version='1.0' encoding='UTF-8' standalone='yes'?>
<Relationships xmlns="http://schemas.openxmlformats.org/package/2006/relationships"><Relationship Id="rId1" Type="http://schemas.openxmlformats.org/officeDocument/2006/relationships/package" Target="../embeddings/Microsoft_Excel_Sheet310.xlsx"/></Relationships>
</file>

<file path=ppt/charts/_rels/chart311.xml.rels><?xml version='1.0' encoding='UTF-8' standalone='yes'?>
<Relationships xmlns="http://schemas.openxmlformats.org/package/2006/relationships"><Relationship Id="rId1" Type="http://schemas.openxmlformats.org/officeDocument/2006/relationships/package" Target="../embeddings/Microsoft_Excel_Sheet311.xlsx"/></Relationships>
</file>

<file path=ppt/charts/_rels/chart312.xml.rels><?xml version='1.0' encoding='UTF-8' standalone='yes'?>
<Relationships xmlns="http://schemas.openxmlformats.org/package/2006/relationships"><Relationship Id="rId1" Type="http://schemas.openxmlformats.org/officeDocument/2006/relationships/package" Target="../embeddings/Microsoft_Excel_Sheet312.xlsx"/></Relationships>
</file>

<file path=ppt/charts/_rels/chart313.xml.rels><?xml version='1.0' encoding='UTF-8' standalone='yes'?>
<Relationships xmlns="http://schemas.openxmlformats.org/package/2006/relationships"><Relationship Id="rId1" Type="http://schemas.openxmlformats.org/officeDocument/2006/relationships/package" Target="../embeddings/Microsoft_Excel_Sheet313.xlsx"/></Relationships>
</file>

<file path=ppt/charts/_rels/chart314.xml.rels><?xml version='1.0' encoding='UTF-8' standalone='yes'?>
<Relationships xmlns="http://schemas.openxmlformats.org/package/2006/relationships"><Relationship Id="rId1" Type="http://schemas.openxmlformats.org/officeDocument/2006/relationships/package" Target="../embeddings/Microsoft_Excel_Sheet314.xlsx"/></Relationships>
</file>

<file path=ppt/charts/_rels/chart315.xml.rels><?xml version='1.0' encoding='UTF-8' standalone='yes'?>
<Relationships xmlns="http://schemas.openxmlformats.org/package/2006/relationships"><Relationship Id="rId1" Type="http://schemas.openxmlformats.org/officeDocument/2006/relationships/package" Target="../embeddings/Microsoft_Excel_Sheet315.xlsx"/></Relationships>
</file>

<file path=ppt/charts/_rels/chart316.xml.rels><?xml version='1.0' encoding='UTF-8' standalone='yes'?>
<Relationships xmlns="http://schemas.openxmlformats.org/package/2006/relationships"><Relationship Id="rId1" Type="http://schemas.openxmlformats.org/officeDocument/2006/relationships/package" Target="../embeddings/Microsoft_Excel_Sheet316.xlsx"/></Relationships>
</file>

<file path=ppt/charts/_rels/chart317.xml.rels><?xml version='1.0' encoding='UTF-8' standalone='yes'?>
<Relationships xmlns="http://schemas.openxmlformats.org/package/2006/relationships"><Relationship Id="rId1" Type="http://schemas.openxmlformats.org/officeDocument/2006/relationships/package" Target="../embeddings/Microsoft_Excel_Sheet317.xlsx"/></Relationships>
</file>

<file path=ppt/charts/_rels/chart318.xml.rels><?xml version='1.0' encoding='UTF-8' standalone='yes'?>
<Relationships xmlns="http://schemas.openxmlformats.org/package/2006/relationships"><Relationship Id="rId1" Type="http://schemas.openxmlformats.org/officeDocument/2006/relationships/package" Target="../embeddings/Microsoft_Excel_Sheet318.xlsx"/></Relationships>
</file>

<file path=ppt/charts/_rels/chart319.xml.rels><?xml version='1.0' encoding='UTF-8' standalone='yes'?>
<Relationships xmlns="http://schemas.openxmlformats.org/package/2006/relationships"><Relationship Id="rId1" Type="http://schemas.openxmlformats.org/officeDocument/2006/relationships/package" Target="../embeddings/Microsoft_Excel_Sheet319.xlsx"/></Relationships>
</file>

<file path=ppt/charts/_rels/chart320.xml.rels><?xml version='1.0' encoding='UTF-8' standalone='yes'?>
<Relationships xmlns="http://schemas.openxmlformats.org/package/2006/relationships"><Relationship Id="rId1" Type="http://schemas.openxmlformats.org/officeDocument/2006/relationships/package" Target="../embeddings/Microsoft_Excel_Sheet320.xlsx"/></Relationships>
</file>

<file path=ppt/charts/_rels/chart321.xml.rels><?xml version='1.0' encoding='UTF-8' standalone='yes'?>
<Relationships xmlns="http://schemas.openxmlformats.org/package/2006/relationships"><Relationship Id="rId1" Type="http://schemas.openxmlformats.org/officeDocument/2006/relationships/package" Target="../embeddings/Microsoft_Excel_Sheet321.xlsx"/></Relationships>
</file>

<file path=ppt/charts/_rels/chart322.xml.rels><?xml version='1.0' encoding='UTF-8' standalone='yes'?>
<Relationships xmlns="http://schemas.openxmlformats.org/package/2006/relationships"><Relationship Id="rId1" Type="http://schemas.openxmlformats.org/officeDocument/2006/relationships/package" Target="../embeddings/Microsoft_Excel_Sheet322.xlsx"/></Relationships>
</file>

<file path=ppt/charts/_rels/chart323.xml.rels><?xml version='1.0' encoding='UTF-8' standalone='yes'?>
<Relationships xmlns="http://schemas.openxmlformats.org/package/2006/relationships"><Relationship Id="rId1" Type="http://schemas.openxmlformats.org/officeDocument/2006/relationships/package" Target="../embeddings/Microsoft_Excel_Sheet323.xlsx"/></Relationships>
</file>

<file path=ppt/charts/_rels/chart324.xml.rels><?xml version='1.0' encoding='UTF-8' standalone='yes'?>
<Relationships xmlns="http://schemas.openxmlformats.org/package/2006/relationships"><Relationship Id="rId1" Type="http://schemas.openxmlformats.org/officeDocument/2006/relationships/package" Target="../embeddings/Microsoft_Excel_Sheet324.xlsx"/></Relationships>
</file>

<file path=ppt/charts/_rels/chart325.xml.rels><?xml version='1.0' encoding='UTF-8' standalone='yes'?>
<Relationships xmlns="http://schemas.openxmlformats.org/package/2006/relationships"><Relationship Id="rId1" Type="http://schemas.openxmlformats.org/officeDocument/2006/relationships/package" Target="../embeddings/Microsoft_Excel_Sheet325.xlsx"/></Relationships>
</file>

<file path=ppt/charts/_rels/chart326.xml.rels><?xml version='1.0' encoding='UTF-8' standalone='yes'?>
<Relationships xmlns="http://schemas.openxmlformats.org/package/2006/relationships"><Relationship Id="rId1" Type="http://schemas.openxmlformats.org/officeDocument/2006/relationships/package" Target="../embeddings/Microsoft_Excel_Sheet326.xlsx"/></Relationships>
</file>

<file path=ppt/charts/_rels/chart327.xml.rels><?xml version='1.0' encoding='UTF-8' standalone='yes'?>
<Relationships xmlns="http://schemas.openxmlformats.org/package/2006/relationships"><Relationship Id="rId1" Type="http://schemas.openxmlformats.org/officeDocument/2006/relationships/package" Target="../embeddings/Microsoft_Excel_Sheet327.xlsx"/></Relationships>
</file>

<file path=ppt/charts/_rels/chart328.xml.rels><?xml version='1.0' encoding='UTF-8' standalone='yes'?>
<Relationships xmlns="http://schemas.openxmlformats.org/package/2006/relationships"><Relationship Id="rId1" Type="http://schemas.openxmlformats.org/officeDocument/2006/relationships/package" Target="../embeddings/Microsoft_Excel_Sheet328.xlsx"/></Relationships>
</file>

<file path=ppt/charts/_rels/chart329.xml.rels><?xml version='1.0' encoding='UTF-8' standalone='yes'?>
<Relationships xmlns="http://schemas.openxmlformats.org/package/2006/relationships"><Relationship Id="rId1" Type="http://schemas.openxmlformats.org/officeDocument/2006/relationships/package" Target="../embeddings/Microsoft_Excel_Sheet329.xlsx"/></Relationships>
</file>

<file path=ppt/charts/_rels/chart330.xml.rels><?xml version='1.0' encoding='UTF-8' standalone='yes'?>
<Relationships xmlns="http://schemas.openxmlformats.org/package/2006/relationships"><Relationship Id="rId1" Type="http://schemas.openxmlformats.org/officeDocument/2006/relationships/package" Target="../embeddings/Microsoft_Excel_Sheet330.xlsx"/></Relationships>
</file>

<file path=ppt/charts/_rels/chart331.xml.rels><?xml version='1.0' encoding='UTF-8' standalone='yes'?>
<Relationships xmlns="http://schemas.openxmlformats.org/package/2006/relationships"><Relationship Id="rId1" Type="http://schemas.openxmlformats.org/officeDocument/2006/relationships/package" Target="../embeddings/Microsoft_Excel_Sheet331.xlsx"/></Relationships>
</file>

<file path=ppt/charts/_rels/chart332.xml.rels><?xml version='1.0' encoding='UTF-8' standalone='yes'?>
<Relationships xmlns="http://schemas.openxmlformats.org/package/2006/relationships"><Relationship Id="rId1" Type="http://schemas.openxmlformats.org/officeDocument/2006/relationships/package" Target="../embeddings/Microsoft_Excel_Sheet332.xlsx"/></Relationships>
</file>

<file path=ppt/charts/_rels/chart333.xml.rels><?xml version='1.0' encoding='UTF-8' standalone='yes'?>
<Relationships xmlns="http://schemas.openxmlformats.org/package/2006/relationships"><Relationship Id="rId1" Type="http://schemas.openxmlformats.org/officeDocument/2006/relationships/package" Target="../embeddings/Microsoft_Excel_Sheet333.xlsx"/></Relationships>
</file>

<file path=ppt/charts/_rels/chart334.xml.rels><?xml version='1.0' encoding='UTF-8' standalone='yes'?>
<Relationships xmlns="http://schemas.openxmlformats.org/package/2006/relationships"><Relationship Id="rId1" Type="http://schemas.openxmlformats.org/officeDocument/2006/relationships/package" Target="../embeddings/Microsoft_Excel_Sheet334.xlsx"/></Relationships>
</file>

<file path=ppt/charts/_rels/chart335.xml.rels><?xml version='1.0' encoding='UTF-8' standalone='yes'?>
<Relationships xmlns="http://schemas.openxmlformats.org/package/2006/relationships"><Relationship Id="rId1" Type="http://schemas.openxmlformats.org/officeDocument/2006/relationships/package" Target="../embeddings/Microsoft_Excel_Sheet335.xlsx"/></Relationships>
</file>

<file path=ppt/charts/_rels/chart336.xml.rels><?xml version='1.0' encoding='UTF-8' standalone='yes'?>
<Relationships xmlns="http://schemas.openxmlformats.org/package/2006/relationships"><Relationship Id="rId1" Type="http://schemas.openxmlformats.org/officeDocument/2006/relationships/package" Target="../embeddings/Microsoft_Excel_Sheet336.xlsx"/></Relationships>
</file>

<file path=ppt/charts/_rels/chart337.xml.rels><?xml version='1.0' encoding='UTF-8' standalone='yes'?>
<Relationships xmlns="http://schemas.openxmlformats.org/package/2006/relationships"><Relationship Id="rId1" Type="http://schemas.openxmlformats.org/officeDocument/2006/relationships/package" Target="../embeddings/Microsoft_Excel_Sheet337.xlsx"/></Relationships>
</file>

<file path=ppt/charts/_rels/chart338.xml.rels><?xml version='1.0' encoding='UTF-8' standalone='yes'?>
<Relationships xmlns="http://schemas.openxmlformats.org/package/2006/relationships"><Relationship Id="rId1" Type="http://schemas.openxmlformats.org/officeDocument/2006/relationships/package" Target="../embeddings/Microsoft_Excel_Sheet338.xlsx"/></Relationships>
</file>

<file path=ppt/charts/_rels/chart339.xml.rels><?xml version='1.0' encoding='UTF-8' standalone='yes'?>
<Relationships xmlns="http://schemas.openxmlformats.org/package/2006/relationships"><Relationship Id="rId1" Type="http://schemas.openxmlformats.org/officeDocument/2006/relationships/package" Target="../embeddings/Microsoft_Excel_Sheet339.xlsx"/></Relationships>
</file>

<file path=ppt/charts/_rels/chart340.xml.rels><?xml version='1.0' encoding='UTF-8' standalone='yes'?>
<Relationships xmlns="http://schemas.openxmlformats.org/package/2006/relationships"><Relationship Id="rId1" Type="http://schemas.openxmlformats.org/officeDocument/2006/relationships/package" Target="../embeddings/Microsoft_Excel_Sheet340.xlsx"/></Relationships>
</file>

<file path=ppt/charts/_rels/chart341.xml.rels><?xml version='1.0' encoding='UTF-8' standalone='yes'?>
<Relationships xmlns="http://schemas.openxmlformats.org/package/2006/relationships"><Relationship Id="rId1" Type="http://schemas.openxmlformats.org/officeDocument/2006/relationships/package" Target="../embeddings/Microsoft_Excel_Sheet341.xlsx"/></Relationships>
</file>

<file path=ppt/charts/_rels/chart342.xml.rels><?xml version='1.0' encoding='UTF-8' standalone='yes'?>
<Relationships xmlns="http://schemas.openxmlformats.org/package/2006/relationships"><Relationship Id="rId1" Type="http://schemas.openxmlformats.org/officeDocument/2006/relationships/package" Target="../embeddings/Microsoft_Excel_Sheet342.xlsx"/></Relationships>
</file>

<file path=ppt/charts/_rels/chart343.xml.rels><?xml version='1.0' encoding='UTF-8' standalone='yes'?>
<Relationships xmlns="http://schemas.openxmlformats.org/package/2006/relationships"><Relationship Id="rId1" Type="http://schemas.openxmlformats.org/officeDocument/2006/relationships/package" Target="../embeddings/Microsoft_Excel_Sheet343.xlsx"/></Relationships>
</file>

<file path=ppt/charts/_rels/chart344.xml.rels><?xml version='1.0' encoding='UTF-8' standalone='yes'?>
<Relationships xmlns="http://schemas.openxmlformats.org/package/2006/relationships"><Relationship Id="rId1" Type="http://schemas.openxmlformats.org/officeDocument/2006/relationships/package" Target="../embeddings/Microsoft_Excel_Sheet344.xlsx"/></Relationships>
</file>

<file path=ppt/charts/_rels/chart345.xml.rels><?xml version='1.0' encoding='UTF-8' standalone='yes'?>
<Relationships xmlns="http://schemas.openxmlformats.org/package/2006/relationships"><Relationship Id="rId1" Type="http://schemas.openxmlformats.org/officeDocument/2006/relationships/package" Target="../embeddings/Microsoft_Excel_Sheet345.xlsx"/></Relationships>
</file>

<file path=ppt/charts/_rels/chart346.xml.rels><?xml version='1.0' encoding='UTF-8' standalone='yes'?>
<Relationships xmlns="http://schemas.openxmlformats.org/package/2006/relationships"><Relationship Id="rId1" Type="http://schemas.openxmlformats.org/officeDocument/2006/relationships/package" Target="../embeddings/Microsoft_Excel_Sheet346.xlsx"/></Relationships>
</file>

<file path=ppt/charts/_rels/chart347.xml.rels><?xml version='1.0' encoding='UTF-8' standalone='yes'?>
<Relationships xmlns="http://schemas.openxmlformats.org/package/2006/relationships"><Relationship Id="rId1" Type="http://schemas.openxmlformats.org/officeDocument/2006/relationships/package" Target="../embeddings/Microsoft_Excel_Sheet347.xlsx"/></Relationships>
</file>

<file path=ppt/charts/_rels/chart348.xml.rels><?xml version='1.0' encoding='UTF-8' standalone='yes'?>
<Relationships xmlns="http://schemas.openxmlformats.org/package/2006/relationships"><Relationship Id="rId1" Type="http://schemas.openxmlformats.org/officeDocument/2006/relationships/package" Target="../embeddings/Microsoft_Excel_Sheet348.xlsx"/></Relationships>
</file>

<file path=ppt/charts/_rels/chart349.xml.rels><?xml version='1.0' encoding='UTF-8' standalone='yes'?>
<Relationships xmlns="http://schemas.openxmlformats.org/package/2006/relationships"><Relationship Id="rId1" Type="http://schemas.openxmlformats.org/officeDocument/2006/relationships/package" Target="../embeddings/Microsoft_Excel_Sheet349.xlsx"/></Relationships>
</file>

<file path=ppt/charts/_rels/chart350.xml.rels><?xml version='1.0' encoding='UTF-8' standalone='yes'?>
<Relationships xmlns="http://schemas.openxmlformats.org/package/2006/relationships"><Relationship Id="rId1" Type="http://schemas.openxmlformats.org/officeDocument/2006/relationships/package" Target="../embeddings/Microsoft_Excel_Sheet350.xlsx"/></Relationships>
</file>

<file path=ppt/charts/_rels/chart351.xml.rels><?xml version='1.0' encoding='UTF-8' standalone='yes'?>
<Relationships xmlns="http://schemas.openxmlformats.org/package/2006/relationships"><Relationship Id="rId1" Type="http://schemas.openxmlformats.org/officeDocument/2006/relationships/package" Target="../embeddings/Microsoft_Excel_Sheet351.xlsx"/></Relationships>
</file>

<file path=ppt/charts/_rels/chart352.xml.rels><?xml version='1.0' encoding='UTF-8' standalone='yes'?>
<Relationships xmlns="http://schemas.openxmlformats.org/package/2006/relationships"><Relationship Id="rId1" Type="http://schemas.openxmlformats.org/officeDocument/2006/relationships/package" Target="../embeddings/Microsoft_Excel_Sheet352.xlsx"/></Relationships>
</file>

<file path=ppt/charts/_rels/chart353.xml.rels><?xml version='1.0' encoding='UTF-8' standalone='yes'?>
<Relationships xmlns="http://schemas.openxmlformats.org/package/2006/relationships"><Relationship Id="rId1" Type="http://schemas.openxmlformats.org/officeDocument/2006/relationships/package" Target="../embeddings/Microsoft_Excel_Sheet353.xlsx"/></Relationships>
</file>

<file path=ppt/charts/_rels/chart354.xml.rels><?xml version='1.0' encoding='UTF-8' standalone='yes'?>
<Relationships xmlns="http://schemas.openxmlformats.org/package/2006/relationships"><Relationship Id="rId1" Type="http://schemas.openxmlformats.org/officeDocument/2006/relationships/package" Target="../embeddings/Microsoft_Excel_Sheet354.xlsx"/></Relationships>
</file>

<file path=ppt/charts/_rels/chart355.xml.rels><?xml version='1.0' encoding='UTF-8' standalone='yes'?>
<Relationships xmlns="http://schemas.openxmlformats.org/package/2006/relationships"><Relationship Id="rId1" Type="http://schemas.openxmlformats.org/officeDocument/2006/relationships/package" Target="../embeddings/Microsoft_Excel_Sheet355.xlsx"/></Relationships>
</file>

<file path=ppt/charts/_rels/chart356.xml.rels><?xml version='1.0' encoding='UTF-8' standalone='yes'?>
<Relationships xmlns="http://schemas.openxmlformats.org/package/2006/relationships"><Relationship Id="rId1" Type="http://schemas.openxmlformats.org/officeDocument/2006/relationships/package" Target="../embeddings/Microsoft_Excel_Sheet356.xlsx"/></Relationships>
</file>

<file path=ppt/charts/_rels/chart357.xml.rels><?xml version='1.0' encoding='UTF-8' standalone='yes'?>
<Relationships xmlns="http://schemas.openxmlformats.org/package/2006/relationships"><Relationship Id="rId1" Type="http://schemas.openxmlformats.org/officeDocument/2006/relationships/package" Target="../embeddings/Microsoft_Excel_Sheet357.xlsx"/></Relationships>
</file>

<file path=ppt/charts/_rels/chart358.xml.rels><?xml version='1.0' encoding='UTF-8' standalone='yes'?>
<Relationships xmlns="http://schemas.openxmlformats.org/package/2006/relationships"><Relationship Id="rId1" Type="http://schemas.openxmlformats.org/officeDocument/2006/relationships/package" Target="../embeddings/Microsoft_Excel_Sheet358.xlsx"/></Relationships>
</file>

<file path=ppt/charts/_rels/chart359.xml.rels><?xml version='1.0' encoding='UTF-8' standalone='yes'?>
<Relationships xmlns="http://schemas.openxmlformats.org/package/2006/relationships"><Relationship Id="rId1" Type="http://schemas.openxmlformats.org/officeDocument/2006/relationships/package" Target="../embeddings/Microsoft_Excel_Sheet359.xlsx"/></Relationships>
</file>

<file path=ppt/charts/_rels/chart360.xml.rels><?xml version='1.0' encoding='UTF-8' standalone='yes'?>
<Relationships xmlns="http://schemas.openxmlformats.org/package/2006/relationships"><Relationship Id="rId1" Type="http://schemas.openxmlformats.org/officeDocument/2006/relationships/package" Target="../embeddings/Microsoft_Excel_Sheet360.xlsx"/></Relationships>
</file>

<file path=ppt/charts/_rels/chart361.xml.rels><?xml version='1.0' encoding='UTF-8' standalone='yes'?>
<Relationships xmlns="http://schemas.openxmlformats.org/package/2006/relationships"><Relationship Id="rId1" Type="http://schemas.openxmlformats.org/officeDocument/2006/relationships/package" Target="../embeddings/Microsoft_Excel_Sheet361.xlsx"/></Relationships>
</file>

<file path=ppt/charts/_rels/chart362.xml.rels><?xml version='1.0' encoding='UTF-8' standalone='yes'?>
<Relationships xmlns="http://schemas.openxmlformats.org/package/2006/relationships"><Relationship Id="rId1" Type="http://schemas.openxmlformats.org/officeDocument/2006/relationships/package" Target="../embeddings/Microsoft_Excel_Sheet362.xlsx"/></Relationships>
</file>

<file path=ppt/charts/_rels/chart363.xml.rels><?xml version='1.0' encoding='UTF-8' standalone='yes'?>
<Relationships xmlns="http://schemas.openxmlformats.org/package/2006/relationships"><Relationship Id="rId1" Type="http://schemas.openxmlformats.org/officeDocument/2006/relationships/package" Target="../embeddings/Microsoft_Excel_Sheet363.xlsx"/></Relationships>
</file>

<file path=ppt/charts/_rels/chart364.xml.rels><?xml version='1.0' encoding='UTF-8' standalone='yes'?>
<Relationships xmlns="http://schemas.openxmlformats.org/package/2006/relationships"><Relationship Id="rId1" Type="http://schemas.openxmlformats.org/officeDocument/2006/relationships/package" Target="../embeddings/Microsoft_Excel_Sheet364.xlsx"/></Relationships>
</file>

<file path=ppt/charts/_rels/chart365.xml.rels><?xml version='1.0' encoding='UTF-8' standalone='yes'?>
<Relationships xmlns="http://schemas.openxmlformats.org/package/2006/relationships"><Relationship Id="rId1" Type="http://schemas.openxmlformats.org/officeDocument/2006/relationships/package" Target="../embeddings/Microsoft_Excel_Sheet365.xlsx"/></Relationships>
</file>

<file path=ppt/charts/_rels/chart366.xml.rels><?xml version='1.0' encoding='UTF-8' standalone='yes'?>
<Relationships xmlns="http://schemas.openxmlformats.org/package/2006/relationships"><Relationship Id="rId1" Type="http://schemas.openxmlformats.org/officeDocument/2006/relationships/package" Target="../embeddings/Microsoft_Excel_Sheet366.xlsx"/></Relationships>
</file>

<file path=ppt/charts/_rels/chart367.xml.rels><?xml version='1.0' encoding='UTF-8' standalone='yes'?>
<Relationships xmlns="http://schemas.openxmlformats.org/package/2006/relationships"><Relationship Id="rId1" Type="http://schemas.openxmlformats.org/officeDocument/2006/relationships/package" Target="../embeddings/Microsoft_Excel_Sheet367.xlsx"/></Relationships>
</file>

<file path=ppt/charts/_rels/chart368.xml.rels><?xml version='1.0' encoding='UTF-8' standalone='yes'?>
<Relationships xmlns="http://schemas.openxmlformats.org/package/2006/relationships"><Relationship Id="rId1" Type="http://schemas.openxmlformats.org/officeDocument/2006/relationships/package" Target="../embeddings/Microsoft_Excel_Sheet368.xlsx"/></Relationships>
</file>

<file path=ppt/charts/_rels/chart369.xml.rels><?xml version='1.0' encoding='UTF-8' standalone='yes'?>
<Relationships xmlns="http://schemas.openxmlformats.org/package/2006/relationships"><Relationship Id="rId1" Type="http://schemas.openxmlformats.org/officeDocument/2006/relationships/package" Target="../embeddings/Microsoft_Excel_Sheet369.xlsx"/></Relationships>
</file>

<file path=ppt/charts/_rels/chart370.xml.rels><?xml version='1.0' encoding='UTF-8' standalone='yes'?>
<Relationships xmlns="http://schemas.openxmlformats.org/package/2006/relationships"><Relationship Id="rId1" Type="http://schemas.openxmlformats.org/officeDocument/2006/relationships/package" Target="../embeddings/Microsoft_Excel_Sheet370.xlsx"/></Relationships>
</file>

<file path=ppt/charts/_rels/chart371.xml.rels><?xml version='1.0' encoding='UTF-8' standalone='yes'?>
<Relationships xmlns="http://schemas.openxmlformats.org/package/2006/relationships"><Relationship Id="rId1" Type="http://schemas.openxmlformats.org/officeDocument/2006/relationships/package" Target="../embeddings/Microsoft_Excel_Sheet371.xlsx"/></Relationships>
</file>

<file path=ppt/charts/_rels/chart372.xml.rels><?xml version='1.0' encoding='UTF-8' standalone='yes'?>
<Relationships xmlns="http://schemas.openxmlformats.org/package/2006/relationships"><Relationship Id="rId1" Type="http://schemas.openxmlformats.org/officeDocument/2006/relationships/package" Target="../embeddings/Microsoft_Excel_Sheet372.xlsx"/></Relationships>
</file>

<file path=ppt/charts/_rels/chart373.xml.rels><?xml version='1.0' encoding='UTF-8' standalone='yes'?>
<Relationships xmlns="http://schemas.openxmlformats.org/package/2006/relationships"><Relationship Id="rId1" Type="http://schemas.openxmlformats.org/officeDocument/2006/relationships/package" Target="../embeddings/Microsoft_Excel_Sheet373.xlsx"/></Relationships>
</file>

<file path=ppt/charts/_rels/chart374.xml.rels><?xml version='1.0' encoding='UTF-8' standalone='yes'?>
<Relationships xmlns="http://schemas.openxmlformats.org/package/2006/relationships"><Relationship Id="rId1" Type="http://schemas.openxmlformats.org/officeDocument/2006/relationships/package" Target="../embeddings/Microsoft_Excel_Sheet374.xlsx"/></Relationships>
</file>

<file path=ppt/charts/_rels/chart375.xml.rels><?xml version='1.0' encoding='UTF-8' standalone='yes'?>
<Relationships xmlns="http://schemas.openxmlformats.org/package/2006/relationships"><Relationship Id="rId1" Type="http://schemas.openxmlformats.org/officeDocument/2006/relationships/package" Target="../embeddings/Microsoft_Excel_Sheet375.xlsx"/></Relationships>
</file>

<file path=ppt/charts/_rels/chart376.xml.rels><?xml version='1.0' encoding='UTF-8' standalone='yes'?>
<Relationships xmlns="http://schemas.openxmlformats.org/package/2006/relationships"><Relationship Id="rId1" Type="http://schemas.openxmlformats.org/officeDocument/2006/relationships/package" Target="../embeddings/Microsoft_Excel_Sheet376.xlsx"/></Relationships>
</file>

<file path=ppt/charts/_rels/chart377.xml.rels><?xml version='1.0' encoding='UTF-8' standalone='yes'?>
<Relationships xmlns="http://schemas.openxmlformats.org/package/2006/relationships"><Relationship Id="rId1" Type="http://schemas.openxmlformats.org/officeDocument/2006/relationships/package" Target="../embeddings/Microsoft_Excel_Sheet377.xlsx"/></Relationships>
</file>

<file path=ppt/charts/_rels/chart378.xml.rels><?xml version='1.0' encoding='UTF-8' standalone='yes'?>
<Relationships xmlns="http://schemas.openxmlformats.org/package/2006/relationships"><Relationship Id="rId1" Type="http://schemas.openxmlformats.org/officeDocument/2006/relationships/package" Target="../embeddings/Microsoft_Excel_Sheet378.xlsx"/></Relationships>
</file>

<file path=ppt/charts/_rels/chart379.xml.rels><?xml version='1.0' encoding='UTF-8' standalone='yes'?>
<Relationships xmlns="http://schemas.openxmlformats.org/package/2006/relationships"><Relationship Id="rId1" Type="http://schemas.openxmlformats.org/officeDocument/2006/relationships/package" Target="../embeddings/Microsoft_Excel_Sheet379.xlsx"/></Relationships>
</file>

<file path=ppt/charts/_rels/chart380.xml.rels><?xml version='1.0' encoding='UTF-8' standalone='yes'?>
<Relationships xmlns="http://schemas.openxmlformats.org/package/2006/relationships"><Relationship Id="rId1" Type="http://schemas.openxmlformats.org/officeDocument/2006/relationships/package" Target="../embeddings/Microsoft_Excel_Sheet380.xlsx"/></Relationships>
</file>

<file path=ppt/charts/_rels/chart381.xml.rels><?xml version='1.0' encoding='UTF-8' standalone='yes'?>
<Relationships xmlns="http://schemas.openxmlformats.org/package/2006/relationships"><Relationship Id="rId1" Type="http://schemas.openxmlformats.org/officeDocument/2006/relationships/package" Target="../embeddings/Microsoft_Excel_Sheet381.xlsx"/></Relationships>
</file>

<file path=ppt/charts/_rels/chart382.xml.rels><?xml version='1.0' encoding='UTF-8' standalone='yes'?>
<Relationships xmlns="http://schemas.openxmlformats.org/package/2006/relationships"><Relationship Id="rId1" Type="http://schemas.openxmlformats.org/officeDocument/2006/relationships/package" Target="../embeddings/Microsoft_Excel_Sheet382.xlsx"/></Relationships>
</file>

<file path=ppt/charts/_rels/chart383.xml.rels><?xml version='1.0' encoding='UTF-8' standalone='yes'?>
<Relationships xmlns="http://schemas.openxmlformats.org/package/2006/relationships"><Relationship Id="rId1" Type="http://schemas.openxmlformats.org/officeDocument/2006/relationships/package" Target="../embeddings/Microsoft_Excel_Sheet383.xlsx"/></Relationships>
</file>

<file path=ppt/charts/_rels/chart384.xml.rels><?xml version='1.0' encoding='UTF-8' standalone='yes'?>
<Relationships xmlns="http://schemas.openxmlformats.org/package/2006/relationships"><Relationship Id="rId1" Type="http://schemas.openxmlformats.org/officeDocument/2006/relationships/package" Target="../embeddings/Microsoft_Excel_Sheet384.xlsx"/></Relationships>
</file>

<file path=ppt/charts/_rels/chart385.xml.rels><?xml version='1.0' encoding='UTF-8' standalone='yes'?>
<Relationships xmlns="http://schemas.openxmlformats.org/package/2006/relationships"><Relationship Id="rId1" Type="http://schemas.openxmlformats.org/officeDocument/2006/relationships/package" Target="../embeddings/Microsoft_Excel_Sheet385.xlsx"/></Relationships>
</file>

<file path=ppt/charts/_rels/chart386.xml.rels><?xml version='1.0' encoding='UTF-8' standalone='yes'?>
<Relationships xmlns="http://schemas.openxmlformats.org/package/2006/relationships"><Relationship Id="rId1" Type="http://schemas.openxmlformats.org/officeDocument/2006/relationships/package" Target="../embeddings/Microsoft_Excel_Sheet386.xlsx"/></Relationships>
</file>

<file path=ppt/charts/_rels/chart387.xml.rels><?xml version='1.0' encoding='UTF-8' standalone='yes'?>
<Relationships xmlns="http://schemas.openxmlformats.org/package/2006/relationships"><Relationship Id="rId1" Type="http://schemas.openxmlformats.org/officeDocument/2006/relationships/package" Target="../embeddings/Microsoft_Excel_Sheet387.xlsx"/></Relationships>
</file>

<file path=ppt/charts/_rels/chart388.xml.rels><?xml version='1.0' encoding='UTF-8' standalone='yes'?>
<Relationships xmlns="http://schemas.openxmlformats.org/package/2006/relationships"><Relationship Id="rId1" Type="http://schemas.openxmlformats.org/officeDocument/2006/relationships/package" Target="../embeddings/Microsoft_Excel_Sheet388.xlsx"/></Relationships>
</file>

<file path=ppt/charts/_rels/chart389.xml.rels><?xml version='1.0' encoding='UTF-8' standalone='yes'?>
<Relationships xmlns="http://schemas.openxmlformats.org/package/2006/relationships"><Relationship Id="rId1" Type="http://schemas.openxmlformats.org/officeDocument/2006/relationships/package" Target="../embeddings/Microsoft_Excel_Sheet389.xlsx"/></Relationships>
</file>

<file path=ppt/charts/_rels/chart390.xml.rels><?xml version='1.0' encoding='UTF-8' standalone='yes'?>
<Relationships xmlns="http://schemas.openxmlformats.org/package/2006/relationships"><Relationship Id="rId1" Type="http://schemas.openxmlformats.org/officeDocument/2006/relationships/package" Target="../embeddings/Microsoft_Excel_Sheet390.xlsx"/></Relationships>
</file>

<file path=ppt/charts/_rels/chart391.xml.rels><?xml version='1.0' encoding='UTF-8' standalone='yes'?>
<Relationships xmlns="http://schemas.openxmlformats.org/package/2006/relationships"><Relationship Id="rId1" Type="http://schemas.openxmlformats.org/officeDocument/2006/relationships/package" Target="../embeddings/Microsoft_Excel_Sheet391.xlsx"/></Relationships>
</file>

<file path=ppt/charts/_rels/chart392.xml.rels><?xml version='1.0' encoding='UTF-8' standalone='yes'?>
<Relationships xmlns="http://schemas.openxmlformats.org/package/2006/relationships"><Relationship Id="rId1" Type="http://schemas.openxmlformats.org/officeDocument/2006/relationships/package" Target="../embeddings/Microsoft_Excel_Sheet392.xlsx"/></Relationships>
</file>

<file path=ppt/charts/_rels/chart393.xml.rels><?xml version='1.0' encoding='UTF-8' standalone='yes'?>
<Relationships xmlns="http://schemas.openxmlformats.org/package/2006/relationships"><Relationship Id="rId1" Type="http://schemas.openxmlformats.org/officeDocument/2006/relationships/package" Target="../embeddings/Microsoft_Excel_Sheet393.xlsx"/></Relationships>
</file>

<file path=ppt/charts/_rels/chart394.xml.rels><?xml version='1.0' encoding='UTF-8' standalone='yes'?>
<Relationships xmlns="http://schemas.openxmlformats.org/package/2006/relationships"><Relationship Id="rId1" Type="http://schemas.openxmlformats.org/officeDocument/2006/relationships/package" Target="../embeddings/Microsoft_Excel_Sheet394.xlsx"/></Relationships>
</file>

<file path=ppt/charts/_rels/chart395.xml.rels><?xml version='1.0' encoding='UTF-8' standalone='yes'?>
<Relationships xmlns="http://schemas.openxmlformats.org/package/2006/relationships"><Relationship Id="rId1" Type="http://schemas.openxmlformats.org/officeDocument/2006/relationships/package" Target="../embeddings/Microsoft_Excel_Sheet395.xlsx"/></Relationships>
</file>

<file path=ppt/charts/_rels/chart396.xml.rels><?xml version='1.0' encoding='UTF-8' standalone='yes'?>
<Relationships xmlns="http://schemas.openxmlformats.org/package/2006/relationships"><Relationship Id="rId1" Type="http://schemas.openxmlformats.org/officeDocument/2006/relationships/package" Target="../embeddings/Microsoft_Excel_Sheet396.xlsx"/></Relationships>
</file>

<file path=ppt/charts/_rels/chart397.xml.rels><?xml version='1.0' encoding='UTF-8' standalone='yes'?>
<Relationships xmlns="http://schemas.openxmlformats.org/package/2006/relationships"><Relationship Id="rId1" Type="http://schemas.openxmlformats.org/officeDocument/2006/relationships/package" Target="../embeddings/Microsoft_Excel_Sheet397.xlsx"/></Relationships>
</file>

<file path=ppt/charts/_rels/chart398.xml.rels><?xml version='1.0' encoding='UTF-8' standalone='yes'?>
<Relationships xmlns="http://schemas.openxmlformats.org/package/2006/relationships"><Relationship Id="rId1" Type="http://schemas.openxmlformats.org/officeDocument/2006/relationships/package" Target="../embeddings/Microsoft_Excel_Sheet398.xlsx"/></Relationships>
</file>

<file path=ppt/charts/_rels/chart399.xml.rels><?xml version='1.0' encoding='UTF-8' standalone='yes'?>
<Relationships xmlns="http://schemas.openxmlformats.org/package/2006/relationships"><Relationship Id="rId1" Type="http://schemas.openxmlformats.org/officeDocument/2006/relationships/package" Target="../embeddings/Microsoft_Excel_Sheet399.xlsx"/></Relationships>
</file>

<file path=ppt/charts/_rels/chart400.xml.rels><?xml version='1.0' encoding='UTF-8' standalone='yes'?>
<Relationships xmlns="http://schemas.openxmlformats.org/package/2006/relationships"><Relationship Id="rId1" Type="http://schemas.openxmlformats.org/officeDocument/2006/relationships/package" Target="../embeddings/Microsoft_Excel_Sheet400.xlsx"/></Relationships>
</file>

<file path=ppt/charts/_rels/chart401.xml.rels><?xml version='1.0' encoding='UTF-8' standalone='yes'?>
<Relationships xmlns="http://schemas.openxmlformats.org/package/2006/relationships"><Relationship Id="rId1" Type="http://schemas.openxmlformats.org/officeDocument/2006/relationships/package" Target="../embeddings/Microsoft_Excel_Sheet401.xlsx"/></Relationships>
</file>

<file path=ppt/charts/_rels/chart402.xml.rels><?xml version='1.0' encoding='UTF-8' standalone='yes'?>
<Relationships xmlns="http://schemas.openxmlformats.org/package/2006/relationships"><Relationship Id="rId1" Type="http://schemas.openxmlformats.org/officeDocument/2006/relationships/package" Target="../embeddings/Microsoft_Excel_Sheet402.xlsx"/></Relationships>
</file>

<file path=ppt/charts/_rels/chart403.xml.rels><?xml version='1.0' encoding='UTF-8' standalone='yes'?>
<Relationships xmlns="http://schemas.openxmlformats.org/package/2006/relationships"><Relationship Id="rId1" Type="http://schemas.openxmlformats.org/officeDocument/2006/relationships/package" Target="../embeddings/Microsoft_Excel_Sheet403.xlsx"/></Relationships>
</file>

<file path=ppt/charts/_rels/chart404.xml.rels><?xml version='1.0' encoding='UTF-8' standalone='yes'?>
<Relationships xmlns="http://schemas.openxmlformats.org/package/2006/relationships"><Relationship Id="rId1" Type="http://schemas.openxmlformats.org/officeDocument/2006/relationships/package" Target="../embeddings/Microsoft_Excel_Sheet404.xlsx"/></Relationships>
</file>

<file path=ppt/charts/_rels/chart405.xml.rels><?xml version='1.0' encoding='UTF-8' standalone='yes'?>
<Relationships xmlns="http://schemas.openxmlformats.org/package/2006/relationships"><Relationship Id="rId1" Type="http://schemas.openxmlformats.org/officeDocument/2006/relationships/package" Target="../embeddings/Microsoft_Excel_Sheet405.xlsx"/></Relationships>
</file>

<file path=ppt/charts/_rels/chart406.xml.rels><?xml version='1.0' encoding='UTF-8' standalone='yes'?>
<Relationships xmlns="http://schemas.openxmlformats.org/package/2006/relationships"><Relationship Id="rId1" Type="http://schemas.openxmlformats.org/officeDocument/2006/relationships/package" Target="../embeddings/Microsoft_Excel_Sheet406.xlsx"/></Relationships>
</file>

<file path=ppt/charts/_rels/chart407.xml.rels><?xml version='1.0' encoding='UTF-8' standalone='yes'?>
<Relationships xmlns="http://schemas.openxmlformats.org/package/2006/relationships"><Relationship Id="rId1" Type="http://schemas.openxmlformats.org/officeDocument/2006/relationships/package" Target="../embeddings/Microsoft_Excel_Sheet407.xlsx"/></Relationships>
</file>

<file path=ppt/charts/_rels/chart408.xml.rels><?xml version='1.0' encoding='UTF-8' standalone='yes'?>
<Relationships xmlns="http://schemas.openxmlformats.org/package/2006/relationships"><Relationship Id="rId1" Type="http://schemas.openxmlformats.org/officeDocument/2006/relationships/package" Target="../embeddings/Microsoft_Excel_Sheet408.xlsx"/></Relationships>
</file>

<file path=ppt/charts/_rels/chart409.xml.rels><?xml version='1.0' encoding='UTF-8' standalone='yes'?>
<Relationships xmlns="http://schemas.openxmlformats.org/package/2006/relationships"><Relationship Id="rId1" Type="http://schemas.openxmlformats.org/officeDocument/2006/relationships/package" Target="../embeddings/Microsoft_Excel_Sheet409.xlsx"/></Relationships>
</file>

<file path=ppt/charts/_rels/chart410.xml.rels><?xml version='1.0' encoding='UTF-8' standalone='yes'?>
<Relationships xmlns="http://schemas.openxmlformats.org/package/2006/relationships"><Relationship Id="rId1" Type="http://schemas.openxmlformats.org/officeDocument/2006/relationships/package" Target="../embeddings/Microsoft_Excel_Sheet410.xlsx"/></Relationships>
</file>

<file path=ppt/charts/_rels/chart411.xml.rels><?xml version='1.0' encoding='UTF-8' standalone='yes'?>
<Relationships xmlns="http://schemas.openxmlformats.org/package/2006/relationships"><Relationship Id="rId1" Type="http://schemas.openxmlformats.org/officeDocument/2006/relationships/package" Target="../embeddings/Microsoft_Excel_Sheet411.xlsx"/></Relationships>
</file>

<file path=ppt/charts/_rels/chart412.xml.rels><?xml version='1.0' encoding='UTF-8' standalone='yes'?>
<Relationships xmlns="http://schemas.openxmlformats.org/package/2006/relationships"><Relationship Id="rId1" Type="http://schemas.openxmlformats.org/officeDocument/2006/relationships/package" Target="../embeddings/Microsoft_Excel_Sheet412.xlsx"/></Relationships>
</file>

<file path=ppt/charts/_rels/chart413.xml.rels><?xml version='1.0' encoding='UTF-8' standalone='yes'?>
<Relationships xmlns="http://schemas.openxmlformats.org/package/2006/relationships"><Relationship Id="rId1" Type="http://schemas.openxmlformats.org/officeDocument/2006/relationships/package" Target="../embeddings/Microsoft_Excel_Sheet413.xlsx"/></Relationships>
</file>

<file path=ppt/charts/_rels/chart414.xml.rels><?xml version='1.0' encoding='UTF-8' standalone='yes'?>
<Relationships xmlns="http://schemas.openxmlformats.org/package/2006/relationships"><Relationship Id="rId1" Type="http://schemas.openxmlformats.org/officeDocument/2006/relationships/package" Target="../embeddings/Microsoft_Excel_Sheet414.xlsx"/></Relationships>
</file>

<file path=ppt/charts/_rels/chart415.xml.rels><?xml version='1.0' encoding='UTF-8' standalone='yes'?>
<Relationships xmlns="http://schemas.openxmlformats.org/package/2006/relationships"><Relationship Id="rId1" Type="http://schemas.openxmlformats.org/officeDocument/2006/relationships/package" Target="../embeddings/Microsoft_Excel_Sheet415.xlsx"/></Relationships>
</file>

<file path=ppt/charts/_rels/chart416.xml.rels><?xml version='1.0' encoding='UTF-8' standalone='yes'?>
<Relationships xmlns="http://schemas.openxmlformats.org/package/2006/relationships"><Relationship Id="rId1" Type="http://schemas.openxmlformats.org/officeDocument/2006/relationships/package" Target="../embeddings/Microsoft_Excel_Sheet416.xlsx"/></Relationships>
</file>

<file path=ppt/charts/_rels/chart417.xml.rels><?xml version='1.0' encoding='UTF-8' standalone='yes'?>
<Relationships xmlns="http://schemas.openxmlformats.org/package/2006/relationships"><Relationship Id="rId1" Type="http://schemas.openxmlformats.org/officeDocument/2006/relationships/package" Target="../embeddings/Microsoft_Excel_Sheet417.xlsx"/></Relationships>
</file>

<file path=ppt/charts/_rels/chart418.xml.rels><?xml version='1.0' encoding='UTF-8' standalone='yes'?>
<Relationships xmlns="http://schemas.openxmlformats.org/package/2006/relationships"><Relationship Id="rId1" Type="http://schemas.openxmlformats.org/officeDocument/2006/relationships/package" Target="../embeddings/Microsoft_Excel_Sheet418.xlsx"/></Relationships>
</file>

<file path=ppt/charts/_rels/chart419.xml.rels><?xml version='1.0' encoding='UTF-8' standalone='yes'?>
<Relationships xmlns="http://schemas.openxmlformats.org/package/2006/relationships"><Relationship Id="rId1" Type="http://schemas.openxmlformats.org/officeDocument/2006/relationships/package" Target="../embeddings/Microsoft_Excel_Sheet419.xlsx"/></Relationships>
</file>

<file path=ppt/charts/_rels/chart420.xml.rels><?xml version='1.0' encoding='UTF-8' standalone='yes'?>
<Relationships xmlns="http://schemas.openxmlformats.org/package/2006/relationships"><Relationship Id="rId1" Type="http://schemas.openxmlformats.org/officeDocument/2006/relationships/package" Target="../embeddings/Microsoft_Excel_Sheet420.xlsx"/></Relationships>
</file>

<file path=ppt/charts/_rels/chart421.xml.rels><?xml version='1.0' encoding='UTF-8' standalone='yes'?>
<Relationships xmlns="http://schemas.openxmlformats.org/package/2006/relationships"><Relationship Id="rId1" Type="http://schemas.openxmlformats.org/officeDocument/2006/relationships/package" Target="../embeddings/Microsoft_Excel_Sheet421.xlsx"/></Relationships>
</file>

<file path=ppt/charts/_rels/chart422.xml.rels><?xml version='1.0' encoding='UTF-8' standalone='yes'?>
<Relationships xmlns="http://schemas.openxmlformats.org/package/2006/relationships"><Relationship Id="rId1" Type="http://schemas.openxmlformats.org/officeDocument/2006/relationships/package" Target="../embeddings/Microsoft_Excel_Sheet422.xlsx"/></Relationships>
</file>

<file path=ppt/charts/_rels/chart423.xml.rels><?xml version='1.0' encoding='UTF-8' standalone='yes'?>
<Relationships xmlns="http://schemas.openxmlformats.org/package/2006/relationships"><Relationship Id="rId1" Type="http://schemas.openxmlformats.org/officeDocument/2006/relationships/package" Target="../embeddings/Microsoft_Excel_Sheet423.xlsx"/></Relationships>
</file>

<file path=ppt/charts/_rels/chart424.xml.rels><?xml version='1.0' encoding='UTF-8' standalone='yes'?>
<Relationships xmlns="http://schemas.openxmlformats.org/package/2006/relationships"><Relationship Id="rId1" Type="http://schemas.openxmlformats.org/officeDocument/2006/relationships/package" Target="../embeddings/Microsoft_Excel_Sheet424.xlsx"/></Relationships>
</file>

<file path=ppt/charts/_rels/chart425.xml.rels><?xml version='1.0' encoding='UTF-8' standalone='yes'?>
<Relationships xmlns="http://schemas.openxmlformats.org/package/2006/relationships"><Relationship Id="rId1" Type="http://schemas.openxmlformats.org/officeDocument/2006/relationships/package" Target="../embeddings/Microsoft_Excel_Sheet425.xlsx"/></Relationships>
</file>

<file path=ppt/charts/_rels/chart426.xml.rels><?xml version='1.0' encoding='UTF-8' standalone='yes'?>
<Relationships xmlns="http://schemas.openxmlformats.org/package/2006/relationships"><Relationship Id="rId1" Type="http://schemas.openxmlformats.org/officeDocument/2006/relationships/package" Target="../embeddings/Microsoft_Excel_Sheet426.xlsx"/></Relationships>
</file>

<file path=ppt/charts/_rels/chart427.xml.rels><?xml version='1.0' encoding='UTF-8' standalone='yes'?>
<Relationships xmlns="http://schemas.openxmlformats.org/package/2006/relationships"><Relationship Id="rId1" Type="http://schemas.openxmlformats.org/officeDocument/2006/relationships/package" Target="../embeddings/Microsoft_Excel_Sheet427.xlsx"/></Relationships>
</file>

<file path=ppt/charts/_rels/chart428.xml.rels><?xml version='1.0' encoding='UTF-8' standalone='yes'?>
<Relationships xmlns="http://schemas.openxmlformats.org/package/2006/relationships"><Relationship Id="rId1" Type="http://schemas.openxmlformats.org/officeDocument/2006/relationships/package" Target="../embeddings/Microsoft_Excel_Sheet428.xlsx"/></Relationships>
</file>

<file path=ppt/charts/_rels/chart429.xml.rels><?xml version='1.0' encoding='UTF-8' standalone='yes'?>
<Relationships xmlns="http://schemas.openxmlformats.org/package/2006/relationships"><Relationship Id="rId1" Type="http://schemas.openxmlformats.org/officeDocument/2006/relationships/package" Target="../embeddings/Microsoft_Excel_Sheet429.xlsx"/></Relationships>
</file>

<file path=ppt/charts/_rels/chart430.xml.rels><?xml version='1.0' encoding='UTF-8' standalone='yes'?>
<Relationships xmlns="http://schemas.openxmlformats.org/package/2006/relationships"><Relationship Id="rId1" Type="http://schemas.openxmlformats.org/officeDocument/2006/relationships/package" Target="../embeddings/Microsoft_Excel_Sheet430.xlsx"/></Relationships>
</file>

<file path=ppt/charts/_rels/chart431.xml.rels><?xml version='1.0' encoding='UTF-8' standalone='yes'?>
<Relationships xmlns="http://schemas.openxmlformats.org/package/2006/relationships"><Relationship Id="rId1" Type="http://schemas.openxmlformats.org/officeDocument/2006/relationships/package" Target="../embeddings/Microsoft_Excel_Sheet431.xlsx"/></Relationships>
</file>

<file path=ppt/charts/_rels/chart432.xml.rels><?xml version='1.0' encoding='UTF-8' standalone='yes'?>
<Relationships xmlns="http://schemas.openxmlformats.org/package/2006/relationships"><Relationship Id="rId1" Type="http://schemas.openxmlformats.org/officeDocument/2006/relationships/package" Target="../embeddings/Microsoft_Excel_Sheet432.xlsx"/></Relationships>
</file>

<file path=ppt/charts/_rels/chart433.xml.rels><?xml version='1.0' encoding='UTF-8' standalone='yes'?>
<Relationships xmlns="http://schemas.openxmlformats.org/package/2006/relationships"><Relationship Id="rId1" Type="http://schemas.openxmlformats.org/officeDocument/2006/relationships/package" Target="../embeddings/Microsoft_Excel_Sheet433.xlsx"/></Relationships>
</file>

<file path=ppt/charts/_rels/chart434.xml.rels><?xml version='1.0' encoding='UTF-8' standalone='yes'?>
<Relationships xmlns="http://schemas.openxmlformats.org/package/2006/relationships"><Relationship Id="rId1" Type="http://schemas.openxmlformats.org/officeDocument/2006/relationships/package" Target="../embeddings/Microsoft_Excel_Sheet434.xlsx"/></Relationships>
</file>

<file path=ppt/charts/_rels/chart435.xml.rels><?xml version='1.0' encoding='UTF-8' standalone='yes'?>
<Relationships xmlns="http://schemas.openxmlformats.org/package/2006/relationships"><Relationship Id="rId1" Type="http://schemas.openxmlformats.org/officeDocument/2006/relationships/package" Target="../embeddings/Microsoft_Excel_Sheet435.xlsx"/></Relationships>
</file>

<file path=ppt/charts/_rels/chart436.xml.rels><?xml version='1.0' encoding='UTF-8' standalone='yes'?>
<Relationships xmlns="http://schemas.openxmlformats.org/package/2006/relationships"><Relationship Id="rId1" Type="http://schemas.openxmlformats.org/officeDocument/2006/relationships/package" Target="../embeddings/Microsoft_Excel_Sheet436.xlsx"/></Relationships>
</file>

<file path=ppt/charts/_rels/chart437.xml.rels><?xml version='1.0' encoding='UTF-8' standalone='yes'?>
<Relationships xmlns="http://schemas.openxmlformats.org/package/2006/relationships"><Relationship Id="rId1" Type="http://schemas.openxmlformats.org/officeDocument/2006/relationships/package" Target="../embeddings/Microsoft_Excel_Sheet437.xlsx"/></Relationships>
</file>

<file path=ppt/charts/_rels/chart438.xml.rels><?xml version='1.0' encoding='UTF-8' standalone='yes'?>
<Relationships xmlns="http://schemas.openxmlformats.org/package/2006/relationships"><Relationship Id="rId1" Type="http://schemas.openxmlformats.org/officeDocument/2006/relationships/package" Target="../embeddings/Microsoft_Excel_Sheet438.xlsx"/></Relationships>
</file>

<file path=ppt/charts/_rels/chart439.xml.rels><?xml version='1.0' encoding='UTF-8' standalone='yes'?>
<Relationships xmlns="http://schemas.openxmlformats.org/package/2006/relationships"><Relationship Id="rId1" Type="http://schemas.openxmlformats.org/officeDocument/2006/relationships/package" Target="../embeddings/Microsoft_Excel_Sheet439.xlsx"/></Relationships>
</file>

<file path=ppt/charts/_rels/chart440.xml.rels><?xml version='1.0' encoding='UTF-8' standalone='yes'?>
<Relationships xmlns="http://schemas.openxmlformats.org/package/2006/relationships"><Relationship Id="rId1" Type="http://schemas.openxmlformats.org/officeDocument/2006/relationships/package" Target="../embeddings/Microsoft_Excel_Sheet440.xlsx"/></Relationships>
</file>

<file path=ppt/charts/_rels/chart441.xml.rels><?xml version='1.0' encoding='UTF-8' standalone='yes'?>
<Relationships xmlns="http://schemas.openxmlformats.org/package/2006/relationships"><Relationship Id="rId1" Type="http://schemas.openxmlformats.org/officeDocument/2006/relationships/package" Target="../embeddings/Microsoft_Excel_Sheet441.xlsx"/></Relationships>
</file>

<file path=ppt/charts/_rels/chart442.xml.rels><?xml version='1.0' encoding='UTF-8' standalone='yes'?>
<Relationships xmlns="http://schemas.openxmlformats.org/package/2006/relationships"><Relationship Id="rId1" Type="http://schemas.openxmlformats.org/officeDocument/2006/relationships/package" Target="../embeddings/Microsoft_Excel_Sheet442.xlsx"/></Relationships>
</file>

<file path=ppt/charts/_rels/chart443.xml.rels><?xml version='1.0' encoding='UTF-8' standalone='yes'?>
<Relationships xmlns="http://schemas.openxmlformats.org/package/2006/relationships"><Relationship Id="rId1" Type="http://schemas.openxmlformats.org/officeDocument/2006/relationships/package" Target="../embeddings/Microsoft_Excel_Sheet443.xlsx"/></Relationships>
</file>

<file path=ppt/charts/_rels/chart444.xml.rels><?xml version='1.0' encoding='UTF-8' standalone='yes'?>
<Relationships xmlns="http://schemas.openxmlformats.org/package/2006/relationships"><Relationship Id="rId1" Type="http://schemas.openxmlformats.org/officeDocument/2006/relationships/package" Target="../embeddings/Microsoft_Excel_Sheet444.xlsx"/></Relationships>
</file>

<file path=ppt/charts/_rels/chart445.xml.rels><?xml version='1.0' encoding='UTF-8' standalone='yes'?>
<Relationships xmlns="http://schemas.openxmlformats.org/package/2006/relationships"><Relationship Id="rId1" Type="http://schemas.openxmlformats.org/officeDocument/2006/relationships/package" Target="../embeddings/Microsoft_Excel_Sheet445.xlsx"/></Relationships>
</file>

<file path=ppt/charts/_rels/chart446.xml.rels><?xml version='1.0' encoding='UTF-8' standalone='yes'?>
<Relationships xmlns="http://schemas.openxmlformats.org/package/2006/relationships"><Relationship Id="rId1" Type="http://schemas.openxmlformats.org/officeDocument/2006/relationships/package" Target="../embeddings/Microsoft_Excel_Sheet446.xlsx"/></Relationships>
</file>

<file path=ppt/charts/_rels/chart447.xml.rels><?xml version='1.0' encoding='UTF-8' standalone='yes'?>
<Relationships xmlns="http://schemas.openxmlformats.org/package/2006/relationships"><Relationship Id="rId1" Type="http://schemas.openxmlformats.org/officeDocument/2006/relationships/package" Target="../embeddings/Microsoft_Excel_Sheet447.xlsx"/></Relationships>
</file>

<file path=ppt/charts/_rels/chart448.xml.rels><?xml version='1.0' encoding='UTF-8' standalone='yes'?>
<Relationships xmlns="http://schemas.openxmlformats.org/package/2006/relationships"><Relationship Id="rId1" Type="http://schemas.openxmlformats.org/officeDocument/2006/relationships/package" Target="../embeddings/Microsoft_Excel_Sheet448.xlsx"/></Relationships>
</file>

<file path=ppt/charts/_rels/chart449.xml.rels><?xml version='1.0' encoding='UTF-8' standalone='yes'?>
<Relationships xmlns="http://schemas.openxmlformats.org/package/2006/relationships"><Relationship Id="rId1" Type="http://schemas.openxmlformats.org/officeDocument/2006/relationships/package" Target="../embeddings/Microsoft_Excel_Sheet449.xlsx"/></Relationships>
</file>

<file path=ppt/charts/_rels/chart450.xml.rels><?xml version='1.0' encoding='UTF-8' standalone='yes'?>
<Relationships xmlns="http://schemas.openxmlformats.org/package/2006/relationships"><Relationship Id="rId1" Type="http://schemas.openxmlformats.org/officeDocument/2006/relationships/package" Target="../embeddings/Microsoft_Excel_Sheet450.xlsx"/></Relationships>
</file>

<file path=ppt/charts/_rels/chart451.xml.rels><?xml version='1.0' encoding='UTF-8' standalone='yes'?>
<Relationships xmlns="http://schemas.openxmlformats.org/package/2006/relationships"><Relationship Id="rId1" Type="http://schemas.openxmlformats.org/officeDocument/2006/relationships/package" Target="../embeddings/Microsoft_Excel_Sheet451.xlsx"/></Relationships>
</file>

<file path=ppt/charts/_rels/chart452.xml.rels><?xml version='1.0' encoding='UTF-8' standalone='yes'?>
<Relationships xmlns="http://schemas.openxmlformats.org/package/2006/relationships"><Relationship Id="rId1" Type="http://schemas.openxmlformats.org/officeDocument/2006/relationships/package" Target="../embeddings/Microsoft_Excel_Sheet452.xlsx"/></Relationships>
</file>

<file path=ppt/charts/_rels/chart453.xml.rels><?xml version='1.0' encoding='UTF-8' standalone='yes'?>
<Relationships xmlns="http://schemas.openxmlformats.org/package/2006/relationships"><Relationship Id="rId1" Type="http://schemas.openxmlformats.org/officeDocument/2006/relationships/package" Target="../embeddings/Microsoft_Excel_Sheet453.xlsx"/></Relationships>
</file>

<file path=ppt/charts/_rels/chart454.xml.rels><?xml version='1.0' encoding='UTF-8' standalone='yes'?>
<Relationships xmlns="http://schemas.openxmlformats.org/package/2006/relationships"><Relationship Id="rId1" Type="http://schemas.openxmlformats.org/officeDocument/2006/relationships/package" Target="../embeddings/Microsoft_Excel_Sheet454.xlsx"/></Relationships>
</file>

<file path=ppt/charts/_rels/chart455.xml.rels><?xml version='1.0' encoding='UTF-8' standalone='yes'?>
<Relationships xmlns="http://schemas.openxmlformats.org/package/2006/relationships"><Relationship Id="rId1" Type="http://schemas.openxmlformats.org/officeDocument/2006/relationships/package" Target="../embeddings/Microsoft_Excel_Sheet455.xlsx"/></Relationships>
</file>

<file path=ppt/charts/_rels/chart456.xml.rels><?xml version='1.0' encoding='UTF-8' standalone='yes'?>
<Relationships xmlns="http://schemas.openxmlformats.org/package/2006/relationships"><Relationship Id="rId1" Type="http://schemas.openxmlformats.org/officeDocument/2006/relationships/package" Target="../embeddings/Microsoft_Excel_Sheet456.xlsx"/></Relationships>
</file>

<file path=ppt/charts/_rels/chart457.xml.rels><?xml version='1.0' encoding='UTF-8' standalone='yes'?>
<Relationships xmlns="http://schemas.openxmlformats.org/package/2006/relationships"><Relationship Id="rId1" Type="http://schemas.openxmlformats.org/officeDocument/2006/relationships/package" Target="../embeddings/Microsoft_Excel_Sheet457.xlsx"/></Relationships>
</file>

<file path=ppt/charts/_rels/chart458.xml.rels><?xml version='1.0' encoding='UTF-8' standalone='yes'?>
<Relationships xmlns="http://schemas.openxmlformats.org/package/2006/relationships"><Relationship Id="rId1" Type="http://schemas.openxmlformats.org/officeDocument/2006/relationships/package" Target="../embeddings/Microsoft_Excel_Sheet458.xlsx"/></Relationships>
</file>

<file path=ppt/charts/_rels/chart459.xml.rels><?xml version='1.0' encoding='UTF-8' standalone='yes'?>
<Relationships xmlns="http://schemas.openxmlformats.org/package/2006/relationships"><Relationship Id="rId1" Type="http://schemas.openxmlformats.org/officeDocument/2006/relationships/package" Target="../embeddings/Microsoft_Excel_Sheet459.xlsx"/></Relationships>
</file>

<file path=ppt/charts/_rels/chart460.xml.rels><?xml version='1.0' encoding='UTF-8' standalone='yes'?>
<Relationships xmlns="http://schemas.openxmlformats.org/package/2006/relationships"><Relationship Id="rId1" Type="http://schemas.openxmlformats.org/officeDocument/2006/relationships/package" Target="../embeddings/Microsoft_Excel_Sheet460.xlsx"/></Relationships>
</file>

<file path=ppt/charts/_rels/chart461.xml.rels><?xml version='1.0' encoding='UTF-8' standalone='yes'?>
<Relationships xmlns="http://schemas.openxmlformats.org/package/2006/relationships"><Relationship Id="rId1" Type="http://schemas.openxmlformats.org/officeDocument/2006/relationships/package" Target="../embeddings/Microsoft_Excel_Sheet461.xlsx"/></Relationships>
</file>

<file path=ppt/charts/_rels/chart462.xml.rels><?xml version='1.0' encoding='UTF-8' standalone='yes'?>
<Relationships xmlns="http://schemas.openxmlformats.org/package/2006/relationships"><Relationship Id="rId1" Type="http://schemas.openxmlformats.org/officeDocument/2006/relationships/package" Target="../embeddings/Microsoft_Excel_Sheet462.xlsx"/></Relationships>
</file>

<file path=ppt/charts/_rels/chart463.xml.rels><?xml version='1.0' encoding='UTF-8' standalone='yes'?>
<Relationships xmlns="http://schemas.openxmlformats.org/package/2006/relationships"><Relationship Id="rId1" Type="http://schemas.openxmlformats.org/officeDocument/2006/relationships/package" Target="../embeddings/Microsoft_Excel_Sheet463.xlsx"/></Relationships>
</file>

<file path=ppt/charts/_rels/chart464.xml.rels><?xml version='1.0' encoding='UTF-8' standalone='yes'?>
<Relationships xmlns="http://schemas.openxmlformats.org/package/2006/relationships"><Relationship Id="rId1" Type="http://schemas.openxmlformats.org/officeDocument/2006/relationships/package" Target="../embeddings/Microsoft_Excel_Sheet464.xlsx"/></Relationships>
</file>

<file path=ppt/charts/_rels/chart465.xml.rels><?xml version='1.0' encoding='UTF-8' standalone='yes'?>
<Relationships xmlns="http://schemas.openxmlformats.org/package/2006/relationships"><Relationship Id="rId1" Type="http://schemas.openxmlformats.org/officeDocument/2006/relationships/package" Target="../embeddings/Microsoft_Excel_Sheet465.xlsx"/></Relationships>
</file>

<file path=ppt/charts/_rels/chart466.xml.rels><?xml version='1.0' encoding='UTF-8' standalone='yes'?>
<Relationships xmlns="http://schemas.openxmlformats.org/package/2006/relationships"><Relationship Id="rId1" Type="http://schemas.openxmlformats.org/officeDocument/2006/relationships/package" Target="../embeddings/Microsoft_Excel_Sheet466.xlsx"/></Relationships>
</file>

<file path=ppt/charts/_rels/chart467.xml.rels><?xml version='1.0' encoding='UTF-8' standalone='yes'?>
<Relationships xmlns="http://schemas.openxmlformats.org/package/2006/relationships"><Relationship Id="rId1" Type="http://schemas.openxmlformats.org/officeDocument/2006/relationships/package" Target="../embeddings/Microsoft_Excel_Sheet467.xlsx"/></Relationships>
</file>

<file path=ppt/charts/_rels/chart468.xml.rels><?xml version='1.0' encoding='UTF-8' standalone='yes'?>
<Relationships xmlns="http://schemas.openxmlformats.org/package/2006/relationships"><Relationship Id="rId1" Type="http://schemas.openxmlformats.org/officeDocument/2006/relationships/package" Target="../embeddings/Microsoft_Excel_Sheet468.xlsx"/></Relationships>
</file>

<file path=ppt/charts/_rels/chart469.xml.rels><?xml version='1.0' encoding='UTF-8' standalone='yes'?>
<Relationships xmlns="http://schemas.openxmlformats.org/package/2006/relationships"><Relationship Id="rId1" Type="http://schemas.openxmlformats.org/officeDocument/2006/relationships/package" Target="../embeddings/Microsoft_Excel_Sheet469.xlsx"/></Relationships>
</file>

<file path=ppt/charts/_rels/chart470.xml.rels><?xml version='1.0' encoding='UTF-8' standalone='yes'?>
<Relationships xmlns="http://schemas.openxmlformats.org/package/2006/relationships"><Relationship Id="rId1" Type="http://schemas.openxmlformats.org/officeDocument/2006/relationships/package" Target="../embeddings/Microsoft_Excel_Sheet470.xlsx"/></Relationships>
</file>

<file path=ppt/charts/_rels/chart471.xml.rels><?xml version='1.0' encoding='UTF-8' standalone='yes'?>
<Relationships xmlns="http://schemas.openxmlformats.org/package/2006/relationships"><Relationship Id="rId1" Type="http://schemas.openxmlformats.org/officeDocument/2006/relationships/package" Target="../embeddings/Microsoft_Excel_Sheet471.xlsx"/></Relationships>
</file>

<file path=ppt/charts/_rels/chart472.xml.rels><?xml version='1.0' encoding='UTF-8' standalone='yes'?>
<Relationships xmlns="http://schemas.openxmlformats.org/package/2006/relationships"><Relationship Id="rId1" Type="http://schemas.openxmlformats.org/officeDocument/2006/relationships/package" Target="../embeddings/Microsoft_Excel_Sheet472.xlsx"/></Relationships>
</file>

<file path=ppt/charts/_rels/chart473.xml.rels><?xml version='1.0' encoding='UTF-8' standalone='yes'?>
<Relationships xmlns="http://schemas.openxmlformats.org/package/2006/relationships"><Relationship Id="rId1" Type="http://schemas.openxmlformats.org/officeDocument/2006/relationships/package" Target="../embeddings/Microsoft_Excel_Sheet473.xlsx"/></Relationships>
</file>

<file path=ppt/charts/_rels/chart474.xml.rels><?xml version='1.0' encoding='UTF-8' standalone='yes'?>
<Relationships xmlns="http://schemas.openxmlformats.org/package/2006/relationships"><Relationship Id="rId1" Type="http://schemas.openxmlformats.org/officeDocument/2006/relationships/package" Target="../embeddings/Microsoft_Excel_Sheet474.xlsx"/></Relationships>
</file>

<file path=ppt/charts/_rels/chart475.xml.rels><?xml version='1.0' encoding='UTF-8' standalone='yes'?>
<Relationships xmlns="http://schemas.openxmlformats.org/package/2006/relationships"><Relationship Id="rId1" Type="http://schemas.openxmlformats.org/officeDocument/2006/relationships/package" Target="../embeddings/Microsoft_Excel_Sheet475.xlsx"/></Relationships>
</file>

<file path=ppt/charts/_rels/chart476.xml.rels><?xml version='1.0' encoding='UTF-8' standalone='yes'?>
<Relationships xmlns="http://schemas.openxmlformats.org/package/2006/relationships"><Relationship Id="rId1" Type="http://schemas.openxmlformats.org/officeDocument/2006/relationships/package" Target="../embeddings/Microsoft_Excel_Sheet476.xlsx"/></Relationships>
</file>

<file path=ppt/charts/_rels/chart477.xml.rels><?xml version='1.0' encoding='UTF-8' standalone='yes'?>
<Relationships xmlns="http://schemas.openxmlformats.org/package/2006/relationships"><Relationship Id="rId1" Type="http://schemas.openxmlformats.org/officeDocument/2006/relationships/package" Target="../embeddings/Microsoft_Excel_Sheet477.xlsx"/></Relationships>
</file>

<file path=ppt/charts/_rels/chart478.xml.rels><?xml version='1.0' encoding='UTF-8' standalone='yes'?>
<Relationships xmlns="http://schemas.openxmlformats.org/package/2006/relationships"><Relationship Id="rId1" Type="http://schemas.openxmlformats.org/officeDocument/2006/relationships/package" Target="../embeddings/Microsoft_Excel_Sheet478.xlsx"/></Relationships>
</file>

<file path=ppt/charts/_rels/chart479.xml.rels><?xml version='1.0' encoding='UTF-8' standalone='yes'?>
<Relationships xmlns="http://schemas.openxmlformats.org/package/2006/relationships"><Relationship Id="rId1" Type="http://schemas.openxmlformats.org/officeDocument/2006/relationships/package" Target="../embeddings/Microsoft_Excel_Sheet479.xlsx"/></Relationships>
</file>

<file path=ppt/charts/_rels/chart480.xml.rels><?xml version='1.0' encoding='UTF-8' standalone='yes'?>
<Relationships xmlns="http://schemas.openxmlformats.org/package/2006/relationships"><Relationship Id="rId1" Type="http://schemas.openxmlformats.org/officeDocument/2006/relationships/package" Target="../embeddings/Microsoft_Excel_Sheet480.xlsx"/></Relationships>
</file>

<file path=ppt/charts/_rels/chart481.xml.rels><?xml version='1.0' encoding='UTF-8' standalone='yes'?>
<Relationships xmlns="http://schemas.openxmlformats.org/package/2006/relationships"><Relationship Id="rId1" Type="http://schemas.openxmlformats.org/officeDocument/2006/relationships/package" Target="../embeddings/Microsoft_Excel_Sheet481.xlsx"/></Relationships>
</file>

<file path=ppt/charts/_rels/chart482.xml.rels><?xml version='1.0' encoding='UTF-8' standalone='yes'?>
<Relationships xmlns="http://schemas.openxmlformats.org/package/2006/relationships"><Relationship Id="rId1" Type="http://schemas.openxmlformats.org/officeDocument/2006/relationships/package" Target="../embeddings/Microsoft_Excel_Sheet482.xlsx"/></Relationships>
</file>

<file path=ppt/charts/_rels/chart483.xml.rels><?xml version='1.0' encoding='UTF-8' standalone='yes'?>
<Relationships xmlns="http://schemas.openxmlformats.org/package/2006/relationships"><Relationship Id="rId1" Type="http://schemas.openxmlformats.org/officeDocument/2006/relationships/package" Target="../embeddings/Microsoft_Excel_Sheet483.xlsx"/></Relationships>
</file>

<file path=ppt/charts/_rels/chart484.xml.rels><?xml version='1.0' encoding='UTF-8' standalone='yes'?>
<Relationships xmlns="http://schemas.openxmlformats.org/package/2006/relationships"><Relationship Id="rId1" Type="http://schemas.openxmlformats.org/officeDocument/2006/relationships/package" Target="../embeddings/Microsoft_Excel_Sheet484.xlsx"/></Relationships>
</file>

<file path=ppt/charts/_rels/chart485.xml.rels><?xml version='1.0' encoding='UTF-8' standalone='yes'?>
<Relationships xmlns="http://schemas.openxmlformats.org/package/2006/relationships"><Relationship Id="rId1" Type="http://schemas.openxmlformats.org/officeDocument/2006/relationships/package" Target="../embeddings/Microsoft_Excel_Sheet485.xlsx"/></Relationships>
</file>

<file path=ppt/charts/_rels/chart486.xml.rels><?xml version='1.0' encoding='UTF-8' standalone='yes'?>
<Relationships xmlns="http://schemas.openxmlformats.org/package/2006/relationships"><Relationship Id="rId1" Type="http://schemas.openxmlformats.org/officeDocument/2006/relationships/package" Target="../embeddings/Microsoft_Excel_Sheet486.xlsx"/></Relationships>
</file>

<file path=ppt/charts/_rels/chart487.xml.rels><?xml version='1.0' encoding='UTF-8' standalone='yes'?>
<Relationships xmlns="http://schemas.openxmlformats.org/package/2006/relationships"><Relationship Id="rId1" Type="http://schemas.openxmlformats.org/officeDocument/2006/relationships/package" Target="../embeddings/Microsoft_Excel_Sheet487.xlsx"/></Relationships>
</file>

<file path=ppt/charts/_rels/chart488.xml.rels><?xml version='1.0' encoding='UTF-8' standalone='yes'?>
<Relationships xmlns="http://schemas.openxmlformats.org/package/2006/relationships"><Relationship Id="rId1" Type="http://schemas.openxmlformats.org/officeDocument/2006/relationships/package" Target="../embeddings/Microsoft_Excel_Sheet488.xlsx"/></Relationships>
</file>

<file path=ppt/charts/_rels/chart489.xml.rels><?xml version='1.0' encoding='UTF-8' standalone='yes'?>
<Relationships xmlns="http://schemas.openxmlformats.org/package/2006/relationships"><Relationship Id="rId1" Type="http://schemas.openxmlformats.org/officeDocument/2006/relationships/package" Target="../embeddings/Microsoft_Excel_Sheet489.xlsx"/></Relationships>
</file>

<file path=ppt/charts/_rels/chart490.xml.rels><?xml version='1.0' encoding='UTF-8' standalone='yes'?>
<Relationships xmlns="http://schemas.openxmlformats.org/package/2006/relationships"><Relationship Id="rId1" Type="http://schemas.openxmlformats.org/officeDocument/2006/relationships/package" Target="../embeddings/Microsoft_Excel_Sheet490.xlsx"/></Relationships>
</file>

<file path=ppt/charts/_rels/chart491.xml.rels><?xml version='1.0' encoding='UTF-8' standalone='yes'?>
<Relationships xmlns="http://schemas.openxmlformats.org/package/2006/relationships"><Relationship Id="rId1" Type="http://schemas.openxmlformats.org/officeDocument/2006/relationships/package" Target="../embeddings/Microsoft_Excel_Sheet491.xlsx"/></Relationships>
</file>

<file path=ppt/charts/_rels/chart492.xml.rels><?xml version='1.0' encoding='UTF-8' standalone='yes'?>
<Relationships xmlns="http://schemas.openxmlformats.org/package/2006/relationships"><Relationship Id="rId1" Type="http://schemas.openxmlformats.org/officeDocument/2006/relationships/package" Target="../embeddings/Microsoft_Excel_Sheet492.xlsx"/></Relationships>
</file>

<file path=ppt/charts/_rels/chart493.xml.rels><?xml version='1.0' encoding='UTF-8' standalone='yes'?>
<Relationships xmlns="http://schemas.openxmlformats.org/package/2006/relationships"><Relationship Id="rId1" Type="http://schemas.openxmlformats.org/officeDocument/2006/relationships/package" Target="../embeddings/Microsoft_Excel_Sheet493.xlsx"/></Relationships>
</file>

<file path=ppt/charts/_rels/chart494.xml.rels><?xml version='1.0' encoding='UTF-8' standalone='yes'?>
<Relationships xmlns="http://schemas.openxmlformats.org/package/2006/relationships"><Relationship Id="rId1" Type="http://schemas.openxmlformats.org/officeDocument/2006/relationships/package" Target="../embeddings/Microsoft_Excel_Sheet494.xlsx"/></Relationships>
</file>

<file path=ppt/charts/_rels/chart495.xml.rels><?xml version='1.0' encoding='UTF-8' standalone='yes'?>
<Relationships xmlns="http://schemas.openxmlformats.org/package/2006/relationships"><Relationship Id="rId1" Type="http://schemas.openxmlformats.org/officeDocument/2006/relationships/package" Target="../embeddings/Microsoft_Excel_Sheet495.xlsx"/></Relationships>
</file>

<file path=ppt/charts/_rels/chart496.xml.rels><?xml version='1.0' encoding='UTF-8' standalone='yes'?>
<Relationships xmlns="http://schemas.openxmlformats.org/package/2006/relationships"><Relationship Id="rId1" Type="http://schemas.openxmlformats.org/officeDocument/2006/relationships/package" Target="../embeddings/Microsoft_Excel_Sheet496.xlsx"/></Relationships>
</file>

<file path=ppt/charts/_rels/chart497.xml.rels><?xml version='1.0' encoding='UTF-8' standalone='yes'?>
<Relationships xmlns="http://schemas.openxmlformats.org/package/2006/relationships"><Relationship Id="rId1" Type="http://schemas.openxmlformats.org/officeDocument/2006/relationships/package" Target="../embeddings/Microsoft_Excel_Sheet497.xlsx"/></Relationships>
</file>

<file path=ppt/charts/_rels/chart498.xml.rels><?xml version='1.0' encoding='UTF-8' standalone='yes'?>
<Relationships xmlns="http://schemas.openxmlformats.org/package/2006/relationships"><Relationship Id="rId1" Type="http://schemas.openxmlformats.org/officeDocument/2006/relationships/package" Target="../embeddings/Microsoft_Excel_Sheet498.xlsx"/></Relationships>
</file>

<file path=ppt/charts/_rels/chart499.xml.rels><?xml version='1.0' encoding='UTF-8' standalone='yes'?>
<Relationships xmlns="http://schemas.openxmlformats.org/package/2006/relationships"><Relationship Id="rId1" Type="http://schemas.openxmlformats.org/officeDocument/2006/relationships/package" Target="../embeddings/Microsoft_Excel_Sheet499.xlsx"/></Relationships>
</file>

<file path=ppt/charts/_rels/chart500.xml.rels><?xml version='1.0' encoding='UTF-8' standalone='yes'?>
<Relationships xmlns="http://schemas.openxmlformats.org/package/2006/relationships"><Relationship Id="rId1" Type="http://schemas.openxmlformats.org/officeDocument/2006/relationships/package" Target="../embeddings/Microsoft_Excel_Sheet500.xlsx"/></Relationships>
</file>

<file path=ppt/charts/_rels/chart501.xml.rels><?xml version='1.0' encoding='UTF-8' standalone='yes'?>
<Relationships xmlns="http://schemas.openxmlformats.org/package/2006/relationships"><Relationship Id="rId1" Type="http://schemas.openxmlformats.org/officeDocument/2006/relationships/package" Target="../embeddings/Microsoft_Excel_Sheet501.xlsx"/></Relationships>
</file>

<file path=ppt/charts/_rels/chart502.xml.rels><?xml version='1.0' encoding='UTF-8' standalone='yes'?>
<Relationships xmlns="http://schemas.openxmlformats.org/package/2006/relationships"><Relationship Id="rId1" Type="http://schemas.openxmlformats.org/officeDocument/2006/relationships/package" Target="../embeddings/Microsoft_Excel_Sheet502.xlsx"/></Relationships>
</file>

<file path=ppt/charts/_rels/chart503.xml.rels><?xml version='1.0' encoding='UTF-8' standalone='yes'?>
<Relationships xmlns="http://schemas.openxmlformats.org/package/2006/relationships"><Relationship Id="rId1" Type="http://schemas.openxmlformats.org/officeDocument/2006/relationships/package" Target="../embeddings/Microsoft_Excel_Sheet503.xlsx"/></Relationships>
</file>

<file path=ppt/charts/_rels/chart504.xml.rels><?xml version='1.0' encoding='UTF-8' standalone='yes'?>
<Relationships xmlns="http://schemas.openxmlformats.org/package/2006/relationships"><Relationship Id="rId1" Type="http://schemas.openxmlformats.org/officeDocument/2006/relationships/package" Target="../embeddings/Microsoft_Excel_Sheet504.xlsx"/></Relationships>
</file>

<file path=ppt/charts/_rels/chart505.xml.rels><?xml version='1.0' encoding='UTF-8' standalone='yes'?>
<Relationships xmlns="http://schemas.openxmlformats.org/package/2006/relationships"><Relationship Id="rId1" Type="http://schemas.openxmlformats.org/officeDocument/2006/relationships/package" Target="../embeddings/Microsoft_Excel_Sheet505.xlsx"/></Relationships>
</file>

<file path=ppt/charts/_rels/chart506.xml.rels><?xml version='1.0' encoding='UTF-8' standalone='yes'?>
<Relationships xmlns="http://schemas.openxmlformats.org/package/2006/relationships"><Relationship Id="rId1" Type="http://schemas.openxmlformats.org/officeDocument/2006/relationships/package" Target="../embeddings/Microsoft_Excel_Sheet506.xlsx"/></Relationships>
</file>

<file path=ppt/charts/_rels/chart507.xml.rels><?xml version='1.0' encoding='UTF-8' standalone='yes'?>
<Relationships xmlns="http://schemas.openxmlformats.org/package/2006/relationships"><Relationship Id="rId1" Type="http://schemas.openxmlformats.org/officeDocument/2006/relationships/package" Target="../embeddings/Microsoft_Excel_Sheet507.xlsx"/></Relationships>
</file>

<file path=ppt/charts/_rels/chart508.xml.rels><?xml version='1.0' encoding='UTF-8' standalone='yes'?>
<Relationships xmlns="http://schemas.openxmlformats.org/package/2006/relationships"><Relationship Id="rId1" Type="http://schemas.openxmlformats.org/officeDocument/2006/relationships/package" Target="../embeddings/Microsoft_Excel_Sheet508.xlsx"/></Relationships>
</file>

<file path=ppt/charts/_rels/chart509.xml.rels><?xml version='1.0' encoding='UTF-8' standalone='yes'?>
<Relationships xmlns="http://schemas.openxmlformats.org/package/2006/relationships"><Relationship Id="rId1" Type="http://schemas.openxmlformats.org/officeDocument/2006/relationships/package" Target="../embeddings/Microsoft_Excel_Sheet509.xlsx"/></Relationships>
</file>

<file path=ppt/charts/_rels/chart510.xml.rels><?xml version='1.0' encoding='UTF-8' standalone='yes'?>
<Relationships xmlns="http://schemas.openxmlformats.org/package/2006/relationships"><Relationship Id="rId1" Type="http://schemas.openxmlformats.org/officeDocument/2006/relationships/package" Target="../embeddings/Microsoft_Excel_Sheet510.xlsx"/></Relationships>
</file>

<file path=ppt/charts/_rels/chart511.xml.rels><?xml version='1.0' encoding='UTF-8' standalone='yes'?>
<Relationships xmlns="http://schemas.openxmlformats.org/package/2006/relationships"><Relationship Id="rId1" Type="http://schemas.openxmlformats.org/officeDocument/2006/relationships/package" Target="../embeddings/Microsoft_Excel_Sheet511.xlsx"/></Relationships>
</file>

<file path=ppt/charts/_rels/chart512.xml.rels><?xml version='1.0' encoding='UTF-8' standalone='yes'?>
<Relationships xmlns="http://schemas.openxmlformats.org/package/2006/relationships"><Relationship Id="rId1" Type="http://schemas.openxmlformats.org/officeDocument/2006/relationships/package" Target="../embeddings/Microsoft_Excel_Sheet512.xlsx"/></Relationships>
</file>

<file path=ppt/charts/_rels/chart513.xml.rels><?xml version='1.0' encoding='UTF-8' standalone='yes'?>
<Relationships xmlns="http://schemas.openxmlformats.org/package/2006/relationships"><Relationship Id="rId1" Type="http://schemas.openxmlformats.org/officeDocument/2006/relationships/package" Target="../embeddings/Microsoft_Excel_Sheet513.xlsx"/></Relationships>
</file>

<file path=ppt/charts/_rels/chart514.xml.rels><?xml version='1.0' encoding='UTF-8' standalone='yes'?>
<Relationships xmlns="http://schemas.openxmlformats.org/package/2006/relationships"><Relationship Id="rId1" Type="http://schemas.openxmlformats.org/officeDocument/2006/relationships/package" Target="../embeddings/Microsoft_Excel_Sheet514.xlsx"/></Relationships>
</file>

<file path=ppt/charts/_rels/chart515.xml.rels><?xml version='1.0' encoding='UTF-8' standalone='yes'?>
<Relationships xmlns="http://schemas.openxmlformats.org/package/2006/relationships"><Relationship Id="rId1" Type="http://schemas.openxmlformats.org/officeDocument/2006/relationships/package" Target="../embeddings/Microsoft_Excel_Sheet515.xlsx"/></Relationships>
</file>

<file path=ppt/charts/_rels/chart516.xml.rels><?xml version='1.0' encoding='UTF-8' standalone='yes'?>
<Relationships xmlns="http://schemas.openxmlformats.org/package/2006/relationships"><Relationship Id="rId1" Type="http://schemas.openxmlformats.org/officeDocument/2006/relationships/package" Target="../embeddings/Microsoft_Excel_Sheet516.xlsx"/></Relationships>
</file>

<file path=ppt/charts/_rels/chart517.xml.rels><?xml version='1.0' encoding='UTF-8' standalone='yes'?>
<Relationships xmlns="http://schemas.openxmlformats.org/package/2006/relationships"><Relationship Id="rId1" Type="http://schemas.openxmlformats.org/officeDocument/2006/relationships/package" Target="../embeddings/Microsoft_Excel_Sheet517.xlsx"/></Relationships>
</file>

<file path=ppt/charts/_rels/chart518.xml.rels><?xml version='1.0' encoding='UTF-8' standalone='yes'?>
<Relationships xmlns="http://schemas.openxmlformats.org/package/2006/relationships"><Relationship Id="rId1" Type="http://schemas.openxmlformats.org/officeDocument/2006/relationships/package" Target="../embeddings/Microsoft_Excel_Sheet518.xlsx"/></Relationships>
</file>

<file path=ppt/charts/_rels/chart519.xml.rels><?xml version='1.0' encoding='UTF-8' standalone='yes'?>
<Relationships xmlns="http://schemas.openxmlformats.org/package/2006/relationships"><Relationship Id="rId1" Type="http://schemas.openxmlformats.org/officeDocument/2006/relationships/package" Target="../embeddings/Microsoft_Excel_Sheet519.xlsx"/></Relationships>
</file>

<file path=ppt/charts/_rels/chart520.xml.rels><?xml version='1.0' encoding='UTF-8' standalone='yes'?>
<Relationships xmlns="http://schemas.openxmlformats.org/package/2006/relationships"><Relationship Id="rId1" Type="http://schemas.openxmlformats.org/officeDocument/2006/relationships/package" Target="../embeddings/Microsoft_Excel_Sheet520.xlsx"/></Relationships>
</file>

<file path=ppt/charts/_rels/chart521.xml.rels><?xml version='1.0' encoding='UTF-8' standalone='yes'?>
<Relationships xmlns="http://schemas.openxmlformats.org/package/2006/relationships"><Relationship Id="rId1" Type="http://schemas.openxmlformats.org/officeDocument/2006/relationships/package" Target="../embeddings/Microsoft_Excel_Sheet521.xlsx"/></Relationships>
</file>

<file path=ppt/charts/_rels/chart522.xml.rels><?xml version='1.0' encoding='UTF-8' standalone='yes'?>
<Relationships xmlns="http://schemas.openxmlformats.org/package/2006/relationships"><Relationship Id="rId1" Type="http://schemas.openxmlformats.org/officeDocument/2006/relationships/package" Target="../embeddings/Microsoft_Excel_Sheet522.xlsx"/></Relationships>
</file>

<file path=ppt/charts/_rels/chart523.xml.rels><?xml version='1.0' encoding='UTF-8' standalone='yes'?>
<Relationships xmlns="http://schemas.openxmlformats.org/package/2006/relationships"><Relationship Id="rId1" Type="http://schemas.openxmlformats.org/officeDocument/2006/relationships/package" Target="../embeddings/Microsoft_Excel_Sheet523.xlsx"/></Relationships>
</file>

<file path=ppt/charts/_rels/chart524.xml.rels><?xml version='1.0' encoding='UTF-8' standalone='yes'?>
<Relationships xmlns="http://schemas.openxmlformats.org/package/2006/relationships"><Relationship Id="rId1" Type="http://schemas.openxmlformats.org/officeDocument/2006/relationships/package" Target="../embeddings/Microsoft_Excel_Sheet524.xlsx"/></Relationships>
</file>

<file path=ppt/charts/_rels/chart525.xml.rels><?xml version='1.0' encoding='UTF-8' standalone='yes'?>
<Relationships xmlns="http://schemas.openxmlformats.org/package/2006/relationships"><Relationship Id="rId1" Type="http://schemas.openxmlformats.org/officeDocument/2006/relationships/package" Target="../embeddings/Microsoft_Excel_Sheet525.xlsx"/></Relationships>
</file>

<file path=ppt/charts/_rels/chart526.xml.rels><?xml version='1.0' encoding='UTF-8' standalone='yes'?>
<Relationships xmlns="http://schemas.openxmlformats.org/package/2006/relationships"><Relationship Id="rId1" Type="http://schemas.openxmlformats.org/officeDocument/2006/relationships/package" Target="../embeddings/Microsoft_Excel_Sheet526.xlsx"/></Relationships>
</file>

<file path=ppt/charts/_rels/chart527.xml.rels><?xml version='1.0' encoding='UTF-8' standalone='yes'?>
<Relationships xmlns="http://schemas.openxmlformats.org/package/2006/relationships"><Relationship Id="rId1" Type="http://schemas.openxmlformats.org/officeDocument/2006/relationships/package" Target="../embeddings/Microsoft_Excel_Sheet527.xlsx"/></Relationships>
</file>

<file path=ppt/charts/_rels/chart528.xml.rels><?xml version='1.0' encoding='UTF-8' standalone='yes'?>
<Relationships xmlns="http://schemas.openxmlformats.org/package/2006/relationships"><Relationship Id="rId1" Type="http://schemas.openxmlformats.org/officeDocument/2006/relationships/package" Target="../embeddings/Microsoft_Excel_Sheet528.xlsx"/></Relationships>
</file>

<file path=ppt/charts/_rels/chart529.xml.rels><?xml version='1.0' encoding='UTF-8' standalone='yes'?>
<Relationships xmlns="http://schemas.openxmlformats.org/package/2006/relationships"><Relationship Id="rId1" Type="http://schemas.openxmlformats.org/officeDocument/2006/relationships/package" Target="../embeddings/Microsoft_Excel_Sheet529.xlsx"/></Relationships>
</file>

<file path=ppt/charts/_rels/chart530.xml.rels><?xml version='1.0' encoding='UTF-8' standalone='yes'?>
<Relationships xmlns="http://schemas.openxmlformats.org/package/2006/relationships"><Relationship Id="rId1" Type="http://schemas.openxmlformats.org/officeDocument/2006/relationships/package" Target="../embeddings/Microsoft_Excel_Sheet530.xlsx"/></Relationships>
</file>

<file path=ppt/charts/_rels/chart531.xml.rels><?xml version='1.0' encoding='UTF-8' standalone='yes'?>
<Relationships xmlns="http://schemas.openxmlformats.org/package/2006/relationships"><Relationship Id="rId1" Type="http://schemas.openxmlformats.org/officeDocument/2006/relationships/package" Target="../embeddings/Microsoft_Excel_Sheet531.xlsx"/></Relationships>
</file>

<file path=ppt/charts/_rels/chart532.xml.rels><?xml version='1.0' encoding='UTF-8' standalone='yes'?>
<Relationships xmlns="http://schemas.openxmlformats.org/package/2006/relationships"><Relationship Id="rId1" Type="http://schemas.openxmlformats.org/officeDocument/2006/relationships/package" Target="../embeddings/Microsoft_Excel_Sheet532.xlsx"/></Relationships>
</file>

<file path=ppt/charts/_rels/chart533.xml.rels><?xml version='1.0' encoding='UTF-8' standalone='yes'?>
<Relationships xmlns="http://schemas.openxmlformats.org/package/2006/relationships"><Relationship Id="rId1" Type="http://schemas.openxmlformats.org/officeDocument/2006/relationships/package" Target="../embeddings/Microsoft_Excel_Sheet533.xlsx"/></Relationships>
</file>

<file path=ppt/charts/_rels/chart534.xml.rels><?xml version='1.0' encoding='UTF-8' standalone='yes'?>
<Relationships xmlns="http://schemas.openxmlformats.org/package/2006/relationships"><Relationship Id="rId1" Type="http://schemas.openxmlformats.org/officeDocument/2006/relationships/package" Target="../embeddings/Microsoft_Excel_Sheet534.xlsx"/></Relationships>
</file>

<file path=ppt/charts/_rels/chart535.xml.rels><?xml version='1.0' encoding='UTF-8' standalone='yes'?>
<Relationships xmlns="http://schemas.openxmlformats.org/package/2006/relationships"><Relationship Id="rId1" Type="http://schemas.openxmlformats.org/officeDocument/2006/relationships/package" Target="../embeddings/Microsoft_Excel_Sheet535.xlsx"/></Relationships>
</file>

<file path=ppt/charts/_rels/chart536.xml.rels><?xml version='1.0' encoding='UTF-8' standalone='yes'?>
<Relationships xmlns="http://schemas.openxmlformats.org/package/2006/relationships"><Relationship Id="rId1" Type="http://schemas.openxmlformats.org/officeDocument/2006/relationships/package" Target="../embeddings/Microsoft_Excel_Sheet536.xlsx"/></Relationships>
</file>

<file path=ppt/charts/_rels/chart537.xml.rels><?xml version='1.0' encoding='UTF-8' standalone='yes'?>
<Relationships xmlns="http://schemas.openxmlformats.org/package/2006/relationships"><Relationship Id="rId1" Type="http://schemas.openxmlformats.org/officeDocument/2006/relationships/package" Target="../embeddings/Microsoft_Excel_Sheet537.xlsx"/></Relationships>
</file>

<file path=ppt/charts/_rels/chart538.xml.rels><?xml version='1.0' encoding='UTF-8' standalone='yes'?>
<Relationships xmlns="http://schemas.openxmlformats.org/package/2006/relationships"><Relationship Id="rId1" Type="http://schemas.openxmlformats.org/officeDocument/2006/relationships/package" Target="../embeddings/Microsoft_Excel_Sheet538.xlsx"/></Relationships>
</file>

<file path=ppt/charts/_rels/chart539.xml.rels><?xml version='1.0' encoding='UTF-8' standalone='yes'?>
<Relationships xmlns="http://schemas.openxmlformats.org/package/2006/relationships"><Relationship Id="rId1" Type="http://schemas.openxmlformats.org/officeDocument/2006/relationships/package" Target="../embeddings/Microsoft_Excel_Sheet539.xlsx"/></Relationships>
</file>

<file path=ppt/charts/_rels/chart540.xml.rels><?xml version='1.0' encoding='UTF-8' standalone='yes'?>
<Relationships xmlns="http://schemas.openxmlformats.org/package/2006/relationships"><Relationship Id="rId1" Type="http://schemas.openxmlformats.org/officeDocument/2006/relationships/package" Target="../embeddings/Microsoft_Excel_Sheet540.xlsx"/></Relationships>
</file>

<file path=ppt/charts/_rels/chart541.xml.rels><?xml version='1.0' encoding='UTF-8' standalone='yes'?>
<Relationships xmlns="http://schemas.openxmlformats.org/package/2006/relationships"><Relationship Id="rId1" Type="http://schemas.openxmlformats.org/officeDocument/2006/relationships/package" Target="../embeddings/Microsoft_Excel_Sheet541.xlsx"/></Relationships>
</file>

<file path=ppt/charts/_rels/chart542.xml.rels><?xml version='1.0' encoding='UTF-8' standalone='yes'?>
<Relationships xmlns="http://schemas.openxmlformats.org/package/2006/relationships"><Relationship Id="rId1" Type="http://schemas.openxmlformats.org/officeDocument/2006/relationships/package" Target="../embeddings/Microsoft_Excel_Sheet542.xlsx"/></Relationships>
</file>

<file path=ppt/charts/_rels/chart543.xml.rels><?xml version='1.0' encoding='UTF-8' standalone='yes'?>
<Relationships xmlns="http://schemas.openxmlformats.org/package/2006/relationships"><Relationship Id="rId1" Type="http://schemas.openxmlformats.org/officeDocument/2006/relationships/package" Target="../embeddings/Microsoft_Excel_Sheet543.xlsx"/></Relationships>
</file>

<file path=ppt/charts/_rels/chart544.xml.rels><?xml version='1.0' encoding='UTF-8' standalone='yes'?>
<Relationships xmlns="http://schemas.openxmlformats.org/package/2006/relationships"><Relationship Id="rId1" Type="http://schemas.openxmlformats.org/officeDocument/2006/relationships/package" Target="../embeddings/Microsoft_Excel_Sheet544.xlsx"/></Relationships>
</file>

<file path=ppt/charts/_rels/chart545.xml.rels><?xml version='1.0' encoding='UTF-8' standalone='yes'?>
<Relationships xmlns="http://schemas.openxmlformats.org/package/2006/relationships"><Relationship Id="rId1" Type="http://schemas.openxmlformats.org/officeDocument/2006/relationships/package" Target="../embeddings/Microsoft_Excel_Sheet545.xlsx"/></Relationships>
</file>

<file path=ppt/charts/_rels/chart546.xml.rels><?xml version='1.0' encoding='UTF-8' standalone='yes'?>
<Relationships xmlns="http://schemas.openxmlformats.org/package/2006/relationships"><Relationship Id="rId1" Type="http://schemas.openxmlformats.org/officeDocument/2006/relationships/package" Target="../embeddings/Microsoft_Excel_Sheet546.xlsx"/></Relationships>
</file>

<file path=ppt/charts/_rels/chart547.xml.rels><?xml version='1.0' encoding='UTF-8' standalone='yes'?>
<Relationships xmlns="http://schemas.openxmlformats.org/package/2006/relationships"><Relationship Id="rId1" Type="http://schemas.openxmlformats.org/officeDocument/2006/relationships/package" Target="../embeddings/Microsoft_Excel_Sheet547.xlsx"/></Relationships>
</file>

<file path=ppt/charts/_rels/chart548.xml.rels><?xml version='1.0' encoding='UTF-8' standalone='yes'?>
<Relationships xmlns="http://schemas.openxmlformats.org/package/2006/relationships"><Relationship Id="rId1" Type="http://schemas.openxmlformats.org/officeDocument/2006/relationships/package" Target="../embeddings/Microsoft_Excel_Sheet548.xlsx"/></Relationships>
</file>

<file path=ppt/charts/_rels/chart549.xml.rels><?xml version='1.0' encoding='UTF-8' standalone='yes'?>
<Relationships xmlns="http://schemas.openxmlformats.org/package/2006/relationships"><Relationship Id="rId1" Type="http://schemas.openxmlformats.org/officeDocument/2006/relationships/package" Target="../embeddings/Microsoft_Excel_Sheet549.xlsx"/></Relationships>
</file>

<file path=ppt/charts/_rels/chart550.xml.rels><?xml version='1.0' encoding='UTF-8' standalone='yes'?>
<Relationships xmlns="http://schemas.openxmlformats.org/package/2006/relationships"><Relationship Id="rId1" Type="http://schemas.openxmlformats.org/officeDocument/2006/relationships/package" Target="../embeddings/Microsoft_Excel_Sheet550.xlsx"/></Relationships>
</file>

<file path=ppt/charts/_rels/chart551.xml.rels><?xml version='1.0' encoding='UTF-8' standalone='yes'?>
<Relationships xmlns="http://schemas.openxmlformats.org/package/2006/relationships"><Relationship Id="rId1" Type="http://schemas.openxmlformats.org/officeDocument/2006/relationships/package" Target="../embeddings/Microsoft_Excel_Sheet551.xlsx"/></Relationships>
</file>

<file path=ppt/charts/_rels/chart552.xml.rels><?xml version='1.0' encoding='UTF-8' standalone='yes'?>
<Relationships xmlns="http://schemas.openxmlformats.org/package/2006/relationships"><Relationship Id="rId1" Type="http://schemas.openxmlformats.org/officeDocument/2006/relationships/package" Target="../embeddings/Microsoft_Excel_Sheet552.xlsx"/></Relationships>
</file>

<file path=ppt/charts/_rels/chart553.xml.rels><?xml version='1.0' encoding='UTF-8' standalone='yes'?>
<Relationships xmlns="http://schemas.openxmlformats.org/package/2006/relationships"><Relationship Id="rId1" Type="http://schemas.openxmlformats.org/officeDocument/2006/relationships/package" Target="../embeddings/Microsoft_Excel_Sheet553.xlsx"/></Relationships>
</file>

<file path=ppt/charts/_rels/chart554.xml.rels><?xml version='1.0' encoding='UTF-8' standalone='yes'?>
<Relationships xmlns="http://schemas.openxmlformats.org/package/2006/relationships"><Relationship Id="rId1" Type="http://schemas.openxmlformats.org/officeDocument/2006/relationships/package" Target="../embeddings/Microsoft_Excel_Sheet554.xlsx"/></Relationships>
</file>

<file path=ppt/charts/_rels/chart555.xml.rels><?xml version='1.0' encoding='UTF-8' standalone='yes'?>
<Relationships xmlns="http://schemas.openxmlformats.org/package/2006/relationships"><Relationship Id="rId1" Type="http://schemas.openxmlformats.org/officeDocument/2006/relationships/package" Target="../embeddings/Microsoft_Excel_Sheet555.xlsx"/></Relationships>
</file>

<file path=ppt/charts/_rels/chart556.xml.rels><?xml version='1.0' encoding='UTF-8' standalone='yes'?>
<Relationships xmlns="http://schemas.openxmlformats.org/package/2006/relationships"><Relationship Id="rId1" Type="http://schemas.openxmlformats.org/officeDocument/2006/relationships/package" Target="../embeddings/Microsoft_Excel_Sheet556.xlsx"/></Relationships>
</file>

<file path=ppt/charts/_rels/chart557.xml.rels><?xml version='1.0' encoding='UTF-8' standalone='yes'?>
<Relationships xmlns="http://schemas.openxmlformats.org/package/2006/relationships"><Relationship Id="rId1" Type="http://schemas.openxmlformats.org/officeDocument/2006/relationships/package" Target="../embeddings/Microsoft_Excel_Sheet557.xlsx"/></Relationships>
</file>

<file path=ppt/charts/_rels/chart558.xml.rels><?xml version='1.0' encoding='UTF-8' standalone='yes'?>
<Relationships xmlns="http://schemas.openxmlformats.org/package/2006/relationships"><Relationship Id="rId1" Type="http://schemas.openxmlformats.org/officeDocument/2006/relationships/package" Target="../embeddings/Microsoft_Excel_Sheet558.xlsx"/></Relationships>
</file>

<file path=ppt/charts/_rels/chart559.xml.rels><?xml version='1.0' encoding='UTF-8' standalone='yes'?>
<Relationships xmlns="http://schemas.openxmlformats.org/package/2006/relationships"><Relationship Id="rId1" Type="http://schemas.openxmlformats.org/officeDocument/2006/relationships/package" Target="../embeddings/Microsoft_Excel_Sheet559.xlsx"/></Relationships>
</file>

<file path=ppt/charts/_rels/chart560.xml.rels><?xml version='1.0' encoding='UTF-8' standalone='yes'?>
<Relationships xmlns="http://schemas.openxmlformats.org/package/2006/relationships"><Relationship Id="rId1" Type="http://schemas.openxmlformats.org/officeDocument/2006/relationships/package" Target="../embeddings/Microsoft_Excel_Sheet560.xlsx"/></Relationships>
</file>

<file path=ppt/charts/_rels/chart561.xml.rels><?xml version='1.0' encoding='UTF-8' standalone='yes'?>
<Relationships xmlns="http://schemas.openxmlformats.org/package/2006/relationships"><Relationship Id="rId1" Type="http://schemas.openxmlformats.org/officeDocument/2006/relationships/package" Target="../embeddings/Microsoft_Excel_Sheet561.xlsx"/></Relationships>
</file>

<file path=ppt/charts/_rels/chart562.xml.rels><?xml version='1.0' encoding='UTF-8' standalone='yes'?>
<Relationships xmlns="http://schemas.openxmlformats.org/package/2006/relationships"><Relationship Id="rId1" Type="http://schemas.openxmlformats.org/officeDocument/2006/relationships/package" Target="../embeddings/Microsoft_Excel_Sheet562.xlsx"/></Relationships>
</file>

<file path=ppt/charts/_rels/chart563.xml.rels><?xml version='1.0' encoding='UTF-8' standalone='yes'?>
<Relationships xmlns="http://schemas.openxmlformats.org/package/2006/relationships"><Relationship Id="rId1" Type="http://schemas.openxmlformats.org/officeDocument/2006/relationships/package" Target="../embeddings/Microsoft_Excel_Sheet563.xlsx"/></Relationships>
</file>

<file path=ppt/charts/_rels/chart564.xml.rels><?xml version='1.0' encoding='UTF-8' standalone='yes'?>
<Relationships xmlns="http://schemas.openxmlformats.org/package/2006/relationships"><Relationship Id="rId1" Type="http://schemas.openxmlformats.org/officeDocument/2006/relationships/package" Target="../embeddings/Microsoft_Excel_Sheet564.xlsx"/></Relationships>
</file>

<file path=ppt/charts/_rels/chart565.xml.rels><?xml version='1.0' encoding='UTF-8' standalone='yes'?>
<Relationships xmlns="http://schemas.openxmlformats.org/package/2006/relationships"><Relationship Id="rId1" Type="http://schemas.openxmlformats.org/officeDocument/2006/relationships/package" Target="../embeddings/Microsoft_Excel_Sheet565.xlsx"/></Relationships>
</file>

<file path=ppt/charts/_rels/chart566.xml.rels><?xml version='1.0' encoding='UTF-8' standalone='yes'?>
<Relationships xmlns="http://schemas.openxmlformats.org/package/2006/relationships"><Relationship Id="rId1" Type="http://schemas.openxmlformats.org/officeDocument/2006/relationships/package" Target="../embeddings/Microsoft_Excel_Sheet566.xlsx"/></Relationships>
</file>

<file path=ppt/charts/_rels/chart567.xml.rels><?xml version='1.0' encoding='UTF-8' standalone='yes'?>
<Relationships xmlns="http://schemas.openxmlformats.org/package/2006/relationships"><Relationship Id="rId1" Type="http://schemas.openxmlformats.org/officeDocument/2006/relationships/package" Target="../embeddings/Microsoft_Excel_Sheet567.xlsx"/></Relationships>
</file>

<file path=ppt/charts/_rels/chart568.xml.rels><?xml version='1.0' encoding='UTF-8' standalone='yes'?>
<Relationships xmlns="http://schemas.openxmlformats.org/package/2006/relationships"><Relationship Id="rId1" Type="http://schemas.openxmlformats.org/officeDocument/2006/relationships/package" Target="../embeddings/Microsoft_Excel_Sheet568.xlsx"/></Relationships>
</file>

<file path=ppt/charts/_rels/chart569.xml.rels><?xml version='1.0' encoding='UTF-8' standalone='yes'?>
<Relationships xmlns="http://schemas.openxmlformats.org/package/2006/relationships"><Relationship Id="rId1" Type="http://schemas.openxmlformats.org/officeDocument/2006/relationships/package" Target="../embeddings/Microsoft_Excel_Sheet569.xlsx"/></Relationships>
</file>

<file path=ppt/charts/_rels/chart570.xml.rels><?xml version='1.0' encoding='UTF-8' standalone='yes'?>
<Relationships xmlns="http://schemas.openxmlformats.org/package/2006/relationships"><Relationship Id="rId1" Type="http://schemas.openxmlformats.org/officeDocument/2006/relationships/package" Target="../embeddings/Microsoft_Excel_Sheet570.xlsx"/></Relationships>
</file>

<file path=ppt/charts/_rels/chart571.xml.rels><?xml version='1.0' encoding='UTF-8' standalone='yes'?>
<Relationships xmlns="http://schemas.openxmlformats.org/package/2006/relationships"><Relationship Id="rId1" Type="http://schemas.openxmlformats.org/officeDocument/2006/relationships/package" Target="../embeddings/Microsoft_Excel_Sheet571.xlsx"/></Relationships>
</file>

<file path=ppt/charts/_rels/chart572.xml.rels><?xml version='1.0' encoding='UTF-8' standalone='yes'?>
<Relationships xmlns="http://schemas.openxmlformats.org/package/2006/relationships"><Relationship Id="rId1" Type="http://schemas.openxmlformats.org/officeDocument/2006/relationships/package" Target="../embeddings/Microsoft_Excel_Sheet572.xlsx"/></Relationships>
</file>

<file path=ppt/charts/_rels/chart573.xml.rels><?xml version='1.0' encoding='UTF-8' standalone='yes'?>
<Relationships xmlns="http://schemas.openxmlformats.org/package/2006/relationships"><Relationship Id="rId1" Type="http://schemas.openxmlformats.org/officeDocument/2006/relationships/package" Target="../embeddings/Microsoft_Excel_Sheet573.xlsx"/></Relationships>
</file>

<file path=ppt/charts/_rels/chart574.xml.rels><?xml version='1.0' encoding='UTF-8' standalone='yes'?>
<Relationships xmlns="http://schemas.openxmlformats.org/package/2006/relationships"><Relationship Id="rId1" Type="http://schemas.openxmlformats.org/officeDocument/2006/relationships/package" Target="../embeddings/Microsoft_Excel_Sheet574.xlsx"/></Relationships>
</file>

<file path=ppt/charts/_rels/chart575.xml.rels><?xml version='1.0' encoding='UTF-8' standalone='yes'?>
<Relationships xmlns="http://schemas.openxmlformats.org/package/2006/relationships"><Relationship Id="rId1" Type="http://schemas.openxmlformats.org/officeDocument/2006/relationships/package" Target="../embeddings/Microsoft_Excel_Sheet575.xlsx"/></Relationships>
</file>

<file path=ppt/charts/_rels/chart576.xml.rels><?xml version='1.0' encoding='UTF-8' standalone='yes'?>
<Relationships xmlns="http://schemas.openxmlformats.org/package/2006/relationships"><Relationship Id="rId1" Type="http://schemas.openxmlformats.org/officeDocument/2006/relationships/package" Target="../embeddings/Microsoft_Excel_Sheet576.xlsx"/></Relationships>
</file>

<file path=ppt/charts/_rels/chart577.xml.rels><?xml version='1.0' encoding='UTF-8' standalone='yes'?>
<Relationships xmlns="http://schemas.openxmlformats.org/package/2006/relationships"><Relationship Id="rId1" Type="http://schemas.openxmlformats.org/officeDocument/2006/relationships/package" Target="../embeddings/Microsoft_Excel_Sheet577.xlsx"/></Relationships>
</file>

<file path=ppt/charts/_rels/chart578.xml.rels><?xml version='1.0' encoding='UTF-8' standalone='yes'?>
<Relationships xmlns="http://schemas.openxmlformats.org/package/2006/relationships"><Relationship Id="rId1" Type="http://schemas.openxmlformats.org/officeDocument/2006/relationships/package" Target="../embeddings/Microsoft_Excel_Sheet578.xlsx"/></Relationships>
</file>

<file path=ppt/charts/_rels/chart579.xml.rels><?xml version='1.0' encoding='UTF-8' standalone='yes'?>
<Relationships xmlns="http://schemas.openxmlformats.org/package/2006/relationships"><Relationship Id="rId1" Type="http://schemas.openxmlformats.org/officeDocument/2006/relationships/package" Target="../embeddings/Microsoft_Excel_Sheet579.xlsx"/></Relationships>
</file>

<file path=ppt/charts/_rels/chart580.xml.rels><?xml version='1.0' encoding='UTF-8' standalone='yes'?>
<Relationships xmlns="http://schemas.openxmlformats.org/package/2006/relationships"><Relationship Id="rId1" Type="http://schemas.openxmlformats.org/officeDocument/2006/relationships/package" Target="../embeddings/Microsoft_Excel_Sheet580.xlsx"/></Relationships>
</file>

<file path=ppt/charts/_rels/chart581.xml.rels><?xml version='1.0' encoding='UTF-8' standalone='yes'?>
<Relationships xmlns="http://schemas.openxmlformats.org/package/2006/relationships"><Relationship Id="rId1" Type="http://schemas.openxmlformats.org/officeDocument/2006/relationships/package" Target="../embeddings/Microsoft_Excel_Sheet581.xlsx"/></Relationships>
</file>

<file path=ppt/charts/_rels/chart582.xml.rels><?xml version='1.0' encoding='UTF-8' standalone='yes'?>
<Relationships xmlns="http://schemas.openxmlformats.org/package/2006/relationships"><Relationship Id="rId1" Type="http://schemas.openxmlformats.org/officeDocument/2006/relationships/package" Target="../embeddings/Microsoft_Excel_Sheet582.xlsx"/></Relationships>
</file>

<file path=ppt/charts/_rels/chart583.xml.rels><?xml version='1.0' encoding='UTF-8' standalone='yes'?>
<Relationships xmlns="http://schemas.openxmlformats.org/package/2006/relationships"><Relationship Id="rId1" Type="http://schemas.openxmlformats.org/officeDocument/2006/relationships/package" Target="../embeddings/Microsoft_Excel_Sheet583.xlsx"/></Relationships>
</file>

<file path=ppt/charts/_rels/chart584.xml.rels><?xml version='1.0' encoding='UTF-8' standalone='yes'?>
<Relationships xmlns="http://schemas.openxmlformats.org/package/2006/relationships"><Relationship Id="rId1" Type="http://schemas.openxmlformats.org/officeDocument/2006/relationships/package" Target="../embeddings/Microsoft_Excel_Sheet584.xlsx"/></Relationships>
</file>

<file path=ppt/charts/_rels/chart585.xml.rels><?xml version='1.0' encoding='UTF-8' standalone='yes'?>
<Relationships xmlns="http://schemas.openxmlformats.org/package/2006/relationships"><Relationship Id="rId1" Type="http://schemas.openxmlformats.org/officeDocument/2006/relationships/package" Target="../embeddings/Microsoft_Excel_Sheet585.xlsx"/></Relationships>
</file>

<file path=ppt/charts/_rels/chart586.xml.rels><?xml version='1.0' encoding='UTF-8' standalone='yes'?>
<Relationships xmlns="http://schemas.openxmlformats.org/package/2006/relationships"><Relationship Id="rId1" Type="http://schemas.openxmlformats.org/officeDocument/2006/relationships/package" Target="../embeddings/Microsoft_Excel_Sheet586.xlsx"/></Relationships>
</file>

<file path=ppt/charts/_rels/chart587.xml.rels><?xml version='1.0' encoding='UTF-8' standalone='yes'?>
<Relationships xmlns="http://schemas.openxmlformats.org/package/2006/relationships"><Relationship Id="rId1" Type="http://schemas.openxmlformats.org/officeDocument/2006/relationships/package" Target="../embeddings/Microsoft_Excel_Sheet587.xlsx"/></Relationships>
</file>

<file path=ppt/charts/_rels/chart588.xml.rels><?xml version='1.0' encoding='UTF-8' standalone='yes'?>
<Relationships xmlns="http://schemas.openxmlformats.org/package/2006/relationships"><Relationship Id="rId1" Type="http://schemas.openxmlformats.org/officeDocument/2006/relationships/package" Target="../embeddings/Microsoft_Excel_Sheet588.xlsx"/></Relationships>
</file>

<file path=ppt/charts/_rels/chart589.xml.rels><?xml version='1.0' encoding='UTF-8' standalone='yes'?>
<Relationships xmlns="http://schemas.openxmlformats.org/package/2006/relationships"><Relationship Id="rId1" Type="http://schemas.openxmlformats.org/officeDocument/2006/relationships/package" Target="../embeddings/Microsoft_Excel_Sheet589.xlsx"/></Relationships>
</file>

<file path=ppt/charts/_rels/chart590.xml.rels><?xml version='1.0' encoding='UTF-8' standalone='yes'?>
<Relationships xmlns="http://schemas.openxmlformats.org/package/2006/relationships"><Relationship Id="rId1" Type="http://schemas.openxmlformats.org/officeDocument/2006/relationships/package" Target="../embeddings/Microsoft_Excel_Sheet590.xlsx"/></Relationships>
</file>

<file path=ppt/charts/_rels/chart591.xml.rels><?xml version='1.0' encoding='UTF-8' standalone='yes'?>
<Relationships xmlns="http://schemas.openxmlformats.org/package/2006/relationships"><Relationship Id="rId1" Type="http://schemas.openxmlformats.org/officeDocument/2006/relationships/package" Target="../embeddings/Microsoft_Excel_Sheet591.xlsx"/></Relationships>
</file>

<file path=ppt/charts/_rels/chart592.xml.rels><?xml version='1.0' encoding='UTF-8' standalone='yes'?>
<Relationships xmlns="http://schemas.openxmlformats.org/package/2006/relationships"><Relationship Id="rId1" Type="http://schemas.openxmlformats.org/officeDocument/2006/relationships/package" Target="../embeddings/Microsoft_Excel_Sheet592.xlsx"/></Relationships>
</file>

<file path=ppt/charts/_rels/chart593.xml.rels><?xml version='1.0' encoding='UTF-8' standalone='yes'?>
<Relationships xmlns="http://schemas.openxmlformats.org/package/2006/relationships"><Relationship Id="rId1" Type="http://schemas.openxmlformats.org/officeDocument/2006/relationships/package" Target="../embeddings/Microsoft_Excel_Sheet593.xlsx"/></Relationships>
</file>

<file path=ppt/charts/_rels/chart594.xml.rels><?xml version='1.0' encoding='UTF-8' standalone='yes'?>
<Relationships xmlns="http://schemas.openxmlformats.org/package/2006/relationships"><Relationship Id="rId1" Type="http://schemas.openxmlformats.org/officeDocument/2006/relationships/package" Target="../embeddings/Microsoft_Excel_Sheet594.xlsx"/></Relationships>
</file>

<file path=ppt/charts/_rels/chart595.xml.rels><?xml version='1.0' encoding='UTF-8' standalone='yes'?>
<Relationships xmlns="http://schemas.openxmlformats.org/package/2006/relationships"><Relationship Id="rId1" Type="http://schemas.openxmlformats.org/officeDocument/2006/relationships/package" Target="../embeddings/Microsoft_Excel_Sheet595.xlsx"/></Relationships>
</file>

<file path=ppt/charts/_rels/chart596.xml.rels><?xml version='1.0' encoding='UTF-8' standalone='yes'?>
<Relationships xmlns="http://schemas.openxmlformats.org/package/2006/relationships"><Relationship Id="rId1" Type="http://schemas.openxmlformats.org/officeDocument/2006/relationships/package" Target="../embeddings/Microsoft_Excel_Sheet596.xlsx"/></Relationships>
</file>

<file path=ppt/charts/_rels/chart597.xml.rels><?xml version='1.0' encoding='UTF-8' standalone='yes'?>
<Relationships xmlns="http://schemas.openxmlformats.org/package/2006/relationships"><Relationship Id="rId1" Type="http://schemas.openxmlformats.org/officeDocument/2006/relationships/package" Target="../embeddings/Microsoft_Excel_Sheet597.xlsx"/></Relationships>
</file>

<file path=ppt/charts/_rels/chart598.xml.rels><?xml version='1.0' encoding='UTF-8' standalone='yes'?>
<Relationships xmlns="http://schemas.openxmlformats.org/package/2006/relationships"><Relationship Id="rId1" Type="http://schemas.openxmlformats.org/officeDocument/2006/relationships/package" Target="../embeddings/Microsoft_Excel_Sheet598.xlsx"/></Relationships>
</file>

<file path=ppt/charts/_rels/chart599.xml.rels><?xml version='1.0' encoding='UTF-8' standalone='yes'?>
<Relationships xmlns="http://schemas.openxmlformats.org/package/2006/relationships"><Relationship Id="rId1" Type="http://schemas.openxmlformats.org/officeDocument/2006/relationships/package" Target="../embeddings/Microsoft_Excel_Sheet599.xlsx"/></Relationships>
</file>

<file path=ppt/charts/_rels/chart600.xml.rels><?xml version='1.0' encoding='UTF-8' standalone='yes'?>
<Relationships xmlns="http://schemas.openxmlformats.org/package/2006/relationships"><Relationship Id="rId1" Type="http://schemas.openxmlformats.org/officeDocument/2006/relationships/package" Target="../embeddings/Microsoft_Excel_Sheet600.xlsx"/></Relationships>
</file>

<file path=ppt/charts/_rels/chart601.xml.rels><?xml version='1.0' encoding='UTF-8' standalone='yes'?>
<Relationships xmlns="http://schemas.openxmlformats.org/package/2006/relationships"><Relationship Id="rId1" Type="http://schemas.openxmlformats.org/officeDocument/2006/relationships/package" Target="../embeddings/Microsoft_Excel_Sheet601.xlsx"/></Relationships>
</file>

<file path=ppt/charts/_rels/chart602.xml.rels><?xml version='1.0' encoding='UTF-8' standalone='yes'?>
<Relationships xmlns="http://schemas.openxmlformats.org/package/2006/relationships"><Relationship Id="rId1" Type="http://schemas.openxmlformats.org/officeDocument/2006/relationships/package" Target="../embeddings/Microsoft_Excel_Sheet602.xlsx"/></Relationships>
</file>

<file path=ppt/charts/_rels/chart603.xml.rels><?xml version='1.0' encoding='UTF-8' standalone='yes'?>
<Relationships xmlns="http://schemas.openxmlformats.org/package/2006/relationships"><Relationship Id="rId1" Type="http://schemas.openxmlformats.org/officeDocument/2006/relationships/package" Target="../embeddings/Microsoft_Excel_Sheet603.xlsx"/></Relationships>
</file>

<file path=ppt/charts/_rels/chart604.xml.rels><?xml version='1.0' encoding='UTF-8' standalone='yes'?>
<Relationships xmlns="http://schemas.openxmlformats.org/package/2006/relationships"><Relationship Id="rId1" Type="http://schemas.openxmlformats.org/officeDocument/2006/relationships/package" Target="../embeddings/Microsoft_Excel_Sheet604.xlsx"/></Relationships>
</file>

<file path=ppt/charts/_rels/chart605.xml.rels><?xml version='1.0' encoding='UTF-8' standalone='yes'?>
<Relationships xmlns="http://schemas.openxmlformats.org/package/2006/relationships"><Relationship Id="rId1" Type="http://schemas.openxmlformats.org/officeDocument/2006/relationships/package" Target="../embeddings/Microsoft_Excel_Sheet605.xlsx"/></Relationships>
</file>

<file path=ppt/charts/_rels/chart606.xml.rels><?xml version='1.0' encoding='UTF-8' standalone='yes'?>
<Relationships xmlns="http://schemas.openxmlformats.org/package/2006/relationships"><Relationship Id="rId1" Type="http://schemas.openxmlformats.org/officeDocument/2006/relationships/package" Target="../embeddings/Microsoft_Excel_Sheet606.xlsx"/></Relationships>
</file>

<file path=ppt/charts/_rels/chart607.xml.rels><?xml version='1.0' encoding='UTF-8' standalone='yes'?>
<Relationships xmlns="http://schemas.openxmlformats.org/package/2006/relationships"><Relationship Id="rId1" Type="http://schemas.openxmlformats.org/officeDocument/2006/relationships/package" Target="../embeddings/Microsoft_Excel_Sheet607.xlsx"/></Relationships>
</file>

<file path=ppt/charts/_rels/chart608.xml.rels><?xml version='1.0' encoding='UTF-8' standalone='yes'?>
<Relationships xmlns="http://schemas.openxmlformats.org/package/2006/relationships"><Relationship Id="rId1" Type="http://schemas.openxmlformats.org/officeDocument/2006/relationships/package" Target="../embeddings/Microsoft_Excel_Sheet608.xlsx"/></Relationships>
</file>

<file path=ppt/charts/_rels/chart609.xml.rels><?xml version='1.0' encoding='UTF-8' standalone='yes'?>
<Relationships xmlns="http://schemas.openxmlformats.org/package/2006/relationships"><Relationship Id="rId1" Type="http://schemas.openxmlformats.org/officeDocument/2006/relationships/package" Target="../embeddings/Microsoft_Excel_Sheet609.xlsx"/></Relationships>
</file>

<file path=ppt/charts/_rels/chart610.xml.rels><?xml version='1.0' encoding='UTF-8' standalone='yes'?>
<Relationships xmlns="http://schemas.openxmlformats.org/package/2006/relationships"><Relationship Id="rId1" Type="http://schemas.openxmlformats.org/officeDocument/2006/relationships/package" Target="../embeddings/Microsoft_Excel_Sheet610.xlsx"/></Relationships>
</file>

<file path=ppt/charts/_rels/chart611.xml.rels><?xml version='1.0' encoding='UTF-8' standalone='yes'?>
<Relationships xmlns="http://schemas.openxmlformats.org/package/2006/relationships"><Relationship Id="rId1" Type="http://schemas.openxmlformats.org/officeDocument/2006/relationships/package" Target="../embeddings/Microsoft_Excel_Sheet611.xlsx"/></Relationships>
</file>

<file path=ppt/charts/_rels/chart612.xml.rels><?xml version='1.0' encoding='UTF-8' standalone='yes'?>
<Relationships xmlns="http://schemas.openxmlformats.org/package/2006/relationships"><Relationship Id="rId1" Type="http://schemas.openxmlformats.org/officeDocument/2006/relationships/package" Target="../embeddings/Microsoft_Excel_Sheet612.xlsx"/></Relationships>
</file>

<file path=ppt/charts/_rels/chart613.xml.rels><?xml version='1.0' encoding='UTF-8' standalone='yes'?>
<Relationships xmlns="http://schemas.openxmlformats.org/package/2006/relationships"><Relationship Id="rId1" Type="http://schemas.openxmlformats.org/officeDocument/2006/relationships/package" Target="../embeddings/Microsoft_Excel_Sheet613.xlsx"/></Relationships>
</file>

<file path=ppt/charts/_rels/chart614.xml.rels><?xml version='1.0' encoding='UTF-8' standalone='yes'?>
<Relationships xmlns="http://schemas.openxmlformats.org/package/2006/relationships"><Relationship Id="rId1" Type="http://schemas.openxmlformats.org/officeDocument/2006/relationships/package" Target="../embeddings/Microsoft_Excel_Sheet614.xlsx"/></Relationships>
</file>

<file path=ppt/charts/_rels/chart615.xml.rels><?xml version='1.0' encoding='UTF-8' standalone='yes'?>
<Relationships xmlns="http://schemas.openxmlformats.org/package/2006/relationships"><Relationship Id="rId1" Type="http://schemas.openxmlformats.org/officeDocument/2006/relationships/package" Target="../embeddings/Microsoft_Excel_Sheet615.xlsx"/></Relationships>
</file>

<file path=ppt/charts/_rels/chart616.xml.rels><?xml version='1.0' encoding='UTF-8' standalone='yes'?>
<Relationships xmlns="http://schemas.openxmlformats.org/package/2006/relationships"><Relationship Id="rId1" Type="http://schemas.openxmlformats.org/officeDocument/2006/relationships/package" Target="../embeddings/Microsoft_Excel_Sheet616.xlsx"/></Relationships>
</file>

<file path=ppt/charts/_rels/chart617.xml.rels><?xml version='1.0' encoding='UTF-8' standalone='yes'?>
<Relationships xmlns="http://schemas.openxmlformats.org/package/2006/relationships"><Relationship Id="rId1" Type="http://schemas.openxmlformats.org/officeDocument/2006/relationships/package" Target="../embeddings/Microsoft_Excel_Sheet617.xlsx"/></Relationships>
</file>

<file path=ppt/charts/_rels/chart618.xml.rels><?xml version='1.0' encoding='UTF-8' standalone='yes'?>
<Relationships xmlns="http://schemas.openxmlformats.org/package/2006/relationships"><Relationship Id="rId1" Type="http://schemas.openxmlformats.org/officeDocument/2006/relationships/package" Target="../embeddings/Microsoft_Excel_Sheet618.xlsx"/></Relationships>
</file>

<file path=ppt/charts/_rels/chart619.xml.rels><?xml version='1.0' encoding='UTF-8' standalone='yes'?>
<Relationships xmlns="http://schemas.openxmlformats.org/package/2006/relationships"><Relationship Id="rId1" Type="http://schemas.openxmlformats.org/officeDocument/2006/relationships/package" Target="../embeddings/Microsoft_Excel_Sheet619.xlsx"/></Relationships>
</file>

<file path=ppt/charts/_rels/chart620.xml.rels><?xml version='1.0' encoding='UTF-8' standalone='yes'?>
<Relationships xmlns="http://schemas.openxmlformats.org/package/2006/relationships"><Relationship Id="rId1" Type="http://schemas.openxmlformats.org/officeDocument/2006/relationships/package" Target="../embeddings/Microsoft_Excel_Sheet620.xlsx"/></Relationships>
</file>

<file path=ppt/charts/_rels/chart621.xml.rels><?xml version='1.0' encoding='UTF-8' standalone='yes'?>
<Relationships xmlns="http://schemas.openxmlformats.org/package/2006/relationships"><Relationship Id="rId1" Type="http://schemas.openxmlformats.org/officeDocument/2006/relationships/package" Target="../embeddings/Microsoft_Excel_Sheet621.xlsx"/></Relationships>
</file>

<file path=ppt/charts/_rels/chart622.xml.rels><?xml version='1.0' encoding='UTF-8' standalone='yes'?>
<Relationships xmlns="http://schemas.openxmlformats.org/package/2006/relationships"><Relationship Id="rId1" Type="http://schemas.openxmlformats.org/officeDocument/2006/relationships/package" Target="../embeddings/Microsoft_Excel_Sheet622.xlsx"/></Relationships>
</file>

<file path=ppt/charts/_rels/chart623.xml.rels><?xml version='1.0' encoding='UTF-8' standalone='yes'?>
<Relationships xmlns="http://schemas.openxmlformats.org/package/2006/relationships"><Relationship Id="rId1" Type="http://schemas.openxmlformats.org/officeDocument/2006/relationships/package" Target="../embeddings/Microsoft_Excel_Sheet623.xlsx"/></Relationships>
</file>

<file path=ppt/charts/_rels/chart624.xml.rels><?xml version='1.0' encoding='UTF-8' standalone='yes'?>
<Relationships xmlns="http://schemas.openxmlformats.org/package/2006/relationships"><Relationship Id="rId1" Type="http://schemas.openxmlformats.org/officeDocument/2006/relationships/package" Target="../embeddings/Microsoft_Excel_Sheet624.xlsx"/></Relationships>
</file>

<file path=ppt/charts/_rels/chart625.xml.rels><?xml version='1.0' encoding='UTF-8' standalone='yes'?>
<Relationships xmlns="http://schemas.openxmlformats.org/package/2006/relationships"><Relationship Id="rId1" Type="http://schemas.openxmlformats.org/officeDocument/2006/relationships/package" Target="../embeddings/Microsoft_Excel_Sheet625.xlsx"/></Relationships>
</file>

<file path=ppt/charts/_rels/chart626.xml.rels><?xml version='1.0' encoding='UTF-8' standalone='yes'?>
<Relationships xmlns="http://schemas.openxmlformats.org/package/2006/relationships"><Relationship Id="rId1" Type="http://schemas.openxmlformats.org/officeDocument/2006/relationships/package" Target="../embeddings/Microsoft_Excel_Sheet626.xlsx"/></Relationships>
</file>

<file path=ppt/charts/_rels/chart627.xml.rels><?xml version='1.0' encoding='UTF-8' standalone='yes'?>
<Relationships xmlns="http://schemas.openxmlformats.org/package/2006/relationships"><Relationship Id="rId1" Type="http://schemas.openxmlformats.org/officeDocument/2006/relationships/package" Target="../embeddings/Microsoft_Excel_Sheet627.xlsx"/></Relationships>
</file>

<file path=ppt/charts/_rels/chart628.xml.rels><?xml version='1.0' encoding='UTF-8' standalone='yes'?>
<Relationships xmlns="http://schemas.openxmlformats.org/package/2006/relationships"><Relationship Id="rId1" Type="http://schemas.openxmlformats.org/officeDocument/2006/relationships/package" Target="../embeddings/Microsoft_Excel_Sheet628.xlsx"/></Relationships>
</file>

<file path=ppt/charts/_rels/chart629.xml.rels><?xml version='1.0' encoding='UTF-8' standalone='yes'?>
<Relationships xmlns="http://schemas.openxmlformats.org/package/2006/relationships"><Relationship Id="rId1" Type="http://schemas.openxmlformats.org/officeDocument/2006/relationships/package" Target="../embeddings/Microsoft_Excel_Sheet629.xlsx"/></Relationships>
</file>

<file path=ppt/charts/_rels/chart630.xml.rels><?xml version='1.0' encoding='UTF-8' standalone='yes'?>
<Relationships xmlns="http://schemas.openxmlformats.org/package/2006/relationships"><Relationship Id="rId1" Type="http://schemas.openxmlformats.org/officeDocument/2006/relationships/package" Target="../embeddings/Microsoft_Excel_Sheet630.xlsx"/></Relationships>
</file>

<file path=ppt/charts/_rels/chart631.xml.rels><?xml version='1.0' encoding='UTF-8' standalone='yes'?>
<Relationships xmlns="http://schemas.openxmlformats.org/package/2006/relationships"><Relationship Id="rId1" Type="http://schemas.openxmlformats.org/officeDocument/2006/relationships/package" Target="../embeddings/Microsoft_Excel_Sheet631.xlsx"/></Relationships>
</file>

<file path=ppt/charts/_rels/chart632.xml.rels><?xml version='1.0' encoding='UTF-8' standalone='yes'?>
<Relationships xmlns="http://schemas.openxmlformats.org/package/2006/relationships"><Relationship Id="rId1" Type="http://schemas.openxmlformats.org/officeDocument/2006/relationships/package" Target="../embeddings/Microsoft_Excel_Sheet632.xlsx"/></Relationships>
</file>

<file path=ppt/charts/_rels/chart633.xml.rels><?xml version='1.0' encoding='UTF-8' standalone='yes'?>
<Relationships xmlns="http://schemas.openxmlformats.org/package/2006/relationships"><Relationship Id="rId1" Type="http://schemas.openxmlformats.org/officeDocument/2006/relationships/package" Target="../embeddings/Microsoft_Excel_Sheet633.xlsx"/></Relationships>
</file>

<file path=ppt/charts/_rels/chart634.xml.rels><?xml version='1.0' encoding='UTF-8' standalone='yes'?>
<Relationships xmlns="http://schemas.openxmlformats.org/package/2006/relationships"><Relationship Id="rId1" Type="http://schemas.openxmlformats.org/officeDocument/2006/relationships/package" Target="../embeddings/Microsoft_Excel_Sheet634.xlsx"/></Relationships>
</file>

<file path=ppt/charts/_rels/chart635.xml.rels><?xml version='1.0' encoding='UTF-8' standalone='yes'?>
<Relationships xmlns="http://schemas.openxmlformats.org/package/2006/relationships"><Relationship Id="rId1" Type="http://schemas.openxmlformats.org/officeDocument/2006/relationships/package" Target="../embeddings/Microsoft_Excel_Sheet635.xlsx"/></Relationships>
</file>

<file path=ppt/charts/_rels/chart636.xml.rels><?xml version='1.0' encoding='UTF-8' standalone='yes'?>
<Relationships xmlns="http://schemas.openxmlformats.org/package/2006/relationships"><Relationship Id="rId1" Type="http://schemas.openxmlformats.org/officeDocument/2006/relationships/package" Target="../embeddings/Microsoft_Excel_Sheet636.xlsx"/></Relationships>
</file>

<file path=ppt/charts/_rels/chart637.xml.rels><?xml version='1.0' encoding='UTF-8' standalone='yes'?>
<Relationships xmlns="http://schemas.openxmlformats.org/package/2006/relationships"><Relationship Id="rId1" Type="http://schemas.openxmlformats.org/officeDocument/2006/relationships/package" Target="../embeddings/Microsoft_Excel_Sheet637.xlsx"/></Relationships>
</file>

<file path=ppt/charts/_rels/chart638.xml.rels><?xml version='1.0' encoding='UTF-8' standalone='yes'?>
<Relationships xmlns="http://schemas.openxmlformats.org/package/2006/relationships"><Relationship Id="rId1" Type="http://schemas.openxmlformats.org/officeDocument/2006/relationships/package" Target="../embeddings/Microsoft_Excel_Sheet638.xlsx"/></Relationships>
</file>

<file path=ppt/charts/_rels/chart639.xml.rels><?xml version='1.0' encoding='UTF-8' standalone='yes'?>
<Relationships xmlns="http://schemas.openxmlformats.org/package/2006/relationships"><Relationship Id="rId1" Type="http://schemas.openxmlformats.org/officeDocument/2006/relationships/package" Target="../embeddings/Microsoft_Excel_Sheet639.xlsx"/></Relationships>
</file>

<file path=ppt/charts/_rels/chart640.xml.rels><?xml version='1.0' encoding='UTF-8' standalone='yes'?>
<Relationships xmlns="http://schemas.openxmlformats.org/package/2006/relationships"><Relationship Id="rId1" Type="http://schemas.openxmlformats.org/officeDocument/2006/relationships/package" Target="../embeddings/Microsoft_Excel_Sheet640.xlsx"/></Relationships>
</file>

<file path=ppt/charts/_rels/chart641.xml.rels><?xml version='1.0' encoding='UTF-8' standalone='yes'?>
<Relationships xmlns="http://schemas.openxmlformats.org/package/2006/relationships"><Relationship Id="rId1" Type="http://schemas.openxmlformats.org/officeDocument/2006/relationships/package" Target="../embeddings/Microsoft_Excel_Sheet641.xlsx"/></Relationships>
</file>

<file path=ppt/charts/_rels/chart642.xml.rels><?xml version='1.0' encoding='UTF-8' standalone='yes'?>
<Relationships xmlns="http://schemas.openxmlformats.org/package/2006/relationships"><Relationship Id="rId1" Type="http://schemas.openxmlformats.org/officeDocument/2006/relationships/package" Target="../embeddings/Microsoft_Excel_Sheet642.xlsx"/></Relationships>
</file>

<file path=ppt/charts/_rels/chart643.xml.rels><?xml version='1.0' encoding='UTF-8' standalone='yes'?>
<Relationships xmlns="http://schemas.openxmlformats.org/package/2006/relationships"><Relationship Id="rId1" Type="http://schemas.openxmlformats.org/officeDocument/2006/relationships/package" Target="../embeddings/Microsoft_Excel_Sheet643.xlsx"/></Relationships>
</file>

<file path=ppt/charts/_rels/chart644.xml.rels><?xml version='1.0' encoding='UTF-8' standalone='yes'?>
<Relationships xmlns="http://schemas.openxmlformats.org/package/2006/relationships"><Relationship Id="rId1" Type="http://schemas.openxmlformats.org/officeDocument/2006/relationships/package" Target="../embeddings/Microsoft_Excel_Sheet644.xlsx"/></Relationships>
</file>

<file path=ppt/charts/_rels/chart645.xml.rels><?xml version='1.0' encoding='UTF-8' standalone='yes'?>
<Relationships xmlns="http://schemas.openxmlformats.org/package/2006/relationships"><Relationship Id="rId1" Type="http://schemas.openxmlformats.org/officeDocument/2006/relationships/package" Target="../embeddings/Microsoft_Excel_Sheet645.xlsx"/></Relationships>
</file>

<file path=ppt/charts/_rels/chart646.xml.rels><?xml version='1.0' encoding='UTF-8' standalone='yes'?>
<Relationships xmlns="http://schemas.openxmlformats.org/package/2006/relationships"><Relationship Id="rId1" Type="http://schemas.openxmlformats.org/officeDocument/2006/relationships/package" Target="../embeddings/Microsoft_Excel_Sheet646.xlsx"/></Relationships>
</file>

<file path=ppt/charts/_rels/chart647.xml.rels><?xml version='1.0' encoding='UTF-8' standalone='yes'?>
<Relationships xmlns="http://schemas.openxmlformats.org/package/2006/relationships"><Relationship Id="rId1" Type="http://schemas.openxmlformats.org/officeDocument/2006/relationships/package" Target="../embeddings/Microsoft_Excel_Sheet647.xlsx"/></Relationships>
</file>

<file path=ppt/charts/_rels/chart648.xml.rels><?xml version='1.0' encoding='UTF-8' standalone='yes'?>
<Relationships xmlns="http://schemas.openxmlformats.org/package/2006/relationships"><Relationship Id="rId1" Type="http://schemas.openxmlformats.org/officeDocument/2006/relationships/package" Target="../embeddings/Microsoft_Excel_Sheet648.xlsx"/></Relationships>
</file>

<file path=ppt/charts/_rels/chart649.xml.rels><?xml version='1.0' encoding='UTF-8' standalone='yes'?>
<Relationships xmlns="http://schemas.openxmlformats.org/package/2006/relationships"><Relationship Id="rId1" Type="http://schemas.openxmlformats.org/officeDocument/2006/relationships/package" Target="../embeddings/Microsoft_Excel_Sheet649.xlsx"/></Relationships>
</file>

<file path=ppt/charts/_rels/chart650.xml.rels><?xml version='1.0' encoding='UTF-8' standalone='yes'?>
<Relationships xmlns="http://schemas.openxmlformats.org/package/2006/relationships"><Relationship Id="rId1" Type="http://schemas.openxmlformats.org/officeDocument/2006/relationships/package" Target="../embeddings/Microsoft_Excel_Sheet650.xlsx"/></Relationships>
</file>

<file path=ppt/charts/_rels/chart651.xml.rels><?xml version='1.0' encoding='UTF-8' standalone='yes'?>
<Relationships xmlns="http://schemas.openxmlformats.org/package/2006/relationships"><Relationship Id="rId1" Type="http://schemas.openxmlformats.org/officeDocument/2006/relationships/package" Target="../embeddings/Microsoft_Excel_Sheet651.xlsx"/></Relationships>
</file>

<file path=ppt/charts/_rels/chart652.xml.rels><?xml version='1.0' encoding='UTF-8' standalone='yes'?>
<Relationships xmlns="http://schemas.openxmlformats.org/package/2006/relationships"><Relationship Id="rId1" Type="http://schemas.openxmlformats.org/officeDocument/2006/relationships/package" Target="../embeddings/Microsoft_Excel_Sheet652.xlsx"/></Relationships>
</file>

<file path=ppt/charts/_rels/chart653.xml.rels><?xml version='1.0' encoding='UTF-8' standalone='yes'?>
<Relationships xmlns="http://schemas.openxmlformats.org/package/2006/relationships"><Relationship Id="rId1" Type="http://schemas.openxmlformats.org/officeDocument/2006/relationships/package" Target="../embeddings/Microsoft_Excel_Sheet653.xlsx"/></Relationships>
</file>

<file path=ppt/charts/_rels/chart654.xml.rels><?xml version='1.0' encoding='UTF-8' standalone='yes'?>
<Relationships xmlns="http://schemas.openxmlformats.org/package/2006/relationships"><Relationship Id="rId1" Type="http://schemas.openxmlformats.org/officeDocument/2006/relationships/package" Target="../embeddings/Microsoft_Excel_Sheet654.xlsx"/></Relationships>
</file>

<file path=ppt/charts/_rels/chart655.xml.rels><?xml version='1.0' encoding='UTF-8' standalone='yes'?>
<Relationships xmlns="http://schemas.openxmlformats.org/package/2006/relationships"><Relationship Id="rId1" Type="http://schemas.openxmlformats.org/officeDocument/2006/relationships/package" Target="../embeddings/Microsoft_Excel_Sheet655.xlsx"/></Relationships>
</file>

<file path=ppt/charts/_rels/chart656.xml.rels><?xml version='1.0' encoding='UTF-8' standalone='yes'?>
<Relationships xmlns="http://schemas.openxmlformats.org/package/2006/relationships"><Relationship Id="rId1" Type="http://schemas.openxmlformats.org/officeDocument/2006/relationships/package" Target="../embeddings/Microsoft_Excel_Sheet656.xlsx"/></Relationships>
</file>

<file path=ppt/charts/_rels/chart657.xml.rels><?xml version='1.0' encoding='UTF-8' standalone='yes'?>
<Relationships xmlns="http://schemas.openxmlformats.org/package/2006/relationships"><Relationship Id="rId1" Type="http://schemas.openxmlformats.org/officeDocument/2006/relationships/package" Target="../embeddings/Microsoft_Excel_Sheet657.xlsx"/></Relationships>
</file>

<file path=ppt/charts/_rels/chart658.xml.rels><?xml version='1.0' encoding='UTF-8' standalone='yes'?>
<Relationships xmlns="http://schemas.openxmlformats.org/package/2006/relationships"><Relationship Id="rId1" Type="http://schemas.openxmlformats.org/officeDocument/2006/relationships/package" Target="../embeddings/Microsoft_Excel_Sheet658.xlsx"/></Relationships>
</file>

<file path=ppt/charts/_rels/chart659.xml.rels><?xml version='1.0' encoding='UTF-8' standalone='yes'?>
<Relationships xmlns="http://schemas.openxmlformats.org/package/2006/relationships"><Relationship Id="rId1" Type="http://schemas.openxmlformats.org/officeDocument/2006/relationships/package" Target="../embeddings/Microsoft_Excel_Sheet659.xlsx"/></Relationships>
</file>

<file path=ppt/charts/_rels/chart660.xml.rels><?xml version='1.0' encoding='UTF-8' standalone='yes'?>
<Relationships xmlns="http://schemas.openxmlformats.org/package/2006/relationships"><Relationship Id="rId1" Type="http://schemas.openxmlformats.org/officeDocument/2006/relationships/package" Target="../embeddings/Microsoft_Excel_Sheet660.xlsx"/></Relationships>
</file>

<file path=ppt/charts/_rels/chart661.xml.rels><?xml version='1.0' encoding='UTF-8' standalone='yes'?>
<Relationships xmlns="http://schemas.openxmlformats.org/package/2006/relationships"><Relationship Id="rId1" Type="http://schemas.openxmlformats.org/officeDocument/2006/relationships/package" Target="../embeddings/Microsoft_Excel_Sheet661.xlsx"/></Relationships>
</file>

<file path=ppt/charts/_rels/chart662.xml.rels><?xml version='1.0' encoding='UTF-8' standalone='yes'?>
<Relationships xmlns="http://schemas.openxmlformats.org/package/2006/relationships"><Relationship Id="rId1" Type="http://schemas.openxmlformats.org/officeDocument/2006/relationships/package" Target="../embeddings/Microsoft_Excel_Sheet662.xlsx"/></Relationships>
</file>

<file path=ppt/charts/_rels/chart663.xml.rels><?xml version='1.0' encoding='UTF-8' standalone='yes'?>
<Relationships xmlns="http://schemas.openxmlformats.org/package/2006/relationships"><Relationship Id="rId1" Type="http://schemas.openxmlformats.org/officeDocument/2006/relationships/package" Target="../embeddings/Microsoft_Excel_Sheet663.xlsx"/></Relationships>
</file>

<file path=ppt/charts/_rels/chart664.xml.rels><?xml version='1.0' encoding='UTF-8' standalone='yes'?>
<Relationships xmlns="http://schemas.openxmlformats.org/package/2006/relationships"><Relationship Id="rId1" Type="http://schemas.openxmlformats.org/officeDocument/2006/relationships/package" Target="../embeddings/Microsoft_Excel_Sheet664.xlsx"/></Relationships>
</file>

<file path=ppt/charts/_rels/chart665.xml.rels><?xml version='1.0' encoding='UTF-8' standalone='yes'?>
<Relationships xmlns="http://schemas.openxmlformats.org/package/2006/relationships"><Relationship Id="rId1" Type="http://schemas.openxmlformats.org/officeDocument/2006/relationships/package" Target="../embeddings/Microsoft_Excel_Sheet665.xlsx"/></Relationships>
</file>

<file path=ppt/charts/_rels/chart666.xml.rels><?xml version='1.0' encoding='UTF-8' standalone='yes'?>
<Relationships xmlns="http://schemas.openxmlformats.org/package/2006/relationships"><Relationship Id="rId1" Type="http://schemas.openxmlformats.org/officeDocument/2006/relationships/package" Target="../embeddings/Microsoft_Excel_Sheet666.xlsx"/></Relationships>
</file>

<file path=ppt/charts/_rels/chart667.xml.rels><?xml version='1.0' encoding='UTF-8' standalone='yes'?>
<Relationships xmlns="http://schemas.openxmlformats.org/package/2006/relationships"><Relationship Id="rId1" Type="http://schemas.openxmlformats.org/officeDocument/2006/relationships/package" Target="../embeddings/Microsoft_Excel_Sheet667.xlsx"/></Relationships>
</file>

<file path=ppt/charts/_rels/chart668.xml.rels><?xml version='1.0' encoding='UTF-8' standalone='yes'?>
<Relationships xmlns="http://schemas.openxmlformats.org/package/2006/relationships"><Relationship Id="rId1" Type="http://schemas.openxmlformats.org/officeDocument/2006/relationships/package" Target="../embeddings/Microsoft_Excel_Sheet668.xlsx"/></Relationships>
</file>

<file path=ppt/charts/_rels/chart669.xml.rels><?xml version='1.0' encoding='UTF-8' standalone='yes'?>
<Relationships xmlns="http://schemas.openxmlformats.org/package/2006/relationships"><Relationship Id="rId1" Type="http://schemas.openxmlformats.org/officeDocument/2006/relationships/package" Target="../embeddings/Microsoft_Excel_Sheet669.xlsx"/></Relationships>
</file>

<file path=ppt/charts/_rels/chart670.xml.rels><?xml version='1.0' encoding='UTF-8' standalone='yes'?>
<Relationships xmlns="http://schemas.openxmlformats.org/package/2006/relationships"><Relationship Id="rId1" Type="http://schemas.openxmlformats.org/officeDocument/2006/relationships/package" Target="../embeddings/Microsoft_Excel_Sheet670.xlsx"/></Relationships>
</file>

<file path=ppt/charts/_rels/chart671.xml.rels><?xml version='1.0' encoding='UTF-8' standalone='yes'?>
<Relationships xmlns="http://schemas.openxmlformats.org/package/2006/relationships"><Relationship Id="rId1" Type="http://schemas.openxmlformats.org/officeDocument/2006/relationships/package" Target="../embeddings/Microsoft_Excel_Sheet671.xlsx"/></Relationships>
</file>

<file path=ppt/charts/_rels/chart672.xml.rels><?xml version='1.0' encoding='UTF-8' standalone='yes'?>
<Relationships xmlns="http://schemas.openxmlformats.org/package/2006/relationships"><Relationship Id="rId1" Type="http://schemas.openxmlformats.org/officeDocument/2006/relationships/package" Target="../embeddings/Microsoft_Excel_Sheet672.xlsx"/></Relationships>
</file>

<file path=ppt/charts/_rels/chart673.xml.rels><?xml version='1.0' encoding='UTF-8' standalone='yes'?>
<Relationships xmlns="http://schemas.openxmlformats.org/package/2006/relationships"><Relationship Id="rId1" Type="http://schemas.openxmlformats.org/officeDocument/2006/relationships/package" Target="../embeddings/Microsoft_Excel_Sheet673.xlsx"/></Relationships>
</file>

<file path=ppt/charts/_rels/chart674.xml.rels><?xml version='1.0' encoding='UTF-8' standalone='yes'?>
<Relationships xmlns="http://schemas.openxmlformats.org/package/2006/relationships"><Relationship Id="rId1" Type="http://schemas.openxmlformats.org/officeDocument/2006/relationships/package" Target="../embeddings/Microsoft_Excel_Sheet674.xlsx"/></Relationships>
</file>

<file path=ppt/charts/_rels/chart675.xml.rels><?xml version='1.0' encoding='UTF-8' standalone='yes'?>
<Relationships xmlns="http://schemas.openxmlformats.org/package/2006/relationships"><Relationship Id="rId1" Type="http://schemas.openxmlformats.org/officeDocument/2006/relationships/package" Target="../embeddings/Microsoft_Excel_Sheet675.xlsx"/></Relationships>
</file>

<file path=ppt/charts/_rels/chart676.xml.rels><?xml version='1.0' encoding='UTF-8' standalone='yes'?>
<Relationships xmlns="http://schemas.openxmlformats.org/package/2006/relationships"><Relationship Id="rId1" Type="http://schemas.openxmlformats.org/officeDocument/2006/relationships/package" Target="../embeddings/Microsoft_Excel_Sheet676.xlsx"/></Relationships>
</file>

<file path=ppt/charts/_rels/chart677.xml.rels><?xml version='1.0' encoding='UTF-8' standalone='yes'?>
<Relationships xmlns="http://schemas.openxmlformats.org/package/2006/relationships"><Relationship Id="rId1" Type="http://schemas.openxmlformats.org/officeDocument/2006/relationships/package" Target="../embeddings/Microsoft_Excel_Sheet677.xlsx"/></Relationships>
</file>

<file path=ppt/charts/_rels/chart678.xml.rels><?xml version='1.0' encoding='UTF-8' standalone='yes'?>
<Relationships xmlns="http://schemas.openxmlformats.org/package/2006/relationships"><Relationship Id="rId1" Type="http://schemas.openxmlformats.org/officeDocument/2006/relationships/package" Target="../embeddings/Microsoft_Excel_Sheet678.xlsx"/></Relationships>
</file>

<file path=ppt/charts/_rels/chart679.xml.rels><?xml version='1.0' encoding='UTF-8' standalone='yes'?>
<Relationships xmlns="http://schemas.openxmlformats.org/package/2006/relationships"><Relationship Id="rId1" Type="http://schemas.openxmlformats.org/officeDocument/2006/relationships/package" Target="../embeddings/Microsoft_Excel_Sheet679.xlsx"/></Relationships>
</file>

<file path=ppt/charts/_rels/chart680.xml.rels><?xml version='1.0' encoding='UTF-8' standalone='yes'?>
<Relationships xmlns="http://schemas.openxmlformats.org/package/2006/relationships"><Relationship Id="rId1" Type="http://schemas.openxmlformats.org/officeDocument/2006/relationships/package" Target="../embeddings/Microsoft_Excel_Sheet680.xlsx"/></Relationships>
</file>

<file path=ppt/charts/_rels/chart681.xml.rels><?xml version='1.0' encoding='UTF-8' standalone='yes'?>
<Relationships xmlns="http://schemas.openxmlformats.org/package/2006/relationships"><Relationship Id="rId1" Type="http://schemas.openxmlformats.org/officeDocument/2006/relationships/package" Target="../embeddings/Microsoft_Excel_Sheet681.xlsx"/></Relationships>
</file>

<file path=ppt/charts/_rels/chart682.xml.rels><?xml version='1.0' encoding='UTF-8' standalone='yes'?>
<Relationships xmlns="http://schemas.openxmlformats.org/package/2006/relationships"><Relationship Id="rId1" Type="http://schemas.openxmlformats.org/officeDocument/2006/relationships/package" Target="../embeddings/Microsoft_Excel_Sheet682.xlsx"/></Relationships>
</file>

<file path=ppt/charts/_rels/chart683.xml.rels><?xml version='1.0' encoding='UTF-8' standalone='yes'?>
<Relationships xmlns="http://schemas.openxmlformats.org/package/2006/relationships"><Relationship Id="rId1" Type="http://schemas.openxmlformats.org/officeDocument/2006/relationships/package" Target="../embeddings/Microsoft_Excel_Sheet683.xlsx"/></Relationships>
</file>

<file path=ppt/charts/_rels/chart684.xml.rels><?xml version='1.0' encoding='UTF-8' standalone='yes'?>
<Relationships xmlns="http://schemas.openxmlformats.org/package/2006/relationships"><Relationship Id="rId1" Type="http://schemas.openxmlformats.org/officeDocument/2006/relationships/package" Target="../embeddings/Microsoft_Excel_Sheet684.xlsx"/></Relationships>
</file>

<file path=ppt/charts/_rels/chart685.xml.rels><?xml version='1.0' encoding='UTF-8' standalone='yes'?>
<Relationships xmlns="http://schemas.openxmlformats.org/package/2006/relationships"><Relationship Id="rId1" Type="http://schemas.openxmlformats.org/officeDocument/2006/relationships/package" Target="../embeddings/Microsoft_Excel_Sheet685.xlsx"/></Relationships>
</file>

<file path=ppt/charts/_rels/chart686.xml.rels><?xml version='1.0' encoding='UTF-8' standalone='yes'?>
<Relationships xmlns="http://schemas.openxmlformats.org/package/2006/relationships"><Relationship Id="rId1" Type="http://schemas.openxmlformats.org/officeDocument/2006/relationships/package" Target="../embeddings/Microsoft_Excel_Sheet686.xlsx"/></Relationships>
</file>

<file path=ppt/charts/_rels/chart687.xml.rels><?xml version='1.0' encoding='UTF-8' standalone='yes'?>
<Relationships xmlns="http://schemas.openxmlformats.org/package/2006/relationships"><Relationship Id="rId1" Type="http://schemas.openxmlformats.org/officeDocument/2006/relationships/package" Target="../embeddings/Microsoft_Excel_Sheet687.xlsx"/></Relationships>
</file>

<file path=ppt/charts/_rels/chart688.xml.rels><?xml version='1.0' encoding='UTF-8' standalone='yes'?>
<Relationships xmlns="http://schemas.openxmlformats.org/package/2006/relationships"><Relationship Id="rId1" Type="http://schemas.openxmlformats.org/officeDocument/2006/relationships/package" Target="../embeddings/Microsoft_Excel_Sheet688.xlsx"/></Relationships>
</file>

<file path=ppt/charts/_rels/chart689.xml.rels><?xml version='1.0' encoding='UTF-8' standalone='yes'?>
<Relationships xmlns="http://schemas.openxmlformats.org/package/2006/relationships"><Relationship Id="rId1" Type="http://schemas.openxmlformats.org/officeDocument/2006/relationships/package" Target="../embeddings/Microsoft_Excel_Sheet689.xlsx"/></Relationships>
</file>

<file path=ppt/charts/_rels/chart690.xml.rels><?xml version='1.0' encoding='UTF-8' standalone='yes'?>
<Relationships xmlns="http://schemas.openxmlformats.org/package/2006/relationships"><Relationship Id="rId1" Type="http://schemas.openxmlformats.org/officeDocument/2006/relationships/package" Target="../embeddings/Microsoft_Excel_Sheet690.xlsx"/></Relationships>
</file>

<file path=ppt/charts/_rels/chart691.xml.rels><?xml version='1.0' encoding='UTF-8' standalone='yes'?>
<Relationships xmlns="http://schemas.openxmlformats.org/package/2006/relationships"><Relationship Id="rId1" Type="http://schemas.openxmlformats.org/officeDocument/2006/relationships/package" Target="../embeddings/Microsoft_Excel_Sheet691.xlsx"/></Relationships>
</file>

<file path=ppt/charts/_rels/chart692.xml.rels><?xml version='1.0' encoding='UTF-8' standalone='yes'?>
<Relationships xmlns="http://schemas.openxmlformats.org/package/2006/relationships"><Relationship Id="rId1" Type="http://schemas.openxmlformats.org/officeDocument/2006/relationships/package" Target="../embeddings/Microsoft_Excel_Sheet692.xlsx"/></Relationships>
</file>

<file path=ppt/charts/_rels/chart693.xml.rels><?xml version='1.0' encoding='UTF-8' standalone='yes'?>
<Relationships xmlns="http://schemas.openxmlformats.org/package/2006/relationships"><Relationship Id="rId1" Type="http://schemas.openxmlformats.org/officeDocument/2006/relationships/package" Target="../embeddings/Microsoft_Excel_Sheet693.xlsx"/></Relationships>
</file>

<file path=ppt/charts/_rels/chart694.xml.rels><?xml version='1.0' encoding='UTF-8' standalone='yes'?>
<Relationships xmlns="http://schemas.openxmlformats.org/package/2006/relationships"><Relationship Id="rId1" Type="http://schemas.openxmlformats.org/officeDocument/2006/relationships/package" Target="../embeddings/Microsoft_Excel_Sheet694.xlsx"/></Relationships>
</file>

<file path=ppt/charts/_rels/chart695.xml.rels><?xml version='1.0' encoding='UTF-8' standalone='yes'?>
<Relationships xmlns="http://schemas.openxmlformats.org/package/2006/relationships"><Relationship Id="rId1" Type="http://schemas.openxmlformats.org/officeDocument/2006/relationships/package" Target="../embeddings/Microsoft_Excel_Sheet695.xlsx"/></Relationships>
</file>

<file path=ppt/charts/_rels/chart696.xml.rels><?xml version='1.0' encoding='UTF-8' standalone='yes'?>
<Relationships xmlns="http://schemas.openxmlformats.org/package/2006/relationships"><Relationship Id="rId1" Type="http://schemas.openxmlformats.org/officeDocument/2006/relationships/package" Target="../embeddings/Microsoft_Excel_Sheet696.xlsx"/></Relationships>
</file>

<file path=ppt/charts/_rels/chart697.xml.rels><?xml version='1.0' encoding='UTF-8' standalone='yes'?>
<Relationships xmlns="http://schemas.openxmlformats.org/package/2006/relationships"><Relationship Id="rId1" Type="http://schemas.openxmlformats.org/officeDocument/2006/relationships/package" Target="../embeddings/Microsoft_Excel_Sheet697.xlsx"/></Relationships>
</file>

<file path=ppt/charts/_rels/chart698.xml.rels><?xml version='1.0' encoding='UTF-8' standalone='yes'?>
<Relationships xmlns="http://schemas.openxmlformats.org/package/2006/relationships"><Relationship Id="rId1" Type="http://schemas.openxmlformats.org/officeDocument/2006/relationships/package" Target="../embeddings/Microsoft_Excel_Sheet698.xlsx"/></Relationships>
</file>

<file path=ppt/charts/_rels/chart699.xml.rels><?xml version='1.0' encoding='UTF-8' standalone='yes'?>
<Relationships xmlns="http://schemas.openxmlformats.org/package/2006/relationships"><Relationship Id="rId1" Type="http://schemas.openxmlformats.org/officeDocument/2006/relationships/package" Target="../embeddings/Microsoft_Excel_Sheet699.xlsx"/></Relationships>
</file>

<file path=ppt/charts/_rels/chart700.xml.rels><?xml version='1.0' encoding='UTF-8' standalone='yes'?>
<Relationships xmlns="http://schemas.openxmlformats.org/package/2006/relationships"><Relationship Id="rId1" Type="http://schemas.openxmlformats.org/officeDocument/2006/relationships/package" Target="../embeddings/Microsoft_Excel_Sheet700.xlsx"/></Relationships>
</file>

<file path=ppt/charts/_rels/chart701.xml.rels><?xml version='1.0' encoding='UTF-8' standalone='yes'?>
<Relationships xmlns="http://schemas.openxmlformats.org/package/2006/relationships"><Relationship Id="rId1" Type="http://schemas.openxmlformats.org/officeDocument/2006/relationships/package" Target="../embeddings/Microsoft_Excel_Sheet701.xlsx"/></Relationships>
</file>

<file path=ppt/charts/_rels/chart702.xml.rels><?xml version='1.0' encoding='UTF-8' standalone='yes'?>
<Relationships xmlns="http://schemas.openxmlformats.org/package/2006/relationships"><Relationship Id="rId1" Type="http://schemas.openxmlformats.org/officeDocument/2006/relationships/package" Target="../embeddings/Microsoft_Excel_Sheet702.xlsx"/></Relationships>
</file>

<file path=ppt/charts/_rels/chart703.xml.rels><?xml version='1.0' encoding='UTF-8' standalone='yes'?>
<Relationships xmlns="http://schemas.openxmlformats.org/package/2006/relationships"><Relationship Id="rId1" Type="http://schemas.openxmlformats.org/officeDocument/2006/relationships/package" Target="../embeddings/Microsoft_Excel_Sheet703.xlsx"/></Relationships>
</file>

<file path=ppt/charts/_rels/chart704.xml.rels><?xml version='1.0' encoding='UTF-8' standalone='yes'?>
<Relationships xmlns="http://schemas.openxmlformats.org/package/2006/relationships"><Relationship Id="rId1" Type="http://schemas.openxmlformats.org/officeDocument/2006/relationships/package" Target="../embeddings/Microsoft_Excel_Sheet704.xlsx"/></Relationships>
</file>

<file path=ppt/charts/_rels/chart705.xml.rels><?xml version='1.0' encoding='UTF-8' standalone='yes'?>
<Relationships xmlns="http://schemas.openxmlformats.org/package/2006/relationships"><Relationship Id="rId1" Type="http://schemas.openxmlformats.org/officeDocument/2006/relationships/package" Target="../embeddings/Microsoft_Excel_Sheet705.xlsx"/></Relationships>
</file>

<file path=ppt/charts/_rels/chart706.xml.rels><?xml version='1.0' encoding='UTF-8' standalone='yes'?>
<Relationships xmlns="http://schemas.openxmlformats.org/package/2006/relationships"><Relationship Id="rId1" Type="http://schemas.openxmlformats.org/officeDocument/2006/relationships/package" Target="../embeddings/Microsoft_Excel_Sheet706.xlsx"/></Relationships>
</file>

<file path=ppt/charts/_rels/chart707.xml.rels><?xml version='1.0' encoding='UTF-8' standalone='yes'?>
<Relationships xmlns="http://schemas.openxmlformats.org/package/2006/relationships"><Relationship Id="rId1" Type="http://schemas.openxmlformats.org/officeDocument/2006/relationships/package" Target="../embeddings/Microsoft_Excel_Sheet707.xlsx"/></Relationships>
</file>

<file path=ppt/charts/_rels/chart708.xml.rels><?xml version='1.0' encoding='UTF-8' standalone='yes'?>
<Relationships xmlns="http://schemas.openxmlformats.org/package/2006/relationships"><Relationship Id="rId1" Type="http://schemas.openxmlformats.org/officeDocument/2006/relationships/package" Target="../embeddings/Microsoft_Excel_Sheet708.xlsx"/></Relationships>
</file>

<file path=ppt/charts/_rels/chart709.xml.rels><?xml version='1.0' encoding='UTF-8' standalone='yes'?>
<Relationships xmlns="http://schemas.openxmlformats.org/package/2006/relationships"><Relationship Id="rId1" Type="http://schemas.openxmlformats.org/officeDocument/2006/relationships/package" Target="../embeddings/Microsoft_Excel_Sheet709.xlsx"/></Relationships>
</file>

<file path=ppt/charts/_rels/chart710.xml.rels><?xml version='1.0' encoding='UTF-8' standalone='yes'?>
<Relationships xmlns="http://schemas.openxmlformats.org/package/2006/relationships"><Relationship Id="rId1" Type="http://schemas.openxmlformats.org/officeDocument/2006/relationships/package" Target="../embeddings/Microsoft_Excel_Sheet710.xlsx"/></Relationships>
</file>

<file path=ppt/charts/_rels/chart711.xml.rels><?xml version='1.0' encoding='UTF-8' standalone='yes'?>
<Relationships xmlns="http://schemas.openxmlformats.org/package/2006/relationships"><Relationship Id="rId1" Type="http://schemas.openxmlformats.org/officeDocument/2006/relationships/package" Target="../embeddings/Microsoft_Excel_Sheet711.xlsx"/></Relationships>
</file>

<file path=ppt/charts/_rels/chart712.xml.rels><?xml version='1.0' encoding='UTF-8' standalone='yes'?>
<Relationships xmlns="http://schemas.openxmlformats.org/package/2006/relationships"><Relationship Id="rId1" Type="http://schemas.openxmlformats.org/officeDocument/2006/relationships/package" Target="../embeddings/Microsoft_Excel_Sheet712.xlsx"/></Relationships>
</file>

<file path=ppt/charts/_rels/chart713.xml.rels><?xml version='1.0' encoding='UTF-8' standalone='yes'?>
<Relationships xmlns="http://schemas.openxmlformats.org/package/2006/relationships"><Relationship Id="rId1" Type="http://schemas.openxmlformats.org/officeDocument/2006/relationships/package" Target="../embeddings/Microsoft_Excel_Sheet713.xlsx"/></Relationships>
</file>

<file path=ppt/charts/_rels/chart714.xml.rels><?xml version='1.0' encoding='UTF-8' standalone='yes'?>
<Relationships xmlns="http://schemas.openxmlformats.org/package/2006/relationships"><Relationship Id="rId1" Type="http://schemas.openxmlformats.org/officeDocument/2006/relationships/package" Target="../embeddings/Microsoft_Excel_Sheet714.xlsx"/></Relationships>
</file>

<file path=ppt/charts/_rels/chart715.xml.rels><?xml version='1.0' encoding='UTF-8' standalone='yes'?>
<Relationships xmlns="http://schemas.openxmlformats.org/package/2006/relationships"><Relationship Id="rId1" Type="http://schemas.openxmlformats.org/officeDocument/2006/relationships/package" Target="../embeddings/Microsoft_Excel_Sheet715.xlsx"/></Relationships>
</file>

<file path=ppt/charts/_rels/chart716.xml.rels><?xml version='1.0' encoding='UTF-8' standalone='yes'?>
<Relationships xmlns="http://schemas.openxmlformats.org/package/2006/relationships"><Relationship Id="rId1" Type="http://schemas.openxmlformats.org/officeDocument/2006/relationships/package" Target="../embeddings/Microsoft_Excel_Sheet716.xlsx"/></Relationships>
</file>

<file path=ppt/charts/_rels/chart717.xml.rels><?xml version='1.0' encoding='UTF-8' standalone='yes'?>
<Relationships xmlns="http://schemas.openxmlformats.org/package/2006/relationships"><Relationship Id="rId1" Type="http://schemas.openxmlformats.org/officeDocument/2006/relationships/package" Target="../embeddings/Microsoft_Excel_Sheet717.xlsx"/></Relationships>
</file>

<file path=ppt/charts/_rels/chart718.xml.rels><?xml version='1.0' encoding='UTF-8' standalone='yes'?>
<Relationships xmlns="http://schemas.openxmlformats.org/package/2006/relationships"><Relationship Id="rId1" Type="http://schemas.openxmlformats.org/officeDocument/2006/relationships/package" Target="../embeddings/Microsoft_Excel_Sheet718.xlsx"/></Relationships>
</file>

<file path=ppt/charts/_rels/chart719.xml.rels><?xml version='1.0' encoding='UTF-8' standalone='yes'?>
<Relationships xmlns="http://schemas.openxmlformats.org/package/2006/relationships"><Relationship Id="rId1" Type="http://schemas.openxmlformats.org/officeDocument/2006/relationships/package" Target="../embeddings/Microsoft_Excel_Sheet719.xlsx"/></Relationships>
</file>

<file path=ppt/charts/_rels/chart720.xml.rels><?xml version='1.0' encoding='UTF-8' standalone='yes'?>
<Relationships xmlns="http://schemas.openxmlformats.org/package/2006/relationships"><Relationship Id="rId1" Type="http://schemas.openxmlformats.org/officeDocument/2006/relationships/package" Target="../embeddings/Microsoft_Excel_Sheet720.xlsx"/></Relationships>
</file>

<file path=ppt/charts/_rels/chart721.xml.rels><?xml version='1.0' encoding='UTF-8' standalone='yes'?>
<Relationships xmlns="http://schemas.openxmlformats.org/package/2006/relationships"><Relationship Id="rId1" Type="http://schemas.openxmlformats.org/officeDocument/2006/relationships/package" Target="../embeddings/Microsoft_Excel_Sheet721.xlsx"/></Relationships>
</file>

<file path=ppt/charts/_rels/chart722.xml.rels><?xml version='1.0' encoding='UTF-8' standalone='yes'?>
<Relationships xmlns="http://schemas.openxmlformats.org/package/2006/relationships"><Relationship Id="rId1" Type="http://schemas.openxmlformats.org/officeDocument/2006/relationships/package" Target="../embeddings/Microsoft_Excel_Sheet722.xlsx"/></Relationships>
</file>

<file path=ppt/charts/_rels/chart723.xml.rels><?xml version='1.0' encoding='UTF-8' standalone='yes'?>
<Relationships xmlns="http://schemas.openxmlformats.org/package/2006/relationships"><Relationship Id="rId1" Type="http://schemas.openxmlformats.org/officeDocument/2006/relationships/package" Target="../embeddings/Microsoft_Excel_Sheet723.xlsx"/></Relationships>
</file>

<file path=ppt/charts/_rels/chart724.xml.rels><?xml version='1.0' encoding='UTF-8' standalone='yes'?>
<Relationships xmlns="http://schemas.openxmlformats.org/package/2006/relationships"><Relationship Id="rId1" Type="http://schemas.openxmlformats.org/officeDocument/2006/relationships/package" Target="../embeddings/Microsoft_Excel_Sheet724.xlsx"/></Relationships>
</file>

<file path=ppt/charts/_rels/chart725.xml.rels><?xml version='1.0' encoding='UTF-8' standalone='yes'?>
<Relationships xmlns="http://schemas.openxmlformats.org/package/2006/relationships"><Relationship Id="rId1" Type="http://schemas.openxmlformats.org/officeDocument/2006/relationships/package" Target="../embeddings/Microsoft_Excel_Sheet725.xlsx"/></Relationships>
</file>

<file path=ppt/charts/_rels/chart726.xml.rels><?xml version='1.0' encoding='UTF-8' standalone='yes'?>
<Relationships xmlns="http://schemas.openxmlformats.org/package/2006/relationships"><Relationship Id="rId1" Type="http://schemas.openxmlformats.org/officeDocument/2006/relationships/package" Target="../embeddings/Microsoft_Excel_Sheet726.xlsx"/></Relationships>
</file>

<file path=ppt/charts/_rels/chart727.xml.rels><?xml version='1.0' encoding='UTF-8' standalone='yes'?>
<Relationships xmlns="http://schemas.openxmlformats.org/package/2006/relationships"><Relationship Id="rId1" Type="http://schemas.openxmlformats.org/officeDocument/2006/relationships/package" Target="../embeddings/Microsoft_Excel_Sheet727.xlsx"/></Relationships>
</file>

<file path=ppt/charts/_rels/chart728.xml.rels><?xml version='1.0' encoding='UTF-8' standalone='yes'?>
<Relationships xmlns="http://schemas.openxmlformats.org/package/2006/relationships"><Relationship Id="rId1" Type="http://schemas.openxmlformats.org/officeDocument/2006/relationships/package" Target="../embeddings/Microsoft_Excel_Sheet728.xlsx"/></Relationships>
</file>

<file path=ppt/charts/_rels/chart729.xml.rels><?xml version='1.0' encoding='UTF-8' standalone='yes'?>
<Relationships xmlns="http://schemas.openxmlformats.org/package/2006/relationships"><Relationship Id="rId1" Type="http://schemas.openxmlformats.org/officeDocument/2006/relationships/package" Target="../embeddings/Microsoft_Excel_Sheet729.xlsx"/></Relationships>
</file>

<file path=ppt/charts/_rels/chart730.xml.rels><?xml version='1.0' encoding='UTF-8' standalone='yes'?>
<Relationships xmlns="http://schemas.openxmlformats.org/package/2006/relationships"><Relationship Id="rId1" Type="http://schemas.openxmlformats.org/officeDocument/2006/relationships/package" Target="../embeddings/Microsoft_Excel_Sheet730.xlsx"/></Relationships>
</file>

<file path=ppt/charts/_rels/chart731.xml.rels><?xml version='1.0' encoding='UTF-8' standalone='yes'?>
<Relationships xmlns="http://schemas.openxmlformats.org/package/2006/relationships"><Relationship Id="rId1" Type="http://schemas.openxmlformats.org/officeDocument/2006/relationships/package" Target="../embeddings/Microsoft_Excel_Sheet731.xlsx"/></Relationships>
</file>

<file path=ppt/charts/_rels/chart732.xml.rels><?xml version='1.0' encoding='UTF-8' standalone='yes'?>
<Relationships xmlns="http://schemas.openxmlformats.org/package/2006/relationships"><Relationship Id="rId1" Type="http://schemas.openxmlformats.org/officeDocument/2006/relationships/package" Target="../embeddings/Microsoft_Excel_Sheet732.xlsx"/></Relationships>
</file>

<file path=ppt/charts/_rels/chart733.xml.rels><?xml version='1.0' encoding='UTF-8' standalone='yes'?>
<Relationships xmlns="http://schemas.openxmlformats.org/package/2006/relationships"><Relationship Id="rId1" Type="http://schemas.openxmlformats.org/officeDocument/2006/relationships/package" Target="../embeddings/Microsoft_Excel_Sheet733.xlsx"/></Relationships>
</file>

<file path=ppt/charts/_rels/chart734.xml.rels><?xml version='1.0' encoding='UTF-8' standalone='yes'?>
<Relationships xmlns="http://schemas.openxmlformats.org/package/2006/relationships"><Relationship Id="rId1" Type="http://schemas.openxmlformats.org/officeDocument/2006/relationships/package" Target="../embeddings/Microsoft_Excel_Sheet734.xlsx"/></Relationships>
</file>

<file path=ppt/charts/_rels/chart735.xml.rels><?xml version='1.0' encoding='UTF-8' standalone='yes'?>
<Relationships xmlns="http://schemas.openxmlformats.org/package/2006/relationships"><Relationship Id="rId1" Type="http://schemas.openxmlformats.org/officeDocument/2006/relationships/package" Target="../embeddings/Microsoft_Excel_Sheet735.xlsx"/></Relationships>
</file>

<file path=ppt/charts/_rels/chart736.xml.rels><?xml version='1.0' encoding='UTF-8' standalone='yes'?>
<Relationships xmlns="http://schemas.openxmlformats.org/package/2006/relationships"><Relationship Id="rId1" Type="http://schemas.openxmlformats.org/officeDocument/2006/relationships/package" Target="../embeddings/Microsoft_Excel_Sheet736.xlsx"/></Relationships>
</file>

<file path=ppt/charts/_rels/chart737.xml.rels><?xml version='1.0' encoding='UTF-8' standalone='yes'?>
<Relationships xmlns="http://schemas.openxmlformats.org/package/2006/relationships"><Relationship Id="rId1" Type="http://schemas.openxmlformats.org/officeDocument/2006/relationships/package" Target="../embeddings/Microsoft_Excel_Sheet737.xlsx"/></Relationships>
</file>

<file path=ppt/charts/_rels/chart738.xml.rels><?xml version='1.0' encoding='UTF-8' standalone='yes'?>
<Relationships xmlns="http://schemas.openxmlformats.org/package/2006/relationships"><Relationship Id="rId1" Type="http://schemas.openxmlformats.org/officeDocument/2006/relationships/package" Target="../embeddings/Microsoft_Excel_Sheet738.xlsx"/></Relationships>
</file>

<file path=ppt/charts/_rels/chart739.xml.rels><?xml version='1.0' encoding='UTF-8' standalone='yes'?>
<Relationships xmlns="http://schemas.openxmlformats.org/package/2006/relationships"><Relationship Id="rId1" Type="http://schemas.openxmlformats.org/officeDocument/2006/relationships/package" Target="../embeddings/Microsoft_Excel_Sheet739.xlsx"/></Relationships>
</file>

<file path=ppt/charts/_rels/chart740.xml.rels><?xml version='1.0' encoding='UTF-8' standalone='yes'?>
<Relationships xmlns="http://schemas.openxmlformats.org/package/2006/relationships"><Relationship Id="rId1" Type="http://schemas.openxmlformats.org/officeDocument/2006/relationships/package" Target="../embeddings/Microsoft_Excel_Sheet740.xlsx"/></Relationships>
</file>

<file path=ppt/charts/_rels/chart741.xml.rels><?xml version='1.0' encoding='UTF-8' standalone='yes'?>
<Relationships xmlns="http://schemas.openxmlformats.org/package/2006/relationships"><Relationship Id="rId1" Type="http://schemas.openxmlformats.org/officeDocument/2006/relationships/package" Target="../embeddings/Microsoft_Excel_Sheet741.xlsx"/></Relationships>
</file>

<file path=ppt/charts/_rels/chart742.xml.rels><?xml version='1.0' encoding='UTF-8' standalone='yes'?>
<Relationships xmlns="http://schemas.openxmlformats.org/package/2006/relationships"><Relationship Id="rId1" Type="http://schemas.openxmlformats.org/officeDocument/2006/relationships/package" Target="../embeddings/Microsoft_Excel_Sheet742.xlsx"/></Relationships>
</file>

<file path=ppt/charts/_rels/chart743.xml.rels><?xml version='1.0' encoding='UTF-8' standalone='yes'?>
<Relationships xmlns="http://schemas.openxmlformats.org/package/2006/relationships"><Relationship Id="rId1" Type="http://schemas.openxmlformats.org/officeDocument/2006/relationships/package" Target="../embeddings/Microsoft_Excel_Sheet743.xlsx"/></Relationships>
</file>

<file path=ppt/charts/_rels/chart744.xml.rels><?xml version='1.0' encoding='UTF-8' standalone='yes'?>
<Relationships xmlns="http://schemas.openxmlformats.org/package/2006/relationships"><Relationship Id="rId1" Type="http://schemas.openxmlformats.org/officeDocument/2006/relationships/package" Target="../embeddings/Microsoft_Excel_Sheet744.xlsx"/></Relationships>
</file>

<file path=ppt/charts/_rels/chart745.xml.rels><?xml version='1.0' encoding='UTF-8' standalone='yes'?>
<Relationships xmlns="http://schemas.openxmlformats.org/package/2006/relationships"><Relationship Id="rId1" Type="http://schemas.openxmlformats.org/officeDocument/2006/relationships/package" Target="../embeddings/Microsoft_Excel_Sheet745.xlsx"/></Relationships>
</file>

<file path=ppt/charts/_rels/chart746.xml.rels><?xml version='1.0' encoding='UTF-8' standalone='yes'?>
<Relationships xmlns="http://schemas.openxmlformats.org/package/2006/relationships"><Relationship Id="rId1" Type="http://schemas.openxmlformats.org/officeDocument/2006/relationships/package" Target="../embeddings/Microsoft_Excel_Sheet746.xlsx"/></Relationships>
</file>

<file path=ppt/charts/_rels/chart747.xml.rels><?xml version='1.0' encoding='UTF-8' standalone='yes'?>
<Relationships xmlns="http://schemas.openxmlformats.org/package/2006/relationships"><Relationship Id="rId1" Type="http://schemas.openxmlformats.org/officeDocument/2006/relationships/package" Target="../embeddings/Microsoft_Excel_Sheet747.xlsx"/></Relationships>
</file>

<file path=ppt/charts/_rels/chart748.xml.rels><?xml version='1.0' encoding='UTF-8' standalone='yes'?>
<Relationships xmlns="http://schemas.openxmlformats.org/package/2006/relationships"><Relationship Id="rId1" Type="http://schemas.openxmlformats.org/officeDocument/2006/relationships/package" Target="../embeddings/Microsoft_Excel_Sheet748.xlsx"/></Relationships>
</file>

<file path=ppt/charts/_rels/chart749.xml.rels><?xml version='1.0' encoding='UTF-8' standalone='yes'?>
<Relationships xmlns="http://schemas.openxmlformats.org/package/2006/relationships"><Relationship Id="rId1" Type="http://schemas.openxmlformats.org/officeDocument/2006/relationships/package" Target="../embeddings/Microsoft_Excel_Sheet749.xlsx"/></Relationships>
</file>

<file path=ppt/charts/_rels/chart750.xml.rels><?xml version='1.0' encoding='UTF-8' standalone='yes'?>
<Relationships xmlns="http://schemas.openxmlformats.org/package/2006/relationships"><Relationship Id="rId1" Type="http://schemas.openxmlformats.org/officeDocument/2006/relationships/package" Target="../embeddings/Microsoft_Excel_Sheet750.xlsx"/></Relationships>
</file>

<file path=ppt/charts/_rels/chart751.xml.rels><?xml version='1.0' encoding='UTF-8' standalone='yes'?>
<Relationships xmlns="http://schemas.openxmlformats.org/package/2006/relationships"><Relationship Id="rId1" Type="http://schemas.openxmlformats.org/officeDocument/2006/relationships/package" Target="../embeddings/Microsoft_Excel_Sheet751.xlsx"/></Relationships>
</file>

<file path=ppt/charts/_rels/chart752.xml.rels><?xml version='1.0' encoding='UTF-8' standalone='yes'?>
<Relationships xmlns="http://schemas.openxmlformats.org/package/2006/relationships"><Relationship Id="rId1" Type="http://schemas.openxmlformats.org/officeDocument/2006/relationships/package" Target="../embeddings/Microsoft_Excel_Sheet752.xlsx"/></Relationships>
</file>

<file path=ppt/charts/_rels/chart753.xml.rels><?xml version='1.0' encoding='UTF-8' standalone='yes'?>
<Relationships xmlns="http://schemas.openxmlformats.org/package/2006/relationships"><Relationship Id="rId1" Type="http://schemas.openxmlformats.org/officeDocument/2006/relationships/package" Target="../embeddings/Microsoft_Excel_Sheet753.xlsx"/></Relationships>
</file>

<file path=ppt/charts/_rels/chart754.xml.rels><?xml version='1.0' encoding='UTF-8' standalone='yes'?>
<Relationships xmlns="http://schemas.openxmlformats.org/package/2006/relationships"><Relationship Id="rId1" Type="http://schemas.openxmlformats.org/officeDocument/2006/relationships/package" Target="../embeddings/Microsoft_Excel_Sheet754.xlsx"/></Relationships>
</file>

<file path=ppt/charts/_rels/chart755.xml.rels><?xml version='1.0' encoding='UTF-8' standalone='yes'?>
<Relationships xmlns="http://schemas.openxmlformats.org/package/2006/relationships"><Relationship Id="rId1" Type="http://schemas.openxmlformats.org/officeDocument/2006/relationships/package" Target="../embeddings/Microsoft_Excel_Sheet755.xlsx"/></Relationships>
</file>

<file path=ppt/charts/_rels/chart756.xml.rels><?xml version='1.0' encoding='UTF-8' standalone='yes'?>
<Relationships xmlns="http://schemas.openxmlformats.org/package/2006/relationships"><Relationship Id="rId1" Type="http://schemas.openxmlformats.org/officeDocument/2006/relationships/package" Target="../embeddings/Microsoft_Excel_Sheet756.xlsx"/></Relationships>
</file>

<file path=ppt/charts/_rels/chart757.xml.rels><?xml version='1.0' encoding='UTF-8' standalone='yes'?>
<Relationships xmlns="http://schemas.openxmlformats.org/package/2006/relationships"><Relationship Id="rId1" Type="http://schemas.openxmlformats.org/officeDocument/2006/relationships/package" Target="../embeddings/Microsoft_Excel_Sheet757.xlsx"/></Relationships>
</file>

<file path=ppt/charts/_rels/chart758.xml.rels><?xml version='1.0' encoding='UTF-8' standalone='yes'?>
<Relationships xmlns="http://schemas.openxmlformats.org/package/2006/relationships"><Relationship Id="rId1" Type="http://schemas.openxmlformats.org/officeDocument/2006/relationships/package" Target="../embeddings/Microsoft_Excel_Sheet758.xlsx"/></Relationships>
</file>

<file path=ppt/charts/_rels/chart759.xml.rels><?xml version='1.0' encoding='UTF-8' standalone='yes'?>
<Relationships xmlns="http://schemas.openxmlformats.org/package/2006/relationships"><Relationship Id="rId1" Type="http://schemas.openxmlformats.org/officeDocument/2006/relationships/package" Target="../embeddings/Microsoft_Excel_Sheet759.xlsx"/></Relationships>
</file>

<file path=ppt/charts/_rels/chart760.xml.rels><?xml version='1.0' encoding='UTF-8' standalone='yes'?>
<Relationships xmlns="http://schemas.openxmlformats.org/package/2006/relationships"><Relationship Id="rId1" Type="http://schemas.openxmlformats.org/officeDocument/2006/relationships/package" Target="../embeddings/Microsoft_Excel_Sheet760.xlsx"/></Relationships>
</file>

<file path=ppt/charts/_rels/chart761.xml.rels><?xml version='1.0' encoding='UTF-8' standalone='yes'?>
<Relationships xmlns="http://schemas.openxmlformats.org/package/2006/relationships"><Relationship Id="rId1" Type="http://schemas.openxmlformats.org/officeDocument/2006/relationships/package" Target="../embeddings/Microsoft_Excel_Sheet761.xlsx"/></Relationships>
</file>

<file path=ppt/charts/_rels/chart762.xml.rels><?xml version='1.0' encoding='UTF-8' standalone='yes'?>
<Relationships xmlns="http://schemas.openxmlformats.org/package/2006/relationships"><Relationship Id="rId1" Type="http://schemas.openxmlformats.org/officeDocument/2006/relationships/package" Target="../embeddings/Microsoft_Excel_Sheet762.xlsx"/></Relationships>
</file>

<file path=ppt/charts/_rels/chart763.xml.rels><?xml version='1.0' encoding='UTF-8' standalone='yes'?>
<Relationships xmlns="http://schemas.openxmlformats.org/package/2006/relationships"><Relationship Id="rId1" Type="http://schemas.openxmlformats.org/officeDocument/2006/relationships/package" Target="../embeddings/Microsoft_Excel_Sheet763.xlsx"/></Relationships>
</file>

<file path=ppt/charts/_rels/chart764.xml.rels><?xml version='1.0' encoding='UTF-8' standalone='yes'?>
<Relationships xmlns="http://schemas.openxmlformats.org/package/2006/relationships"><Relationship Id="rId1" Type="http://schemas.openxmlformats.org/officeDocument/2006/relationships/package" Target="../embeddings/Microsoft_Excel_Sheet764.xlsx"/></Relationships>
</file>

<file path=ppt/charts/_rels/chart765.xml.rels><?xml version='1.0' encoding='UTF-8' standalone='yes'?>
<Relationships xmlns="http://schemas.openxmlformats.org/package/2006/relationships"><Relationship Id="rId1" Type="http://schemas.openxmlformats.org/officeDocument/2006/relationships/package" Target="../embeddings/Microsoft_Excel_Sheet765.xlsx"/></Relationships>
</file>

<file path=ppt/charts/_rels/chart766.xml.rels><?xml version='1.0' encoding='UTF-8' standalone='yes'?>
<Relationships xmlns="http://schemas.openxmlformats.org/package/2006/relationships"><Relationship Id="rId1" Type="http://schemas.openxmlformats.org/officeDocument/2006/relationships/package" Target="../embeddings/Microsoft_Excel_Sheet766.xlsx"/></Relationships>
</file>

<file path=ppt/charts/_rels/chart767.xml.rels><?xml version='1.0' encoding='UTF-8' standalone='yes'?>
<Relationships xmlns="http://schemas.openxmlformats.org/package/2006/relationships"><Relationship Id="rId1" Type="http://schemas.openxmlformats.org/officeDocument/2006/relationships/package" Target="../embeddings/Microsoft_Excel_Sheet767.xlsx"/></Relationships>
</file>

<file path=ppt/charts/_rels/chart768.xml.rels><?xml version='1.0' encoding='UTF-8' standalone='yes'?>
<Relationships xmlns="http://schemas.openxmlformats.org/package/2006/relationships"><Relationship Id="rId1" Type="http://schemas.openxmlformats.org/officeDocument/2006/relationships/package" Target="../embeddings/Microsoft_Excel_Sheet768.xlsx"/></Relationships>
</file>

<file path=ppt/charts/_rels/chart769.xml.rels><?xml version='1.0' encoding='UTF-8' standalone='yes'?>
<Relationships xmlns="http://schemas.openxmlformats.org/package/2006/relationships"><Relationship Id="rId1" Type="http://schemas.openxmlformats.org/officeDocument/2006/relationships/package" Target="../embeddings/Microsoft_Excel_Sheet769.xlsx"/></Relationships>
</file>

<file path=ppt/charts/_rels/chart770.xml.rels><?xml version='1.0' encoding='UTF-8' standalone='yes'?>
<Relationships xmlns="http://schemas.openxmlformats.org/package/2006/relationships"><Relationship Id="rId1" Type="http://schemas.openxmlformats.org/officeDocument/2006/relationships/package" Target="../embeddings/Microsoft_Excel_Sheet770.xlsx"/></Relationships>
</file>

<file path=ppt/charts/_rels/chart771.xml.rels><?xml version='1.0' encoding='UTF-8' standalone='yes'?>
<Relationships xmlns="http://schemas.openxmlformats.org/package/2006/relationships"><Relationship Id="rId1" Type="http://schemas.openxmlformats.org/officeDocument/2006/relationships/package" Target="../embeddings/Microsoft_Excel_Sheet771.xlsx"/></Relationships>
</file>

<file path=ppt/charts/_rels/chart772.xml.rels><?xml version='1.0' encoding='UTF-8' standalone='yes'?>
<Relationships xmlns="http://schemas.openxmlformats.org/package/2006/relationships"><Relationship Id="rId1" Type="http://schemas.openxmlformats.org/officeDocument/2006/relationships/package" Target="../embeddings/Microsoft_Excel_Sheet772.xlsx"/></Relationships>
</file>

<file path=ppt/charts/_rels/chart773.xml.rels><?xml version='1.0' encoding='UTF-8' standalone='yes'?>
<Relationships xmlns="http://schemas.openxmlformats.org/package/2006/relationships"><Relationship Id="rId1" Type="http://schemas.openxmlformats.org/officeDocument/2006/relationships/package" Target="../embeddings/Microsoft_Excel_Sheet773.xlsx"/></Relationships>
</file>

<file path=ppt/charts/_rels/chart774.xml.rels><?xml version='1.0' encoding='UTF-8' standalone='yes'?>
<Relationships xmlns="http://schemas.openxmlformats.org/package/2006/relationships"><Relationship Id="rId1" Type="http://schemas.openxmlformats.org/officeDocument/2006/relationships/package" Target="../embeddings/Microsoft_Excel_Sheet774.xlsx"/></Relationships>
</file>

<file path=ppt/charts/_rels/chart775.xml.rels><?xml version='1.0' encoding='UTF-8' standalone='yes'?>
<Relationships xmlns="http://schemas.openxmlformats.org/package/2006/relationships"><Relationship Id="rId1" Type="http://schemas.openxmlformats.org/officeDocument/2006/relationships/package" Target="../embeddings/Microsoft_Excel_Sheet775.xlsx"/></Relationships>
</file>

<file path=ppt/charts/_rels/chart776.xml.rels><?xml version='1.0' encoding='UTF-8' standalone='yes'?>
<Relationships xmlns="http://schemas.openxmlformats.org/package/2006/relationships"><Relationship Id="rId1" Type="http://schemas.openxmlformats.org/officeDocument/2006/relationships/package" Target="../embeddings/Microsoft_Excel_Sheet776.xlsx"/></Relationships>
</file>

<file path=ppt/charts/_rels/chart777.xml.rels><?xml version='1.0' encoding='UTF-8' standalone='yes'?>
<Relationships xmlns="http://schemas.openxmlformats.org/package/2006/relationships"><Relationship Id="rId1" Type="http://schemas.openxmlformats.org/officeDocument/2006/relationships/package" Target="../embeddings/Microsoft_Excel_Sheet777.xlsx"/></Relationships>
</file>

<file path=ppt/charts/_rels/chart778.xml.rels><?xml version='1.0' encoding='UTF-8' standalone='yes'?>
<Relationships xmlns="http://schemas.openxmlformats.org/package/2006/relationships"><Relationship Id="rId1" Type="http://schemas.openxmlformats.org/officeDocument/2006/relationships/package" Target="../embeddings/Microsoft_Excel_Sheet778.xlsx"/></Relationships>
</file>

<file path=ppt/charts/_rels/chart779.xml.rels><?xml version='1.0' encoding='UTF-8' standalone='yes'?>
<Relationships xmlns="http://schemas.openxmlformats.org/package/2006/relationships"><Relationship Id="rId1" Type="http://schemas.openxmlformats.org/officeDocument/2006/relationships/package" Target="../embeddings/Microsoft_Excel_Sheet779.xlsx"/></Relationships>
</file>

<file path=ppt/charts/_rels/chart780.xml.rels><?xml version='1.0' encoding='UTF-8' standalone='yes'?>
<Relationships xmlns="http://schemas.openxmlformats.org/package/2006/relationships"><Relationship Id="rId1" Type="http://schemas.openxmlformats.org/officeDocument/2006/relationships/package" Target="../embeddings/Microsoft_Excel_Sheet780.xlsx"/></Relationships>
</file>

<file path=ppt/charts/_rels/chart781.xml.rels><?xml version='1.0' encoding='UTF-8' standalone='yes'?>
<Relationships xmlns="http://schemas.openxmlformats.org/package/2006/relationships"><Relationship Id="rId1" Type="http://schemas.openxmlformats.org/officeDocument/2006/relationships/package" Target="../embeddings/Microsoft_Excel_Sheet781.xlsx"/></Relationships>
</file>

<file path=ppt/charts/_rels/chart782.xml.rels><?xml version='1.0' encoding='UTF-8' standalone='yes'?>
<Relationships xmlns="http://schemas.openxmlformats.org/package/2006/relationships"><Relationship Id="rId1" Type="http://schemas.openxmlformats.org/officeDocument/2006/relationships/package" Target="../embeddings/Microsoft_Excel_Sheet782.xlsx"/></Relationships>
</file>

<file path=ppt/charts/_rels/chart783.xml.rels><?xml version='1.0' encoding='UTF-8' standalone='yes'?>
<Relationships xmlns="http://schemas.openxmlformats.org/package/2006/relationships"><Relationship Id="rId1" Type="http://schemas.openxmlformats.org/officeDocument/2006/relationships/package" Target="../embeddings/Microsoft_Excel_Sheet783.xlsx"/></Relationships>
</file>

<file path=ppt/charts/_rels/chart784.xml.rels><?xml version='1.0' encoding='UTF-8' standalone='yes'?>
<Relationships xmlns="http://schemas.openxmlformats.org/package/2006/relationships"><Relationship Id="rId1" Type="http://schemas.openxmlformats.org/officeDocument/2006/relationships/package" Target="../embeddings/Microsoft_Excel_Sheet784.xlsx"/></Relationships>
</file>

<file path=ppt/charts/_rels/chart785.xml.rels><?xml version='1.0' encoding='UTF-8' standalone='yes'?>
<Relationships xmlns="http://schemas.openxmlformats.org/package/2006/relationships"><Relationship Id="rId1" Type="http://schemas.openxmlformats.org/officeDocument/2006/relationships/package" Target="../embeddings/Microsoft_Excel_Sheet785.xlsx"/></Relationships>
</file>

<file path=ppt/charts/_rels/chart786.xml.rels><?xml version='1.0' encoding='UTF-8' standalone='yes'?>
<Relationships xmlns="http://schemas.openxmlformats.org/package/2006/relationships"><Relationship Id="rId1" Type="http://schemas.openxmlformats.org/officeDocument/2006/relationships/package" Target="../embeddings/Microsoft_Excel_Sheet786.xlsx"/></Relationships>
</file>

<file path=ppt/charts/_rels/chart787.xml.rels><?xml version='1.0' encoding='UTF-8' standalone='yes'?>
<Relationships xmlns="http://schemas.openxmlformats.org/package/2006/relationships"><Relationship Id="rId1" Type="http://schemas.openxmlformats.org/officeDocument/2006/relationships/package" Target="../embeddings/Microsoft_Excel_Sheet787.xlsx"/></Relationships>
</file>

<file path=ppt/charts/_rels/chart788.xml.rels><?xml version='1.0' encoding='UTF-8' standalone='yes'?>
<Relationships xmlns="http://schemas.openxmlformats.org/package/2006/relationships"><Relationship Id="rId1" Type="http://schemas.openxmlformats.org/officeDocument/2006/relationships/package" Target="../embeddings/Microsoft_Excel_Sheet788.xlsx"/></Relationships>
</file>

<file path=ppt/charts/_rels/chart789.xml.rels><?xml version='1.0' encoding='UTF-8' standalone='yes'?>
<Relationships xmlns="http://schemas.openxmlformats.org/package/2006/relationships"><Relationship Id="rId1" Type="http://schemas.openxmlformats.org/officeDocument/2006/relationships/package" Target="../embeddings/Microsoft_Excel_Sheet789.xlsx"/></Relationships>
</file>

<file path=ppt/charts/_rels/chart790.xml.rels><?xml version='1.0' encoding='UTF-8' standalone='yes'?>
<Relationships xmlns="http://schemas.openxmlformats.org/package/2006/relationships"><Relationship Id="rId1" Type="http://schemas.openxmlformats.org/officeDocument/2006/relationships/package" Target="../embeddings/Microsoft_Excel_Sheet790.xlsx"/></Relationships>
</file>

<file path=ppt/charts/_rels/chart791.xml.rels><?xml version='1.0' encoding='UTF-8' standalone='yes'?>
<Relationships xmlns="http://schemas.openxmlformats.org/package/2006/relationships"><Relationship Id="rId1" Type="http://schemas.openxmlformats.org/officeDocument/2006/relationships/package" Target="../embeddings/Microsoft_Excel_Sheet791.xlsx"/></Relationships>
</file>

<file path=ppt/charts/_rels/chart792.xml.rels><?xml version='1.0' encoding='UTF-8' standalone='yes'?>
<Relationships xmlns="http://schemas.openxmlformats.org/package/2006/relationships"><Relationship Id="rId1" Type="http://schemas.openxmlformats.org/officeDocument/2006/relationships/package" Target="../embeddings/Microsoft_Excel_Sheet792.xlsx"/></Relationships>
</file>

<file path=ppt/charts/_rels/chart793.xml.rels><?xml version='1.0' encoding='UTF-8' standalone='yes'?>
<Relationships xmlns="http://schemas.openxmlformats.org/package/2006/relationships"><Relationship Id="rId1" Type="http://schemas.openxmlformats.org/officeDocument/2006/relationships/package" Target="../embeddings/Microsoft_Excel_Sheet793.xlsx"/></Relationships>
</file>

<file path=ppt/charts/_rels/chart794.xml.rels><?xml version='1.0' encoding='UTF-8' standalone='yes'?>
<Relationships xmlns="http://schemas.openxmlformats.org/package/2006/relationships"><Relationship Id="rId1" Type="http://schemas.openxmlformats.org/officeDocument/2006/relationships/package" Target="../embeddings/Microsoft_Excel_Sheet794.xlsx"/></Relationships>
</file>

<file path=ppt/charts/_rels/chart795.xml.rels><?xml version='1.0' encoding='UTF-8' standalone='yes'?>
<Relationships xmlns="http://schemas.openxmlformats.org/package/2006/relationships"><Relationship Id="rId1" Type="http://schemas.openxmlformats.org/officeDocument/2006/relationships/package" Target="../embeddings/Microsoft_Excel_Sheet795.xlsx"/></Relationships>
</file>

<file path=ppt/charts/_rels/chart796.xml.rels><?xml version='1.0' encoding='UTF-8' standalone='yes'?>
<Relationships xmlns="http://schemas.openxmlformats.org/package/2006/relationships"><Relationship Id="rId1" Type="http://schemas.openxmlformats.org/officeDocument/2006/relationships/package" Target="../embeddings/Microsoft_Excel_Sheet796.xlsx"/></Relationships>
</file>

<file path=ppt/charts/_rels/chart797.xml.rels><?xml version='1.0' encoding='UTF-8' standalone='yes'?>
<Relationships xmlns="http://schemas.openxmlformats.org/package/2006/relationships"><Relationship Id="rId1" Type="http://schemas.openxmlformats.org/officeDocument/2006/relationships/package" Target="../embeddings/Microsoft_Excel_Sheet797.xlsx"/></Relationships>
</file>

<file path=ppt/charts/_rels/chart798.xml.rels><?xml version='1.0' encoding='UTF-8' standalone='yes'?>
<Relationships xmlns="http://schemas.openxmlformats.org/package/2006/relationships"><Relationship Id="rId1" Type="http://schemas.openxmlformats.org/officeDocument/2006/relationships/package" Target="../embeddings/Microsoft_Excel_Sheet798.xlsx"/></Relationships>
</file>

<file path=ppt/charts/_rels/chart799.xml.rels><?xml version='1.0' encoding='UTF-8' standalone='yes'?>
<Relationships xmlns="http://schemas.openxmlformats.org/package/2006/relationships"><Relationship Id="rId1" Type="http://schemas.openxmlformats.org/officeDocument/2006/relationships/package" Target="../embeddings/Microsoft_Excel_Sheet799.xlsx"/></Relationships>
</file>

<file path=ppt/charts/_rels/chart800.xml.rels><?xml version='1.0' encoding='UTF-8' standalone='yes'?>
<Relationships xmlns="http://schemas.openxmlformats.org/package/2006/relationships"><Relationship Id="rId1" Type="http://schemas.openxmlformats.org/officeDocument/2006/relationships/package" Target="../embeddings/Microsoft_Excel_Sheet800.xlsx"/></Relationships>
</file>

<file path=ppt/charts/_rels/chart801.xml.rels><?xml version='1.0' encoding='UTF-8' standalone='yes'?>
<Relationships xmlns="http://schemas.openxmlformats.org/package/2006/relationships"><Relationship Id="rId1" Type="http://schemas.openxmlformats.org/officeDocument/2006/relationships/package" Target="../embeddings/Microsoft_Excel_Sheet801.xlsx"/></Relationships>
</file>

<file path=ppt/charts/_rels/chart802.xml.rels><?xml version='1.0' encoding='UTF-8' standalone='yes'?>
<Relationships xmlns="http://schemas.openxmlformats.org/package/2006/relationships"><Relationship Id="rId1" Type="http://schemas.openxmlformats.org/officeDocument/2006/relationships/package" Target="../embeddings/Microsoft_Excel_Sheet802.xlsx"/></Relationships>
</file>

<file path=ppt/charts/_rels/chart803.xml.rels><?xml version='1.0' encoding='UTF-8' standalone='yes'?>
<Relationships xmlns="http://schemas.openxmlformats.org/package/2006/relationships"><Relationship Id="rId1" Type="http://schemas.openxmlformats.org/officeDocument/2006/relationships/package" Target="../embeddings/Microsoft_Excel_Sheet803.xlsx"/></Relationships>
</file>

<file path=ppt/charts/_rels/chart804.xml.rels><?xml version='1.0' encoding='UTF-8' standalone='yes'?>
<Relationships xmlns="http://schemas.openxmlformats.org/package/2006/relationships"><Relationship Id="rId1" Type="http://schemas.openxmlformats.org/officeDocument/2006/relationships/package" Target="../embeddings/Microsoft_Excel_Sheet804.xlsx"/></Relationships>
</file>

<file path=ppt/charts/_rels/chart805.xml.rels><?xml version='1.0' encoding='UTF-8' standalone='yes'?>
<Relationships xmlns="http://schemas.openxmlformats.org/package/2006/relationships"><Relationship Id="rId1" Type="http://schemas.openxmlformats.org/officeDocument/2006/relationships/package" Target="../embeddings/Microsoft_Excel_Sheet805.xlsx"/></Relationships>
</file>

<file path=ppt/charts/_rels/chart806.xml.rels><?xml version='1.0' encoding='UTF-8' standalone='yes'?>
<Relationships xmlns="http://schemas.openxmlformats.org/package/2006/relationships"><Relationship Id="rId1" Type="http://schemas.openxmlformats.org/officeDocument/2006/relationships/package" Target="../embeddings/Microsoft_Excel_Sheet806.xlsx"/></Relationships>
</file>

<file path=ppt/charts/_rels/chart807.xml.rels><?xml version='1.0' encoding='UTF-8' standalone='yes'?>
<Relationships xmlns="http://schemas.openxmlformats.org/package/2006/relationships"><Relationship Id="rId1" Type="http://schemas.openxmlformats.org/officeDocument/2006/relationships/package" Target="../embeddings/Microsoft_Excel_Sheet807.xlsx"/></Relationships>
</file>

<file path=ppt/charts/_rels/chart808.xml.rels><?xml version='1.0' encoding='UTF-8' standalone='yes'?>
<Relationships xmlns="http://schemas.openxmlformats.org/package/2006/relationships"><Relationship Id="rId1" Type="http://schemas.openxmlformats.org/officeDocument/2006/relationships/package" Target="../embeddings/Microsoft_Excel_Sheet808.xlsx"/></Relationships>
</file>

<file path=ppt/charts/_rels/chart809.xml.rels><?xml version='1.0' encoding='UTF-8' standalone='yes'?>
<Relationships xmlns="http://schemas.openxmlformats.org/package/2006/relationships"><Relationship Id="rId1" Type="http://schemas.openxmlformats.org/officeDocument/2006/relationships/package" Target="../embeddings/Microsoft_Excel_Sheet809.xlsx"/></Relationships>
</file>

<file path=ppt/charts/_rels/chart810.xml.rels><?xml version='1.0' encoding='UTF-8' standalone='yes'?>
<Relationships xmlns="http://schemas.openxmlformats.org/package/2006/relationships"><Relationship Id="rId1" Type="http://schemas.openxmlformats.org/officeDocument/2006/relationships/package" Target="../embeddings/Microsoft_Excel_Sheet810.xlsx"/></Relationships>
</file>

<file path=ppt/charts/_rels/chart811.xml.rels><?xml version='1.0' encoding='UTF-8' standalone='yes'?>
<Relationships xmlns="http://schemas.openxmlformats.org/package/2006/relationships"><Relationship Id="rId1" Type="http://schemas.openxmlformats.org/officeDocument/2006/relationships/package" Target="../embeddings/Microsoft_Excel_Sheet811.xlsx"/></Relationships>
</file>

<file path=ppt/charts/_rels/chart812.xml.rels><?xml version='1.0' encoding='UTF-8' standalone='yes'?>
<Relationships xmlns="http://schemas.openxmlformats.org/package/2006/relationships"><Relationship Id="rId1" Type="http://schemas.openxmlformats.org/officeDocument/2006/relationships/package" Target="../embeddings/Microsoft_Excel_Sheet812.xlsx"/></Relationships>
</file>

<file path=ppt/charts/_rels/chart813.xml.rels><?xml version='1.0' encoding='UTF-8' standalone='yes'?>
<Relationships xmlns="http://schemas.openxmlformats.org/package/2006/relationships"><Relationship Id="rId1" Type="http://schemas.openxmlformats.org/officeDocument/2006/relationships/package" Target="../embeddings/Microsoft_Excel_Sheet813.xlsx"/></Relationships>
</file>

<file path=ppt/charts/_rels/chart814.xml.rels><?xml version='1.0' encoding='UTF-8' standalone='yes'?>
<Relationships xmlns="http://schemas.openxmlformats.org/package/2006/relationships"><Relationship Id="rId1" Type="http://schemas.openxmlformats.org/officeDocument/2006/relationships/package" Target="../embeddings/Microsoft_Excel_Sheet814.xlsx"/></Relationships>
</file>

<file path=ppt/charts/_rels/chart815.xml.rels><?xml version='1.0' encoding='UTF-8' standalone='yes'?>
<Relationships xmlns="http://schemas.openxmlformats.org/package/2006/relationships"><Relationship Id="rId1" Type="http://schemas.openxmlformats.org/officeDocument/2006/relationships/package" Target="../embeddings/Microsoft_Excel_Sheet815.xlsx"/></Relationships>
</file>

<file path=ppt/charts/_rels/chart816.xml.rels><?xml version='1.0' encoding='UTF-8' standalone='yes'?>
<Relationships xmlns="http://schemas.openxmlformats.org/package/2006/relationships"><Relationship Id="rId1" Type="http://schemas.openxmlformats.org/officeDocument/2006/relationships/package" Target="../embeddings/Microsoft_Excel_Sheet816.xlsx"/></Relationships>
</file>

<file path=ppt/charts/_rels/chart817.xml.rels><?xml version='1.0' encoding='UTF-8' standalone='yes'?>
<Relationships xmlns="http://schemas.openxmlformats.org/package/2006/relationships"><Relationship Id="rId1" Type="http://schemas.openxmlformats.org/officeDocument/2006/relationships/package" Target="../embeddings/Microsoft_Excel_Sheet817.xlsx"/></Relationships>
</file>

<file path=ppt/charts/_rels/chart818.xml.rels><?xml version='1.0' encoding='UTF-8' standalone='yes'?>
<Relationships xmlns="http://schemas.openxmlformats.org/package/2006/relationships"><Relationship Id="rId1" Type="http://schemas.openxmlformats.org/officeDocument/2006/relationships/package" Target="../embeddings/Microsoft_Excel_Sheet818.xlsx"/></Relationships>
</file>

<file path=ppt/charts/_rels/chart819.xml.rels><?xml version='1.0' encoding='UTF-8' standalone='yes'?>
<Relationships xmlns="http://schemas.openxmlformats.org/package/2006/relationships"><Relationship Id="rId1" Type="http://schemas.openxmlformats.org/officeDocument/2006/relationships/package" Target="../embeddings/Microsoft_Excel_Sheet819.xlsx"/></Relationships>
</file>

<file path=ppt/charts/_rels/chart820.xml.rels><?xml version='1.0' encoding='UTF-8' standalone='yes'?>
<Relationships xmlns="http://schemas.openxmlformats.org/package/2006/relationships"><Relationship Id="rId1" Type="http://schemas.openxmlformats.org/officeDocument/2006/relationships/package" Target="../embeddings/Microsoft_Excel_Sheet820.xlsx"/></Relationships>
</file>

<file path=ppt/charts/_rels/chart821.xml.rels><?xml version='1.0' encoding='UTF-8' standalone='yes'?>
<Relationships xmlns="http://schemas.openxmlformats.org/package/2006/relationships"><Relationship Id="rId1" Type="http://schemas.openxmlformats.org/officeDocument/2006/relationships/package" Target="../embeddings/Microsoft_Excel_Sheet821.xlsx"/></Relationships>
</file>

<file path=ppt/charts/_rels/chart822.xml.rels><?xml version='1.0' encoding='UTF-8' standalone='yes'?>
<Relationships xmlns="http://schemas.openxmlformats.org/package/2006/relationships"><Relationship Id="rId1" Type="http://schemas.openxmlformats.org/officeDocument/2006/relationships/package" Target="../embeddings/Microsoft_Excel_Sheet822.xlsx"/></Relationships>
</file>

<file path=ppt/charts/_rels/chart823.xml.rels><?xml version='1.0' encoding='UTF-8' standalone='yes'?>
<Relationships xmlns="http://schemas.openxmlformats.org/package/2006/relationships"><Relationship Id="rId1" Type="http://schemas.openxmlformats.org/officeDocument/2006/relationships/package" Target="../embeddings/Microsoft_Excel_Sheet823.xlsx"/></Relationships>
</file>

<file path=ppt/charts/_rels/chart824.xml.rels><?xml version='1.0' encoding='UTF-8' standalone='yes'?>
<Relationships xmlns="http://schemas.openxmlformats.org/package/2006/relationships"><Relationship Id="rId1" Type="http://schemas.openxmlformats.org/officeDocument/2006/relationships/package" Target="../embeddings/Microsoft_Excel_Sheet824.xlsx"/></Relationships>
</file>

<file path=ppt/charts/_rels/chart825.xml.rels><?xml version='1.0' encoding='UTF-8' standalone='yes'?>
<Relationships xmlns="http://schemas.openxmlformats.org/package/2006/relationships"><Relationship Id="rId1" Type="http://schemas.openxmlformats.org/officeDocument/2006/relationships/package" Target="../embeddings/Microsoft_Excel_Sheet825.xlsx"/></Relationships>
</file>

<file path=ppt/charts/_rels/chart826.xml.rels><?xml version='1.0' encoding='UTF-8' standalone='yes'?>
<Relationships xmlns="http://schemas.openxmlformats.org/package/2006/relationships"><Relationship Id="rId1" Type="http://schemas.openxmlformats.org/officeDocument/2006/relationships/package" Target="../embeddings/Microsoft_Excel_Sheet826.xlsx"/></Relationships>
</file>

<file path=ppt/charts/_rels/chart827.xml.rels><?xml version='1.0' encoding='UTF-8' standalone='yes'?>
<Relationships xmlns="http://schemas.openxmlformats.org/package/2006/relationships"><Relationship Id="rId1" Type="http://schemas.openxmlformats.org/officeDocument/2006/relationships/package" Target="../embeddings/Microsoft_Excel_Sheet827.xlsx"/></Relationships>
</file>

<file path=ppt/charts/_rels/chart828.xml.rels><?xml version='1.0' encoding='UTF-8' standalone='yes'?>
<Relationships xmlns="http://schemas.openxmlformats.org/package/2006/relationships"><Relationship Id="rId1" Type="http://schemas.openxmlformats.org/officeDocument/2006/relationships/package" Target="../embeddings/Microsoft_Excel_Sheet828.xlsx"/></Relationships>
</file>

<file path=ppt/charts/_rels/chart829.xml.rels><?xml version='1.0' encoding='UTF-8' standalone='yes'?>
<Relationships xmlns="http://schemas.openxmlformats.org/package/2006/relationships"><Relationship Id="rId1" Type="http://schemas.openxmlformats.org/officeDocument/2006/relationships/package" Target="../embeddings/Microsoft_Excel_Sheet829.xlsx"/></Relationships>
</file>

<file path=ppt/charts/_rels/chart830.xml.rels><?xml version='1.0' encoding='UTF-8' standalone='yes'?>
<Relationships xmlns="http://schemas.openxmlformats.org/package/2006/relationships"><Relationship Id="rId1" Type="http://schemas.openxmlformats.org/officeDocument/2006/relationships/package" Target="../embeddings/Microsoft_Excel_Sheet830.xlsx"/></Relationships>
</file>

<file path=ppt/charts/_rels/chart831.xml.rels><?xml version='1.0' encoding='UTF-8' standalone='yes'?>
<Relationships xmlns="http://schemas.openxmlformats.org/package/2006/relationships"><Relationship Id="rId1" Type="http://schemas.openxmlformats.org/officeDocument/2006/relationships/package" Target="../embeddings/Microsoft_Excel_Sheet831.xlsx"/></Relationships>
</file>

<file path=ppt/charts/_rels/chart832.xml.rels><?xml version='1.0' encoding='UTF-8' standalone='yes'?>
<Relationships xmlns="http://schemas.openxmlformats.org/package/2006/relationships"><Relationship Id="rId1" Type="http://schemas.openxmlformats.org/officeDocument/2006/relationships/package" Target="../embeddings/Microsoft_Excel_Sheet832.xlsx"/></Relationships>
</file>

<file path=ppt/charts/_rels/chart833.xml.rels><?xml version='1.0' encoding='UTF-8' standalone='yes'?>
<Relationships xmlns="http://schemas.openxmlformats.org/package/2006/relationships"><Relationship Id="rId1" Type="http://schemas.openxmlformats.org/officeDocument/2006/relationships/package" Target="../embeddings/Microsoft_Excel_Sheet833.xlsx"/></Relationships>
</file>

<file path=ppt/charts/_rels/chart834.xml.rels><?xml version='1.0' encoding='UTF-8' standalone='yes'?>
<Relationships xmlns="http://schemas.openxmlformats.org/package/2006/relationships"><Relationship Id="rId1" Type="http://schemas.openxmlformats.org/officeDocument/2006/relationships/package" Target="../embeddings/Microsoft_Excel_Sheet834.xlsx"/></Relationships>
</file>

<file path=ppt/charts/_rels/chart835.xml.rels><?xml version='1.0' encoding='UTF-8' standalone='yes'?>
<Relationships xmlns="http://schemas.openxmlformats.org/package/2006/relationships"><Relationship Id="rId1" Type="http://schemas.openxmlformats.org/officeDocument/2006/relationships/package" Target="../embeddings/Microsoft_Excel_Sheet835.xlsx"/></Relationships>
</file>

<file path=ppt/charts/_rels/chart836.xml.rels><?xml version='1.0' encoding='UTF-8' standalone='yes'?>
<Relationships xmlns="http://schemas.openxmlformats.org/package/2006/relationships"><Relationship Id="rId1" Type="http://schemas.openxmlformats.org/officeDocument/2006/relationships/package" Target="../embeddings/Microsoft_Excel_Sheet836.xlsx"/></Relationships>
</file>

<file path=ppt/charts/_rels/chart837.xml.rels><?xml version='1.0' encoding='UTF-8' standalone='yes'?>
<Relationships xmlns="http://schemas.openxmlformats.org/package/2006/relationships"><Relationship Id="rId1" Type="http://schemas.openxmlformats.org/officeDocument/2006/relationships/package" Target="../embeddings/Microsoft_Excel_Sheet837.xlsx"/></Relationships>
</file>

<file path=ppt/charts/_rels/chart838.xml.rels><?xml version='1.0' encoding='UTF-8' standalone='yes'?>
<Relationships xmlns="http://schemas.openxmlformats.org/package/2006/relationships"><Relationship Id="rId1" Type="http://schemas.openxmlformats.org/officeDocument/2006/relationships/package" Target="../embeddings/Microsoft_Excel_Sheet838.xlsx"/></Relationships>
</file>

<file path=ppt/charts/_rels/chart839.xml.rels><?xml version='1.0' encoding='UTF-8' standalone='yes'?>
<Relationships xmlns="http://schemas.openxmlformats.org/package/2006/relationships"><Relationship Id="rId1" Type="http://schemas.openxmlformats.org/officeDocument/2006/relationships/package" Target="../embeddings/Microsoft_Excel_Sheet839.xlsx"/></Relationships>
</file>

<file path=ppt/charts/_rels/chart840.xml.rels><?xml version='1.0' encoding='UTF-8' standalone='yes'?>
<Relationships xmlns="http://schemas.openxmlformats.org/package/2006/relationships"><Relationship Id="rId1" Type="http://schemas.openxmlformats.org/officeDocument/2006/relationships/package" Target="../embeddings/Microsoft_Excel_Sheet840.xlsx"/></Relationships>
</file>

<file path=ppt/charts/_rels/chart841.xml.rels><?xml version='1.0' encoding='UTF-8' standalone='yes'?>
<Relationships xmlns="http://schemas.openxmlformats.org/package/2006/relationships"><Relationship Id="rId1" Type="http://schemas.openxmlformats.org/officeDocument/2006/relationships/package" Target="../embeddings/Microsoft_Excel_Sheet841.xlsx"/></Relationships>
</file>

<file path=ppt/charts/_rels/chart842.xml.rels><?xml version='1.0' encoding='UTF-8' standalone='yes'?>
<Relationships xmlns="http://schemas.openxmlformats.org/package/2006/relationships"><Relationship Id="rId1" Type="http://schemas.openxmlformats.org/officeDocument/2006/relationships/package" Target="../embeddings/Microsoft_Excel_Sheet842.xlsx"/></Relationships>
</file>

<file path=ppt/charts/_rels/chart843.xml.rels><?xml version='1.0' encoding='UTF-8' standalone='yes'?>
<Relationships xmlns="http://schemas.openxmlformats.org/package/2006/relationships"><Relationship Id="rId1" Type="http://schemas.openxmlformats.org/officeDocument/2006/relationships/package" Target="../embeddings/Microsoft_Excel_Sheet843.xlsx"/></Relationships>
</file>

<file path=ppt/charts/_rels/chart844.xml.rels><?xml version='1.0' encoding='UTF-8' standalone='yes'?>
<Relationships xmlns="http://schemas.openxmlformats.org/package/2006/relationships"><Relationship Id="rId1" Type="http://schemas.openxmlformats.org/officeDocument/2006/relationships/package" Target="../embeddings/Microsoft_Excel_Sheet844.xlsx"/></Relationships>
</file>

<file path=ppt/charts/_rels/chart845.xml.rels><?xml version='1.0' encoding='UTF-8' standalone='yes'?>
<Relationships xmlns="http://schemas.openxmlformats.org/package/2006/relationships"><Relationship Id="rId1" Type="http://schemas.openxmlformats.org/officeDocument/2006/relationships/package" Target="../embeddings/Microsoft_Excel_Sheet845.xlsx"/></Relationships>
</file>

<file path=ppt/charts/_rels/chart846.xml.rels><?xml version='1.0' encoding='UTF-8' standalone='yes'?>
<Relationships xmlns="http://schemas.openxmlformats.org/package/2006/relationships"><Relationship Id="rId1" Type="http://schemas.openxmlformats.org/officeDocument/2006/relationships/package" Target="../embeddings/Microsoft_Excel_Sheet846.xlsx"/></Relationships>
</file>

<file path=ppt/charts/_rels/chart847.xml.rels><?xml version='1.0' encoding='UTF-8' standalone='yes'?>
<Relationships xmlns="http://schemas.openxmlformats.org/package/2006/relationships"><Relationship Id="rId1" Type="http://schemas.openxmlformats.org/officeDocument/2006/relationships/package" Target="../embeddings/Microsoft_Excel_Sheet847.xlsx"/></Relationships>
</file>

<file path=ppt/charts/_rels/chart848.xml.rels><?xml version='1.0' encoding='UTF-8' standalone='yes'?>
<Relationships xmlns="http://schemas.openxmlformats.org/package/2006/relationships"><Relationship Id="rId1" Type="http://schemas.openxmlformats.org/officeDocument/2006/relationships/package" Target="../embeddings/Microsoft_Excel_Sheet848.xlsx"/></Relationships>
</file>

<file path=ppt/charts/_rels/chart849.xml.rels><?xml version='1.0' encoding='UTF-8' standalone='yes'?>
<Relationships xmlns="http://schemas.openxmlformats.org/package/2006/relationships"><Relationship Id="rId1" Type="http://schemas.openxmlformats.org/officeDocument/2006/relationships/package" Target="../embeddings/Microsoft_Excel_Sheet849.xlsx"/></Relationships>
</file>

<file path=ppt/charts/_rels/chart850.xml.rels><?xml version='1.0' encoding='UTF-8' standalone='yes'?>
<Relationships xmlns="http://schemas.openxmlformats.org/package/2006/relationships"><Relationship Id="rId1" Type="http://schemas.openxmlformats.org/officeDocument/2006/relationships/package" Target="../embeddings/Microsoft_Excel_Sheet850.xlsx"/></Relationships>
</file>

<file path=ppt/charts/_rels/chart851.xml.rels><?xml version='1.0' encoding='UTF-8' standalone='yes'?>
<Relationships xmlns="http://schemas.openxmlformats.org/package/2006/relationships"><Relationship Id="rId1" Type="http://schemas.openxmlformats.org/officeDocument/2006/relationships/package" Target="../embeddings/Microsoft_Excel_Sheet851.xlsx"/></Relationships>
</file>

<file path=ppt/charts/_rels/chart852.xml.rels><?xml version='1.0' encoding='UTF-8' standalone='yes'?>
<Relationships xmlns="http://schemas.openxmlformats.org/package/2006/relationships"><Relationship Id="rId1" Type="http://schemas.openxmlformats.org/officeDocument/2006/relationships/package" Target="../embeddings/Microsoft_Excel_Sheet852.xlsx"/></Relationships>
</file>

<file path=ppt/charts/_rels/chart853.xml.rels><?xml version='1.0' encoding='UTF-8' standalone='yes'?>
<Relationships xmlns="http://schemas.openxmlformats.org/package/2006/relationships"><Relationship Id="rId1" Type="http://schemas.openxmlformats.org/officeDocument/2006/relationships/package" Target="../embeddings/Microsoft_Excel_Sheet853.xlsx"/></Relationships>
</file>

<file path=ppt/charts/_rels/chart854.xml.rels><?xml version='1.0' encoding='UTF-8' standalone='yes'?>
<Relationships xmlns="http://schemas.openxmlformats.org/package/2006/relationships"><Relationship Id="rId1" Type="http://schemas.openxmlformats.org/officeDocument/2006/relationships/package" Target="../embeddings/Microsoft_Excel_Sheet854.xlsx"/></Relationships>
</file>

<file path=ppt/charts/_rels/chart855.xml.rels><?xml version='1.0' encoding='UTF-8' standalone='yes'?>
<Relationships xmlns="http://schemas.openxmlformats.org/package/2006/relationships"><Relationship Id="rId1" Type="http://schemas.openxmlformats.org/officeDocument/2006/relationships/package" Target="../embeddings/Microsoft_Excel_Sheet855.xlsx"/></Relationships>
</file>

<file path=ppt/charts/_rels/chart856.xml.rels><?xml version='1.0' encoding='UTF-8' standalone='yes'?>
<Relationships xmlns="http://schemas.openxmlformats.org/package/2006/relationships"><Relationship Id="rId1" Type="http://schemas.openxmlformats.org/officeDocument/2006/relationships/package" Target="../embeddings/Microsoft_Excel_Sheet856.xlsx"/></Relationships>
</file>

<file path=ppt/charts/_rels/chart857.xml.rels><?xml version='1.0' encoding='UTF-8' standalone='yes'?>
<Relationships xmlns="http://schemas.openxmlformats.org/package/2006/relationships"><Relationship Id="rId1" Type="http://schemas.openxmlformats.org/officeDocument/2006/relationships/package" Target="../embeddings/Microsoft_Excel_Sheet857.xlsx"/></Relationships>
</file>

<file path=ppt/charts/_rels/chart858.xml.rels><?xml version='1.0' encoding='UTF-8' standalone='yes'?>
<Relationships xmlns="http://schemas.openxmlformats.org/package/2006/relationships"><Relationship Id="rId1" Type="http://schemas.openxmlformats.org/officeDocument/2006/relationships/package" Target="../embeddings/Microsoft_Excel_Sheet858.xlsx"/></Relationships>
</file>

<file path=ppt/charts/_rels/chart859.xml.rels><?xml version='1.0' encoding='UTF-8' standalone='yes'?>
<Relationships xmlns="http://schemas.openxmlformats.org/package/2006/relationships"><Relationship Id="rId1" Type="http://schemas.openxmlformats.org/officeDocument/2006/relationships/package" Target="../embeddings/Microsoft_Excel_Sheet859.xlsx"/></Relationships>
</file>

<file path=ppt/charts/_rels/chart860.xml.rels><?xml version='1.0' encoding='UTF-8' standalone='yes'?>
<Relationships xmlns="http://schemas.openxmlformats.org/package/2006/relationships"><Relationship Id="rId1" Type="http://schemas.openxmlformats.org/officeDocument/2006/relationships/package" Target="../embeddings/Microsoft_Excel_Sheet860.xlsx"/></Relationships>
</file>

<file path=ppt/charts/_rels/chart861.xml.rels><?xml version='1.0' encoding='UTF-8' standalone='yes'?>
<Relationships xmlns="http://schemas.openxmlformats.org/package/2006/relationships"><Relationship Id="rId1" Type="http://schemas.openxmlformats.org/officeDocument/2006/relationships/package" Target="../embeddings/Microsoft_Excel_Sheet861.xlsx"/></Relationships>
</file>

<file path=ppt/charts/_rels/chart862.xml.rels><?xml version='1.0' encoding='UTF-8' standalone='yes'?>
<Relationships xmlns="http://schemas.openxmlformats.org/package/2006/relationships"><Relationship Id="rId1" Type="http://schemas.openxmlformats.org/officeDocument/2006/relationships/package" Target="../embeddings/Microsoft_Excel_Sheet862.xlsx"/></Relationships>
</file>

<file path=ppt/charts/_rels/chart863.xml.rels><?xml version='1.0' encoding='UTF-8' standalone='yes'?>
<Relationships xmlns="http://schemas.openxmlformats.org/package/2006/relationships"><Relationship Id="rId1" Type="http://schemas.openxmlformats.org/officeDocument/2006/relationships/package" Target="../embeddings/Microsoft_Excel_Sheet863.xlsx"/></Relationships>
</file>

<file path=ppt/charts/_rels/chart864.xml.rels><?xml version='1.0' encoding='UTF-8' standalone='yes'?>
<Relationships xmlns="http://schemas.openxmlformats.org/package/2006/relationships"><Relationship Id="rId1" Type="http://schemas.openxmlformats.org/officeDocument/2006/relationships/package" Target="../embeddings/Microsoft_Excel_Sheet864.xlsx"/></Relationships>
</file>

<file path=ppt/charts/_rels/chart865.xml.rels><?xml version='1.0' encoding='UTF-8' standalone='yes'?>
<Relationships xmlns="http://schemas.openxmlformats.org/package/2006/relationships"><Relationship Id="rId1" Type="http://schemas.openxmlformats.org/officeDocument/2006/relationships/package" Target="../embeddings/Microsoft_Excel_Sheet865.xlsx"/></Relationships>
</file>

<file path=ppt/charts/_rels/chart866.xml.rels><?xml version='1.0' encoding='UTF-8' standalone='yes'?>
<Relationships xmlns="http://schemas.openxmlformats.org/package/2006/relationships"><Relationship Id="rId1" Type="http://schemas.openxmlformats.org/officeDocument/2006/relationships/package" Target="../embeddings/Microsoft_Excel_Sheet866.xlsx"/></Relationships>
</file>

<file path=ppt/charts/_rels/chart867.xml.rels><?xml version='1.0' encoding='UTF-8' standalone='yes'?>
<Relationships xmlns="http://schemas.openxmlformats.org/package/2006/relationships"><Relationship Id="rId1" Type="http://schemas.openxmlformats.org/officeDocument/2006/relationships/package" Target="../embeddings/Microsoft_Excel_Sheet867.xlsx"/></Relationships>
</file>

<file path=ppt/charts/_rels/chart868.xml.rels><?xml version='1.0' encoding='UTF-8' standalone='yes'?>
<Relationships xmlns="http://schemas.openxmlformats.org/package/2006/relationships"><Relationship Id="rId1" Type="http://schemas.openxmlformats.org/officeDocument/2006/relationships/package" Target="../embeddings/Microsoft_Excel_Sheet868.xlsx"/></Relationships>
</file>

<file path=ppt/charts/_rels/chart869.xml.rels><?xml version='1.0' encoding='UTF-8' standalone='yes'?>
<Relationships xmlns="http://schemas.openxmlformats.org/package/2006/relationships"><Relationship Id="rId1" Type="http://schemas.openxmlformats.org/officeDocument/2006/relationships/package" Target="../embeddings/Microsoft_Excel_Sheet869.xlsx"/></Relationships>
</file>

<file path=ppt/charts/_rels/chart870.xml.rels><?xml version='1.0' encoding='UTF-8' standalone='yes'?>
<Relationships xmlns="http://schemas.openxmlformats.org/package/2006/relationships"><Relationship Id="rId1" Type="http://schemas.openxmlformats.org/officeDocument/2006/relationships/package" Target="../embeddings/Microsoft_Excel_Sheet870.xlsx"/></Relationships>
</file>

<file path=ppt/charts/_rels/chart871.xml.rels><?xml version='1.0' encoding='UTF-8' standalone='yes'?>
<Relationships xmlns="http://schemas.openxmlformats.org/package/2006/relationships"><Relationship Id="rId1" Type="http://schemas.openxmlformats.org/officeDocument/2006/relationships/package" Target="../embeddings/Microsoft_Excel_Sheet871.xlsx"/></Relationships>
</file>

<file path=ppt/charts/_rels/chart872.xml.rels><?xml version='1.0' encoding='UTF-8' standalone='yes'?>
<Relationships xmlns="http://schemas.openxmlformats.org/package/2006/relationships"><Relationship Id="rId1" Type="http://schemas.openxmlformats.org/officeDocument/2006/relationships/package" Target="../embeddings/Microsoft_Excel_Sheet872.xlsx"/></Relationships>
</file>

<file path=ppt/charts/_rels/chart873.xml.rels><?xml version='1.0' encoding='UTF-8' standalone='yes'?>
<Relationships xmlns="http://schemas.openxmlformats.org/package/2006/relationships"><Relationship Id="rId1" Type="http://schemas.openxmlformats.org/officeDocument/2006/relationships/package" Target="../embeddings/Microsoft_Excel_Sheet873.xlsx"/></Relationships>
</file>

<file path=ppt/charts/_rels/chart874.xml.rels><?xml version='1.0' encoding='UTF-8' standalone='yes'?>
<Relationships xmlns="http://schemas.openxmlformats.org/package/2006/relationships"><Relationship Id="rId1" Type="http://schemas.openxmlformats.org/officeDocument/2006/relationships/package" Target="../embeddings/Microsoft_Excel_Sheet874.xlsx"/></Relationships>
</file>

<file path=ppt/charts/_rels/chart875.xml.rels><?xml version='1.0' encoding='UTF-8' standalone='yes'?>
<Relationships xmlns="http://schemas.openxmlformats.org/package/2006/relationships"><Relationship Id="rId1" Type="http://schemas.openxmlformats.org/officeDocument/2006/relationships/package" Target="../embeddings/Microsoft_Excel_Sheet875.xlsx"/></Relationships>
</file>

<file path=ppt/charts/_rels/chart876.xml.rels><?xml version='1.0' encoding='UTF-8' standalone='yes'?>
<Relationships xmlns="http://schemas.openxmlformats.org/package/2006/relationships"><Relationship Id="rId1" Type="http://schemas.openxmlformats.org/officeDocument/2006/relationships/package" Target="../embeddings/Microsoft_Excel_Sheet876.xlsx"/></Relationships>
</file>

<file path=ppt/charts/_rels/chart877.xml.rels><?xml version='1.0' encoding='UTF-8' standalone='yes'?>
<Relationships xmlns="http://schemas.openxmlformats.org/package/2006/relationships"><Relationship Id="rId1" Type="http://schemas.openxmlformats.org/officeDocument/2006/relationships/package" Target="../embeddings/Microsoft_Excel_Sheet877.xlsx"/></Relationships>
</file>

<file path=ppt/charts/_rels/chart878.xml.rels><?xml version='1.0' encoding='UTF-8' standalone='yes'?>
<Relationships xmlns="http://schemas.openxmlformats.org/package/2006/relationships"><Relationship Id="rId1" Type="http://schemas.openxmlformats.org/officeDocument/2006/relationships/package" Target="../embeddings/Microsoft_Excel_Sheet878.xlsx"/></Relationships>
</file>

<file path=ppt/charts/_rels/chart879.xml.rels><?xml version='1.0' encoding='UTF-8' standalone='yes'?>
<Relationships xmlns="http://schemas.openxmlformats.org/package/2006/relationships"><Relationship Id="rId1" Type="http://schemas.openxmlformats.org/officeDocument/2006/relationships/package" Target="../embeddings/Microsoft_Excel_Sheet879.xlsx"/></Relationships>
</file>

<file path=ppt/charts/_rels/chart880.xml.rels><?xml version='1.0' encoding='UTF-8' standalone='yes'?>
<Relationships xmlns="http://schemas.openxmlformats.org/package/2006/relationships"><Relationship Id="rId1" Type="http://schemas.openxmlformats.org/officeDocument/2006/relationships/package" Target="../embeddings/Microsoft_Excel_Sheet880.xlsx"/></Relationships>
</file>

<file path=ppt/charts/_rels/chart881.xml.rels><?xml version='1.0' encoding='UTF-8' standalone='yes'?>
<Relationships xmlns="http://schemas.openxmlformats.org/package/2006/relationships"><Relationship Id="rId1" Type="http://schemas.openxmlformats.org/officeDocument/2006/relationships/package" Target="../embeddings/Microsoft_Excel_Sheet881.xlsx"/></Relationships>
</file>

<file path=ppt/charts/_rels/chart882.xml.rels><?xml version='1.0' encoding='UTF-8' standalone='yes'?>
<Relationships xmlns="http://schemas.openxmlformats.org/package/2006/relationships"><Relationship Id="rId1" Type="http://schemas.openxmlformats.org/officeDocument/2006/relationships/package" Target="../embeddings/Microsoft_Excel_Sheet882.xlsx"/></Relationships>
</file>

<file path=ppt/charts/_rels/chart883.xml.rels><?xml version='1.0' encoding='UTF-8' standalone='yes'?>
<Relationships xmlns="http://schemas.openxmlformats.org/package/2006/relationships"><Relationship Id="rId1" Type="http://schemas.openxmlformats.org/officeDocument/2006/relationships/package" Target="../embeddings/Microsoft_Excel_Sheet883.xlsx"/></Relationships>
</file>

<file path=ppt/charts/_rels/chart884.xml.rels><?xml version='1.0' encoding='UTF-8' standalone='yes'?>
<Relationships xmlns="http://schemas.openxmlformats.org/package/2006/relationships"><Relationship Id="rId1" Type="http://schemas.openxmlformats.org/officeDocument/2006/relationships/package" Target="../embeddings/Microsoft_Excel_Sheet884.xlsx"/></Relationships>
</file>

<file path=ppt/charts/_rels/chart885.xml.rels><?xml version='1.0' encoding='UTF-8' standalone='yes'?>
<Relationships xmlns="http://schemas.openxmlformats.org/package/2006/relationships"><Relationship Id="rId1" Type="http://schemas.openxmlformats.org/officeDocument/2006/relationships/package" Target="../embeddings/Microsoft_Excel_Sheet885.xlsx"/></Relationships>
</file>

<file path=ppt/charts/_rels/chart886.xml.rels><?xml version='1.0' encoding='UTF-8' standalone='yes'?>
<Relationships xmlns="http://schemas.openxmlformats.org/package/2006/relationships"><Relationship Id="rId1" Type="http://schemas.openxmlformats.org/officeDocument/2006/relationships/package" Target="../embeddings/Microsoft_Excel_Sheet886.xlsx"/></Relationships>
</file>

<file path=ppt/charts/_rels/chart887.xml.rels><?xml version='1.0' encoding='UTF-8' standalone='yes'?>
<Relationships xmlns="http://schemas.openxmlformats.org/package/2006/relationships"><Relationship Id="rId1" Type="http://schemas.openxmlformats.org/officeDocument/2006/relationships/package" Target="../embeddings/Microsoft_Excel_Sheet887.xlsx"/></Relationships>
</file>

<file path=ppt/charts/_rels/chart888.xml.rels><?xml version='1.0' encoding='UTF-8' standalone='yes'?>
<Relationships xmlns="http://schemas.openxmlformats.org/package/2006/relationships"><Relationship Id="rId1" Type="http://schemas.openxmlformats.org/officeDocument/2006/relationships/package" Target="../embeddings/Microsoft_Excel_Sheet888.xlsx"/></Relationships>
</file>

<file path=ppt/charts/_rels/chart889.xml.rels><?xml version='1.0' encoding='UTF-8' standalone='yes'?>
<Relationships xmlns="http://schemas.openxmlformats.org/package/2006/relationships"><Relationship Id="rId1" Type="http://schemas.openxmlformats.org/officeDocument/2006/relationships/package" Target="../embeddings/Microsoft_Excel_Sheet889.xlsx"/></Relationships>
</file>

<file path=ppt/charts/_rels/chart890.xml.rels><?xml version='1.0' encoding='UTF-8' standalone='yes'?>
<Relationships xmlns="http://schemas.openxmlformats.org/package/2006/relationships"><Relationship Id="rId1" Type="http://schemas.openxmlformats.org/officeDocument/2006/relationships/package" Target="../embeddings/Microsoft_Excel_Sheet890.xlsx"/></Relationships>
</file>

<file path=ppt/charts/_rels/chart891.xml.rels><?xml version='1.0' encoding='UTF-8' standalone='yes'?>
<Relationships xmlns="http://schemas.openxmlformats.org/package/2006/relationships"><Relationship Id="rId1" Type="http://schemas.openxmlformats.org/officeDocument/2006/relationships/package" Target="../embeddings/Microsoft_Excel_Sheet891.xlsx"/></Relationships>
</file>

<file path=ppt/charts/_rels/chart892.xml.rels><?xml version='1.0' encoding='UTF-8' standalone='yes'?>
<Relationships xmlns="http://schemas.openxmlformats.org/package/2006/relationships"><Relationship Id="rId1" Type="http://schemas.openxmlformats.org/officeDocument/2006/relationships/package" Target="../embeddings/Microsoft_Excel_Sheet892.xlsx"/></Relationships>
</file>

<file path=ppt/charts/_rels/chart893.xml.rels><?xml version='1.0' encoding='UTF-8' standalone='yes'?>
<Relationships xmlns="http://schemas.openxmlformats.org/package/2006/relationships"><Relationship Id="rId1" Type="http://schemas.openxmlformats.org/officeDocument/2006/relationships/package" Target="../embeddings/Microsoft_Excel_Sheet893.xlsx"/></Relationships>
</file>

<file path=ppt/charts/_rels/chart894.xml.rels><?xml version='1.0' encoding='UTF-8' standalone='yes'?>
<Relationships xmlns="http://schemas.openxmlformats.org/package/2006/relationships"><Relationship Id="rId1" Type="http://schemas.openxmlformats.org/officeDocument/2006/relationships/package" Target="../embeddings/Microsoft_Excel_Sheet894.xlsx"/></Relationships>
</file>

<file path=ppt/charts/_rels/chart895.xml.rels><?xml version='1.0' encoding='UTF-8' standalone='yes'?>
<Relationships xmlns="http://schemas.openxmlformats.org/package/2006/relationships"><Relationship Id="rId1" Type="http://schemas.openxmlformats.org/officeDocument/2006/relationships/package" Target="../embeddings/Microsoft_Excel_Sheet895.xlsx"/></Relationships>
</file>

<file path=ppt/charts/_rels/chart896.xml.rels><?xml version='1.0' encoding='UTF-8' standalone='yes'?>
<Relationships xmlns="http://schemas.openxmlformats.org/package/2006/relationships"><Relationship Id="rId1" Type="http://schemas.openxmlformats.org/officeDocument/2006/relationships/package" Target="../embeddings/Microsoft_Excel_Sheet896.xlsx"/></Relationships>
</file>

<file path=ppt/charts/_rels/chart897.xml.rels><?xml version='1.0' encoding='UTF-8' standalone='yes'?>
<Relationships xmlns="http://schemas.openxmlformats.org/package/2006/relationships"><Relationship Id="rId1" Type="http://schemas.openxmlformats.org/officeDocument/2006/relationships/package" Target="../embeddings/Microsoft_Excel_Sheet897.xlsx"/></Relationships>
</file>

<file path=ppt/charts/_rels/chart898.xml.rels><?xml version='1.0' encoding='UTF-8' standalone='yes'?>
<Relationships xmlns="http://schemas.openxmlformats.org/package/2006/relationships"><Relationship Id="rId1" Type="http://schemas.openxmlformats.org/officeDocument/2006/relationships/package" Target="../embeddings/Microsoft_Excel_Sheet898.xlsx"/></Relationships>
</file>

<file path=ppt/charts/_rels/chart899.xml.rels><?xml version='1.0' encoding='UTF-8' standalone='yes'?>
<Relationships xmlns="http://schemas.openxmlformats.org/package/2006/relationships"><Relationship Id="rId1" Type="http://schemas.openxmlformats.org/officeDocument/2006/relationships/package" Target="../embeddings/Microsoft_Excel_Sheet899.xlsx"/></Relationships>
</file>

<file path=ppt/charts/_rels/chart900.xml.rels><?xml version='1.0' encoding='UTF-8' standalone='yes'?>
<Relationships xmlns="http://schemas.openxmlformats.org/package/2006/relationships"><Relationship Id="rId1" Type="http://schemas.openxmlformats.org/officeDocument/2006/relationships/package" Target="../embeddings/Microsoft_Excel_Sheet900.xlsx"/></Relationships>
</file>

<file path=ppt/charts/_rels/chart901.xml.rels><?xml version='1.0' encoding='UTF-8' standalone='yes'?>
<Relationships xmlns="http://schemas.openxmlformats.org/package/2006/relationships"><Relationship Id="rId1" Type="http://schemas.openxmlformats.org/officeDocument/2006/relationships/package" Target="../embeddings/Microsoft_Excel_Sheet901.xlsx"/></Relationships>
</file>

<file path=ppt/charts/_rels/chart902.xml.rels><?xml version='1.0' encoding='UTF-8' standalone='yes'?>
<Relationships xmlns="http://schemas.openxmlformats.org/package/2006/relationships"><Relationship Id="rId1" Type="http://schemas.openxmlformats.org/officeDocument/2006/relationships/package" Target="../embeddings/Microsoft_Excel_Sheet902.xlsx"/></Relationships>
</file>

<file path=ppt/charts/_rels/chart903.xml.rels><?xml version='1.0' encoding='UTF-8' standalone='yes'?>
<Relationships xmlns="http://schemas.openxmlformats.org/package/2006/relationships"><Relationship Id="rId1" Type="http://schemas.openxmlformats.org/officeDocument/2006/relationships/package" Target="../embeddings/Microsoft_Excel_Sheet903.xlsx"/></Relationships>
</file>

<file path=ppt/charts/_rels/chart904.xml.rels><?xml version='1.0' encoding='UTF-8' standalone='yes'?>
<Relationships xmlns="http://schemas.openxmlformats.org/package/2006/relationships"><Relationship Id="rId1" Type="http://schemas.openxmlformats.org/officeDocument/2006/relationships/package" Target="../embeddings/Microsoft_Excel_Sheet904.xlsx"/></Relationships>
</file>

<file path=ppt/charts/_rels/chart905.xml.rels><?xml version='1.0' encoding='UTF-8' standalone='yes'?>
<Relationships xmlns="http://schemas.openxmlformats.org/package/2006/relationships"><Relationship Id="rId1" Type="http://schemas.openxmlformats.org/officeDocument/2006/relationships/package" Target="../embeddings/Microsoft_Excel_Sheet905.xlsx"/></Relationships>
</file>

<file path=ppt/charts/_rels/chart906.xml.rels><?xml version='1.0' encoding='UTF-8' standalone='yes'?>
<Relationships xmlns="http://schemas.openxmlformats.org/package/2006/relationships"><Relationship Id="rId1" Type="http://schemas.openxmlformats.org/officeDocument/2006/relationships/package" Target="../embeddings/Microsoft_Excel_Sheet906.xlsx"/></Relationships>
</file>

<file path=ppt/charts/_rels/chart907.xml.rels><?xml version='1.0' encoding='UTF-8' standalone='yes'?>
<Relationships xmlns="http://schemas.openxmlformats.org/package/2006/relationships"><Relationship Id="rId1" Type="http://schemas.openxmlformats.org/officeDocument/2006/relationships/package" Target="../embeddings/Microsoft_Excel_Sheet907.xlsx"/></Relationships>
</file>

<file path=ppt/charts/_rels/chart908.xml.rels><?xml version='1.0' encoding='UTF-8' standalone='yes'?>
<Relationships xmlns="http://schemas.openxmlformats.org/package/2006/relationships"><Relationship Id="rId1" Type="http://schemas.openxmlformats.org/officeDocument/2006/relationships/package" Target="../embeddings/Microsoft_Excel_Sheet908.xlsx"/></Relationships>
</file>

<file path=ppt/charts/_rels/chart909.xml.rels><?xml version='1.0' encoding='UTF-8' standalone='yes'?>
<Relationships xmlns="http://schemas.openxmlformats.org/package/2006/relationships"><Relationship Id="rId1" Type="http://schemas.openxmlformats.org/officeDocument/2006/relationships/package" Target="../embeddings/Microsoft_Excel_Sheet909.xlsx"/></Relationships>
</file>

<file path=ppt/charts/_rels/chart910.xml.rels><?xml version='1.0' encoding='UTF-8' standalone='yes'?>
<Relationships xmlns="http://schemas.openxmlformats.org/package/2006/relationships"><Relationship Id="rId1" Type="http://schemas.openxmlformats.org/officeDocument/2006/relationships/package" Target="../embeddings/Microsoft_Excel_Sheet910.xlsx"/></Relationships>
</file>

<file path=ppt/charts/_rels/chart911.xml.rels><?xml version='1.0' encoding='UTF-8' standalone='yes'?>
<Relationships xmlns="http://schemas.openxmlformats.org/package/2006/relationships"><Relationship Id="rId1" Type="http://schemas.openxmlformats.org/officeDocument/2006/relationships/package" Target="../embeddings/Microsoft_Excel_Sheet911.xlsx"/></Relationships>
</file>

<file path=ppt/charts/_rels/chart912.xml.rels><?xml version='1.0' encoding='UTF-8' standalone='yes'?>
<Relationships xmlns="http://schemas.openxmlformats.org/package/2006/relationships"><Relationship Id="rId1" Type="http://schemas.openxmlformats.org/officeDocument/2006/relationships/package" Target="../embeddings/Microsoft_Excel_Sheet912.xlsx"/></Relationships>
</file>

<file path=ppt/charts/_rels/chart913.xml.rels><?xml version='1.0' encoding='UTF-8' standalone='yes'?>
<Relationships xmlns="http://schemas.openxmlformats.org/package/2006/relationships"><Relationship Id="rId1" Type="http://schemas.openxmlformats.org/officeDocument/2006/relationships/package" Target="../embeddings/Microsoft_Excel_Sheet913.xlsx"/></Relationships>
</file>

<file path=ppt/charts/_rels/chart914.xml.rels><?xml version='1.0' encoding='UTF-8' standalone='yes'?>
<Relationships xmlns="http://schemas.openxmlformats.org/package/2006/relationships"><Relationship Id="rId1" Type="http://schemas.openxmlformats.org/officeDocument/2006/relationships/package" Target="../embeddings/Microsoft_Excel_Sheet914.xlsx"/></Relationships>
</file>

<file path=ppt/charts/_rels/chart915.xml.rels><?xml version='1.0' encoding='UTF-8' standalone='yes'?>
<Relationships xmlns="http://schemas.openxmlformats.org/package/2006/relationships"><Relationship Id="rId1" Type="http://schemas.openxmlformats.org/officeDocument/2006/relationships/package" Target="../embeddings/Microsoft_Excel_Sheet915.xlsx"/></Relationships>
</file>

<file path=ppt/charts/_rels/chart916.xml.rels><?xml version='1.0' encoding='UTF-8' standalone='yes'?>
<Relationships xmlns="http://schemas.openxmlformats.org/package/2006/relationships"><Relationship Id="rId1" Type="http://schemas.openxmlformats.org/officeDocument/2006/relationships/package" Target="../embeddings/Microsoft_Excel_Sheet916.xlsx"/></Relationships>
</file>

<file path=ppt/charts/_rels/chart917.xml.rels><?xml version='1.0' encoding='UTF-8' standalone='yes'?>
<Relationships xmlns="http://schemas.openxmlformats.org/package/2006/relationships"><Relationship Id="rId1" Type="http://schemas.openxmlformats.org/officeDocument/2006/relationships/package" Target="../embeddings/Microsoft_Excel_Sheet917.xlsx"/></Relationships>
</file>

<file path=ppt/charts/_rels/chart918.xml.rels><?xml version='1.0' encoding='UTF-8' standalone='yes'?>
<Relationships xmlns="http://schemas.openxmlformats.org/package/2006/relationships"><Relationship Id="rId1" Type="http://schemas.openxmlformats.org/officeDocument/2006/relationships/package" Target="../embeddings/Microsoft_Excel_Sheet918.xlsx"/></Relationships>
</file>

<file path=ppt/charts/_rels/chart919.xml.rels><?xml version='1.0' encoding='UTF-8' standalone='yes'?>
<Relationships xmlns="http://schemas.openxmlformats.org/package/2006/relationships"><Relationship Id="rId1" Type="http://schemas.openxmlformats.org/officeDocument/2006/relationships/package" Target="../embeddings/Microsoft_Excel_Sheet919.xlsx"/></Relationships>
</file>

<file path=ppt/charts/_rels/chart920.xml.rels><?xml version='1.0' encoding='UTF-8' standalone='yes'?>
<Relationships xmlns="http://schemas.openxmlformats.org/package/2006/relationships"><Relationship Id="rId1" Type="http://schemas.openxmlformats.org/officeDocument/2006/relationships/package" Target="../embeddings/Microsoft_Excel_Sheet920.xlsx"/></Relationships>
</file>

<file path=ppt/charts/_rels/chart921.xml.rels><?xml version='1.0' encoding='UTF-8' standalone='yes'?>
<Relationships xmlns="http://schemas.openxmlformats.org/package/2006/relationships"><Relationship Id="rId1" Type="http://schemas.openxmlformats.org/officeDocument/2006/relationships/package" Target="../embeddings/Microsoft_Excel_Sheet921.xlsx"/></Relationships>
</file>

<file path=ppt/charts/_rels/chart922.xml.rels><?xml version='1.0' encoding='UTF-8' standalone='yes'?>
<Relationships xmlns="http://schemas.openxmlformats.org/package/2006/relationships"><Relationship Id="rId1" Type="http://schemas.openxmlformats.org/officeDocument/2006/relationships/package" Target="../embeddings/Microsoft_Excel_Sheet922.xlsx"/></Relationships>
</file>

<file path=ppt/charts/_rels/chart923.xml.rels><?xml version='1.0' encoding='UTF-8' standalone='yes'?>
<Relationships xmlns="http://schemas.openxmlformats.org/package/2006/relationships"><Relationship Id="rId1" Type="http://schemas.openxmlformats.org/officeDocument/2006/relationships/package" Target="../embeddings/Microsoft_Excel_Sheet923.xlsx"/></Relationships>
</file>

<file path=ppt/charts/_rels/chart924.xml.rels><?xml version='1.0' encoding='UTF-8' standalone='yes'?>
<Relationships xmlns="http://schemas.openxmlformats.org/package/2006/relationships"><Relationship Id="rId1" Type="http://schemas.openxmlformats.org/officeDocument/2006/relationships/package" Target="../embeddings/Microsoft_Excel_Sheet924.xlsx"/></Relationships>
</file>

<file path=ppt/charts/_rels/chart925.xml.rels><?xml version='1.0' encoding='UTF-8' standalone='yes'?>
<Relationships xmlns="http://schemas.openxmlformats.org/package/2006/relationships"><Relationship Id="rId1" Type="http://schemas.openxmlformats.org/officeDocument/2006/relationships/package" Target="../embeddings/Microsoft_Excel_Sheet925.xlsx"/></Relationships>
</file>

<file path=ppt/charts/_rels/chart926.xml.rels><?xml version='1.0' encoding='UTF-8' standalone='yes'?>
<Relationships xmlns="http://schemas.openxmlformats.org/package/2006/relationships"><Relationship Id="rId1" Type="http://schemas.openxmlformats.org/officeDocument/2006/relationships/package" Target="../embeddings/Microsoft_Excel_Sheet926.xlsx"/></Relationships>
</file>

<file path=ppt/charts/_rels/chart927.xml.rels><?xml version='1.0' encoding='UTF-8' standalone='yes'?>
<Relationships xmlns="http://schemas.openxmlformats.org/package/2006/relationships"><Relationship Id="rId1" Type="http://schemas.openxmlformats.org/officeDocument/2006/relationships/package" Target="../embeddings/Microsoft_Excel_Sheet927.xlsx"/></Relationships>
</file>

<file path=ppt/charts/_rels/chart928.xml.rels><?xml version='1.0' encoding='UTF-8' standalone='yes'?>
<Relationships xmlns="http://schemas.openxmlformats.org/package/2006/relationships"><Relationship Id="rId1" Type="http://schemas.openxmlformats.org/officeDocument/2006/relationships/package" Target="../embeddings/Microsoft_Excel_Sheet928.xlsx"/></Relationships>
</file>

<file path=ppt/charts/_rels/chart929.xml.rels><?xml version='1.0' encoding='UTF-8' standalone='yes'?>
<Relationships xmlns="http://schemas.openxmlformats.org/package/2006/relationships"><Relationship Id="rId1" Type="http://schemas.openxmlformats.org/officeDocument/2006/relationships/package" Target="../embeddings/Microsoft_Excel_Sheet929.xlsx"/></Relationships>
</file>

<file path=ppt/charts/_rels/chart930.xml.rels><?xml version='1.0' encoding='UTF-8' standalone='yes'?>
<Relationships xmlns="http://schemas.openxmlformats.org/package/2006/relationships"><Relationship Id="rId1" Type="http://schemas.openxmlformats.org/officeDocument/2006/relationships/package" Target="../embeddings/Microsoft_Excel_Sheet930.xlsx"/></Relationships>
</file>

<file path=ppt/charts/_rels/chart931.xml.rels><?xml version='1.0' encoding='UTF-8' standalone='yes'?>
<Relationships xmlns="http://schemas.openxmlformats.org/package/2006/relationships"><Relationship Id="rId1" Type="http://schemas.openxmlformats.org/officeDocument/2006/relationships/package" Target="../embeddings/Microsoft_Excel_Sheet931.xlsx"/></Relationships>
</file>

<file path=ppt/charts/_rels/chart932.xml.rels><?xml version='1.0' encoding='UTF-8' standalone='yes'?>
<Relationships xmlns="http://schemas.openxmlformats.org/package/2006/relationships"><Relationship Id="rId1" Type="http://schemas.openxmlformats.org/officeDocument/2006/relationships/package" Target="../embeddings/Microsoft_Excel_Sheet932.xlsx"/></Relationships>
</file>

<file path=ppt/charts/_rels/chart933.xml.rels><?xml version='1.0' encoding='UTF-8' standalone='yes'?>
<Relationships xmlns="http://schemas.openxmlformats.org/package/2006/relationships"><Relationship Id="rId1" Type="http://schemas.openxmlformats.org/officeDocument/2006/relationships/package" Target="../embeddings/Microsoft_Excel_Sheet933.xlsx"/></Relationships>
</file>

<file path=ppt/charts/_rels/chart934.xml.rels><?xml version='1.0' encoding='UTF-8' standalone='yes'?>
<Relationships xmlns="http://schemas.openxmlformats.org/package/2006/relationships"><Relationship Id="rId1" Type="http://schemas.openxmlformats.org/officeDocument/2006/relationships/package" Target="../embeddings/Microsoft_Excel_Sheet934.xlsx"/></Relationships>
</file>

<file path=ppt/charts/_rels/chart935.xml.rels><?xml version='1.0' encoding='UTF-8' standalone='yes'?>
<Relationships xmlns="http://schemas.openxmlformats.org/package/2006/relationships"><Relationship Id="rId1" Type="http://schemas.openxmlformats.org/officeDocument/2006/relationships/package" Target="../embeddings/Microsoft_Excel_Sheet935.xlsx"/></Relationships>
</file>

<file path=ppt/charts/_rels/chart936.xml.rels><?xml version='1.0' encoding='UTF-8' standalone='yes'?>
<Relationships xmlns="http://schemas.openxmlformats.org/package/2006/relationships"><Relationship Id="rId1" Type="http://schemas.openxmlformats.org/officeDocument/2006/relationships/package" Target="../embeddings/Microsoft_Excel_Sheet936.xlsx"/></Relationships>
</file>

<file path=ppt/charts/_rels/chart937.xml.rels><?xml version='1.0' encoding='UTF-8' standalone='yes'?>
<Relationships xmlns="http://schemas.openxmlformats.org/package/2006/relationships"><Relationship Id="rId1" Type="http://schemas.openxmlformats.org/officeDocument/2006/relationships/package" Target="../embeddings/Microsoft_Excel_Sheet937.xlsx"/></Relationships>
</file>

<file path=ppt/charts/_rels/chart938.xml.rels><?xml version='1.0' encoding='UTF-8' standalone='yes'?>
<Relationships xmlns="http://schemas.openxmlformats.org/package/2006/relationships"><Relationship Id="rId1" Type="http://schemas.openxmlformats.org/officeDocument/2006/relationships/package" Target="../embeddings/Microsoft_Excel_Sheet938.xlsx"/></Relationships>
</file>

<file path=ppt/charts/_rels/chart939.xml.rels><?xml version='1.0' encoding='UTF-8' standalone='yes'?>
<Relationships xmlns="http://schemas.openxmlformats.org/package/2006/relationships"><Relationship Id="rId1" Type="http://schemas.openxmlformats.org/officeDocument/2006/relationships/package" Target="../embeddings/Microsoft_Excel_Sheet939.xlsx"/></Relationships>
</file>

<file path=ppt/charts/_rels/chart940.xml.rels><?xml version='1.0' encoding='UTF-8' standalone='yes'?>
<Relationships xmlns="http://schemas.openxmlformats.org/package/2006/relationships"><Relationship Id="rId1" Type="http://schemas.openxmlformats.org/officeDocument/2006/relationships/package" Target="../embeddings/Microsoft_Excel_Sheet940.xlsx"/></Relationships>
</file>

<file path=ppt/charts/_rels/chart941.xml.rels><?xml version='1.0' encoding='UTF-8' standalone='yes'?>
<Relationships xmlns="http://schemas.openxmlformats.org/package/2006/relationships"><Relationship Id="rId1" Type="http://schemas.openxmlformats.org/officeDocument/2006/relationships/package" Target="../embeddings/Microsoft_Excel_Sheet941.xlsx"/></Relationships>
</file>

<file path=ppt/charts/_rels/chart942.xml.rels><?xml version='1.0' encoding='UTF-8' standalone='yes'?>
<Relationships xmlns="http://schemas.openxmlformats.org/package/2006/relationships"><Relationship Id="rId1" Type="http://schemas.openxmlformats.org/officeDocument/2006/relationships/package" Target="../embeddings/Microsoft_Excel_Sheet942.xlsx"/></Relationships>
</file>

<file path=ppt/charts/_rels/chart943.xml.rels><?xml version='1.0' encoding='UTF-8' standalone='yes'?>
<Relationships xmlns="http://schemas.openxmlformats.org/package/2006/relationships"><Relationship Id="rId1" Type="http://schemas.openxmlformats.org/officeDocument/2006/relationships/package" Target="../embeddings/Microsoft_Excel_Sheet943.xlsx"/></Relationships>
</file>

<file path=ppt/charts/_rels/chart944.xml.rels><?xml version='1.0' encoding='UTF-8' standalone='yes'?>
<Relationships xmlns="http://schemas.openxmlformats.org/package/2006/relationships"><Relationship Id="rId1" Type="http://schemas.openxmlformats.org/officeDocument/2006/relationships/package" Target="../embeddings/Microsoft_Excel_Sheet944.xlsx"/></Relationships>
</file>

<file path=ppt/charts/_rels/chart945.xml.rels><?xml version='1.0' encoding='UTF-8' standalone='yes'?>
<Relationships xmlns="http://schemas.openxmlformats.org/package/2006/relationships"><Relationship Id="rId1" Type="http://schemas.openxmlformats.org/officeDocument/2006/relationships/package" Target="../embeddings/Microsoft_Excel_Sheet945.xlsx"/></Relationships>
</file>

<file path=ppt/charts/_rels/chart946.xml.rels><?xml version='1.0' encoding='UTF-8' standalone='yes'?>
<Relationships xmlns="http://schemas.openxmlformats.org/package/2006/relationships"><Relationship Id="rId1" Type="http://schemas.openxmlformats.org/officeDocument/2006/relationships/package" Target="../embeddings/Microsoft_Excel_Sheet946.xlsx"/></Relationships>
</file>

<file path=ppt/charts/_rels/chart947.xml.rels><?xml version='1.0' encoding='UTF-8' standalone='yes'?>
<Relationships xmlns="http://schemas.openxmlformats.org/package/2006/relationships"><Relationship Id="rId1" Type="http://schemas.openxmlformats.org/officeDocument/2006/relationships/package" Target="../embeddings/Microsoft_Excel_Sheet947.xlsx"/></Relationships>
</file>

<file path=ppt/charts/_rels/chart948.xml.rels><?xml version='1.0' encoding='UTF-8' standalone='yes'?>
<Relationships xmlns="http://schemas.openxmlformats.org/package/2006/relationships"><Relationship Id="rId1" Type="http://schemas.openxmlformats.org/officeDocument/2006/relationships/package" Target="../embeddings/Microsoft_Excel_Sheet948.xlsx"/></Relationships>
</file>

<file path=ppt/charts/_rels/chart949.xml.rels><?xml version='1.0' encoding='UTF-8' standalone='yes'?>
<Relationships xmlns="http://schemas.openxmlformats.org/package/2006/relationships"><Relationship Id="rId1" Type="http://schemas.openxmlformats.org/officeDocument/2006/relationships/package" Target="../embeddings/Microsoft_Excel_Sheet949.xlsx"/></Relationships>
</file>

<file path=ppt/charts/_rels/chart950.xml.rels><?xml version='1.0' encoding='UTF-8' standalone='yes'?>
<Relationships xmlns="http://schemas.openxmlformats.org/package/2006/relationships"><Relationship Id="rId1" Type="http://schemas.openxmlformats.org/officeDocument/2006/relationships/package" Target="../embeddings/Microsoft_Excel_Sheet950.xlsx"/></Relationships>
</file>

<file path=ppt/charts/_rels/chart951.xml.rels><?xml version='1.0' encoding='UTF-8' standalone='yes'?>
<Relationships xmlns="http://schemas.openxmlformats.org/package/2006/relationships"><Relationship Id="rId1" Type="http://schemas.openxmlformats.org/officeDocument/2006/relationships/package" Target="../embeddings/Microsoft_Excel_Sheet951.xlsx"/></Relationships>
</file>

<file path=ppt/charts/_rels/chart952.xml.rels><?xml version='1.0' encoding='UTF-8' standalone='yes'?>
<Relationships xmlns="http://schemas.openxmlformats.org/package/2006/relationships"><Relationship Id="rId1" Type="http://schemas.openxmlformats.org/officeDocument/2006/relationships/package" Target="../embeddings/Microsoft_Excel_Sheet952.xlsx"/></Relationships>
</file>

<file path=ppt/charts/_rels/chart953.xml.rels><?xml version='1.0' encoding='UTF-8' standalone='yes'?>
<Relationships xmlns="http://schemas.openxmlformats.org/package/2006/relationships"><Relationship Id="rId1" Type="http://schemas.openxmlformats.org/officeDocument/2006/relationships/package" Target="../embeddings/Microsoft_Excel_Sheet953.xlsx"/></Relationships>
</file>

<file path=ppt/charts/_rels/chart954.xml.rels><?xml version='1.0' encoding='UTF-8' standalone='yes'?>
<Relationships xmlns="http://schemas.openxmlformats.org/package/2006/relationships"><Relationship Id="rId1" Type="http://schemas.openxmlformats.org/officeDocument/2006/relationships/package" Target="../embeddings/Microsoft_Excel_Sheet954.xlsx"/></Relationships>
</file>

<file path=ppt/charts/_rels/chart955.xml.rels><?xml version='1.0' encoding='UTF-8' standalone='yes'?>
<Relationships xmlns="http://schemas.openxmlformats.org/package/2006/relationships"><Relationship Id="rId1" Type="http://schemas.openxmlformats.org/officeDocument/2006/relationships/package" Target="../embeddings/Microsoft_Excel_Sheet955.xlsx"/></Relationships>
</file>

<file path=ppt/charts/_rels/chart956.xml.rels><?xml version='1.0' encoding='UTF-8' standalone='yes'?>
<Relationships xmlns="http://schemas.openxmlformats.org/package/2006/relationships"><Relationship Id="rId1" Type="http://schemas.openxmlformats.org/officeDocument/2006/relationships/package" Target="../embeddings/Microsoft_Excel_Sheet956.xlsx"/></Relationships>
</file>

<file path=ppt/charts/_rels/chart957.xml.rels><?xml version='1.0' encoding='UTF-8' standalone='yes'?>
<Relationships xmlns="http://schemas.openxmlformats.org/package/2006/relationships"><Relationship Id="rId1" Type="http://schemas.openxmlformats.org/officeDocument/2006/relationships/package" Target="../embeddings/Microsoft_Excel_Sheet957.xlsx"/></Relationships>
</file>

<file path=ppt/charts/_rels/chart958.xml.rels><?xml version='1.0' encoding='UTF-8' standalone='yes'?>
<Relationships xmlns="http://schemas.openxmlformats.org/package/2006/relationships"><Relationship Id="rId1" Type="http://schemas.openxmlformats.org/officeDocument/2006/relationships/package" Target="../embeddings/Microsoft_Excel_Sheet958.xlsx"/></Relationships>
</file>

<file path=ppt/charts/_rels/chart959.xml.rels><?xml version='1.0' encoding='UTF-8' standalone='yes'?>
<Relationships xmlns="http://schemas.openxmlformats.org/package/2006/relationships"><Relationship Id="rId1" Type="http://schemas.openxmlformats.org/officeDocument/2006/relationships/package" Target="../embeddings/Microsoft_Excel_Sheet959.xlsx"/></Relationships>
</file>

<file path=ppt/charts/_rels/chart960.xml.rels><?xml version='1.0' encoding='UTF-8' standalone='yes'?>
<Relationships xmlns="http://schemas.openxmlformats.org/package/2006/relationships"><Relationship Id="rId1" Type="http://schemas.openxmlformats.org/officeDocument/2006/relationships/package" Target="../embeddings/Microsoft_Excel_Sheet960.xlsx"/></Relationships>
</file>

<file path=ppt/charts/_rels/chart961.xml.rels><?xml version='1.0' encoding='UTF-8' standalone='yes'?>
<Relationships xmlns="http://schemas.openxmlformats.org/package/2006/relationships"><Relationship Id="rId1" Type="http://schemas.openxmlformats.org/officeDocument/2006/relationships/package" Target="../embeddings/Microsoft_Excel_Sheet961.xlsx"/></Relationships>
</file>

<file path=ppt/charts/_rels/chart962.xml.rels><?xml version='1.0' encoding='UTF-8' standalone='yes'?>
<Relationships xmlns="http://schemas.openxmlformats.org/package/2006/relationships"><Relationship Id="rId1" Type="http://schemas.openxmlformats.org/officeDocument/2006/relationships/package" Target="../embeddings/Microsoft_Excel_Sheet962.xlsx"/></Relationships>
</file>

<file path=ppt/charts/_rels/chart963.xml.rels><?xml version='1.0' encoding='UTF-8' standalone='yes'?>
<Relationships xmlns="http://schemas.openxmlformats.org/package/2006/relationships"><Relationship Id="rId1" Type="http://schemas.openxmlformats.org/officeDocument/2006/relationships/package" Target="../embeddings/Microsoft_Excel_Sheet963.xlsx"/></Relationships>
</file>

<file path=ppt/charts/_rels/chart964.xml.rels><?xml version='1.0' encoding='UTF-8' standalone='yes'?>
<Relationships xmlns="http://schemas.openxmlformats.org/package/2006/relationships"><Relationship Id="rId1" Type="http://schemas.openxmlformats.org/officeDocument/2006/relationships/package" Target="../embeddings/Microsoft_Excel_Sheet964.xlsx"/></Relationships>
</file>

<file path=ppt/charts/_rels/chart965.xml.rels><?xml version='1.0' encoding='UTF-8' standalone='yes'?>
<Relationships xmlns="http://schemas.openxmlformats.org/package/2006/relationships"><Relationship Id="rId1" Type="http://schemas.openxmlformats.org/officeDocument/2006/relationships/package" Target="../embeddings/Microsoft_Excel_Sheet965.xlsx"/></Relationships>
</file>

<file path=ppt/charts/_rels/chart966.xml.rels><?xml version='1.0' encoding='UTF-8' standalone='yes'?>
<Relationships xmlns="http://schemas.openxmlformats.org/package/2006/relationships"><Relationship Id="rId1" Type="http://schemas.openxmlformats.org/officeDocument/2006/relationships/package" Target="../embeddings/Microsoft_Excel_Sheet966.xlsx"/></Relationships>
</file>

<file path=ppt/charts/_rels/chart967.xml.rels><?xml version='1.0' encoding='UTF-8' standalone='yes'?>
<Relationships xmlns="http://schemas.openxmlformats.org/package/2006/relationships"><Relationship Id="rId1" Type="http://schemas.openxmlformats.org/officeDocument/2006/relationships/package" Target="../embeddings/Microsoft_Excel_Sheet967.xlsx"/></Relationships>
</file>

<file path=ppt/charts/_rels/chart968.xml.rels><?xml version='1.0' encoding='UTF-8' standalone='yes'?>
<Relationships xmlns="http://schemas.openxmlformats.org/package/2006/relationships"><Relationship Id="rId1" Type="http://schemas.openxmlformats.org/officeDocument/2006/relationships/package" Target="../embeddings/Microsoft_Excel_Sheet968.xlsx"/></Relationships>
</file>

<file path=ppt/charts/_rels/chart969.xml.rels><?xml version='1.0' encoding='UTF-8' standalone='yes'?>
<Relationships xmlns="http://schemas.openxmlformats.org/package/2006/relationships"><Relationship Id="rId1" Type="http://schemas.openxmlformats.org/officeDocument/2006/relationships/package" Target="../embeddings/Microsoft_Excel_Sheet969.xlsx"/></Relationships>
</file>

<file path=ppt/charts/_rels/chart970.xml.rels><?xml version='1.0' encoding='UTF-8' standalone='yes'?>
<Relationships xmlns="http://schemas.openxmlformats.org/package/2006/relationships"><Relationship Id="rId1" Type="http://schemas.openxmlformats.org/officeDocument/2006/relationships/package" Target="../embeddings/Microsoft_Excel_Sheet970.xlsx"/></Relationships>
</file>

<file path=ppt/charts/_rels/chart971.xml.rels><?xml version='1.0' encoding='UTF-8' standalone='yes'?>
<Relationships xmlns="http://schemas.openxmlformats.org/package/2006/relationships"><Relationship Id="rId1" Type="http://schemas.openxmlformats.org/officeDocument/2006/relationships/package" Target="../embeddings/Microsoft_Excel_Sheet971.xlsx"/></Relationships>
</file>

<file path=ppt/charts/_rels/chart972.xml.rels><?xml version='1.0' encoding='UTF-8' standalone='yes'?>
<Relationships xmlns="http://schemas.openxmlformats.org/package/2006/relationships"><Relationship Id="rId1" Type="http://schemas.openxmlformats.org/officeDocument/2006/relationships/package" Target="../embeddings/Microsoft_Excel_Sheet972.xlsx"/></Relationships>
</file>

<file path=ppt/charts/_rels/chart973.xml.rels><?xml version='1.0' encoding='UTF-8' standalone='yes'?>
<Relationships xmlns="http://schemas.openxmlformats.org/package/2006/relationships"><Relationship Id="rId1" Type="http://schemas.openxmlformats.org/officeDocument/2006/relationships/package" Target="../embeddings/Microsoft_Excel_Sheet973.xlsx"/></Relationships>
</file>

<file path=ppt/charts/_rels/chart974.xml.rels><?xml version='1.0' encoding='UTF-8' standalone='yes'?>
<Relationships xmlns="http://schemas.openxmlformats.org/package/2006/relationships"><Relationship Id="rId1" Type="http://schemas.openxmlformats.org/officeDocument/2006/relationships/package" Target="../embeddings/Microsoft_Excel_Sheet974.xlsx"/></Relationships>
</file>

<file path=ppt/charts/_rels/chart975.xml.rels><?xml version='1.0' encoding='UTF-8' standalone='yes'?>
<Relationships xmlns="http://schemas.openxmlformats.org/package/2006/relationships"><Relationship Id="rId1" Type="http://schemas.openxmlformats.org/officeDocument/2006/relationships/package" Target="../embeddings/Microsoft_Excel_Sheet975.xlsx"/></Relationships>
</file>

<file path=ppt/charts/_rels/chart976.xml.rels><?xml version='1.0' encoding='UTF-8' standalone='yes'?>
<Relationships xmlns="http://schemas.openxmlformats.org/package/2006/relationships"><Relationship Id="rId1" Type="http://schemas.openxmlformats.org/officeDocument/2006/relationships/package" Target="../embeddings/Microsoft_Excel_Sheet976.xlsx"/></Relationships>
</file>

<file path=ppt/charts/_rels/chart977.xml.rels><?xml version='1.0' encoding='UTF-8' standalone='yes'?>
<Relationships xmlns="http://schemas.openxmlformats.org/package/2006/relationships"><Relationship Id="rId1" Type="http://schemas.openxmlformats.org/officeDocument/2006/relationships/package" Target="../embeddings/Microsoft_Excel_Sheet977.xlsx"/></Relationships>
</file>

<file path=ppt/charts/_rels/chart978.xml.rels><?xml version='1.0' encoding='UTF-8' standalone='yes'?>
<Relationships xmlns="http://schemas.openxmlformats.org/package/2006/relationships"><Relationship Id="rId1" Type="http://schemas.openxmlformats.org/officeDocument/2006/relationships/package" Target="../embeddings/Microsoft_Excel_Sheet978.xlsx"/></Relationships>
</file>

<file path=ppt/charts/_rels/chart979.xml.rels><?xml version='1.0' encoding='UTF-8' standalone='yes'?>
<Relationships xmlns="http://schemas.openxmlformats.org/package/2006/relationships"><Relationship Id="rId1" Type="http://schemas.openxmlformats.org/officeDocument/2006/relationships/package" Target="../embeddings/Microsoft_Excel_Sheet979.xlsx"/></Relationships>
</file>

<file path=ppt/charts/_rels/chart980.xml.rels><?xml version='1.0' encoding='UTF-8' standalone='yes'?>
<Relationships xmlns="http://schemas.openxmlformats.org/package/2006/relationships"><Relationship Id="rId1" Type="http://schemas.openxmlformats.org/officeDocument/2006/relationships/package" Target="../embeddings/Microsoft_Excel_Sheet980.xlsx"/></Relationships>
</file>

<file path=ppt/charts/_rels/chart981.xml.rels><?xml version='1.0' encoding='UTF-8' standalone='yes'?>
<Relationships xmlns="http://schemas.openxmlformats.org/package/2006/relationships"><Relationship Id="rId1" Type="http://schemas.openxmlformats.org/officeDocument/2006/relationships/package" Target="../embeddings/Microsoft_Excel_Sheet981.xlsx"/></Relationships>
</file>

<file path=ppt/charts/_rels/chart982.xml.rels><?xml version='1.0' encoding='UTF-8' standalone='yes'?>
<Relationships xmlns="http://schemas.openxmlformats.org/package/2006/relationships"><Relationship Id="rId1" Type="http://schemas.openxmlformats.org/officeDocument/2006/relationships/package" Target="../embeddings/Microsoft_Excel_Sheet982.xlsx"/></Relationships>
</file>

<file path=ppt/charts/_rels/chart983.xml.rels><?xml version='1.0' encoding='UTF-8' standalone='yes'?>
<Relationships xmlns="http://schemas.openxmlformats.org/package/2006/relationships"><Relationship Id="rId1" Type="http://schemas.openxmlformats.org/officeDocument/2006/relationships/package" Target="../embeddings/Microsoft_Excel_Sheet983.xlsx"/></Relationships>
</file>

<file path=ppt/charts/_rels/chart984.xml.rels><?xml version='1.0' encoding='UTF-8' standalone='yes'?>
<Relationships xmlns="http://schemas.openxmlformats.org/package/2006/relationships"><Relationship Id="rId1" Type="http://schemas.openxmlformats.org/officeDocument/2006/relationships/package" Target="../embeddings/Microsoft_Excel_Sheet984.xlsx"/></Relationships>
</file>

<file path=ppt/charts/_rels/chart985.xml.rels><?xml version='1.0' encoding='UTF-8' standalone='yes'?>
<Relationships xmlns="http://schemas.openxmlformats.org/package/2006/relationships"><Relationship Id="rId1" Type="http://schemas.openxmlformats.org/officeDocument/2006/relationships/package" Target="../embeddings/Microsoft_Excel_Sheet985.xlsx"/></Relationships>
</file>

<file path=ppt/charts/_rels/chart986.xml.rels><?xml version='1.0' encoding='UTF-8' standalone='yes'?>
<Relationships xmlns="http://schemas.openxmlformats.org/package/2006/relationships"><Relationship Id="rId1" Type="http://schemas.openxmlformats.org/officeDocument/2006/relationships/package" Target="../embeddings/Microsoft_Excel_Sheet986.xlsx"/></Relationships>
</file>

<file path=ppt/charts/_rels/chart987.xml.rels><?xml version='1.0' encoding='UTF-8' standalone='yes'?>
<Relationships xmlns="http://schemas.openxmlformats.org/package/2006/relationships"><Relationship Id="rId1" Type="http://schemas.openxmlformats.org/officeDocument/2006/relationships/package" Target="../embeddings/Microsoft_Excel_Sheet987.xlsx"/></Relationships>
</file>

<file path=ppt/charts/_rels/chart988.xml.rels><?xml version='1.0' encoding='UTF-8' standalone='yes'?>
<Relationships xmlns="http://schemas.openxmlformats.org/package/2006/relationships"><Relationship Id="rId1" Type="http://schemas.openxmlformats.org/officeDocument/2006/relationships/package" Target="../embeddings/Microsoft_Excel_Sheet988.xlsx"/></Relationships>
</file>

<file path=ppt/charts/_rels/chart989.xml.rels><?xml version='1.0' encoding='UTF-8' standalone='yes'?>
<Relationships xmlns="http://schemas.openxmlformats.org/package/2006/relationships"><Relationship Id="rId1" Type="http://schemas.openxmlformats.org/officeDocument/2006/relationships/package" Target="../embeddings/Microsoft_Excel_Sheet989.xlsx"/></Relationships>
</file>

<file path=ppt/charts/_rels/chart990.xml.rels><?xml version='1.0' encoding='UTF-8' standalone='yes'?>
<Relationships xmlns="http://schemas.openxmlformats.org/package/2006/relationships"><Relationship Id="rId1" Type="http://schemas.openxmlformats.org/officeDocument/2006/relationships/package" Target="../embeddings/Microsoft_Excel_Sheet990.xlsx"/></Relationships>
</file>

<file path=ppt/charts/_rels/chart991.xml.rels><?xml version='1.0' encoding='UTF-8' standalone='yes'?>
<Relationships xmlns="http://schemas.openxmlformats.org/package/2006/relationships"><Relationship Id="rId1" Type="http://schemas.openxmlformats.org/officeDocument/2006/relationships/package" Target="../embeddings/Microsoft_Excel_Sheet991.xlsx"/></Relationships>
</file>

<file path=ppt/charts/_rels/chart992.xml.rels><?xml version='1.0' encoding='UTF-8' standalone='yes'?>
<Relationships xmlns="http://schemas.openxmlformats.org/package/2006/relationships"><Relationship Id="rId1" Type="http://schemas.openxmlformats.org/officeDocument/2006/relationships/package" Target="../embeddings/Microsoft_Excel_Sheet992.xlsx"/></Relationships>
</file>

<file path=ppt/charts/_rels/chart993.xml.rels><?xml version='1.0' encoding='UTF-8' standalone='yes'?>
<Relationships xmlns="http://schemas.openxmlformats.org/package/2006/relationships"><Relationship Id="rId1" Type="http://schemas.openxmlformats.org/officeDocument/2006/relationships/package" Target="../embeddings/Microsoft_Excel_Sheet993.xlsx"/></Relationships>
</file>

<file path=ppt/charts/_rels/chart994.xml.rels><?xml version='1.0' encoding='UTF-8' standalone='yes'?>
<Relationships xmlns="http://schemas.openxmlformats.org/package/2006/relationships"><Relationship Id="rId1" Type="http://schemas.openxmlformats.org/officeDocument/2006/relationships/package" Target="../embeddings/Microsoft_Excel_Sheet994.xlsx"/></Relationships>
</file>

<file path=ppt/charts/_rels/chart995.xml.rels><?xml version='1.0' encoding='UTF-8' standalone='yes'?>
<Relationships xmlns="http://schemas.openxmlformats.org/package/2006/relationships"><Relationship Id="rId1" Type="http://schemas.openxmlformats.org/officeDocument/2006/relationships/package" Target="../embeddings/Microsoft_Excel_Sheet995.xlsx"/></Relationships>
</file>

<file path=ppt/charts/_rels/chart996.xml.rels><?xml version='1.0' encoding='UTF-8' standalone='yes'?>
<Relationships xmlns="http://schemas.openxmlformats.org/package/2006/relationships"><Relationship Id="rId1" Type="http://schemas.openxmlformats.org/officeDocument/2006/relationships/package" Target="../embeddings/Microsoft_Excel_Sheet996.xlsx"/></Relationships>
</file>

<file path=ppt/charts/_rels/chart997.xml.rels><?xml version='1.0' encoding='UTF-8' standalone='yes'?>
<Relationships xmlns="http://schemas.openxmlformats.org/package/2006/relationships"><Relationship Id="rId1" Type="http://schemas.openxmlformats.org/officeDocument/2006/relationships/package" Target="../embeddings/Microsoft_Excel_Sheet997.xlsx"/></Relationships>
</file>

<file path=ppt/charts/_rels/chart998.xml.rels><?xml version='1.0' encoding='UTF-8' standalone='yes'?>
<Relationships xmlns="http://schemas.openxmlformats.org/package/2006/relationships"><Relationship Id="rId1" Type="http://schemas.openxmlformats.org/officeDocument/2006/relationships/package" Target="../embeddings/Microsoft_Excel_Sheet998.xlsx"/></Relationships>
</file>

<file path=ppt/charts/_rels/chart999.xml.rels><?xml version='1.0' encoding='UTF-8' standalone='yes'?>
<Relationships xmlns="http://schemas.openxmlformats.org/package/2006/relationships"><Relationship Id="rId1" Type="http://schemas.openxmlformats.org/officeDocument/2006/relationships/package" Target="../embeddings/Microsoft_Excel_Sheet999.xlsx"/></Relationships>
</file>

<file path=ppt/charts/_rels/chart1000.xml.rels><?xml version='1.0' encoding='UTF-8' standalone='yes'?>
<Relationships xmlns="http://schemas.openxmlformats.org/package/2006/relationships"><Relationship Id="rId1" Type="http://schemas.openxmlformats.org/officeDocument/2006/relationships/package" Target="../embeddings/Microsoft_Excel_Sheet1000.xlsx"/></Relationships>
</file>

<file path=ppt/charts/_rels/chart1001.xml.rels><?xml version='1.0' encoding='UTF-8' standalone='yes'?>
<Relationships xmlns="http://schemas.openxmlformats.org/package/2006/relationships"><Relationship Id="rId1" Type="http://schemas.openxmlformats.org/officeDocument/2006/relationships/package" Target="../embeddings/Microsoft_Excel_Sheet1001.xlsx"/></Relationships>
</file>

<file path=ppt/charts/_rels/chart1002.xml.rels><?xml version='1.0' encoding='UTF-8' standalone='yes'?>
<Relationships xmlns="http://schemas.openxmlformats.org/package/2006/relationships"><Relationship Id="rId1" Type="http://schemas.openxmlformats.org/officeDocument/2006/relationships/package" Target="../embeddings/Microsoft_Excel_Sheet1002.xlsx"/></Relationships>
</file>

<file path=ppt/charts/_rels/chart1003.xml.rels><?xml version='1.0' encoding='UTF-8' standalone='yes'?>
<Relationships xmlns="http://schemas.openxmlformats.org/package/2006/relationships"><Relationship Id="rId1" Type="http://schemas.openxmlformats.org/officeDocument/2006/relationships/package" Target="../embeddings/Microsoft_Excel_Sheet1003.xlsx"/></Relationships>
</file>

<file path=ppt/charts/_rels/chart1004.xml.rels><?xml version='1.0' encoding='UTF-8' standalone='yes'?>
<Relationships xmlns="http://schemas.openxmlformats.org/package/2006/relationships"><Relationship Id="rId1" Type="http://schemas.openxmlformats.org/officeDocument/2006/relationships/package" Target="../embeddings/Microsoft_Excel_Sheet1004.xlsx"/></Relationships>
</file>

<file path=ppt/charts/_rels/chart1005.xml.rels><?xml version='1.0' encoding='UTF-8' standalone='yes'?>
<Relationships xmlns="http://schemas.openxmlformats.org/package/2006/relationships"><Relationship Id="rId1" Type="http://schemas.openxmlformats.org/officeDocument/2006/relationships/package" Target="../embeddings/Microsoft_Excel_Sheet1005.xlsx"/></Relationships>
</file>

<file path=ppt/charts/_rels/chart1006.xml.rels><?xml version='1.0' encoding='UTF-8' standalone='yes'?>
<Relationships xmlns="http://schemas.openxmlformats.org/package/2006/relationships"><Relationship Id="rId1" Type="http://schemas.openxmlformats.org/officeDocument/2006/relationships/package" Target="../embeddings/Microsoft_Excel_Sheet1006.xlsx"/></Relationships>
</file>

<file path=ppt/charts/_rels/chart1007.xml.rels><?xml version='1.0' encoding='UTF-8' standalone='yes'?>
<Relationships xmlns="http://schemas.openxmlformats.org/package/2006/relationships"><Relationship Id="rId1" Type="http://schemas.openxmlformats.org/officeDocument/2006/relationships/package" Target="../embeddings/Microsoft_Excel_Sheet1007.xlsx"/></Relationships>
</file>

<file path=ppt/charts/_rels/chart1008.xml.rels><?xml version='1.0' encoding='UTF-8' standalone='yes'?>
<Relationships xmlns="http://schemas.openxmlformats.org/package/2006/relationships"><Relationship Id="rId1" Type="http://schemas.openxmlformats.org/officeDocument/2006/relationships/package" Target="../embeddings/Microsoft_Excel_Sheet1008.xlsx"/></Relationships>
</file>

<file path=ppt/charts/_rels/chart1009.xml.rels><?xml version='1.0' encoding='UTF-8' standalone='yes'?>
<Relationships xmlns="http://schemas.openxmlformats.org/package/2006/relationships"><Relationship Id="rId1" Type="http://schemas.openxmlformats.org/officeDocument/2006/relationships/package" Target="../embeddings/Microsoft_Excel_Sheet1009.xlsx"/></Relationships>
</file>

<file path=ppt/charts/_rels/chart1010.xml.rels><?xml version='1.0' encoding='UTF-8' standalone='yes'?>
<Relationships xmlns="http://schemas.openxmlformats.org/package/2006/relationships"><Relationship Id="rId1" Type="http://schemas.openxmlformats.org/officeDocument/2006/relationships/package" Target="../embeddings/Microsoft_Excel_Sheet1010.xlsx"/></Relationships>
</file>

<file path=ppt/charts/_rels/chart1011.xml.rels><?xml version='1.0' encoding='UTF-8' standalone='yes'?>
<Relationships xmlns="http://schemas.openxmlformats.org/package/2006/relationships"><Relationship Id="rId1" Type="http://schemas.openxmlformats.org/officeDocument/2006/relationships/package" Target="../embeddings/Microsoft_Excel_Sheet1011.xlsx"/></Relationships>
</file>

<file path=ppt/charts/_rels/chart1012.xml.rels><?xml version='1.0' encoding='UTF-8' standalone='yes'?>
<Relationships xmlns="http://schemas.openxmlformats.org/package/2006/relationships"><Relationship Id="rId1" Type="http://schemas.openxmlformats.org/officeDocument/2006/relationships/package" Target="../embeddings/Microsoft_Excel_Sheet1012.xlsx"/></Relationships>
</file>

<file path=ppt/charts/_rels/chart1013.xml.rels><?xml version='1.0' encoding='UTF-8' standalone='yes'?>
<Relationships xmlns="http://schemas.openxmlformats.org/package/2006/relationships"><Relationship Id="rId1" Type="http://schemas.openxmlformats.org/officeDocument/2006/relationships/package" Target="../embeddings/Microsoft_Excel_Sheet1013.xlsx"/></Relationships>
</file>

<file path=ppt/charts/_rels/chart1014.xml.rels><?xml version='1.0' encoding='UTF-8' standalone='yes'?>
<Relationships xmlns="http://schemas.openxmlformats.org/package/2006/relationships"><Relationship Id="rId1" Type="http://schemas.openxmlformats.org/officeDocument/2006/relationships/package" Target="../embeddings/Microsoft_Excel_Sheet1014.xlsx"/></Relationships>
</file>

<file path=ppt/charts/_rels/chart1015.xml.rels><?xml version='1.0' encoding='UTF-8' standalone='yes'?>
<Relationships xmlns="http://schemas.openxmlformats.org/package/2006/relationships"><Relationship Id="rId1" Type="http://schemas.openxmlformats.org/officeDocument/2006/relationships/package" Target="../embeddings/Microsoft_Excel_Sheet1015.xlsx"/></Relationships>
</file>

<file path=ppt/charts/_rels/chart1016.xml.rels><?xml version='1.0' encoding='UTF-8' standalone='yes'?>
<Relationships xmlns="http://schemas.openxmlformats.org/package/2006/relationships"><Relationship Id="rId1" Type="http://schemas.openxmlformats.org/officeDocument/2006/relationships/package" Target="../embeddings/Microsoft_Excel_Sheet1016.xlsx"/></Relationships>
</file>

<file path=ppt/charts/_rels/chart1017.xml.rels><?xml version='1.0' encoding='UTF-8' standalone='yes'?>
<Relationships xmlns="http://schemas.openxmlformats.org/package/2006/relationships"><Relationship Id="rId1" Type="http://schemas.openxmlformats.org/officeDocument/2006/relationships/package" Target="../embeddings/Microsoft_Excel_Sheet1017.xlsx"/></Relationships>
</file>

<file path=ppt/charts/_rels/chart1018.xml.rels><?xml version='1.0' encoding='UTF-8' standalone='yes'?>
<Relationships xmlns="http://schemas.openxmlformats.org/package/2006/relationships"><Relationship Id="rId1" Type="http://schemas.openxmlformats.org/officeDocument/2006/relationships/package" Target="../embeddings/Microsoft_Excel_Sheet1018.xlsx"/></Relationships>
</file>

<file path=ppt/charts/_rels/chart1019.xml.rels><?xml version='1.0' encoding='UTF-8' standalone='yes'?>
<Relationships xmlns="http://schemas.openxmlformats.org/package/2006/relationships"><Relationship Id="rId1" Type="http://schemas.openxmlformats.org/officeDocument/2006/relationships/package" Target="../embeddings/Microsoft_Excel_Sheet1019.xlsx"/></Relationships>
</file>

<file path=ppt/charts/_rels/chart1020.xml.rels><?xml version='1.0' encoding='UTF-8' standalone='yes'?>
<Relationships xmlns="http://schemas.openxmlformats.org/package/2006/relationships"><Relationship Id="rId1" Type="http://schemas.openxmlformats.org/officeDocument/2006/relationships/package" Target="../embeddings/Microsoft_Excel_Sheet1020.xlsx"/></Relationships>
</file>

<file path=ppt/charts/_rels/chart1021.xml.rels><?xml version='1.0' encoding='UTF-8' standalone='yes'?>
<Relationships xmlns="http://schemas.openxmlformats.org/package/2006/relationships"><Relationship Id="rId1" Type="http://schemas.openxmlformats.org/officeDocument/2006/relationships/package" Target="../embeddings/Microsoft_Excel_Sheet1021.xlsx"/></Relationships>
</file>

<file path=ppt/charts/_rels/chart1022.xml.rels><?xml version='1.0' encoding='UTF-8' standalone='yes'?>
<Relationships xmlns="http://schemas.openxmlformats.org/package/2006/relationships"><Relationship Id="rId1" Type="http://schemas.openxmlformats.org/officeDocument/2006/relationships/package" Target="../embeddings/Microsoft_Excel_Sheet1022.xlsx"/></Relationships>
</file>

<file path=ppt/charts/_rels/chart1023.xml.rels><?xml version='1.0' encoding='UTF-8' standalone='yes'?>
<Relationships xmlns="http://schemas.openxmlformats.org/package/2006/relationships"><Relationship Id="rId1" Type="http://schemas.openxmlformats.org/officeDocument/2006/relationships/package" Target="../embeddings/Microsoft_Excel_Sheet1023.xlsx"/></Relationships>
</file>

<file path=ppt/charts/_rels/chart1024.xml.rels><?xml version='1.0' encoding='UTF-8' standalone='yes'?>
<Relationships xmlns="http://schemas.openxmlformats.org/package/2006/relationships"><Relationship Id="rId1" Type="http://schemas.openxmlformats.org/officeDocument/2006/relationships/package" Target="../embeddings/Microsoft_Excel_Sheet1024.xlsx"/></Relationships>
</file>

<file path=ppt/charts/_rels/chart1025.xml.rels><?xml version='1.0' encoding='UTF-8' standalone='yes'?>
<Relationships xmlns="http://schemas.openxmlformats.org/package/2006/relationships"><Relationship Id="rId1" Type="http://schemas.openxmlformats.org/officeDocument/2006/relationships/package" Target="../embeddings/Microsoft_Excel_Sheet1025.xlsx"/></Relationships>
</file>

<file path=ppt/charts/_rels/chart1026.xml.rels><?xml version='1.0' encoding='UTF-8' standalone='yes'?>
<Relationships xmlns="http://schemas.openxmlformats.org/package/2006/relationships"><Relationship Id="rId1" Type="http://schemas.openxmlformats.org/officeDocument/2006/relationships/package" Target="../embeddings/Microsoft_Excel_Sheet1026.xlsx"/></Relationships>
</file>

<file path=ppt/charts/_rels/chart1027.xml.rels><?xml version='1.0' encoding='UTF-8' standalone='yes'?>
<Relationships xmlns="http://schemas.openxmlformats.org/package/2006/relationships"><Relationship Id="rId1" Type="http://schemas.openxmlformats.org/officeDocument/2006/relationships/package" Target="../embeddings/Microsoft_Excel_Sheet1027.xlsx"/></Relationships>
</file>

<file path=ppt/charts/_rels/chart1028.xml.rels><?xml version='1.0' encoding='UTF-8' standalone='yes'?>
<Relationships xmlns="http://schemas.openxmlformats.org/package/2006/relationships"><Relationship Id="rId1" Type="http://schemas.openxmlformats.org/officeDocument/2006/relationships/package" Target="../embeddings/Microsoft_Excel_Sheet1028.xlsx"/></Relationships>
</file>

<file path=ppt/charts/_rels/chart1029.xml.rels><?xml version='1.0' encoding='UTF-8' standalone='yes'?>
<Relationships xmlns="http://schemas.openxmlformats.org/package/2006/relationships"><Relationship Id="rId1" Type="http://schemas.openxmlformats.org/officeDocument/2006/relationships/package" Target="../embeddings/Microsoft_Excel_Sheet1029.xlsx"/></Relationships>
</file>

<file path=ppt/charts/_rels/chart1030.xml.rels><?xml version='1.0' encoding='UTF-8' standalone='yes'?>
<Relationships xmlns="http://schemas.openxmlformats.org/package/2006/relationships"><Relationship Id="rId1" Type="http://schemas.openxmlformats.org/officeDocument/2006/relationships/package" Target="../embeddings/Microsoft_Excel_Sheet1030.xlsx"/></Relationships>
</file>

<file path=ppt/charts/_rels/chart1031.xml.rels><?xml version='1.0' encoding='UTF-8' standalone='yes'?>
<Relationships xmlns="http://schemas.openxmlformats.org/package/2006/relationships"><Relationship Id="rId1" Type="http://schemas.openxmlformats.org/officeDocument/2006/relationships/package" Target="../embeddings/Microsoft_Excel_Sheet1031.xlsx"/></Relationships>
</file>

<file path=ppt/charts/_rels/chart1032.xml.rels><?xml version='1.0' encoding='UTF-8' standalone='yes'?>
<Relationships xmlns="http://schemas.openxmlformats.org/package/2006/relationships"><Relationship Id="rId1" Type="http://schemas.openxmlformats.org/officeDocument/2006/relationships/package" Target="../embeddings/Microsoft_Excel_Sheet1032.xlsx"/></Relationships>
</file>

<file path=ppt/charts/_rels/chart1033.xml.rels><?xml version='1.0' encoding='UTF-8' standalone='yes'?>
<Relationships xmlns="http://schemas.openxmlformats.org/package/2006/relationships"><Relationship Id="rId1" Type="http://schemas.openxmlformats.org/officeDocument/2006/relationships/package" Target="../embeddings/Microsoft_Excel_Sheet1033.xlsx"/></Relationships>
</file>

<file path=ppt/charts/_rels/chart1034.xml.rels><?xml version='1.0' encoding='UTF-8' standalone='yes'?>
<Relationships xmlns="http://schemas.openxmlformats.org/package/2006/relationships"><Relationship Id="rId1" Type="http://schemas.openxmlformats.org/officeDocument/2006/relationships/package" Target="../embeddings/Microsoft_Excel_Sheet1034.xlsx"/></Relationships>
</file>

<file path=ppt/charts/_rels/chart1035.xml.rels><?xml version='1.0' encoding='UTF-8' standalone='yes'?>
<Relationships xmlns="http://schemas.openxmlformats.org/package/2006/relationships"><Relationship Id="rId1" Type="http://schemas.openxmlformats.org/officeDocument/2006/relationships/package" Target="../embeddings/Microsoft_Excel_Sheet1035.xlsx"/></Relationships>
</file>

<file path=ppt/charts/_rels/chart1036.xml.rels><?xml version='1.0' encoding='UTF-8' standalone='yes'?>
<Relationships xmlns="http://schemas.openxmlformats.org/package/2006/relationships"><Relationship Id="rId1" Type="http://schemas.openxmlformats.org/officeDocument/2006/relationships/package" Target="../embeddings/Microsoft_Excel_Sheet1036.xlsx"/></Relationships>
</file>

<file path=ppt/charts/_rels/chart1037.xml.rels><?xml version='1.0' encoding='UTF-8' standalone='yes'?>
<Relationships xmlns="http://schemas.openxmlformats.org/package/2006/relationships"><Relationship Id="rId1" Type="http://schemas.openxmlformats.org/officeDocument/2006/relationships/package" Target="../embeddings/Microsoft_Excel_Sheet1037.xlsx"/></Relationships>
</file>

<file path=ppt/charts/_rels/chart1038.xml.rels><?xml version='1.0' encoding='UTF-8' standalone='yes'?>
<Relationships xmlns="http://schemas.openxmlformats.org/package/2006/relationships"><Relationship Id="rId1" Type="http://schemas.openxmlformats.org/officeDocument/2006/relationships/package" Target="../embeddings/Microsoft_Excel_Sheet1038.xlsx"/></Relationships>
</file>

<file path=ppt/charts/_rels/chart1039.xml.rels><?xml version='1.0' encoding='UTF-8' standalone='yes'?>
<Relationships xmlns="http://schemas.openxmlformats.org/package/2006/relationships"><Relationship Id="rId1" Type="http://schemas.openxmlformats.org/officeDocument/2006/relationships/package" Target="../embeddings/Microsoft_Excel_Sheet1039.xlsx"/></Relationships>
</file>

<file path=ppt/charts/_rels/chart1040.xml.rels><?xml version='1.0' encoding='UTF-8' standalone='yes'?>
<Relationships xmlns="http://schemas.openxmlformats.org/package/2006/relationships"><Relationship Id="rId1" Type="http://schemas.openxmlformats.org/officeDocument/2006/relationships/package" Target="../embeddings/Microsoft_Excel_Sheet1040.xlsx"/></Relationships>
</file>

<file path=ppt/charts/_rels/chart1041.xml.rels><?xml version='1.0' encoding='UTF-8' standalone='yes'?>
<Relationships xmlns="http://schemas.openxmlformats.org/package/2006/relationships"><Relationship Id="rId1" Type="http://schemas.openxmlformats.org/officeDocument/2006/relationships/package" Target="../embeddings/Microsoft_Excel_Sheet1041.xlsx"/></Relationships>
</file>

<file path=ppt/charts/_rels/chart1042.xml.rels><?xml version='1.0' encoding='UTF-8' standalone='yes'?>
<Relationships xmlns="http://schemas.openxmlformats.org/package/2006/relationships"><Relationship Id="rId1" Type="http://schemas.openxmlformats.org/officeDocument/2006/relationships/package" Target="../embeddings/Microsoft_Excel_Sheet1042.xlsx"/></Relationships>
</file>

<file path=ppt/charts/_rels/chart1043.xml.rels><?xml version='1.0' encoding='UTF-8' standalone='yes'?>
<Relationships xmlns="http://schemas.openxmlformats.org/package/2006/relationships"><Relationship Id="rId1" Type="http://schemas.openxmlformats.org/officeDocument/2006/relationships/package" Target="../embeddings/Microsoft_Excel_Sheet1043.xlsx"/></Relationships>
</file>

<file path=ppt/charts/_rels/chart1044.xml.rels><?xml version='1.0' encoding='UTF-8' standalone='yes'?>
<Relationships xmlns="http://schemas.openxmlformats.org/package/2006/relationships"><Relationship Id="rId1" Type="http://schemas.openxmlformats.org/officeDocument/2006/relationships/package" Target="../embeddings/Microsoft_Excel_Sheet1044.xlsx"/></Relationships>
</file>

<file path=ppt/charts/_rels/chart1045.xml.rels><?xml version='1.0' encoding='UTF-8' standalone='yes'?>
<Relationships xmlns="http://schemas.openxmlformats.org/package/2006/relationships"><Relationship Id="rId1" Type="http://schemas.openxmlformats.org/officeDocument/2006/relationships/package" Target="../embeddings/Microsoft_Excel_Sheet1045.xlsx"/></Relationships>
</file>

<file path=ppt/charts/_rels/chart1046.xml.rels><?xml version='1.0' encoding='UTF-8' standalone='yes'?>
<Relationships xmlns="http://schemas.openxmlformats.org/package/2006/relationships"><Relationship Id="rId1" Type="http://schemas.openxmlformats.org/officeDocument/2006/relationships/package" Target="../embeddings/Microsoft_Excel_Sheet1046.xlsx"/></Relationships>
</file>

<file path=ppt/charts/_rels/chart1047.xml.rels><?xml version='1.0' encoding='UTF-8' standalone='yes'?>
<Relationships xmlns="http://schemas.openxmlformats.org/package/2006/relationships"><Relationship Id="rId1" Type="http://schemas.openxmlformats.org/officeDocument/2006/relationships/package" Target="../embeddings/Microsoft_Excel_Sheet1047.xlsx"/></Relationships>
</file>

<file path=ppt/charts/_rels/chart1048.xml.rels><?xml version='1.0' encoding='UTF-8' standalone='yes'?>
<Relationships xmlns="http://schemas.openxmlformats.org/package/2006/relationships"><Relationship Id="rId1" Type="http://schemas.openxmlformats.org/officeDocument/2006/relationships/package" Target="../embeddings/Microsoft_Excel_Sheet1048.xlsx"/></Relationships>
</file>

<file path=ppt/charts/_rels/chart1049.xml.rels><?xml version='1.0' encoding='UTF-8' standalone='yes'?>
<Relationships xmlns="http://schemas.openxmlformats.org/package/2006/relationships"><Relationship Id="rId1" Type="http://schemas.openxmlformats.org/officeDocument/2006/relationships/package" Target="../embeddings/Microsoft_Excel_Sheet1049.xlsx"/></Relationships>
</file>

<file path=ppt/charts/_rels/chart1050.xml.rels><?xml version='1.0' encoding='UTF-8' standalone='yes'?>
<Relationships xmlns="http://schemas.openxmlformats.org/package/2006/relationships"><Relationship Id="rId1" Type="http://schemas.openxmlformats.org/officeDocument/2006/relationships/package" Target="../embeddings/Microsoft_Excel_Sheet1050.xlsx"/></Relationships>
</file>

<file path=ppt/charts/_rels/chart1051.xml.rels><?xml version='1.0' encoding='UTF-8' standalone='yes'?>
<Relationships xmlns="http://schemas.openxmlformats.org/package/2006/relationships"><Relationship Id="rId1" Type="http://schemas.openxmlformats.org/officeDocument/2006/relationships/package" Target="../embeddings/Microsoft_Excel_Sheet1051.xlsx"/></Relationships>
</file>

<file path=ppt/charts/_rels/chart1052.xml.rels><?xml version='1.0' encoding='UTF-8' standalone='yes'?>
<Relationships xmlns="http://schemas.openxmlformats.org/package/2006/relationships"><Relationship Id="rId1" Type="http://schemas.openxmlformats.org/officeDocument/2006/relationships/package" Target="../embeddings/Microsoft_Excel_Sheet1052.xlsx"/></Relationships>
</file>

<file path=ppt/charts/_rels/chart1053.xml.rels><?xml version='1.0' encoding='UTF-8' standalone='yes'?>
<Relationships xmlns="http://schemas.openxmlformats.org/package/2006/relationships"><Relationship Id="rId1" Type="http://schemas.openxmlformats.org/officeDocument/2006/relationships/package" Target="../embeddings/Microsoft_Excel_Sheet1053.xlsx"/></Relationships>
</file>

<file path=ppt/charts/_rels/chart1054.xml.rels><?xml version='1.0' encoding='UTF-8' standalone='yes'?>
<Relationships xmlns="http://schemas.openxmlformats.org/package/2006/relationships"><Relationship Id="rId1" Type="http://schemas.openxmlformats.org/officeDocument/2006/relationships/package" Target="../embeddings/Microsoft_Excel_Sheet1054.xlsx"/></Relationships>
</file>

<file path=ppt/charts/_rels/chart1055.xml.rels><?xml version='1.0' encoding='UTF-8' standalone='yes'?>
<Relationships xmlns="http://schemas.openxmlformats.org/package/2006/relationships"><Relationship Id="rId1" Type="http://schemas.openxmlformats.org/officeDocument/2006/relationships/package" Target="../embeddings/Microsoft_Excel_Sheet1055.xlsx"/></Relationships>
</file>

<file path=ppt/charts/_rels/chart1056.xml.rels><?xml version='1.0' encoding='UTF-8' standalone='yes'?>
<Relationships xmlns="http://schemas.openxmlformats.org/package/2006/relationships"><Relationship Id="rId1" Type="http://schemas.openxmlformats.org/officeDocument/2006/relationships/package" Target="../embeddings/Microsoft_Excel_Sheet1056.xlsx"/></Relationships>
</file>

<file path=ppt/charts/_rels/chart1057.xml.rels><?xml version='1.0' encoding='UTF-8' standalone='yes'?>
<Relationships xmlns="http://schemas.openxmlformats.org/package/2006/relationships"><Relationship Id="rId1" Type="http://schemas.openxmlformats.org/officeDocument/2006/relationships/package" Target="../embeddings/Microsoft_Excel_Sheet1057.xlsx"/></Relationships>
</file>

<file path=ppt/charts/_rels/chart1058.xml.rels><?xml version='1.0' encoding='UTF-8' standalone='yes'?>
<Relationships xmlns="http://schemas.openxmlformats.org/package/2006/relationships"><Relationship Id="rId1" Type="http://schemas.openxmlformats.org/officeDocument/2006/relationships/package" Target="../embeddings/Microsoft_Excel_Sheet1058.xlsx"/></Relationships>
</file>

<file path=ppt/charts/_rels/chart1059.xml.rels><?xml version='1.0' encoding='UTF-8' standalone='yes'?>
<Relationships xmlns="http://schemas.openxmlformats.org/package/2006/relationships"><Relationship Id="rId1" Type="http://schemas.openxmlformats.org/officeDocument/2006/relationships/package" Target="../embeddings/Microsoft_Excel_Sheet1059.xlsx"/></Relationships>
</file>

<file path=ppt/charts/_rels/chart1060.xml.rels><?xml version='1.0' encoding='UTF-8' standalone='yes'?>
<Relationships xmlns="http://schemas.openxmlformats.org/package/2006/relationships"><Relationship Id="rId1" Type="http://schemas.openxmlformats.org/officeDocument/2006/relationships/package" Target="../embeddings/Microsoft_Excel_Sheet1060.xlsx"/></Relationships>
</file>

<file path=ppt/charts/_rels/chart1061.xml.rels><?xml version='1.0' encoding='UTF-8' standalone='yes'?>
<Relationships xmlns="http://schemas.openxmlformats.org/package/2006/relationships"><Relationship Id="rId1" Type="http://schemas.openxmlformats.org/officeDocument/2006/relationships/package" Target="../embeddings/Microsoft_Excel_Sheet1061.xlsx"/></Relationships>
</file>

<file path=ppt/charts/_rels/chart1062.xml.rels><?xml version='1.0' encoding='UTF-8' standalone='yes'?>
<Relationships xmlns="http://schemas.openxmlformats.org/package/2006/relationships"><Relationship Id="rId1" Type="http://schemas.openxmlformats.org/officeDocument/2006/relationships/package" Target="../embeddings/Microsoft_Excel_Sheet1062.xlsx"/></Relationships>
</file>

<file path=ppt/charts/_rels/chart1063.xml.rels><?xml version='1.0' encoding='UTF-8' standalone='yes'?>
<Relationships xmlns="http://schemas.openxmlformats.org/package/2006/relationships"><Relationship Id="rId1" Type="http://schemas.openxmlformats.org/officeDocument/2006/relationships/package" Target="../embeddings/Microsoft_Excel_Sheet1063.xlsx"/></Relationships>
</file>

<file path=ppt/charts/_rels/chart1064.xml.rels><?xml version='1.0' encoding='UTF-8' standalone='yes'?>
<Relationships xmlns="http://schemas.openxmlformats.org/package/2006/relationships"><Relationship Id="rId1" Type="http://schemas.openxmlformats.org/officeDocument/2006/relationships/package" Target="../embeddings/Microsoft_Excel_Sheet1064.xlsx"/></Relationships>
</file>

<file path=ppt/charts/_rels/chart1065.xml.rels><?xml version='1.0' encoding='UTF-8' standalone='yes'?>
<Relationships xmlns="http://schemas.openxmlformats.org/package/2006/relationships"><Relationship Id="rId1" Type="http://schemas.openxmlformats.org/officeDocument/2006/relationships/package" Target="../embeddings/Microsoft_Excel_Sheet1065.xlsx"/></Relationships>
</file>

<file path=ppt/charts/_rels/chart1066.xml.rels><?xml version='1.0' encoding='UTF-8' standalone='yes'?>
<Relationships xmlns="http://schemas.openxmlformats.org/package/2006/relationships"><Relationship Id="rId1" Type="http://schemas.openxmlformats.org/officeDocument/2006/relationships/package" Target="../embeddings/Microsoft_Excel_Sheet1066.xlsx"/></Relationships>
</file>

<file path=ppt/charts/_rels/chart1067.xml.rels><?xml version='1.0' encoding='UTF-8' standalone='yes'?>
<Relationships xmlns="http://schemas.openxmlformats.org/package/2006/relationships"><Relationship Id="rId1" Type="http://schemas.openxmlformats.org/officeDocument/2006/relationships/package" Target="../embeddings/Microsoft_Excel_Sheet1067.xlsx"/></Relationships>
</file>

<file path=ppt/charts/_rels/chart1068.xml.rels><?xml version='1.0' encoding='UTF-8' standalone='yes'?>
<Relationships xmlns="http://schemas.openxmlformats.org/package/2006/relationships"><Relationship Id="rId1" Type="http://schemas.openxmlformats.org/officeDocument/2006/relationships/package" Target="../embeddings/Microsoft_Excel_Sheet1068.xlsx"/></Relationships>
</file>

<file path=ppt/charts/_rels/chart1069.xml.rels><?xml version='1.0' encoding='UTF-8' standalone='yes'?>
<Relationships xmlns="http://schemas.openxmlformats.org/package/2006/relationships"><Relationship Id="rId1" Type="http://schemas.openxmlformats.org/officeDocument/2006/relationships/package" Target="../embeddings/Microsoft_Excel_Sheet1069.xlsx"/></Relationships>
</file>

<file path=ppt/charts/_rels/chart1070.xml.rels><?xml version='1.0' encoding='UTF-8' standalone='yes'?>
<Relationships xmlns="http://schemas.openxmlformats.org/package/2006/relationships"><Relationship Id="rId1" Type="http://schemas.openxmlformats.org/officeDocument/2006/relationships/package" Target="../embeddings/Microsoft_Excel_Sheet1070.xlsx"/></Relationships>
</file>

<file path=ppt/charts/_rels/chart1071.xml.rels><?xml version='1.0' encoding='UTF-8' standalone='yes'?>
<Relationships xmlns="http://schemas.openxmlformats.org/package/2006/relationships"><Relationship Id="rId1" Type="http://schemas.openxmlformats.org/officeDocument/2006/relationships/package" Target="../embeddings/Microsoft_Excel_Sheet1071.xlsx"/></Relationships>
</file>

<file path=ppt/charts/_rels/chart1072.xml.rels><?xml version='1.0' encoding='UTF-8' standalone='yes'?>
<Relationships xmlns="http://schemas.openxmlformats.org/package/2006/relationships"><Relationship Id="rId1" Type="http://schemas.openxmlformats.org/officeDocument/2006/relationships/package" Target="../embeddings/Microsoft_Excel_Sheet1072.xlsx"/></Relationships>
</file>

<file path=ppt/charts/_rels/chart1073.xml.rels><?xml version='1.0' encoding='UTF-8' standalone='yes'?>
<Relationships xmlns="http://schemas.openxmlformats.org/package/2006/relationships"><Relationship Id="rId1" Type="http://schemas.openxmlformats.org/officeDocument/2006/relationships/package" Target="../embeddings/Microsoft_Excel_Sheet1073.xlsx"/></Relationships>
</file>

<file path=ppt/charts/_rels/chart1074.xml.rels><?xml version='1.0' encoding='UTF-8' standalone='yes'?>
<Relationships xmlns="http://schemas.openxmlformats.org/package/2006/relationships"><Relationship Id="rId1" Type="http://schemas.openxmlformats.org/officeDocument/2006/relationships/package" Target="../embeddings/Microsoft_Excel_Sheet1074.xlsx"/></Relationships>
</file>

<file path=ppt/charts/_rels/chart1075.xml.rels><?xml version='1.0' encoding='UTF-8' standalone='yes'?>
<Relationships xmlns="http://schemas.openxmlformats.org/package/2006/relationships"><Relationship Id="rId1" Type="http://schemas.openxmlformats.org/officeDocument/2006/relationships/package" Target="../embeddings/Microsoft_Excel_Sheet1075.xlsx"/></Relationships>
</file>

<file path=ppt/charts/_rels/chart1076.xml.rels><?xml version='1.0' encoding='UTF-8' standalone='yes'?>
<Relationships xmlns="http://schemas.openxmlformats.org/package/2006/relationships"><Relationship Id="rId1" Type="http://schemas.openxmlformats.org/officeDocument/2006/relationships/package" Target="../embeddings/Microsoft_Excel_Sheet1076.xlsx"/></Relationships>
</file>

<file path=ppt/charts/_rels/chart1077.xml.rels><?xml version='1.0' encoding='UTF-8' standalone='yes'?>
<Relationships xmlns="http://schemas.openxmlformats.org/package/2006/relationships"><Relationship Id="rId1" Type="http://schemas.openxmlformats.org/officeDocument/2006/relationships/package" Target="../embeddings/Microsoft_Excel_Sheet1077.xlsx"/></Relationships>
</file>

<file path=ppt/charts/_rels/chart1078.xml.rels><?xml version='1.0' encoding='UTF-8' standalone='yes'?>
<Relationships xmlns="http://schemas.openxmlformats.org/package/2006/relationships"><Relationship Id="rId1" Type="http://schemas.openxmlformats.org/officeDocument/2006/relationships/package" Target="../embeddings/Microsoft_Excel_Sheet1078.xlsx"/></Relationships>
</file>

<file path=ppt/charts/_rels/chart1079.xml.rels><?xml version='1.0' encoding='UTF-8' standalone='yes'?>
<Relationships xmlns="http://schemas.openxmlformats.org/package/2006/relationships"><Relationship Id="rId1" Type="http://schemas.openxmlformats.org/officeDocument/2006/relationships/package" Target="../embeddings/Microsoft_Excel_Sheet1079.xlsx"/></Relationships>
</file>

<file path=ppt/charts/_rels/chart1080.xml.rels><?xml version='1.0' encoding='UTF-8' standalone='yes'?>
<Relationships xmlns="http://schemas.openxmlformats.org/package/2006/relationships"><Relationship Id="rId1" Type="http://schemas.openxmlformats.org/officeDocument/2006/relationships/package" Target="../embeddings/Microsoft_Excel_Sheet1080.xlsx"/></Relationships>
</file>

<file path=ppt/charts/_rels/chart1081.xml.rels><?xml version='1.0' encoding='UTF-8' standalone='yes'?>
<Relationships xmlns="http://schemas.openxmlformats.org/package/2006/relationships"><Relationship Id="rId1" Type="http://schemas.openxmlformats.org/officeDocument/2006/relationships/package" Target="../embeddings/Microsoft_Excel_Sheet1081.xlsx"/></Relationships>
</file>

<file path=ppt/charts/_rels/chart1082.xml.rels><?xml version='1.0' encoding='UTF-8' standalone='yes'?>
<Relationships xmlns="http://schemas.openxmlformats.org/package/2006/relationships"><Relationship Id="rId1" Type="http://schemas.openxmlformats.org/officeDocument/2006/relationships/package" Target="../embeddings/Microsoft_Excel_Sheet1082.xlsx"/></Relationships>
</file>

<file path=ppt/charts/_rels/chart1083.xml.rels><?xml version='1.0' encoding='UTF-8' standalone='yes'?>
<Relationships xmlns="http://schemas.openxmlformats.org/package/2006/relationships"><Relationship Id="rId1" Type="http://schemas.openxmlformats.org/officeDocument/2006/relationships/package" Target="../embeddings/Microsoft_Excel_Sheet1083.xlsx"/></Relationships>
</file>

<file path=ppt/charts/_rels/chart1084.xml.rels><?xml version='1.0' encoding='UTF-8' standalone='yes'?>
<Relationships xmlns="http://schemas.openxmlformats.org/package/2006/relationships"><Relationship Id="rId1" Type="http://schemas.openxmlformats.org/officeDocument/2006/relationships/package" Target="../embeddings/Microsoft_Excel_Sheet1084.xlsx"/></Relationships>
</file>

<file path=ppt/charts/_rels/chart1085.xml.rels><?xml version='1.0' encoding='UTF-8' standalone='yes'?>
<Relationships xmlns="http://schemas.openxmlformats.org/package/2006/relationships"><Relationship Id="rId1" Type="http://schemas.openxmlformats.org/officeDocument/2006/relationships/package" Target="../embeddings/Microsoft_Excel_Sheet1085.xlsx"/></Relationships>
</file>

<file path=ppt/charts/_rels/chart1086.xml.rels><?xml version='1.0' encoding='UTF-8' standalone='yes'?>
<Relationships xmlns="http://schemas.openxmlformats.org/package/2006/relationships"><Relationship Id="rId1" Type="http://schemas.openxmlformats.org/officeDocument/2006/relationships/package" Target="../embeddings/Microsoft_Excel_Sheet1086.xlsx"/></Relationships>
</file>

<file path=ppt/charts/_rels/chart1087.xml.rels><?xml version='1.0' encoding='UTF-8' standalone='yes'?>
<Relationships xmlns="http://schemas.openxmlformats.org/package/2006/relationships"><Relationship Id="rId1" Type="http://schemas.openxmlformats.org/officeDocument/2006/relationships/package" Target="../embeddings/Microsoft_Excel_Sheet1087.xlsx"/></Relationships>
</file>

<file path=ppt/charts/_rels/chart1088.xml.rels><?xml version='1.0' encoding='UTF-8' standalone='yes'?>
<Relationships xmlns="http://schemas.openxmlformats.org/package/2006/relationships"><Relationship Id="rId1" Type="http://schemas.openxmlformats.org/officeDocument/2006/relationships/package" Target="../embeddings/Microsoft_Excel_Sheet1088.xlsx"/></Relationships>
</file>

<file path=ppt/charts/_rels/chart1089.xml.rels><?xml version='1.0' encoding='UTF-8' standalone='yes'?>
<Relationships xmlns="http://schemas.openxmlformats.org/package/2006/relationships"><Relationship Id="rId1" Type="http://schemas.openxmlformats.org/officeDocument/2006/relationships/package" Target="../embeddings/Microsoft_Excel_Sheet1089.xlsx"/></Relationships>
</file>

<file path=ppt/charts/_rels/chart1090.xml.rels><?xml version='1.0' encoding='UTF-8' standalone='yes'?>
<Relationships xmlns="http://schemas.openxmlformats.org/package/2006/relationships"><Relationship Id="rId1" Type="http://schemas.openxmlformats.org/officeDocument/2006/relationships/package" Target="../embeddings/Microsoft_Excel_Sheet1090.xlsx"/></Relationships>
</file>

<file path=ppt/charts/_rels/chart1091.xml.rels><?xml version='1.0' encoding='UTF-8' standalone='yes'?>
<Relationships xmlns="http://schemas.openxmlformats.org/package/2006/relationships"><Relationship Id="rId1" Type="http://schemas.openxmlformats.org/officeDocument/2006/relationships/package" Target="../embeddings/Microsoft_Excel_Sheet1091.xlsx"/></Relationships>
</file>

<file path=ppt/charts/_rels/chart1092.xml.rels><?xml version='1.0' encoding='UTF-8' standalone='yes'?>
<Relationships xmlns="http://schemas.openxmlformats.org/package/2006/relationships"><Relationship Id="rId1" Type="http://schemas.openxmlformats.org/officeDocument/2006/relationships/package" Target="../embeddings/Microsoft_Excel_Sheet1092.xlsx"/></Relationships>
</file>

<file path=ppt/charts/_rels/chart1093.xml.rels><?xml version='1.0' encoding='UTF-8' standalone='yes'?>
<Relationships xmlns="http://schemas.openxmlformats.org/package/2006/relationships"><Relationship Id="rId1" Type="http://schemas.openxmlformats.org/officeDocument/2006/relationships/package" Target="../embeddings/Microsoft_Excel_Sheet1093.xlsx"/></Relationships>
</file>

<file path=ppt/charts/_rels/chart1094.xml.rels><?xml version='1.0' encoding='UTF-8' standalone='yes'?>
<Relationships xmlns="http://schemas.openxmlformats.org/package/2006/relationships"><Relationship Id="rId1" Type="http://schemas.openxmlformats.org/officeDocument/2006/relationships/package" Target="../embeddings/Microsoft_Excel_Sheet1094.xlsx"/></Relationships>
</file>

<file path=ppt/charts/_rels/chart1095.xml.rels><?xml version='1.0' encoding='UTF-8' standalone='yes'?>
<Relationships xmlns="http://schemas.openxmlformats.org/package/2006/relationships"><Relationship Id="rId1" Type="http://schemas.openxmlformats.org/officeDocument/2006/relationships/package" Target="../embeddings/Microsoft_Excel_Sheet1095.xlsx"/></Relationships>
</file>

<file path=ppt/charts/_rels/chart1096.xml.rels><?xml version='1.0' encoding='UTF-8' standalone='yes'?>
<Relationships xmlns="http://schemas.openxmlformats.org/package/2006/relationships"><Relationship Id="rId1" Type="http://schemas.openxmlformats.org/officeDocument/2006/relationships/package" Target="../embeddings/Microsoft_Excel_Sheet1096.xlsx"/></Relationships>
</file>

<file path=ppt/charts/_rels/chart1097.xml.rels><?xml version='1.0' encoding='UTF-8' standalone='yes'?>
<Relationships xmlns="http://schemas.openxmlformats.org/package/2006/relationships"><Relationship Id="rId1" Type="http://schemas.openxmlformats.org/officeDocument/2006/relationships/package" Target="../embeddings/Microsoft_Excel_Sheet1097.xlsx"/></Relationships>
</file>

<file path=ppt/charts/_rels/chart1098.xml.rels><?xml version='1.0' encoding='UTF-8' standalone='yes'?>
<Relationships xmlns="http://schemas.openxmlformats.org/package/2006/relationships"><Relationship Id="rId1" Type="http://schemas.openxmlformats.org/officeDocument/2006/relationships/package" Target="../embeddings/Microsoft_Excel_Sheet1098.xlsx"/></Relationships>
</file>

<file path=ppt/charts/_rels/chart1099.xml.rels><?xml version='1.0' encoding='UTF-8' standalone='yes'?>
<Relationships xmlns="http://schemas.openxmlformats.org/package/2006/relationships"><Relationship Id="rId1" Type="http://schemas.openxmlformats.org/officeDocument/2006/relationships/package" Target="../embeddings/Microsoft_Excel_Sheet1099.xlsx"/></Relationships>
</file>

<file path=ppt/charts/_rels/chart1100.xml.rels><?xml version='1.0' encoding='UTF-8' standalone='yes'?>
<Relationships xmlns="http://schemas.openxmlformats.org/package/2006/relationships"><Relationship Id="rId1" Type="http://schemas.openxmlformats.org/officeDocument/2006/relationships/package" Target="../embeddings/Microsoft_Excel_Sheet1100.xlsx"/></Relationships>
</file>

<file path=ppt/charts/_rels/chart1101.xml.rels><?xml version='1.0' encoding='UTF-8' standalone='yes'?>
<Relationships xmlns="http://schemas.openxmlformats.org/package/2006/relationships"><Relationship Id="rId1" Type="http://schemas.openxmlformats.org/officeDocument/2006/relationships/package" Target="../embeddings/Microsoft_Excel_Sheet1101.xlsx"/></Relationships>
</file>

<file path=ppt/charts/_rels/chart1102.xml.rels><?xml version='1.0' encoding='UTF-8' standalone='yes'?>
<Relationships xmlns="http://schemas.openxmlformats.org/package/2006/relationships"><Relationship Id="rId1" Type="http://schemas.openxmlformats.org/officeDocument/2006/relationships/package" Target="../embeddings/Microsoft_Excel_Sheet1102.xlsx"/></Relationships>
</file>

<file path=ppt/charts/_rels/chart1103.xml.rels><?xml version='1.0' encoding='UTF-8' standalone='yes'?>
<Relationships xmlns="http://schemas.openxmlformats.org/package/2006/relationships"><Relationship Id="rId1" Type="http://schemas.openxmlformats.org/officeDocument/2006/relationships/package" Target="../embeddings/Microsoft_Excel_Sheet1103.xlsx"/></Relationships>
</file>

<file path=ppt/charts/_rels/chart1104.xml.rels><?xml version='1.0' encoding='UTF-8' standalone='yes'?>
<Relationships xmlns="http://schemas.openxmlformats.org/package/2006/relationships"><Relationship Id="rId1" Type="http://schemas.openxmlformats.org/officeDocument/2006/relationships/package" Target="../embeddings/Microsoft_Excel_Sheet1104.xlsx"/></Relationships>
</file>

<file path=ppt/charts/_rels/chart1105.xml.rels><?xml version='1.0' encoding='UTF-8' standalone='yes'?>
<Relationships xmlns="http://schemas.openxmlformats.org/package/2006/relationships"><Relationship Id="rId1" Type="http://schemas.openxmlformats.org/officeDocument/2006/relationships/package" Target="../embeddings/Microsoft_Excel_Sheet1105.xlsx"/></Relationships>
</file>

<file path=ppt/charts/_rels/chart1106.xml.rels><?xml version='1.0' encoding='UTF-8' standalone='yes'?>
<Relationships xmlns="http://schemas.openxmlformats.org/package/2006/relationships"><Relationship Id="rId1" Type="http://schemas.openxmlformats.org/officeDocument/2006/relationships/package" Target="../embeddings/Microsoft_Excel_Sheet1106.xlsx"/></Relationships>
</file>

<file path=ppt/charts/_rels/chart1107.xml.rels><?xml version='1.0' encoding='UTF-8' standalone='yes'?>
<Relationships xmlns="http://schemas.openxmlformats.org/package/2006/relationships"><Relationship Id="rId1" Type="http://schemas.openxmlformats.org/officeDocument/2006/relationships/package" Target="../embeddings/Microsoft_Excel_Sheet1107.xlsx"/></Relationships>
</file>

<file path=ppt/charts/_rels/chart1108.xml.rels><?xml version='1.0' encoding='UTF-8' standalone='yes'?>
<Relationships xmlns="http://schemas.openxmlformats.org/package/2006/relationships"><Relationship Id="rId1" Type="http://schemas.openxmlformats.org/officeDocument/2006/relationships/package" Target="../embeddings/Microsoft_Excel_Sheet1108.xlsx"/></Relationships>
</file>

<file path=ppt/charts/_rels/chart1109.xml.rels><?xml version='1.0' encoding='UTF-8' standalone='yes'?>
<Relationships xmlns="http://schemas.openxmlformats.org/package/2006/relationships"><Relationship Id="rId1" Type="http://schemas.openxmlformats.org/officeDocument/2006/relationships/package" Target="../embeddings/Microsoft_Excel_Sheet1109.xlsx"/></Relationships>
</file>

<file path=ppt/charts/_rels/chart1110.xml.rels><?xml version='1.0' encoding='UTF-8' standalone='yes'?>
<Relationships xmlns="http://schemas.openxmlformats.org/package/2006/relationships"><Relationship Id="rId1" Type="http://schemas.openxmlformats.org/officeDocument/2006/relationships/package" Target="../embeddings/Microsoft_Excel_Sheet1110.xlsx"/></Relationships>
</file>

<file path=ppt/charts/_rels/chart1111.xml.rels><?xml version='1.0' encoding='UTF-8' standalone='yes'?>
<Relationships xmlns="http://schemas.openxmlformats.org/package/2006/relationships"><Relationship Id="rId1" Type="http://schemas.openxmlformats.org/officeDocument/2006/relationships/package" Target="../embeddings/Microsoft_Excel_Sheet1111.xlsx"/></Relationships>
</file>

<file path=ppt/charts/_rels/chart1112.xml.rels><?xml version='1.0' encoding='UTF-8' standalone='yes'?>
<Relationships xmlns="http://schemas.openxmlformats.org/package/2006/relationships"><Relationship Id="rId1" Type="http://schemas.openxmlformats.org/officeDocument/2006/relationships/package" Target="../embeddings/Microsoft_Excel_Sheet1112.xlsx"/></Relationships>
</file>

<file path=ppt/charts/_rels/chart1113.xml.rels><?xml version='1.0' encoding='UTF-8' standalone='yes'?>
<Relationships xmlns="http://schemas.openxmlformats.org/package/2006/relationships"><Relationship Id="rId1" Type="http://schemas.openxmlformats.org/officeDocument/2006/relationships/package" Target="../embeddings/Microsoft_Excel_Sheet1113.xlsx"/></Relationships>
</file>

<file path=ppt/charts/_rels/chart1114.xml.rels><?xml version='1.0' encoding='UTF-8' standalone='yes'?>
<Relationships xmlns="http://schemas.openxmlformats.org/package/2006/relationships"><Relationship Id="rId1" Type="http://schemas.openxmlformats.org/officeDocument/2006/relationships/package" Target="../embeddings/Microsoft_Excel_Sheet1114.xlsx"/></Relationships>
</file>

<file path=ppt/charts/_rels/chart1115.xml.rels><?xml version='1.0' encoding='UTF-8' standalone='yes'?>
<Relationships xmlns="http://schemas.openxmlformats.org/package/2006/relationships"><Relationship Id="rId1" Type="http://schemas.openxmlformats.org/officeDocument/2006/relationships/package" Target="../embeddings/Microsoft_Excel_Sheet1115.xlsx"/></Relationships>
</file>

<file path=ppt/charts/_rels/chart1116.xml.rels><?xml version='1.0' encoding='UTF-8' standalone='yes'?>
<Relationships xmlns="http://schemas.openxmlformats.org/package/2006/relationships"><Relationship Id="rId1" Type="http://schemas.openxmlformats.org/officeDocument/2006/relationships/package" Target="../embeddings/Microsoft_Excel_Sheet1116.xlsx"/></Relationships>
</file>

<file path=ppt/charts/_rels/chart1117.xml.rels><?xml version='1.0' encoding='UTF-8' standalone='yes'?>
<Relationships xmlns="http://schemas.openxmlformats.org/package/2006/relationships"><Relationship Id="rId1" Type="http://schemas.openxmlformats.org/officeDocument/2006/relationships/package" Target="../embeddings/Microsoft_Excel_Sheet1117.xlsx"/></Relationships>
</file>

<file path=ppt/charts/_rels/chart1118.xml.rels><?xml version='1.0' encoding='UTF-8' standalone='yes'?>
<Relationships xmlns="http://schemas.openxmlformats.org/package/2006/relationships"><Relationship Id="rId1" Type="http://schemas.openxmlformats.org/officeDocument/2006/relationships/package" Target="../embeddings/Microsoft_Excel_Sheet1118.xlsx"/></Relationships>
</file>

<file path=ppt/charts/_rels/chart1119.xml.rels><?xml version='1.0' encoding='UTF-8' standalone='yes'?>
<Relationships xmlns="http://schemas.openxmlformats.org/package/2006/relationships"><Relationship Id="rId1" Type="http://schemas.openxmlformats.org/officeDocument/2006/relationships/package" Target="../embeddings/Microsoft_Excel_Sheet1119.xlsx"/></Relationships>
</file>

<file path=ppt/charts/_rels/chart1120.xml.rels><?xml version='1.0' encoding='UTF-8' standalone='yes'?>
<Relationships xmlns="http://schemas.openxmlformats.org/package/2006/relationships"><Relationship Id="rId1" Type="http://schemas.openxmlformats.org/officeDocument/2006/relationships/package" Target="../embeddings/Microsoft_Excel_Sheet1120.xlsx"/></Relationships>
</file>

<file path=ppt/charts/_rels/chart1121.xml.rels><?xml version='1.0' encoding='UTF-8' standalone='yes'?>
<Relationships xmlns="http://schemas.openxmlformats.org/package/2006/relationships"><Relationship Id="rId1" Type="http://schemas.openxmlformats.org/officeDocument/2006/relationships/package" Target="../embeddings/Microsoft_Excel_Sheet1121.xlsx"/></Relationships>
</file>

<file path=ppt/charts/_rels/chart1122.xml.rels><?xml version='1.0' encoding='UTF-8' standalone='yes'?>
<Relationships xmlns="http://schemas.openxmlformats.org/package/2006/relationships"><Relationship Id="rId1" Type="http://schemas.openxmlformats.org/officeDocument/2006/relationships/package" Target="../embeddings/Microsoft_Excel_Sheet1122.xlsx"/></Relationships>
</file>

<file path=ppt/charts/_rels/chart1123.xml.rels><?xml version='1.0' encoding='UTF-8' standalone='yes'?>
<Relationships xmlns="http://schemas.openxmlformats.org/package/2006/relationships"><Relationship Id="rId1" Type="http://schemas.openxmlformats.org/officeDocument/2006/relationships/package" Target="../embeddings/Microsoft_Excel_Sheet1123.xlsx"/></Relationships>
</file>

<file path=ppt/charts/_rels/chart1124.xml.rels><?xml version='1.0' encoding='UTF-8' standalone='yes'?>
<Relationships xmlns="http://schemas.openxmlformats.org/package/2006/relationships"><Relationship Id="rId1" Type="http://schemas.openxmlformats.org/officeDocument/2006/relationships/package" Target="../embeddings/Microsoft_Excel_Sheet1124.xlsx"/></Relationships>
</file>

<file path=ppt/charts/_rels/chart1125.xml.rels><?xml version='1.0' encoding='UTF-8' standalone='yes'?>
<Relationships xmlns="http://schemas.openxmlformats.org/package/2006/relationships"><Relationship Id="rId1" Type="http://schemas.openxmlformats.org/officeDocument/2006/relationships/package" Target="../embeddings/Microsoft_Excel_Sheet1125.xlsx"/></Relationships>
</file>

<file path=ppt/charts/_rels/chart1126.xml.rels><?xml version='1.0' encoding='UTF-8' standalone='yes'?>
<Relationships xmlns="http://schemas.openxmlformats.org/package/2006/relationships"><Relationship Id="rId1" Type="http://schemas.openxmlformats.org/officeDocument/2006/relationships/package" Target="../embeddings/Microsoft_Excel_Sheet1126.xlsx"/></Relationships>
</file>

<file path=ppt/charts/_rels/chart1127.xml.rels><?xml version='1.0' encoding='UTF-8' standalone='yes'?>
<Relationships xmlns="http://schemas.openxmlformats.org/package/2006/relationships"><Relationship Id="rId1" Type="http://schemas.openxmlformats.org/officeDocument/2006/relationships/package" Target="../embeddings/Microsoft_Excel_Sheet1127.xlsx"/></Relationships>
</file>

<file path=ppt/charts/_rels/chart1128.xml.rels><?xml version='1.0' encoding='UTF-8' standalone='yes'?>
<Relationships xmlns="http://schemas.openxmlformats.org/package/2006/relationships"><Relationship Id="rId1" Type="http://schemas.openxmlformats.org/officeDocument/2006/relationships/package" Target="../embeddings/Microsoft_Excel_Sheet1128.xlsx"/></Relationships>
</file>

<file path=ppt/charts/_rels/chart1129.xml.rels><?xml version='1.0' encoding='UTF-8' standalone='yes'?>
<Relationships xmlns="http://schemas.openxmlformats.org/package/2006/relationships"><Relationship Id="rId1" Type="http://schemas.openxmlformats.org/officeDocument/2006/relationships/package" Target="../embeddings/Microsoft_Excel_Sheet1129.xlsx"/></Relationships>
</file>

<file path=ppt/charts/_rels/chart1130.xml.rels><?xml version='1.0' encoding='UTF-8' standalone='yes'?>
<Relationships xmlns="http://schemas.openxmlformats.org/package/2006/relationships"><Relationship Id="rId1" Type="http://schemas.openxmlformats.org/officeDocument/2006/relationships/package" Target="../embeddings/Microsoft_Excel_Sheet1130.xlsx"/></Relationships>
</file>

<file path=ppt/charts/_rels/chart1131.xml.rels><?xml version='1.0' encoding='UTF-8' standalone='yes'?>
<Relationships xmlns="http://schemas.openxmlformats.org/package/2006/relationships"><Relationship Id="rId1" Type="http://schemas.openxmlformats.org/officeDocument/2006/relationships/package" Target="../embeddings/Microsoft_Excel_Sheet1131.xlsx"/></Relationships>
</file>

<file path=ppt/charts/_rels/chart1132.xml.rels><?xml version='1.0' encoding='UTF-8' standalone='yes'?>
<Relationships xmlns="http://schemas.openxmlformats.org/package/2006/relationships"><Relationship Id="rId1" Type="http://schemas.openxmlformats.org/officeDocument/2006/relationships/package" Target="../embeddings/Microsoft_Excel_Sheet1132.xlsx"/></Relationships>
</file>

<file path=ppt/charts/_rels/chart1133.xml.rels><?xml version='1.0' encoding='UTF-8' standalone='yes'?>
<Relationships xmlns="http://schemas.openxmlformats.org/package/2006/relationships"><Relationship Id="rId1" Type="http://schemas.openxmlformats.org/officeDocument/2006/relationships/package" Target="../embeddings/Microsoft_Excel_Sheet1133.xlsx"/></Relationships>
</file>

<file path=ppt/charts/_rels/chart1134.xml.rels><?xml version='1.0' encoding='UTF-8' standalone='yes'?>
<Relationships xmlns="http://schemas.openxmlformats.org/package/2006/relationships"><Relationship Id="rId1" Type="http://schemas.openxmlformats.org/officeDocument/2006/relationships/package" Target="../embeddings/Microsoft_Excel_Sheet1134.xlsx"/></Relationships>
</file>

<file path=ppt/charts/_rels/chart1135.xml.rels><?xml version='1.0' encoding='UTF-8' standalone='yes'?>
<Relationships xmlns="http://schemas.openxmlformats.org/package/2006/relationships"><Relationship Id="rId1" Type="http://schemas.openxmlformats.org/officeDocument/2006/relationships/package" Target="../embeddings/Microsoft_Excel_Sheet1135.xlsx"/></Relationships>
</file>

<file path=ppt/charts/_rels/chart1136.xml.rels><?xml version='1.0' encoding='UTF-8' standalone='yes'?>
<Relationships xmlns="http://schemas.openxmlformats.org/package/2006/relationships"><Relationship Id="rId1" Type="http://schemas.openxmlformats.org/officeDocument/2006/relationships/package" Target="../embeddings/Microsoft_Excel_Sheet1136.xlsx"/></Relationships>
</file>

<file path=ppt/charts/_rels/chart1137.xml.rels><?xml version='1.0' encoding='UTF-8' standalone='yes'?>
<Relationships xmlns="http://schemas.openxmlformats.org/package/2006/relationships"><Relationship Id="rId1" Type="http://schemas.openxmlformats.org/officeDocument/2006/relationships/package" Target="../embeddings/Microsoft_Excel_Sheet1137.xlsx"/></Relationships>
</file>

<file path=ppt/charts/_rels/chart1138.xml.rels><?xml version='1.0' encoding='UTF-8' standalone='yes'?>
<Relationships xmlns="http://schemas.openxmlformats.org/package/2006/relationships"><Relationship Id="rId1" Type="http://schemas.openxmlformats.org/officeDocument/2006/relationships/package" Target="../embeddings/Microsoft_Excel_Sheet1138.xlsx"/></Relationships>
</file>

<file path=ppt/charts/_rels/chart1139.xml.rels><?xml version='1.0' encoding='UTF-8' standalone='yes'?>
<Relationships xmlns="http://schemas.openxmlformats.org/package/2006/relationships"><Relationship Id="rId1" Type="http://schemas.openxmlformats.org/officeDocument/2006/relationships/package" Target="../embeddings/Microsoft_Excel_Sheet1139.xlsx"/></Relationships>
</file>

<file path=ppt/charts/_rels/chart1140.xml.rels><?xml version='1.0' encoding='UTF-8' standalone='yes'?>
<Relationships xmlns="http://schemas.openxmlformats.org/package/2006/relationships"><Relationship Id="rId1" Type="http://schemas.openxmlformats.org/officeDocument/2006/relationships/package" Target="../embeddings/Microsoft_Excel_Sheet1140.xlsx"/></Relationships>
</file>

<file path=ppt/charts/_rels/chart1141.xml.rels><?xml version='1.0' encoding='UTF-8' standalone='yes'?>
<Relationships xmlns="http://schemas.openxmlformats.org/package/2006/relationships"><Relationship Id="rId1" Type="http://schemas.openxmlformats.org/officeDocument/2006/relationships/package" Target="../embeddings/Microsoft_Excel_Sheet1141.xlsx"/></Relationships>
</file>

<file path=ppt/charts/_rels/chart1142.xml.rels><?xml version='1.0' encoding='UTF-8' standalone='yes'?>
<Relationships xmlns="http://schemas.openxmlformats.org/package/2006/relationships"><Relationship Id="rId1" Type="http://schemas.openxmlformats.org/officeDocument/2006/relationships/package" Target="../embeddings/Microsoft_Excel_Sheet1142.xlsx"/></Relationships>
</file>

<file path=ppt/charts/_rels/chart1143.xml.rels><?xml version='1.0' encoding='UTF-8' standalone='yes'?>
<Relationships xmlns="http://schemas.openxmlformats.org/package/2006/relationships"><Relationship Id="rId1" Type="http://schemas.openxmlformats.org/officeDocument/2006/relationships/package" Target="../embeddings/Microsoft_Excel_Sheet1143.xlsx"/></Relationships>
</file>

<file path=ppt/charts/_rels/chart1144.xml.rels><?xml version='1.0' encoding='UTF-8' standalone='yes'?>
<Relationships xmlns="http://schemas.openxmlformats.org/package/2006/relationships"><Relationship Id="rId1" Type="http://schemas.openxmlformats.org/officeDocument/2006/relationships/package" Target="../embeddings/Microsoft_Excel_Sheet1144.xlsx"/></Relationships>
</file>

<file path=ppt/charts/_rels/chart1145.xml.rels><?xml version='1.0' encoding='UTF-8' standalone='yes'?>
<Relationships xmlns="http://schemas.openxmlformats.org/package/2006/relationships"><Relationship Id="rId1" Type="http://schemas.openxmlformats.org/officeDocument/2006/relationships/package" Target="../embeddings/Microsoft_Excel_Sheet1145.xlsx"/></Relationships>
</file>

<file path=ppt/charts/_rels/chart1146.xml.rels><?xml version='1.0' encoding='UTF-8' standalone='yes'?>
<Relationships xmlns="http://schemas.openxmlformats.org/package/2006/relationships"><Relationship Id="rId1" Type="http://schemas.openxmlformats.org/officeDocument/2006/relationships/package" Target="../embeddings/Microsoft_Excel_Sheet1146.xlsx"/></Relationships>
</file>

<file path=ppt/charts/_rels/chart1147.xml.rels><?xml version='1.0' encoding='UTF-8' standalone='yes'?>
<Relationships xmlns="http://schemas.openxmlformats.org/package/2006/relationships"><Relationship Id="rId1" Type="http://schemas.openxmlformats.org/officeDocument/2006/relationships/package" Target="../embeddings/Microsoft_Excel_Sheet1147.xlsx"/></Relationships>
</file>

<file path=ppt/charts/_rels/chart1148.xml.rels><?xml version='1.0' encoding='UTF-8' standalone='yes'?>
<Relationships xmlns="http://schemas.openxmlformats.org/package/2006/relationships"><Relationship Id="rId1" Type="http://schemas.openxmlformats.org/officeDocument/2006/relationships/package" Target="../embeddings/Microsoft_Excel_Sheet1148.xlsx"/></Relationships>
</file>

<file path=ppt/charts/_rels/chart1149.xml.rels><?xml version='1.0' encoding='UTF-8' standalone='yes'?>
<Relationships xmlns="http://schemas.openxmlformats.org/package/2006/relationships"><Relationship Id="rId1" Type="http://schemas.openxmlformats.org/officeDocument/2006/relationships/package" Target="../embeddings/Microsoft_Excel_Sheet1149.xlsx"/></Relationships>
</file>

<file path=ppt/charts/_rels/chart1150.xml.rels><?xml version='1.0' encoding='UTF-8' standalone='yes'?>
<Relationships xmlns="http://schemas.openxmlformats.org/package/2006/relationships"><Relationship Id="rId1" Type="http://schemas.openxmlformats.org/officeDocument/2006/relationships/package" Target="../embeddings/Microsoft_Excel_Sheet1150.xlsx"/></Relationships>
</file>

<file path=ppt/charts/_rels/chart1151.xml.rels><?xml version='1.0' encoding='UTF-8' standalone='yes'?>
<Relationships xmlns="http://schemas.openxmlformats.org/package/2006/relationships"><Relationship Id="rId1" Type="http://schemas.openxmlformats.org/officeDocument/2006/relationships/package" Target="../embeddings/Microsoft_Excel_Sheet1151.xlsx"/></Relationships>
</file>

<file path=ppt/charts/_rels/chart1152.xml.rels><?xml version='1.0' encoding='UTF-8' standalone='yes'?>
<Relationships xmlns="http://schemas.openxmlformats.org/package/2006/relationships"><Relationship Id="rId1" Type="http://schemas.openxmlformats.org/officeDocument/2006/relationships/package" Target="../embeddings/Microsoft_Excel_Sheet1152.xlsx"/></Relationships>
</file>

<file path=ppt/charts/_rels/chart1153.xml.rels><?xml version='1.0' encoding='UTF-8' standalone='yes'?>
<Relationships xmlns="http://schemas.openxmlformats.org/package/2006/relationships"><Relationship Id="rId1" Type="http://schemas.openxmlformats.org/officeDocument/2006/relationships/package" Target="../embeddings/Microsoft_Excel_Sheet1153.xlsx"/></Relationships>
</file>

<file path=ppt/charts/_rels/chart1154.xml.rels><?xml version='1.0' encoding='UTF-8' standalone='yes'?>
<Relationships xmlns="http://schemas.openxmlformats.org/package/2006/relationships"><Relationship Id="rId1" Type="http://schemas.openxmlformats.org/officeDocument/2006/relationships/package" Target="../embeddings/Microsoft_Excel_Sheet1154.xlsx"/></Relationships>
</file>

<file path=ppt/charts/_rels/chart1155.xml.rels><?xml version='1.0' encoding='UTF-8' standalone='yes'?>
<Relationships xmlns="http://schemas.openxmlformats.org/package/2006/relationships"><Relationship Id="rId1" Type="http://schemas.openxmlformats.org/officeDocument/2006/relationships/package" Target="../embeddings/Microsoft_Excel_Sheet1155.xlsx"/></Relationships>
</file>

<file path=ppt/charts/_rels/chart1156.xml.rels><?xml version='1.0' encoding='UTF-8' standalone='yes'?>
<Relationships xmlns="http://schemas.openxmlformats.org/package/2006/relationships"><Relationship Id="rId1" Type="http://schemas.openxmlformats.org/officeDocument/2006/relationships/package" Target="../embeddings/Microsoft_Excel_Sheet1156.xlsx"/></Relationships>
</file>

<file path=ppt/charts/_rels/chart1157.xml.rels><?xml version='1.0' encoding='UTF-8' standalone='yes'?>
<Relationships xmlns="http://schemas.openxmlformats.org/package/2006/relationships"><Relationship Id="rId1" Type="http://schemas.openxmlformats.org/officeDocument/2006/relationships/package" Target="../embeddings/Microsoft_Excel_Sheet1157.xlsx"/></Relationships>
</file>

<file path=ppt/charts/_rels/chart1158.xml.rels><?xml version='1.0' encoding='UTF-8' standalone='yes'?>
<Relationships xmlns="http://schemas.openxmlformats.org/package/2006/relationships"><Relationship Id="rId1" Type="http://schemas.openxmlformats.org/officeDocument/2006/relationships/package" Target="../embeddings/Microsoft_Excel_Sheet1158.xlsx"/></Relationships>
</file>

<file path=ppt/charts/_rels/chart1159.xml.rels><?xml version='1.0' encoding='UTF-8' standalone='yes'?>
<Relationships xmlns="http://schemas.openxmlformats.org/package/2006/relationships"><Relationship Id="rId1" Type="http://schemas.openxmlformats.org/officeDocument/2006/relationships/package" Target="../embeddings/Microsoft_Excel_Sheet1159.xlsx"/></Relationships>
</file>

<file path=ppt/charts/_rels/chart1160.xml.rels><?xml version='1.0' encoding='UTF-8' standalone='yes'?>
<Relationships xmlns="http://schemas.openxmlformats.org/package/2006/relationships"><Relationship Id="rId1" Type="http://schemas.openxmlformats.org/officeDocument/2006/relationships/package" Target="../embeddings/Microsoft_Excel_Sheet1160.xlsx"/></Relationships>
</file>

<file path=ppt/charts/_rels/chart1161.xml.rels><?xml version='1.0' encoding='UTF-8' standalone='yes'?>
<Relationships xmlns="http://schemas.openxmlformats.org/package/2006/relationships"><Relationship Id="rId1" Type="http://schemas.openxmlformats.org/officeDocument/2006/relationships/package" Target="../embeddings/Microsoft_Excel_Sheet1161.xlsx"/></Relationships>
</file>

<file path=ppt/charts/_rels/chart1162.xml.rels><?xml version='1.0' encoding='UTF-8' standalone='yes'?>
<Relationships xmlns="http://schemas.openxmlformats.org/package/2006/relationships"><Relationship Id="rId1" Type="http://schemas.openxmlformats.org/officeDocument/2006/relationships/package" Target="../embeddings/Microsoft_Excel_Sheet1162.xlsx"/></Relationships>
</file>

<file path=ppt/charts/_rels/chart1163.xml.rels><?xml version='1.0' encoding='UTF-8' standalone='yes'?>
<Relationships xmlns="http://schemas.openxmlformats.org/package/2006/relationships"><Relationship Id="rId1" Type="http://schemas.openxmlformats.org/officeDocument/2006/relationships/package" Target="../embeddings/Microsoft_Excel_Sheet1163.xlsx"/></Relationships>
</file>

<file path=ppt/charts/_rels/chart1164.xml.rels><?xml version='1.0' encoding='UTF-8' standalone='yes'?>
<Relationships xmlns="http://schemas.openxmlformats.org/package/2006/relationships"><Relationship Id="rId1" Type="http://schemas.openxmlformats.org/officeDocument/2006/relationships/package" Target="../embeddings/Microsoft_Excel_Sheet1164.xlsx"/></Relationships>
</file>

<file path=ppt/charts/_rels/chart1165.xml.rels><?xml version='1.0' encoding='UTF-8' standalone='yes'?>
<Relationships xmlns="http://schemas.openxmlformats.org/package/2006/relationships"><Relationship Id="rId1" Type="http://schemas.openxmlformats.org/officeDocument/2006/relationships/package" Target="../embeddings/Microsoft_Excel_Sheet1165.xlsx"/></Relationships>
</file>

<file path=ppt/charts/_rels/chart1166.xml.rels><?xml version='1.0' encoding='UTF-8' standalone='yes'?>
<Relationships xmlns="http://schemas.openxmlformats.org/package/2006/relationships"><Relationship Id="rId1" Type="http://schemas.openxmlformats.org/officeDocument/2006/relationships/package" Target="../embeddings/Microsoft_Excel_Sheet1166.xlsx"/></Relationships>
</file>

<file path=ppt/charts/_rels/chart1167.xml.rels><?xml version='1.0' encoding='UTF-8' standalone='yes'?>
<Relationships xmlns="http://schemas.openxmlformats.org/package/2006/relationships"><Relationship Id="rId1" Type="http://schemas.openxmlformats.org/officeDocument/2006/relationships/package" Target="../embeddings/Microsoft_Excel_Sheet1167.xlsx"/></Relationships>
</file>

<file path=ppt/charts/_rels/chart1168.xml.rels><?xml version='1.0' encoding='UTF-8' standalone='yes'?>
<Relationships xmlns="http://schemas.openxmlformats.org/package/2006/relationships"><Relationship Id="rId1" Type="http://schemas.openxmlformats.org/officeDocument/2006/relationships/package" Target="../embeddings/Microsoft_Excel_Sheet1168.xlsx"/></Relationships>
</file>

<file path=ppt/charts/_rels/chart1169.xml.rels><?xml version='1.0' encoding='UTF-8' standalone='yes'?>
<Relationships xmlns="http://schemas.openxmlformats.org/package/2006/relationships"><Relationship Id="rId1" Type="http://schemas.openxmlformats.org/officeDocument/2006/relationships/package" Target="../embeddings/Microsoft_Excel_Sheet1169.xlsx"/></Relationships>
</file>

<file path=ppt/charts/_rels/chart1170.xml.rels><?xml version='1.0' encoding='UTF-8' standalone='yes'?>
<Relationships xmlns="http://schemas.openxmlformats.org/package/2006/relationships"><Relationship Id="rId1" Type="http://schemas.openxmlformats.org/officeDocument/2006/relationships/package" Target="../embeddings/Microsoft_Excel_Sheet1170.xlsx"/></Relationships>
</file>

<file path=ppt/charts/_rels/chart1171.xml.rels><?xml version='1.0' encoding='UTF-8' standalone='yes'?>
<Relationships xmlns="http://schemas.openxmlformats.org/package/2006/relationships"><Relationship Id="rId1" Type="http://schemas.openxmlformats.org/officeDocument/2006/relationships/package" Target="../embeddings/Microsoft_Excel_Sheet1171.xlsx"/></Relationships>
</file>

<file path=ppt/charts/_rels/chart1172.xml.rels><?xml version='1.0' encoding='UTF-8' standalone='yes'?>
<Relationships xmlns="http://schemas.openxmlformats.org/package/2006/relationships"><Relationship Id="rId1" Type="http://schemas.openxmlformats.org/officeDocument/2006/relationships/package" Target="../embeddings/Microsoft_Excel_Sheet1172.xlsx"/></Relationships>
</file>

<file path=ppt/charts/_rels/chart1173.xml.rels><?xml version='1.0' encoding='UTF-8' standalone='yes'?>
<Relationships xmlns="http://schemas.openxmlformats.org/package/2006/relationships"><Relationship Id="rId1" Type="http://schemas.openxmlformats.org/officeDocument/2006/relationships/package" Target="../embeddings/Microsoft_Excel_Sheet1173.xlsx"/></Relationships>
</file>

<file path=ppt/charts/_rels/chart1174.xml.rels><?xml version='1.0' encoding='UTF-8' standalone='yes'?>
<Relationships xmlns="http://schemas.openxmlformats.org/package/2006/relationships"><Relationship Id="rId1" Type="http://schemas.openxmlformats.org/officeDocument/2006/relationships/package" Target="../embeddings/Microsoft_Excel_Sheet1174.xlsx"/></Relationships>
</file>

<file path=ppt/charts/_rels/chart1175.xml.rels><?xml version='1.0' encoding='UTF-8' standalone='yes'?>
<Relationships xmlns="http://schemas.openxmlformats.org/package/2006/relationships"><Relationship Id="rId1" Type="http://schemas.openxmlformats.org/officeDocument/2006/relationships/package" Target="../embeddings/Microsoft_Excel_Sheet1175.xlsx"/></Relationships>
</file>

<file path=ppt/charts/_rels/chart1176.xml.rels><?xml version='1.0' encoding='UTF-8' standalone='yes'?>
<Relationships xmlns="http://schemas.openxmlformats.org/package/2006/relationships"><Relationship Id="rId1" Type="http://schemas.openxmlformats.org/officeDocument/2006/relationships/package" Target="../embeddings/Microsoft_Excel_Sheet1176.xlsx"/></Relationships>
</file>

<file path=ppt/charts/_rels/chart1177.xml.rels><?xml version='1.0' encoding='UTF-8' standalone='yes'?>
<Relationships xmlns="http://schemas.openxmlformats.org/package/2006/relationships"><Relationship Id="rId1" Type="http://schemas.openxmlformats.org/officeDocument/2006/relationships/package" Target="../embeddings/Microsoft_Excel_Sheet1177.xlsx"/></Relationships>
</file>

<file path=ppt/charts/_rels/chart1178.xml.rels><?xml version='1.0' encoding='UTF-8' standalone='yes'?>
<Relationships xmlns="http://schemas.openxmlformats.org/package/2006/relationships"><Relationship Id="rId1" Type="http://schemas.openxmlformats.org/officeDocument/2006/relationships/package" Target="../embeddings/Microsoft_Excel_Sheet1178.xlsx"/></Relationships>
</file>

<file path=ppt/charts/_rels/chart1179.xml.rels><?xml version='1.0' encoding='UTF-8' standalone='yes'?>
<Relationships xmlns="http://schemas.openxmlformats.org/package/2006/relationships"><Relationship Id="rId1" Type="http://schemas.openxmlformats.org/officeDocument/2006/relationships/package" Target="../embeddings/Microsoft_Excel_Sheet1179.xlsx"/></Relationships>
</file>

<file path=ppt/charts/_rels/chart1180.xml.rels><?xml version='1.0' encoding='UTF-8' standalone='yes'?>
<Relationships xmlns="http://schemas.openxmlformats.org/package/2006/relationships"><Relationship Id="rId1" Type="http://schemas.openxmlformats.org/officeDocument/2006/relationships/package" Target="../embeddings/Microsoft_Excel_Sheet1180.xlsx"/></Relationships>
</file>

<file path=ppt/charts/_rels/chart1181.xml.rels><?xml version='1.0' encoding='UTF-8' standalone='yes'?>
<Relationships xmlns="http://schemas.openxmlformats.org/package/2006/relationships"><Relationship Id="rId1" Type="http://schemas.openxmlformats.org/officeDocument/2006/relationships/package" Target="../embeddings/Microsoft_Excel_Sheet1181.xlsx"/></Relationships>
</file>

<file path=ppt/charts/_rels/chart1182.xml.rels><?xml version='1.0' encoding='UTF-8' standalone='yes'?>
<Relationships xmlns="http://schemas.openxmlformats.org/package/2006/relationships"><Relationship Id="rId1" Type="http://schemas.openxmlformats.org/officeDocument/2006/relationships/package" Target="../embeddings/Microsoft_Excel_Sheet1182.xlsx"/></Relationships>
</file>

<file path=ppt/charts/_rels/chart1183.xml.rels><?xml version='1.0' encoding='UTF-8' standalone='yes'?>
<Relationships xmlns="http://schemas.openxmlformats.org/package/2006/relationships"><Relationship Id="rId1" Type="http://schemas.openxmlformats.org/officeDocument/2006/relationships/package" Target="../embeddings/Microsoft_Excel_Sheet1183.xlsx"/></Relationships>
</file>

<file path=ppt/charts/_rels/chart1184.xml.rels><?xml version='1.0' encoding='UTF-8' standalone='yes'?>
<Relationships xmlns="http://schemas.openxmlformats.org/package/2006/relationships"><Relationship Id="rId1" Type="http://schemas.openxmlformats.org/officeDocument/2006/relationships/package" Target="../embeddings/Microsoft_Excel_Sheet1184.xlsx"/></Relationships>
</file>

<file path=ppt/charts/_rels/chart1185.xml.rels><?xml version='1.0' encoding='UTF-8' standalone='yes'?>
<Relationships xmlns="http://schemas.openxmlformats.org/package/2006/relationships"><Relationship Id="rId1" Type="http://schemas.openxmlformats.org/officeDocument/2006/relationships/package" Target="../embeddings/Microsoft_Excel_Sheet1185.xlsx"/></Relationships>
</file>

<file path=ppt/charts/_rels/chart1186.xml.rels><?xml version='1.0' encoding='UTF-8' standalone='yes'?>
<Relationships xmlns="http://schemas.openxmlformats.org/package/2006/relationships"><Relationship Id="rId1" Type="http://schemas.openxmlformats.org/officeDocument/2006/relationships/package" Target="../embeddings/Microsoft_Excel_Sheet1186.xlsx"/></Relationships>
</file>

<file path=ppt/charts/_rels/chart1187.xml.rels><?xml version='1.0' encoding='UTF-8' standalone='yes'?>
<Relationships xmlns="http://schemas.openxmlformats.org/package/2006/relationships"><Relationship Id="rId1" Type="http://schemas.openxmlformats.org/officeDocument/2006/relationships/package" Target="../embeddings/Microsoft_Excel_Sheet1187.xlsx"/></Relationships>
</file>

<file path=ppt/charts/_rels/chart1188.xml.rels><?xml version='1.0' encoding='UTF-8' standalone='yes'?>
<Relationships xmlns="http://schemas.openxmlformats.org/package/2006/relationships"><Relationship Id="rId1" Type="http://schemas.openxmlformats.org/officeDocument/2006/relationships/package" Target="../embeddings/Microsoft_Excel_Sheet1188.xlsx"/></Relationships>
</file>

<file path=ppt/charts/_rels/chart1189.xml.rels><?xml version='1.0' encoding='UTF-8' standalone='yes'?>
<Relationships xmlns="http://schemas.openxmlformats.org/package/2006/relationships"><Relationship Id="rId1" Type="http://schemas.openxmlformats.org/officeDocument/2006/relationships/package" Target="../embeddings/Microsoft_Excel_Sheet1189.xlsx"/></Relationships>
</file>

<file path=ppt/charts/_rels/chart1190.xml.rels><?xml version='1.0' encoding='UTF-8' standalone='yes'?>
<Relationships xmlns="http://schemas.openxmlformats.org/package/2006/relationships"><Relationship Id="rId1" Type="http://schemas.openxmlformats.org/officeDocument/2006/relationships/package" Target="../embeddings/Microsoft_Excel_Sheet1190.xlsx"/></Relationships>
</file>

<file path=ppt/charts/_rels/chart1191.xml.rels><?xml version='1.0' encoding='UTF-8' standalone='yes'?>
<Relationships xmlns="http://schemas.openxmlformats.org/package/2006/relationships"><Relationship Id="rId1" Type="http://schemas.openxmlformats.org/officeDocument/2006/relationships/package" Target="../embeddings/Microsoft_Excel_Sheet1191.xlsx"/></Relationships>
</file>

<file path=ppt/charts/_rels/chart1192.xml.rels><?xml version='1.0' encoding='UTF-8' standalone='yes'?>
<Relationships xmlns="http://schemas.openxmlformats.org/package/2006/relationships"><Relationship Id="rId1" Type="http://schemas.openxmlformats.org/officeDocument/2006/relationships/package" Target="../embeddings/Microsoft_Excel_Sheet1192.xlsx"/></Relationships>
</file>

<file path=ppt/charts/_rels/chart1193.xml.rels><?xml version='1.0' encoding='UTF-8' standalone='yes'?>
<Relationships xmlns="http://schemas.openxmlformats.org/package/2006/relationships"><Relationship Id="rId1" Type="http://schemas.openxmlformats.org/officeDocument/2006/relationships/package" Target="../embeddings/Microsoft_Excel_Sheet1193.xlsx"/></Relationships>
</file>

<file path=ppt/charts/_rels/chart1194.xml.rels><?xml version='1.0' encoding='UTF-8' standalone='yes'?>
<Relationships xmlns="http://schemas.openxmlformats.org/package/2006/relationships"><Relationship Id="rId1" Type="http://schemas.openxmlformats.org/officeDocument/2006/relationships/package" Target="../embeddings/Microsoft_Excel_Sheet1194.xlsx"/></Relationships>
</file>

<file path=ppt/charts/_rels/chart1195.xml.rels><?xml version='1.0' encoding='UTF-8' standalone='yes'?>
<Relationships xmlns="http://schemas.openxmlformats.org/package/2006/relationships"><Relationship Id="rId1" Type="http://schemas.openxmlformats.org/officeDocument/2006/relationships/package" Target="../embeddings/Microsoft_Excel_Sheet1195.xlsx"/></Relationships>
</file>

<file path=ppt/charts/_rels/chart1196.xml.rels><?xml version='1.0' encoding='UTF-8' standalone='yes'?>
<Relationships xmlns="http://schemas.openxmlformats.org/package/2006/relationships"><Relationship Id="rId1" Type="http://schemas.openxmlformats.org/officeDocument/2006/relationships/package" Target="../embeddings/Microsoft_Excel_Sheet1196.xlsx"/></Relationships>
</file>

<file path=ppt/charts/_rels/chart1197.xml.rels><?xml version='1.0' encoding='UTF-8' standalone='yes'?>
<Relationships xmlns="http://schemas.openxmlformats.org/package/2006/relationships"><Relationship Id="rId1" Type="http://schemas.openxmlformats.org/officeDocument/2006/relationships/package" Target="../embeddings/Microsoft_Excel_Sheet1197.xlsx"/></Relationships>
</file>

<file path=ppt/charts/_rels/chart1198.xml.rels><?xml version='1.0' encoding='UTF-8' standalone='yes'?>
<Relationships xmlns="http://schemas.openxmlformats.org/package/2006/relationships"><Relationship Id="rId1" Type="http://schemas.openxmlformats.org/officeDocument/2006/relationships/package" Target="../embeddings/Microsoft_Excel_Sheet1198.xlsx"/></Relationships>
</file>

<file path=ppt/charts/_rels/chart1199.xml.rels><?xml version='1.0' encoding='UTF-8' standalone='yes'?>
<Relationships xmlns="http://schemas.openxmlformats.org/package/2006/relationships"><Relationship Id="rId1" Type="http://schemas.openxmlformats.org/officeDocument/2006/relationships/package" Target="../embeddings/Microsoft_Excel_Sheet1199.xlsx"/></Relationships>
</file>

<file path=ppt/charts/_rels/chart1200.xml.rels><?xml version='1.0' encoding='UTF-8' standalone='yes'?>
<Relationships xmlns="http://schemas.openxmlformats.org/package/2006/relationships"><Relationship Id="rId1" Type="http://schemas.openxmlformats.org/officeDocument/2006/relationships/package" Target="../embeddings/Microsoft_Excel_Sheet1200.xlsx"/></Relationships>
</file>

<file path=ppt/charts/_rels/chart1201.xml.rels><?xml version='1.0' encoding='UTF-8' standalone='yes'?>
<Relationships xmlns="http://schemas.openxmlformats.org/package/2006/relationships"><Relationship Id="rId1" Type="http://schemas.openxmlformats.org/officeDocument/2006/relationships/package" Target="../embeddings/Microsoft_Excel_Sheet1201.xlsx"/></Relationships>
</file>

<file path=ppt/charts/_rels/chart1202.xml.rels><?xml version='1.0' encoding='UTF-8' standalone='yes'?>
<Relationships xmlns="http://schemas.openxmlformats.org/package/2006/relationships"><Relationship Id="rId1" Type="http://schemas.openxmlformats.org/officeDocument/2006/relationships/package" Target="../embeddings/Microsoft_Excel_Sheet1202.xlsx"/></Relationships>
</file>

<file path=ppt/charts/_rels/chart1203.xml.rels><?xml version='1.0' encoding='UTF-8' standalone='yes'?>
<Relationships xmlns="http://schemas.openxmlformats.org/package/2006/relationships"><Relationship Id="rId1" Type="http://schemas.openxmlformats.org/officeDocument/2006/relationships/package" Target="../embeddings/Microsoft_Excel_Sheet1203.xlsx"/></Relationships>
</file>

<file path=ppt/charts/_rels/chart1204.xml.rels><?xml version='1.0' encoding='UTF-8' standalone='yes'?>
<Relationships xmlns="http://schemas.openxmlformats.org/package/2006/relationships"><Relationship Id="rId1" Type="http://schemas.openxmlformats.org/officeDocument/2006/relationships/package" Target="../embeddings/Microsoft_Excel_Sheet1204.xlsx"/></Relationships>
</file>

<file path=ppt/charts/_rels/chart1205.xml.rels><?xml version='1.0' encoding='UTF-8' standalone='yes'?>
<Relationships xmlns="http://schemas.openxmlformats.org/package/2006/relationships"><Relationship Id="rId1" Type="http://schemas.openxmlformats.org/officeDocument/2006/relationships/package" Target="../embeddings/Microsoft_Excel_Sheet1205.xlsx"/></Relationships>
</file>

<file path=ppt/charts/_rels/chart1206.xml.rels><?xml version='1.0' encoding='UTF-8' standalone='yes'?>
<Relationships xmlns="http://schemas.openxmlformats.org/package/2006/relationships"><Relationship Id="rId1" Type="http://schemas.openxmlformats.org/officeDocument/2006/relationships/package" Target="../embeddings/Microsoft_Excel_Sheet1206.xlsx"/></Relationships>
</file>

<file path=ppt/charts/_rels/chart1207.xml.rels><?xml version='1.0' encoding='UTF-8' standalone='yes'?>
<Relationships xmlns="http://schemas.openxmlformats.org/package/2006/relationships"><Relationship Id="rId1" Type="http://schemas.openxmlformats.org/officeDocument/2006/relationships/package" Target="../embeddings/Microsoft_Excel_Sheet1207.xlsx"/></Relationships>
</file>

<file path=ppt/charts/_rels/chart1208.xml.rels><?xml version='1.0' encoding='UTF-8' standalone='yes'?>
<Relationships xmlns="http://schemas.openxmlformats.org/package/2006/relationships"><Relationship Id="rId1" Type="http://schemas.openxmlformats.org/officeDocument/2006/relationships/package" Target="../embeddings/Microsoft_Excel_Sheet1208.xlsx"/></Relationships>
</file>

<file path=ppt/charts/_rels/chart1209.xml.rels><?xml version='1.0' encoding='UTF-8' standalone='yes'?>
<Relationships xmlns="http://schemas.openxmlformats.org/package/2006/relationships"><Relationship Id="rId1" Type="http://schemas.openxmlformats.org/officeDocument/2006/relationships/package" Target="../embeddings/Microsoft_Excel_Sheet1209.xlsx"/></Relationships>
</file>

<file path=ppt/charts/_rels/chart1210.xml.rels><?xml version='1.0' encoding='UTF-8' standalone='yes'?>
<Relationships xmlns="http://schemas.openxmlformats.org/package/2006/relationships"><Relationship Id="rId1" Type="http://schemas.openxmlformats.org/officeDocument/2006/relationships/package" Target="../embeddings/Microsoft_Excel_Sheet1210.xlsx"/></Relationships>
</file>

<file path=ppt/charts/_rels/chart1211.xml.rels><?xml version='1.0' encoding='UTF-8' standalone='yes'?>
<Relationships xmlns="http://schemas.openxmlformats.org/package/2006/relationships"><Relationship Id="rId1" Type="http://schemas.openxmlformats.org/officeDocument/2006/relationships/package" Target="../embeddings/Microsoft_Excel_Sheet1211.xlsx"/></Relationships>
</file>

<file path=ppt/charts/_rels/chart1212.xml.rels><?xml version='1.0' encoding='UTF-8' standalone='yes'?>
<Relationships xmlns="http://schemas.openxmlformats.org/package/2006/relationships"><Relationship Id="rId1" Type="http://schemas.openxmlformats.org/officeDocument/2006/relationships/package" Target="../embeddings/Microsoft_Excel_Sheet1212.xlsx"/></Relationships>
</file>

<file path=ppt/charts/_rels/chart1213.xml.rels><?xml version='1.0' encoding='UTF-8' standalone='yes'?>
<Relationships xmlns="http://schemas.openxmlformats.org/package/2006/relationships"><Relationship Id="rId1" Type="http://schemas.openxmlformats.org/officeDocument/2006/relationships/package" Target="../embeddings/Microsoft_Excel_Sheet1213.xlsx"/></Relationships>
</file>

<file path=ppt/charts/_rels/chart1214.xml.rels><?xml version='1.0' encoding='UTF-8' standalone='yes'?>
<Relationships xmlns="http://schemas.openxmlformats.org/package/2006/relationships"><Relationship Id="rId1" Type="http://schemas.openxmlformats.org/officeDocument/2006/relationships/package" Target="../embeddings/Microsoft_Excel_Sheet1214.xlsx"/></Relationships>
</file>

<file path=ppt/charts/_rels/chart1215.xml.rels><?xml version='1.0' encoding='UTF-8' standalone='yes'?>
<Relationships xmlns="http://schemas.openxmlformats.org/package/2006/relationships"><Relationship Id="rId1" Type="http://schemas.openxmlformats.org/officeDocument/2006/relationships/package" Target="../embeddings/Microsoft_Excel_Sheet1215.xlsx"/></Relationships>
</file>

<file path=ppt/charts/_rels/chart1216.xml.rels><?xml version='1.0' encoding='UTF-8' standalone='yes'?>
<Relationships xmlns="http://schemas.openxmlformats.org/package/2006/relationships"><Relationship Id="rId1" Type="http://schemas.openxmlformats.org/officeDocument/2006/relationships/package" Target="../embeddings/Microsoft_Excel_Sheet1216.xlsx"/></Relationships>
</file>

<file path=ppt/charts/_rels/chart1217.xml.rels><?xml version='1.0' encoding='UTF-8' standalone='yes'?>
<Relationships xmlns="http://schemas.openxmlformats.org/package/2006/relationships"><Relationship Id="rId1" Type="http://schemas.openxmlformats.org/officeDocument/2006/relationships/package" Target="../embeddings/Microsoft_Excel_Sheet1217.xlsx"/></Relationships>
</file>

<file path=ppt/charts/_rels/chart1218.xml.rels><?xml version='1.0' encoding='UTF-8' standalone='yes'?>
<Relationships xmlns="http://schemas.openxmlformats.org/package/2006/relationships"><Relationship Id="rId1" Type="http://schemas.openxmlformats.org/officeDocument/2006/relationships/package" Target="../embeddings/Microsoft_Excel_Sheet1218.xlsx"/></Relationships>
</file>

<file path=ppt/charts/_rels/chart1219.xml.rels><?xml version='1.0' encoding='UTF-8' standalone='yes'?>
<Relationships xmlns="http://schemas.openxmlformats.org/package/2006/relationships"><Relationship Id="rId1" Type="http://schemas.openxmlformats.org/officeDocument/2006/relationships/package" Target="../embeddings/Microsoft_Excel_Sheet1219.xlsx"/></Relationships>
</file>

<file path=ppt/charts/_rels/chart1220.xml.rels><?xml version='1.0' encoding='UTF-8' standalone='yes'?>
<Relationships xmlns="http://schemas.openxmlformats.org/package/2006/relationships"><Relationship Id="rId1" Type="http://schemas.openxmlformats.org/officeDocument/2006/relationships/package" Target="../embeddings/Microsoft_Excel_Sheet1220.xlsx"/></Relationships>
</file>

<file path=ppt/charts/_rels/chart1221.xml.rels><?xml version='1.0' encoding='UTF-8' standalone='yes'?>
<Relationships xmlns="http://schemas.openxmlformats.org/package/2006/relationships"><Relationship Id="rId1" Type="http://schemas.openxmlformats.org/officeDocument/2006/relationships/package" Target="../embeddings/Microsoft_Excel_Sheet1221.xlsx"/></Relationships>
</file>

<file path=ppt/charts/_rels/chart1222.xml.rels><?xml version='1.0' encoding='UTF-8' standalone='yes'?>
<Relationships xmlns="http://schemas.openxmlformats.org/package/2006/relationships"><Relationship Id="rId1" Type="http://schemas.openxmlformats.org/officeDocument/2006/relationships/package" Target="../embeddings/Microsoft_Excel_Sheet1222.xlsx"/></Relationships>
</file>

<file path=ppt/charts/_rels/chart1223.xml.rels><?xml version='1.0' encoding='UTF-8' standalone='yes'?>
<Relationships xmlns="http://schemas.openxmlformats.org/package/2006/relationships"><Relationship Id="rId1" Type="http://schemas.openxmlformats.org/officeDocument/2006/relationships/package" Target="../embeddings/Microsoft_Excel_Sheet1223.xlsx"/></Relationships>
</file>

<file path=ppt/charts/_rels/chart1224.xml.rels><?xml version='1.0' encoding='UTF-8' standalone='yes'?>
<Relationships xmlns="http://schemas.openxmlformats.org/package/2006/relationships"><Relationship Id="rId1" Type="http://schemas.openxmlformats.org/officeDocument/2006/relationships/package" Target="../embeddings/Microsoft_Excel_Sheet1224.xlsx"/></Relationships>
</file>

<file path=ppt/charts/_rels/chart1225.xml.rels><?xml version='1.0' encoding='UTF-8' standalone='yes'?>
<Relationships xmlns="http://schemas.openxmlformats.org/package/2006/relationships"><Relationship Id="rId1" Type="http://schemas.openxmlformats.org/officeDocument/2006/relationships/package" Target="../embeddings/Microsoft_Excel_Sheet1225.xlsx"/></Relationships>
</file>

<file path=ppt/charts/_rels/chart1226.xml.rels><?xml version='1.0' encoding='UTF-8' standalone='yes'?>
<Relationships xmlns="http://schemas.openxmlformats.org/package/2006/relationships"><Relationship Id="rId1" Type="http://schemas.openxmlformats.org/officeDocument/2006/relationships/package" Target="../embeddings/Microsoft_Excel_Sheet1226.xlsx"/></Relationships>
</file>

<file path=ppt/charts/_rels/chart1227.xml.rels><?xml version='1.0' encoding='UTF-8' standalone='yes'?>
<Relationships xmlns="http://schemas.openxmlformats.org/package/2006/relationships"><Relationship Id="rId1" Type="http://schemas.openxmlformats.org/officeDocument/2006/relationships/package" Target="../embeddings/Microsoft_Excel_Sheet1227.xlsx"/></Relationships>
</file>

<file path=ppt/charts/_rels/chart1228.xml.rels><?xml version='1.0' encoding='UTF-8' standalone='yes'?>
<Relationships xmlns="http://schemas.openxmlformats.org/package/2006/relationships"><Relationship Id="rId1" Type="http://schemas.openxmlformats.org/officeDocument/2006/relationships/package" Target="../embeddings/Microsoft_Excel_Sheet1228.xlsx"/></Relationships>
</file>

<file path=ppt/charts/_rels/chart1229.xml.rels><?xml version='1.0' encoding='UTF-8' standalone='yes'?>
<Relationships xmlns="http://schemas.openxmlformats.org/package/2006/relationships"><Relationship Id="rId1" Type="http://schemas.openxmlformats.org/officeDocument/2006/relationships/package" Target="../embeddings/Microsoft_Excel_Sheet1229.xlsx"/></Relationships>
</file>

<file path=ppt/charts/_rels/chart1230.xml.rels><?xml version='1.0' encoding='UTF-8' standalone='yes'?>
<Relationships xmlns="http://schemas.openxmlformats.org/package/2006/relationships"><Relationship Id="rId1" Type="http://schemas.openxmlformats.org/officeDocument/2006/relationships/package" Target="../embeddings/Microsoft_Excel_Sheet1230.xlsx"/></Relationships>
</file>

<file path=ppt/charts/_rels/chart1231.xml.rels><?xml version='1.0' encoding='UTF-8' standalone='yes'?>
<Relationships xmlns="http://schemas.openxmlformats.org/package/2006/relationships"><Relationship Id="rId1" Type="http://schemas.openxmlformats.org/officeDocument/2006/relationships/package" Target="../embeddings/Microsoft_Excel_Sheet1231.xlsx"/></Relationships>
</file>

<file path=ppt/charts/_rels/chart1232.xml.rels><?xml version='1.0' encoding='UTF-8' standalone='yes'?>
<Relationships xmlns="http://schemas.openxmlformats.org/package/2006/relationships"><Relationship Id="rId1" Type="http://schemas.openxmlformats.org/officeDocument/2006/relationships/package" Target="../embeddings/Microsoft_Excel_Sheet1232.xlsx"/></Relationships>
</file>

<file path=ppt/charts/_rels/chart1233.xml.rels><?xml version='1.0' encoding='UTF-8' standalone='yes'?>
<Relationships xmlns="http://schemas.openxmlformats.org/package/2006/relationships"><Relationship Id="rId1" Type="http://schemas.openxmlformats.org/officeDocument/2006/relationships/package" Target="../embeddings/Microsoft_Excel_Sheet1233.xlsx"/></Relationships>
</file>

<file path=ppt/charts/_rels/chart1234.xml.rels><?xml version='1.0' encoding='UTF-8' standalone='yes'?>
<Relationships xmlns="http://schemas.openxmlformats.org/package/2006/relationships"><Relationship Id="rId1" Type="http://schemas.openxmlformats.org/officeDocument/2006/relationships/package" Target="../embeddings/Microsoft_Excel_Sheet1234.xlsx"/></Relationships>
</file>

<file path=ppt/charts/_rels/chart1235.xml.rels><?xml version='1.0' encoding='UTF-8' standalone='yes'?>
<Relationships xmlns="http://schemas.openxmlformats.org/package/2006/relationships"><Relationship Id="rId1" Type="http://schemas.openxmlformats.org/officeDocument/2006/relationships/package" Target="../embeddings/Microsoft_Excel_Sheet1235.xlsx"/></Relationships>
</file>

<file path=ppt/charts/_rels/chart1236.xml.rels><?xml version='1.0' encoding='UTF-8' standalone='yes'?>
<Relationships xmlns="http://schemas.openxmlformats.org/package/2006/relationships"><Relationship Id="rId1" Type="http://schemas.openxmlformats.org/officeDocument/2006/relationships/package" Target="../embeddings/Microsoft_Excel_Sheet1236.xlsx"/></Relationships>
</file>

<file path=ppt/charts/_rels/chart1237.xml.rels><?xml version='1.0' encoding='UTF-8' standalone='yes'?>
<Relationships xmlns="http://schemas.openxmlformats.org/package/2006/relationships"><Relationship Id="rId1" Type="http://schemas.openxmlformats.org/officeDocument/2006/relationships/package" Target="../embeddings/Microsoft_Excel_Sheet1237.xlsx"/></Relationships>
</file>

<file path=ppt/charts/_rels/chart1238.xml.rels><?xml version='1.0' encoding='UTF-8' standalone='yes'?>
<Relationships xmlns="http://schemas.openxmlformats.org/package/2006/relationships"><Relationship Id="rId1" Type="http://schemas.openxmlformats.org/officeDocument/2006/relationships/package" Target="../embeddings/Microsoft_Excel_Sheet1238.xlsx"/></Relationships>
</file>

<file path=ppt/charts/_rels/chart1239.xml.rels><?xml version='1.0' encoding='UTF-8' standalone='yes'?>
<Relationships xmlns="http://schemas.openxmlformats.org/package/2006/relationships"><Relationship Id="rId1" Type="http://schemas.openxmlformats.org/officeDocument/2006/relationships/package" Target="../embeddings/Microsoft_Excel_Sheet1239.xlsx"/></Relationships>
</file>

<file path=ppt/charts/_rels/chart1240.xml.rels><?xml version='1.0' encoding='UTF-8' standalone='yes'?>
<Relationships xmlns="http://schemas.openxmlformats.org/package/2006/relationships"><Relationship Id="rId1" Type="http://schemas.openxmlformats.org/officeDocument/2006/relationships/package" Target="../embeddings/Microsoft_Excel_Sheet1240.xlsx"/></Relationships>
</file>

<file path=ppt/charts/_rels/chart1241.xml.rels><?xml version='1.0' encoding='UTF-8' standalone='yes'?>
<Relationships xmlns="http://schemas.openxmlformats.org/package/2006/relationships"><Relationship Id="rId1" Type="http://schemas.openxmlformats.org/officeDocument/2006/relationships/package" Target="../embeddings/Microsoft_Excel_Sheet1241.xlsx"/></Relationships>
</file>

<file path=ppt/charts/_rels/chart1242.xml.rels><?xml version='1.0' encoding='UTF-8' standalone='yes'?>
<Relationships xmlns="http://schemas.openxmlformats.org/package/2006/relationships"><Relationship Id="rId1" Type="http://schemas.openxmlformats.org/officeDocument/2006/relationships/package" Target="../embeddings/Microsoft_Excel_Sheet1242.xlsx"/></Relationships>
</file>

<file path=ppt/charts/_rels/chart1243.xml.rels><?xml version='1.0' encoding='UTF-8' standalone='yes'?>
<Relationships xmlns="http://schemas.openxmlformats.org/package/2006/relationships"><Relationship Id="rId1" Type="http://schemas.openxmlformats.org/officeDocument/2006/relationships/package" Target="../embeddings/Microsoft_Excel_Sheet1243.xlsx"/></Relationships>
</file>

<file path=ppt/charts/_rels/chart1244.xml.rels><?xml version='1.0' encoding='UTF-8' standalone='yes'?>
<Relationships xmlns="http://schemas.openxmlformats.org/package/2006/relationships"><Relationship Id="rId1" Type="http://schemas.openxmlformats.org/officeDocument/2006/relationships/package" Target="../embeddings/Microsoft_Excel_Sheet1244.xlsx"/></Relationships>
</file>

<file path=ppt/charts/_rels/chart1245.xml.rels><?xml version='1.0' encoding='UTF-8' standalone='yes'?>
<Relationships xmlns="http://schemas.openxmlformats.org/package/2006/relationships"><Relationship Id="rId1" Type="http://schemas.openxmlformats.org/officeDocument/2006/relationships/package" Target="../embeddings/Microsoft_Excel_Sheet1245.xlsx"/></Relationships>
</file>

<file path=ppt/charts/_rels/chart1246.xml.rels><?xml version='1.0' encoding='UTF-8' standalone='yes'?>
<Relationships xmlns="http://schemas.openxmlformats.org/package/2006/relationships"><Relationship Id="rId1" Type="http://schemas.openxmlformats.org/officeDocument/2006/relationships/package" Target="../embeddings/Microsoft_Excel_Sheet1246.xlsx"/></Relationships>
</file>

<file path=ppt/charts/_rels/chart1247.xml.rels><?xml version='1.0' encoding='UTF-8' standalone='yes'?>
<Relationships xmlns="http://schemas.openxmlformats.org/package/2006/relationships"><Relationship Id="rId1" Type="http://schemas.openxmlformats.org/officeDocument/2006/relationships/package" Target="../embeddings/Microsoft_Excel_Sheet1247.xlsx"/></Relationships>
</file>

<file path=ppt/charts/_rels/chart1248.xml.rels><?xml version='1.0' encoding='UTF-8' standalone='yes'?>
<Relationships xmlns="http://schemas.openxmlformats.org/package/2006/relationships"><Relationship Id="rId1" Type="http://schemas.openxmlformats.org/officeDocument/2006/relationships/package" Target="../embeddings/Microsoft_Excel_Sheet1248.xlsx"/></Relationships>
</file>

<file path=ppt/charts/_rels/chart1249.xml.rels><?xml version='1.0' encoding='UTF-8' standalone='yes'?>
<Relationships xmlns="http://schemas.openxmlformats.org/package/2006/relationships"><Relationship Id="rId1" Type="http://schemas.openxmlformats.org/officeDocument/2006/relationships/package" Target="../embeddings/Microsoft_Excel_Sheet1249.xlsx"/></Relationships>
</file>

<file path=ppt/charts/_rels/chart1250.xml.rels><?xml version='1.0' encoding='UTF-8' standalone='yes'?>
<Relationships xmlns="http://schemas.openxmlformats.org/package/2006/relationships"><Relationship Id="rId1" Type="http://schemas.openxmlformats.org/officeDocument/2006/relationships/package" Target="../embeddings/Microsoft_Excel_Sheet1250.xlsx"/></Relationships>
</file>

<file path=ppt/charts/_rels/chart1251.xml.rels><?xml version='1.0' encoding='UTF-8' standalone='yes'?>
<Relationships xmlns="http://schemas.openxmlformats.org/package/2006/relationships"><Relationship Id="rId1" Type="http://schemas.openxmlformats.org/officeDocument/2006/relationships/package" Target="../embeddings/Microsoft_Excel_Sheet1251.xlsx"/></Relationships>
</file>

<file path=ppt/charts/_rels/chart1252.xml.rels><?xml version='1.0' encoding='UTF-8' standalone='yes'?>
<Relationships xmlns="http://schemas.openxmlformats.org/package/2006/relationships"><Relationship Id="rId1" Type="http://schemas.openxmlformats.org/officeDocument/2006/relationships/package" Target="../embeddings/Microsoft_Excel_Sheet1252.xlsx"/></Relationships>
</file>

<file path=ppt/charts/_rels/chart1253.xml.rels><?xml version='1.0' encoding='UTF-8' standalone='yes'?>
<Relationships xmlns="http://schemas.openxmlformats.org/package/2006/relationships"><Relationship Id="rId1" Type="http://schemas.openxmlformats.org/officeDocument/2006/relationships/package" Target="../embeddings/Microsoft_Excel_Sheet1253.xlsx"/></Relationships>
</file>

<file path=ppt/charts/_rels/chart1254.xml.rels><?xml version='1.0' encoding='UTF-8' standalone='yes'?>
<Relationships xmlns="http://schemas.openxmlformats.org/package/2006/relationships"><Relationship Id="rId1" Type="http://schemas.openxmlformats.org/officeDocument/2006/relationships/package" Target="../embeddings/Microsoft_Excel_Sheet1254.xlsx"/></Relationships>
</file>

<file path=ppt/charts/_rels/chart1255.xml.rels><?xml version='1.0' encoding='UTF-8' standalone='yes'?>
<Relationships xmlns="http://schemas.openxmlformats.org/package/2006/relationships"><Relationship Id="rId1" Type="http://schemas.openxmlformats.org/officeDocument/2006/relationships/package" Target="../embeddings/Microsoft_Excel_Sheet1255.xlsx"/></Relationships>
</file>

<file path=ppt/charts/_rels/chart1256.xml.rels><?xml version='1.0' encoding='UTF-8' standalone='yes'?>
<Relationships xmlns="http://schemas.openxmlformats.org/package/2006/relationships"><Relationship Id="rId1" Type="http://schemas.openxmlformats.org/officeDocument/2006/relationships/package" Target="../embeddings/Microsoft_Excel_Sheet1256.xlsx"/></Relationships>
</file>

<file path=ppt/charts/_rels/chart1257.xml.rels><?xml version='1.0' encoding='UTF-8' standalone='yes'?>
<Relationships xmlns="http://schemas.openxmlformats.org/package/2006/relationships"><Relationship Id="rId1" Type="http://schemas.openxmlformats.org/officeDocument/2006/relationships/package" Target="../embeddings/Microsoft_Excel_Sheet1257.xlsx"/></Relationships>
</file>

<file path=ppt/charts/_rels/chart1258.xml.rels><?xml version='1.0' encoding='UTF-8' standalone='yes'?>
<Relationships xmlns="http://schemas.openxmlformats.org/package/2006/relationships"><Relationship Id="rId1" Type="http://schemas.openxmlformats.org/officeDocument/2006/relationships/package" Target="../embeddings/Microsoft_Excel_Sheet1258.xlsx"/></Relationships>
</file>

<file path=ppt/charts/_rels/chart1259.xml.rels><?xml version='1.0' encoding='UTF-8' standalone='yes'?>
<Relationships xmlns="http://schemas.openxmlformats.org/package/2006/relationships"><Relationship Id="rId1" Type="http://schemas.openxmlformats.org/officeDocument/2006/relationships/package" Target="../embeddings/Microsoft_Excel_Sheet1259.xlsx"/></Relationships>
</file>

<file path=ppt/charts/_rels/chart1260.xml.rels><?xml version='1.0' encoding='UTF-8' standalone='yes'?>
<Relationships xmlns="http://schemas.openxmlformats.org/package/2006/relationships"><Relationship Id="rId1" Type="http://schemas.openxmlformats.org/officeDocument/2006/relationships/package" Target="../embeddings/Microsoft_Excel_Sheet1260.xlsx"/></Relationships>
</file>

<file path=ppt/charts/_rels/chart1261.xml.rels><?xml version='1.0' encoding='UTF-8' standalone='yes'?>
<Relationships xmlns="http://schemas.openxmlformats.org/package/2006/relationships"><Relationship Id="rId1" Type="http://schemas.openxmlformats.org/officeDocument/2006/relationships/package" Target="../embeddings/Microsoft_Excel_Sheet1261.xlsx"/></Relationships>
</file>

<file path=ppt/charts/_rels/chart1262.xml.rels><?xml version='1.0' encoding='UTF-8' standalone='yes'?>
<Relationships xmlns="http://schemas.openxmlformats.org/package/2006/relationships"><Relationship Id="rId1" Type="http://schemas.openxmlformats.org/officeDocument/2006/relationships/package" Target="../embeddings/Microsoft_Excel_Sheet1262.xlsx"/></Relationships>
</file>

<file path=ppt/charts/_rels/chart1263.xml.rels><?xml version='1.0' encoding='UTF-8' standalone='yes'?>
<Relationships xmlns="http://schemas.openxmlformats.org/package/2006/relationships"><Relationship Id="rId1" Type="http://schemas.openxmlformats.org/officeDocument/2006/relationships/package" Target="../embeddings/Microsoft_Excel_Sheet1263.xlsx"/></Relationships>
</file>

<file path=ppt/charts/_rels/chart1264.xml.rels><?xml version='1.0' encoding='UTF-8' standalone='yes'?>
<Relationships xmlns="http://schemas.openxmlformats.org/package/2006/relationships"><Relationship Id="rId1" Type="http://schemas.openxmlformats.org/officeDocument/2006/relationships/package" Target="../embeddings/Microsoft_Excel_Sheet1264.xlsx"/></Relationships>
</file>

<file path=ppt/charts/_rels/chart1265.xml.rels><?xml version='1.0' encoding='UTF-8' standalone='yes'?>
<Relationships xmlns="http://schemas.openxmlformats.org/package/2006/relationships"><Relationship Id="rId1" Type="http://schemas.openxmlformats.org/officeDocument/2006/relationships/package" Target="../embeddings/Microsoft_Excel_Sheet1265.xlsx"/></Relationships>
</file>

<file path=ppt/charts/_rels/chart1266.xml.rels><?xml version='1.0' encoding='UTF-8' standalone='yes'?>
<Relationships xmlns="http://schemas.openxmlformats.org/package/2006/relationships"><Relationship Id="rId1" Type="http://schemas.openxmlformats.org/officeDocument/2006/relationships/package" Target="../embeddings/Microsoft_Excel_Sheet1266.xlsx"/></Relationships>
</file>

<file path=ppt/charts/_rels/chart1267.xml.rels><?xml version='1.0' encoding='UTF-8' standalone='yes'?>
<Relationships xmlns="http://schemas.openxmlformats.org/package/2006/relationships"><Relationship Id="rId1" Type="http://schemas.openxmlformats.org/officeDocument/2006/relationships/package" Target="../embeddings/Microsoft_Excel_Sheet1267.xlsx"/></Relationships>
</file>

<file path=ppt/charts/_rels/chart1268.xml.rels><?xml version='1.0' encoding='UTF-8' standalone='yes'?>
<Relationships xmlns="http://schemas.openxmlformats.org/package/2006/relationships"><Relationship Id="rId1" Type="http://schemas.openxmlformats.org/officeDocument/2006/relationships/package" Target="../embeddings/Microsoft_Excel_Sheet1268.xlsx"/></Relationships>
</file>

<file path=ppt/charts/_rels/chart1269.xml.rels><?xml version='1.0' encoding='UTF-8' standalone='yes'?>
<Relationships xmlns="http://schemas.openxmlformats.org/package/2006/relationships"><Relationship Id="rId1" Type="http://schemas.openxmlformats.org/officeDocument/2006/relationships/package" Target="../embeddings/Microsoft_Excel_Sheet1269.xlsx"/></Relationships>
</file>

<file path=ppt/charts/_rels/chart1270.xml.rels><?xml version='1.0' encoding='UTF-8' standalone='yes'?>
<Relationships xmlns="http://schemas.openxmlformats.org/package/2006/relationships"><Relationship Id="rId1" Type="http://schemas.openxmlformats.org/officeDocument/2006/relationships/package" Target="../embeddings/Microsoft_Excel_Sheet1270.xlsx"/></Relationships>
</file>

<file path=ppt/charts/_rels/chart1271.xml.rels><?xml version='1.0' encoding='UTF-8' standalone='yes'?>
<Relationships xmlns="http://schemas.openxmlformats.org/package/2006/relationships"><Relationship Id="rId1" Type="http://schemas.openxmlformats.org/officeDocument/2006/relationships/package" Target="../embeddings/Microsoft_Excel_Sheet1271.xlsx"/></Relationships>
</file>

<file path=ppt/charts/_rels/chart1272.xml.rels><?xml version='1.0' encoding='UTF-8' standalone='yes'?>
<Relationships xmlns="http://schemas.openxmlformats.org/package/2006/relationships"><Relationship Id="rId1" Type="http://schemas.openxmlformats.org/officeDocument/2006/relationships/package" Target="../embeddings/Microsoft_Excel_Sheet1272.xlsx"/></Relationships>
</file>

<file path=ppt/charts/_rels/chart1273.xml.rels><?xml version='1.0' encoding='UTF-8' standalone='yes'?>
<Relationships xmlns="http://schemas.openxmlformats.org/package/2006/relationships"><Relationship Id="rId1" Type="http://schemas.openxmlformats.org/officeDocument/2006/relationships/package" Target="../embeddings/Microsoft_Excel_Sheet1273.xlsx"/></Relationships>
</file>

<file path=ppt/charts/_rels/chart1274.xml.rels><?xml version='1.0' encoding='UTF-8' standalone='yes'?>
<Relationships xmlns="http://schemas.openxmlformats.org/package/2006/relationships"><Relationship Id="rId1" Type="http://schemas.openxmlformats.org/officeDocument/2006/relationships/package" Target="../embeddings/Microsoft_Excel_Sheet1274.xlsx"/></Relationships>
</file>

<file path=ppt/charts/_rels/chart1275.xml.rels><?xml version='1.0' encoding='UTF-8' standalone='yes'?>
<Relationships xmlns="http://schemas.openxmlformats.org/package/2006/relationships"><Relationship Id="rId1" Type="http://schemas.openxmlformats.org/officeDocument/2006/relationships/package" Target="../embeddings/Microsoft_Excel_Sheet1275.xlsx"/></Relationships>
</file>

<file path=ppt/charts/_rels/chart1276.xml.rels><?xml version='1.0' encoding='UTF-8' standalone='yes'?>
<Relationships xmlns="http://schemas.openxmlformats.org/package/2006/relationships"><Relationship Id="rId1" Type="http://schemas.openxmlformats.org/officeDocument/2006/relationships/package" Target="../embeddings/Microsoft_Excel_Sheet1276.xlsx"/></Relationships>
</file>

<file path=ppt/charts/_rels/chart1277.xml.rels><?xml version='1.0' encoding='UTF-8' standalone='yes'?>
<Relationships xmlns="http://schemas.openxmlformats.org/package/2006/relationships"><Relationship Id="rId1" Type="http://schemas.openxmlformats.org/officeDocument/2006/relationships/package" Target="../embeddings/Microsoft_Excel_Sheet1277.xlsx"/></Relationships>
</file>

<file path=ppt/charts/_rels/chart1278.xml.rels><?xml version='1.0' encoding='UTF-8' standalone='yes'?>
<Relationships xmlns="http://schemas.openxmlformats.org/package/2006/relationships"><Relationship Id="rId1" Type="http://schemas.openxmlformats.org/officeDocument/2006/relationships/package" Target="../embeddings/Microsoft_Excel_Sheet1278.xlsx"/></Relationships>
</file>

<file path=ppt/charts/_rels/chart1279.xml.rels><?xml version='1.0' encoding='UTF-8' standalone='yes'?>
<Relationships xmlns="http://schemas.openxmlformats.org/package/2006/relationships"><Relationship Id="rId1" Type="http://schemas.openxmlformats.org/officeDocument/2006/relationships/package" Target="../embeddings/Microsoft_Excel_Sheet1279.xlsx"/></Relationships>
</file>

<file path=ppt/charts/_rels/chart1280.xml.rels><?xml version='1.0' encoding='UTF-8' standalone='yes'?>
<Relationships xmlns="http://schemas.openxmlformats.org/package/2006/relationships"><Relationship Id="rId1" Type="http://schemas.openxmlformats.org/officeDocument/2006/relationships/package" Target="../embeddings/Microsoft_Excel_Sheet1280.xlsx"/></Relationships>
</file>

<file path=ppt/charts/_rels/chart1281.xml.rels><?xml version='1.0' encoding='UTF-8' standalone='yes'?>
<Relationships xmlns="http://schemas.openxmlformats.org/package/2006/relationships"><Relationship Id="rId1" Type="http://schemas.openxmlformats.org/officeDocument/2006/relationships/package" Target="../embeddings/Microsoft_Excel_Sheet1281.xlsx"/></Relationships>
</file>

<file path=ppt/charts/_rels/chart1282.xml.rels><?xml version='1.0' encoding='UTF-8' standalone='yes'?>
<Relationships xmlns="http://schemas.openxmlformats.org/package/2006/relationships"><Relationship Id="rId1" Type="http://schemas.openxmlformats.org/officeDocument/2006/relationships/package" Target="../embeddings/Microsoft_Excel_Sheet1282.xlsx"/></Relationships>
</file>

<file path=ppt/charts/_rels/chart1283.xml.rels><?xml version='1.0' encoding='UTF-8' standalone='yes'?>
<Relationships xmlns="http://schemas.openxmlformats.org/package/2006/relationships"><Relationship Id="rId1" Type="http://schemas.openxmlformats.org/officeDocument/2006/relationships/package" Target="../embeddings/Microsoft_Excel_Sheet1283.xlsx"/></Relationships>
</file>

<file path=ppt/charts/_rels/chart1284.xml.rels><?xml version='1.0' encoding='UTF-8' standalone='yes'?>
<Relationships xmlns="http://schemas.openxmlformats.org/package/2006/relationships"><Relationship Id="rId1" Type="http://schemas.openxmlformats.org/officeDocument/2006/relationships/package" Target="../embeddings/Microsoft_Excel_Sheet1284.xlsx"/></Relationships>
</file>

<file path=ppt/charts/_rels/chart1285.xml.rels><?xml version='1.0' encoding='UTF-8' standalone='yes'?>
<Relationships xmlns="http://schemas.openxmlformats.org/package/2006/relationships"><Relationship Id="rId1" Type="http://schemas.openxmlformats.org/officeDocument/2006/relationships/package" Target="../embeddings/Microsoft_Excel_Sheet1285.xlsx"/></Relationships>
</file>

<file path=ppt/charts/_rels/chart1286.xml.rels><?xml version='1.0' encoding='UTF-8' standalone='yes'?>
<Relationships xmlns="http://schemas.openxmlformats.org/package/2006/relationships"><Relationship Id="rId1" Type="http://schemas.openxmlformats.org/officeDocument/2006/relationships/package" Target="../embeddings/Microsoft_Excel_Sheet1286.xlsx"/></Relationships>
</file>

<file path=ppt/charts/_rels/chart1287.xml.rels><?xml version='1.0' encoding='UTF-8' standalone='yes'?>
<Relationships xmlns="http://schemas.openxmlformats.org/package/2006/relationships"><Relationship Id="rId1" Type="http://schemas.openxmlformats.org/officeDocument/2006/relationships/package" Target="../embeddings/Microsoft_Excel_Sheet1287.xlsx"/></Relationships>
</file>

<file path=ppt/charts/_rels/chart1288.xml.rels><?xml version='1.0' encoding='UTF-8' standalone='yes'?>
<Relationships xmlns="http://schemas.openxmlformats.org/package/2006/relationships"><Relationship Id="rId1" Type="http://schemas.openxmlformats.org/officeDocument/2006/relationships/package" Target="../embeddings/Microsoft_Excel_Sheet1288.xlsx"/></Relationships>
</file>

<file path=ppt/charts/_rels/chart1289.xml.rels><?xml version='1.0' encoding='UTF-8' standalone='yes'?>
<Relationships xmlns="http://schemas.openxmlformats.org/package/2006/relationships"><Relationship Id="rId1" Type="http://schemas.openxmlformats.org/officeDocument/2006/relationships/package" Target="../embeddings/Microsoft_Excel_Sheet1289.xlsx"/></Relationships>
</file>

<file path=ppt/charts/_rels/chart1290.xml.rels><?xml version='1.0' encoding='UTF-8' standalone='yes'?>
<Relationships xmlns="http://schemas.openxmlformats.org/package/2006/relationships"><Relationship Id="rId1" Type="http://schemas.openxmlformats.org/officeDocument/2006/relationships/package" Target="../embeddings/Microsoft_Excel_Sheet1290.xlsx"/></Relationships>
</file>

<file path=ppt/charts/_rels/chart1291.xml.rels><?xml version='1.0' encoding='UTF-8' standalone='yes'?>
<Relationships xmlns="http://schemas.openxmlformats.org/package/2006/relationships"><Relationship Id="rId1" Type="http://schemas.openxmlformats.org/officeDocument/2006/relationships/package" Target="../embeddings/Microsoft_Excel_Sheet1291.xlsx"/></Relationships>
</file>

<file path=ppt/charts/_rels/chart1292.xml.rels><?xml version='1.0' encoding='UTF-8' standalone='yes'?>
<Relationships xmlns="http://schemas.openxmlformats.org/package/2006/relationships"><Relationship Id="rId1" Type="http://schemas.openxmlformats.org/officeDocument/2006/relationships/package" Target="../embeddings/Microsoft_Excel_Sheet1292.xlsx"/></Relationships>
</file>

<file path=ppt/charts/_rels/chart1293.xml.rels><?xml version='1.0' encoding='UTF-8' standalone='yes'?>
<Relationships xmlns="http://schemas.openxmlformats.org/package/2006/relationships"><Relationship Id="rId1" Type="http://schemas.openxmlformats.org/officeDocument/2006/relationships/package" Target="../embeddings/Microsoft_Excel_Sheet1293.xlsx"/></Relationships>
</file>

<file path=ppt/charts/_rels/chart1294.xml.rels><?xml version='1.0' encoding='UTF-8' standalone='yes'?>
<Relationships xmlns="http://schemas.openxmlformats.org/package/2006/relationships"><Relationship Id="rId1" Type="http://schemas.openxmlformats.org/officeDocument/2006/relationships/package" Target="../embeddings/Microsoft_Excel_Sheet1294.xlsx"/></Relationships>
</file>

<file path=ppt/charts/_rels/chart1295.xml.rels><?xml version='1.0' encoding='UTF-8' standalone='yes'?>
<Relationships xmlns="http://schemas.openxmlformats.org/package/2006/relationships"><Relationship Id="rId1" Type="http://schemas.openxmlformats.org/officeDocument/2006/relationships/package" Target="../embeddings/Microsoft_Excel_Sheet1295.xlsx"/></Relationships>
</file>

<file path=ppt/charts/_rels/chart1296.xml.rels><?xml version='1.0' encoding='UTF-8' standalone='yes'?>
<Relationships xmlns="http://schemas.openxmlformats.org/package/2006/relationships"><Relationship Id="rId1" Type="http://schemas.openxmlformats.org/officeDocument/2006/relationships/package" Target="../embeddings/Microsoft_Excel_Sheet1296.xlsx"/></Relationships>
</file>

<file path=ppt/charts/_rels/chart1297.xml.rels><?xml version='1.0' encoding='UTF-8' standalone='yes'?>
<Relationships xmlns="http://schemas.openxmlformats.org/package/2006/relationships"><Relationship Id="rId1" Type="http://schemas.openxmlformats.org/officeDocument/2006/relationships/package" Target="../embeddings/Microsoft_Excel_Sheet1297.xlsx"/></Relationships>
</file>

<file path=ppt/charts/_rels/chart1298.xml.rels><?xml version='1.0' encoding='UTF-8' standalone='yes'?>
<Relationships xmlns="http://schemas.openxmlformats.org/package/2006/relationships"><Relationship Id="rId1" Type="http://schemas.openxmlformats.org/officeDocument/2006/relationships/package" Target="../embeddings/Microsoft_Excel_Sheet1298.xlsx"/></Relationships>
</file>

<file path=ppt/charts/_rels/chart1299.xml.rels><?xml version='1.0' encoding='UTF-8' standalone='yes'?>
<Relationships xmlns="http://schemas.openxmlformats.org/package/2006/relationships"><Relationship Id="rId1" Type="http://schemas.openxmlformats.org/officeDocument/2006/relationships/package" Target="../embeddings/Microsoft_Excel_Sheet1299.xlsx"/></Relationships>
</file>

<file path=ppt/charts/_rels/chart1300.xml.rels><?xml version='1.0' encoding='UTF-8' standalone='yes'?>
<Relationships xmlns="http://schemas.openxmlformats.org/package/2006/relationships"><Relationship Id="rId1" Type="http://schemas.openxmlformats.org/officeDocument/2006/relationships/package" Target="../embeddings/Microsoft_Excel_Sheet1300.xlsx"/></Relationships>
</file>

<file path=ppt/charts/_rels/chart1301.xml.rels><?xml version='1.0' encoding='UTF-8' standalone='yes'?>
<Relationships xmlns="http://schemas.openxmlformats.org/package/2006/relationships"><Relationship Id="rId1" Type="http://schemas.openxmlformats.org/officeDocument/2006/relationships/package" Target="../embeddings/Microsoft_Excel_Sheet1301.xlsx"/></Relationships>
</file>

<file path=ppt/charts/_rels/chart1302.xml.rels><?xml version='1.0' encoding='UTF-8' standalone='yes'?>
<Relationships xmlns="http://schemas.openxmlformats.org/package/2006/relationships"><Relationship Id="rId1" Type="http://schemas.openxmlformats.org/officeDocument/2006/relationships/package" Target="../embeddings/Microsoft_Excel_Sheet1302.xlsx"/></Relationships>
</file>

<file path=ppt/charts/_rels/chart1303.xml.rels><?xml version='1.0' encoding='UTF-8' standalone='yes'?>
<Relationships xmlns="http://schemas.openxmlformats.org/package/2006/relationships"><Relationship Id="rId1" Type="http://schemas.openxmlformats.org/officeDocument/2006/relationships/package" Target="../embeddings/Microsoft_Excel_Sheet1303.xlsx"/></Relationships>
</file>

<file path=ppt/charts/_rels/chart1304.xml.rels><?xml version='1.0' encoding='UTF-8' standalone='yes'?>
<Relationships xmlns="http://schemas.openxmlformats.org/package/2006/relationships"><Relationship Id="rId1" Type="http://schemas.openxmlformats.org/officeDocument/2006/relationships/package" Target="../embeddings/Microsoft_Excel_Sheet1304.xlsx"/></Relationships>
</file>

<file path=ppt/charts/_rels/chart1305.xml.rels><?xml version='1.0' encoding='UTF-8' standalone='yes'?>
<Relationships xmlns="http://schemas.openxmlformats.org/package/2006/relationships"><Relationship Id="rId1" Type="http://schemas.openxmlformats.org/officeDocument/2006/relationships/package" Target="../embeddings/Microsoft_Excel_Sheet1305.xlsx"/></Relationships>
</file>

<file path=ppt/charts/_rels/chart1306.xml.rels><?xml version='1.0' encoding='UTF-8' standalone='yes'?>
<Relationships xmlns="http://schemas.openxmlformats.org/package/2006/relationships"><Relationship Id="rId1" Type="http://schemas.openxmlformats.org/officeDocument/2006/relationships/package" Target="../embeddings/Microsoft_Excel_Sheet1306.xlsx"/></Relationships>
</file>

<file path=ppt/charts/_rels/chart1307.xml.rels><?xml version='1.0' encoding='UTF-8' standalone='yes'?>
<Relationships xmlns="http://schemas.openxmlformats.org/package/2006/relationships"><Relationship Id="rId1" Type="http://schemas.openxmlformats.org/officeDocument/2006/relationships/package" Target="../embeddings/Microsoft_Excel_Sheet1307.xlsx"/></Relationships>
</file>

<file path=ppt/charts/_rels/chart1308.xml.rels><?xml version='1.0' encoding='UTF-8' standalone='yes'?>
<Relationships xmlns="http://schemas.openxmlformats.org/package/2006/relationships"><Relationship Id="rId1" Type="http://schemas.openxmlformats.org/officeDocument/2006/relationships/package" Target="../embeddings/Microsoft_Excel_Sheet1308.xlsx"/></Relationships>
</file>

<file path=ppt/charts/_rels/chart1309.xml.rels><?xml version='1.0' encoding='UTF-8' standalone='yes'?>
<Relationships xmlns="http://schemas.openxmlformats.org/package/2006/relationships"><Relationship Id="rId1" Type="http://schemas.openxmlformats.org/officeDocument/2006/relationships/package" Target="../embeddings/Microsoft_Excel_Sheet1309.xlsx"/></Relationships>
</file>

<file path=ppt/charts/_rels/chart1310.xml.rels><?xml version='1.0' encoding='UTF-8' standalone='yes'?>
<Relationships xmlns="http://schemas.openxmlformats.org/package/2006/relationships"><Relationship Id="rId1" Type="http://schemas.openxmlformats.org/officeDocument/2006/relationships/package" Target="../embeddings/Microsoft_Excel_Sheet1310.xlsx"/></Relationships>
</file>

<file path=ppt/charts/_rels/chart1311.xml.rels><?xml version='1.0' encoding='UTF-8' standalone='yes'?>
<Relationships xmlns="http://schemas.openxmlformats.org/package/2006/relationships"><Relationship Id="rId1" Type="http://schemas.openxmlformats.org/officeDocument/2006/relationships/package" Target="../embeddings/Microsoft_Excel_Sheet1311.xlsx"/></Relationships>
</file>

<file path=ppt/charts/_rels/chart1312.xml.rels><?xml version='1.0' encoding='UTF-8' standalone='yes'?>
<Relationships xmlns="http://schemas.openxmlformats.org/package/2006/relationships"><Relationship Id="rId1" Type="http://schemas.openxmlformats.org/officeDocument/2006/relationships/package" Target="../embeddings/Microsoft_Excel_Sheet1312.xlsx"/></Relationships>
</file>

<file path=ppt/charts/_rels/chart1313.xml.rels><?xml version='1.0' encoding='UTF-8' standalone='yes'?>
<Relationships xmlns="http://schemas.openxmlformats.org/package/2006/relationships"><Relationship Id="rId1" Type="http://schemas.openxmlformats.org/officeDocument/2006/relationships/package" Target="../embeddings/Microsoft_Excel_Sheet1313.xlsx"/></Relationships>
</file>

<file path=ppt/charts/_rels/chart1314.xml.rels><?xml version='1.0' encoding='UTF-8' standalone='yes'?>
<Relationships xmlns="http://schemas.openxmlformats.org/package/2006/relationships"><Relationship Id="rId1" Type="http://schemas.openxmlformats.org/officeDocument/2006/relationships/package" Target="../embeddings/Microsoft_Excel_Sheet1314.xlsx"/></Relationships>
</file>

<file path=ppt/charts/_rels/chart1315.xml.rels><?xml version='1.0' encoding='UTF-8' standalone='yes'?>
<Relationships xmlns="http://schemas.openxmlformats.org/package/2006/relationships"><Relationship Id="rId1" Type="http://schemas.openxmlformats.org/officeDocument/2006/relationships/package" Target="../embeddings/Microsoft_Excel_Sheet1315.xlsx"/></Relationships>
</file>

<file path=ppt/charts/_rels/chart1316.xml.rels><?xml version='1.0' encoding='UTF-8' standalone='yes'?>
<Relationships xmlns="http://schemas.openxmlformats.org/package/2006/relationships"><Relationship Id="rId1" Type="http://schemas.openxmlformats.org/officeDocument/2006/relationships/package" Target="../embeddings/Microsoft_Excel_Sheet1316.xlsx"/></Relationships>
</file>

<file path=ppt/charts/_rels/chart1317.xml.rels><?xml version='1.0' encoding='UTF-8' standalone='yes'?>
<Relationships xmlns="http://schemas.openxmlformats.org/package/2006/relationships"><Relationship Id="rId1" Type="http://schemas.openxmlformats.org/officeDocument/2006/relationships/package" Target="../embeddings/Microsoft_Excel_Sheet1317.xlsx"/></Relationships>
</file>

<file path=ppt/charts/_rels/chart1318.xml.rels><?xml version='1.0' encoding='UTF-8' standalone='yes'?>
<Relationships xmlns="http://schemas.openxmlformats.org/package/2006/relationships"><Relationship Id="rId1" Type="http://schemas.openxmlformats.org/officeDocument/2006/relationships/package" Target="../embeddings/Microsoft_Excel_Sheet1318.xlsx"/></Relationships>
</file>

<file path=ppt/charts/_rels/chart1319.xml.rels><?xml version='1.0' encoding='UTF-8' standalone='yes'?>
<Relationships xmlns="http://schemas.openxmlformats.org/package/2006/relationships"><Relationship Id="rId1" Type="http://schemas.openxmlformats.org/officeDocument/2006/relationships/package" Target="../embeddings/Microsoft_Excel_Sheet1319.xlsx"/></Relationships>
</file>

<file path=ppt/charts/_rels/chart1320.xml.rels><?xml version='1.0' encoding='UTF-8' standalone='yes'?>
<Relationships xmlns="http://schemas.openxmlformats.org/package/2006/relationships"><Relationship Id="rId1" Type="http://schemas.openxmlformats.org/officeDocument/2006/relationships/package" Target="../embeddings/Microsoft_Excel_Sheet1320.xlsx"/></Relationships>
</file>

<file path=ppt/charts/_rels/chart1321.xml.rels><?xml version='1.0' encoding='UTF-8' standalone='yes'?>
<Relationships xmlns="http://schemas.openxmlformats.org/package/2006/relationships"><Relationship Id="rId1" Type="http://schemas.openxmlformats.org/officeDocument/2006/relationships/package" Target="../embeddings/Microsoft_Excel_Sheet1321.xlsx"/></Relationships>
</file>

<file path=ppt/charts/_rels/chart1322.xml.rels><?xml version='1.0' encoding='UTF-8' standalone='yes'?>
<Relationships xmlns="http://schemas.openxmlformats.org/package/2006/relationships"><Relationship Id="rId1" Type="http://schemas.openxmlformats.org/officeDocument/2006/relationships/package" Target="../embeddings/Microsoft_Excel_Sheet1322.xlsx"/></Relationships>
</file>

<file path=ppt/charts/_rels/chart1323.xml.rels><?xml version='1.0' encoding='UTF-8' standalone='yes'?>
<Relationships xmlns="http://schemas.openxmlformats.org/package/2006/relationships"><Relationship Id="rId1" Type="http://schemas.openxmlformats.org/officeDocument/2006/relationships/package" Target="../embeddings/Microsoft_Excel_Sheet1323.xlsx"/></Relationships>
</file>

<file path=ppt/charts/_rels/chart1324.xml.rels><?xml version='1.0' encoding='UTF-8' standalone='yes'?>
<Relationships xmlns="http://schemas.openxmlformats.org/package/2006/relationships"><Relationship Id="rId1" Type="http://schemas.openxmlformats.org/officeDocument/2006/relationships/package" Target="../embeddings/Microsoft_Excel_Sheet1324.xlsx"/></Relationships>
</file>

<file path=ppt/charts/_rels/chart1325.xml.rels><?xml version='1.0' encoding='UTF-8' standalone='yes'?>
<Relationships xmlns="http://schemas.openxmlformats.org/package/2006/relationships"><Relationship Id="rId1" Type="http://schemas.openxmlformats.org/officeDocument/2006/relationships/package" Target="../embeddings/Microsoft_Excel_Sheet1325.xlsx"/></Relationships>
</file>

<file path=ppt/charts/_rels/chart1326.xml.rels><?xml version='1.0' encoding='UTF-8' standalone='yes'?>
<Relationships xmlns="http://schemas.openxmlformats.org/package/2006/relationships"><Relationship Id="rId1" Type="http://schemas.openxmlformats.org/officeDocument/2006/relationships/package" Target="../embeddings/Microsoft_Excel_Sheet1326.xlsx"/></Relationships>
</file>

<file path=ppt/charts/_rels/chart1327.xml.rels><?xml version='1.0' encoding='UTF-8' standalone='yes'?>
<Relationships xmlns="http://schemas.openxmlformats.org/package/2006/relationships"><Relationship Id="rId1" Type="http://schemas.openxmlformats.org/officeDocument/2006/relationships/package" Target="../embeddings/Microsoft_Excel_Sheet1327.xlsx"/></Relationships>
</file>

<file path=ppt/charts/_rels/chart1328.xml.rels><?xml version='1.0' encoding='UTF-8' standalone='yes'?>
<Relationships xmlns="http://schemas.openxmlformats.org/package/2006/relationships"><Relationship Id="rId1" Type="http://schemas.openxmlformats.org/officeDocument/2006/relationships/package" Target="../embeddings/Microsoft_Excel_Sheet1328.xlsx"/></Relationships>
</file>

<file path=ppt/charts/_rels/chart1329.xml.rels><?xml version='1.0' encoding='UTF-8' standalone='yes'?>
<Relationships xmlns="http://schemas.openxmlformats.org/package/2006/relationships"><Relationship Id="rId1" Type="http://schemas.openxmlformats.org/officeDocument/2006/relationships/package" Target="../embeddings/Microsoft_Excel_Sheet1329.xlsx"/></Relationships>
</file>

<file path=ppt/charts/_rels/chart1330.xml.rels><?xml version='1.0' encoding='UTF-8' standalone='yes'?>
<Relationships xmlns="http://schemas.openxmlformats.org/package/2006/relationships"><Relationship Id="rId1" Type="http://schemas.openxmlformats.org/officeDocument/2006/relationships/package" Target="../embeddings/Microsoft_Excel_Sheet1330.xlsx"/></Relationships>
</file>

<file path=ppt/charts/_rels/chart1331.xml.rels><?xml version='1.0' encoding='UTF-8' standalone='yes'?>
<Relationships xmlns="http://schemas.openxmlformats.org/package/2006/relationships"><Relationship Id="rId1" Type="http://schemas.openxmlformats.org/officeDocument/2006/relationships/package" Target="../embeddings/Microsoft_Excel_Sheet1331.xlsx"/></Relationships>
</file>

<file path=ppt/charts/_rels/chart1332.xml.rels><?xml version='1.0' encoding='UTF-8' standalone='yes'?>
<Relationships xmlns="http://schemas.openxmlformats.org/package/2006/relationships"><Relationship Id="rId1" Type="http://schemas.openxmlformats.org/officeDocument/2006/relationships/package" Target="../embeddings/Microsoft_Excel_Sheet1332.xlsx"/></Relationships>
</file>

<file path=ppt/charts/_rels/chart1333.xml.rels><?xml version='1.0' encoding='UTF-8' standalone='yes'?>
<Relationships xmlns="http://schemas.openxmlformats.org/package/2006/relationships"><Relationship Id="rId1" Type="http://schemas.openxmlformats.org/officeDocument/2006/relationships/package" Target="../embeddings/Microsoft_Excel_Sheet1333.xlsx"/></Relationships>
</file>

<file path=ppt/charts/_rels/chart1334.xml.rels><?xml version='1.0' encoding='UTF-8' standalone='yes'?>
<Relationships xmlns="http://schemas.openxmlformats.org/package/2006/relationships"><Relationship Id="rId1" Type="http://schemas.openxmlformats.org/officeDocument/2006/relationships/package" Target="../embeddings/Microsoft_Excel_Sheet1334.xlsx"/></Relationships>
</file>

<file path=ppt/charts/_rels/chart1335.xml.rels><?xml version='1.0' encoding='UTF-8' standalone='yes'?>
<Relationships xmlns="http://schemas.openxmlformats.org/package/2006/relationships"><Relationship Id="rId1" Type="http://schemas.openxmlformats.org/officeDocument/2006/relationships/package" Target="../embeddings/Microsoft_Excel_Sheet1335.xlsx"/></Relationships>
</file>

<file path=ppt/charts/_rels/chart1336.xml.rels><?xml version='1.0' encoding='UTF-8' standalone='yes'?>
<Relationships xmlns="http://schemas.openxmlformats.org/package/2006/relationships"><Relationship Id="rId1" Type="http://schemas.openxmlformats.org/officeDocument/2006/relationships/package" Target="../embeddings/Microsoft_Excel_Sheet1336.xlsx"/></Relationships>
</file>

<file path=ppt/charts/_rels/chart1337.xml.rels><?xml version='1.0' encoding='UTF-8' standalone='yes'?>
<Relationships xmlns="http://schemas.openxmlformats.org/package/2006/relationships"><Relationship Id="rId1" Type="http://schemas.openxmlformats.org/officeDocument/2006/relationships/package" Target="../embeddings/Microsoft_Excel_Sheet1337.xlsx"/></Relationships>
</file>

<file path=ppt/charts/_rels/chart1338.xml.rels><?xml version='1.0' encoding='UTF-8' standalone='yes'?>
<Relationships xmlns="http://schemas.openxmlformats.org/package/2006/relationships"><Relationship Id="rId1" Type="http://schemas.openxmlformats.org/officeDocument/2006/relationships/package" Target="../embeddings/Microsoft_Excel_Sheet1338.xlsx"/></Relationships>
</file>

<file path=ppt/charts/_rels/chart1339.xml.rels><?xml version='1.0' encoding='UTF-8' standalone='yes'?>
<Relationships xmlns="http://schemas.openxmlformats.org/package/2006/relationships"><Relationship Id="rId1" Type="http://schemas.openxmlformats.org/officeDocument/2006/relationships/package" Target="../embeddings/Microsoft_Excel_Sheet1339.xlsx"/></Relationships>
</file>

<file path=ppt/charts/_rels/chart1340.xml.rels><?xml version='1.0' encoding='UTF-8' standalone='yes'?>
<Relationships xmlns="http://schemas.openxmlformats.org/package/2006/relationships"><Relationship Id="rId1" Type="http://schemas.openxmlformats.org/officeDocument/2006/relationships/package" Target="../embeddings/Microsoft_Excel_Sheet1340.xlsx"/></Relationships>
</file>

<file path=ppt/charts/_rels/chart1341.xml.rels><?xml version='1.0' encoding='UTF-8' standalone='yes'?>
<Relationships xmlns="http://schemas.openxmlformats.org/package/2006/relationships"><Relationship Id="rId1" Type="http://schemas.openxmlformats.org/officeDocument/2006/relationships/package" Target="../embeddings/Microsoft_Excel_Sheet1341.xlsx"/></Relationships>
</file>

<file path=ppt/charts/_rels/chart1342.xml.rels><?xml version='1.0' encoding='UTF-8' standalone='yes'?>
<Relationships xmlns="http://schemas.openxmlformats.org/package/2006/relationships"><Relationship Id="rId1" Type="http://schemas.openxmlformats.org/officeDocument/2006/relationships/package" Target="../embeddings/Microsoft_Excel_Sheet1342.xlsx"/></Relationships>
</file>

<file path=ppt/charts/_rels/chart1343.xml.rels><?xml version='1.0' encoding='UTF-8' standalone='yes'?>
<Relationships xmlns="http://schemas.openxmlformats.org/package/2006/relationships"><Relationship Id="rId1" Type="http://schemas.openxmlformats.org/officeDocument/2006/relationships/package" Target="../embeddings/Microsoft_Excel_Sheet1343.xlsx"/></Relationships>
</file>

<file path=ppt/charts/_rels/chart1344.xml.rels><?xml version='1.0' encoding='UTF-8' standalone='yes'?>
<Relationships xmlns="http://schemas.openxmlformats.org/package/2006/relationships"><Relationship Id="rId1" Type="http://schemas.openxmlformats.org/officeDocument/2006/relationships/package" Target="../embeddings/Microsoft_Excel_Sheet1344.xlsx"/></Relationships>
</file>

<file path=ppt/charts/_rels/chart1345.xml.rels><?xml version='1.0' encoding='UTF-8' standalone='yes'?>
<Relationships xmlns="http://schemas.openxmlformats.org/package/2006/relationships"><Relationship Id="rId1" Type="http://schemas.openxmlformats.org/officeDocument/2006/relationships/package" Target="../embeddings/Microsoft_Excel_Sheet1345.xlsx"/></Relationships>
</file>

<file path=ppt/charts/_rels/chart1346.xml.rels><?xml version='1.0' encoding='UTF-8' standalone='yes'?>
<Relationships xmlns="http://schemas.openxmlformats.org/package/2006/relationships"><Relationship Id="rId1" Type="http://schemas.openxmlformats.org/officeDocument/2006/relationships/package" Target="../embeddings/Microsoft_Excel_Sheet1346.xlsx"/></Relationships>
</file>

<file path=ppt/charts/_rels/chart1347.xml.rels><?xml version='1.0' encoding='UTF-8' standalone='yes'?>
<Relationships xmlns="http://schemas.openxmlformats.org/package/2006/relationships"><Relationship Id="rId1" Type="http://schemas.openxmlformats.org/officeDocument/2006/relationships/package" Target="../embeddings/Microsoft_Excel_Sheet1347.xlsx"/></Relationships>
</file>

<file path=ppt/charts/_rels/chart1348.xml.rels><?xml version='1.0' encoding='UTF-8' standalone='yes'?>
<Relationships xmlns="http://schemas.openxmlformats.org/package/2006/relationships"><Relationship Id="rId1" Type="http://schemas.openxmlformats.org/officeDocument/2006/relationships/package" Target="../embeddings/Microsoft_Excel_Sheet1348.xlsx"/></Relationships>
</file>

<file path=ppt/charts/_rels/chart1349.xml.rels><?xml version='1.0' encoding='UTF-8' standalone='yes'?>
<Relationships xmlns="http://schemas.openxmlformats.org/package/2006/relationships"><Relationship Id="rId1" Type="http://schemas.openxmlformats.org/officeDocument/2006/relationships/package" Target="../embeddings/Microsoft_Excel_Sheet1349.xlsx"/></Relationships>
</file>

<file path=ppt/charts/_rels/chart1350.xml.rels><?xml version='1.0' encoding='UTF-8' standalone='yes'?>
<Relationships xmlns="http://schemas.openxmlformats.org/package/2006/relationships"><Relationship Id="rId1" Type="http://schemas.openxmlformats.org/officeDocument/2006/relationships/package" Target="../embeddings/Microsoft_Excel_Sheet1350.xlsx"/></Relationships>
</file>

<file path=ppt/charts/_rels/chart1351.xml.rels><?xml version='1.0' encoding='UTF-8' standalone='yes'?>
<Relationships xmlns="http://schemas.openxmlformats.org/package/2006/relationships"><Relationship Id="rId1" Type="http://schemas.openxmlformats.org/officeDocument/2006/relationships/package" Target="../embeddings/Microsoft_Excel_Sheet1351.xlsx"/></Relationships>
</file>

<file path=ppt/charts/_rels/chart1352.xml.rels><?xml version='1.0' encoding='UTF-8' standalone='yes'?>
<Relationships xmlns="http://schemas.openxmlformats.org/package/2006/relationships"><Relationship Id="rId1" Type="http://schemas.openxmlformats.org/officeDocument/2006/relationships/package" Target="../embeddings/Microsoft_Excel_Sheet1352.xlsx"/></Relationships>
</file>

<file path=ppt/charts/_rels/chart1353.xml.rels><?xml version='1.0' encoding='UTF-8' standalone='yes'?>
<Relationships xmlns="http://schemas.openxmlformats.org/package/2006/relationships"><Relationship Id="rId1" Type="http://schemas.openxmlformats.org/officeDocument/2006/relationships/package" Target="../embeddings/Microsoft_Excel_Sheet1353.xlsx"/></Relationships>
</file>

<file path=ppt/charts/_rels/chart1354.xml.rels><?xml version='1.0' encoding='UTF-8' standalone='yes'?>
<Relationships xmlns="http://schemas.openxmlformats.org/package/2006/relationships"><Relationship Id="rId1" Type="http://schemas.openxmlformats.org/officeDocument/2006/relationships/package" Target="../embeddings/Microsoft_Excel_Sheet1354.xlsx"/></Relationships>
</file>

<file path=ppt/charts/_rels/chart1355.xml.rels><?xml version='1.0' encoding='UTF-8' standalone='yes'?>
<Relationships xmlns="http://schemas.openxmlformats.org/package/2006/relationships"><Relationship Id="rId1" Type="http://schemas.openxmlformats.org/officeDocument/2006/relationships/package" Target="../embeddings/Microsoft_Excel_Sheet1355.xlsx"/></Relationships>
</file>

<file path=ppt/charts/_rels/chart1356.xml.rels><?xml version='1.0' encoding='UTF-8' standalone='yes'?>
<Relationships xmlns="http://schemas.openxmlformats.org/package/2006/relationships"><Relationship Id="rId1" Type="http://schemas.openxmlformats.org/officeDocument/2006/relationships/package" Target="../embeddings/Microsoft_Excel_Sheet1356.xlsx"/></Relationships>
</file>

<file path=ppt/charts/_rels/chart1357.xml.rels><?xml version='1.0' encoding='UTF-8' standalone='yes'?>
<Relationships xmlns="http://schemas.openxmlformats.org/package/2006/relationships"><Relationship Id="rId1" Type="http://schemas.openxmlformats.org/officeDocument/2006/relationships/package" Target="../embeddings/Microsoft_Excel_Sheet1357.xlsx"/></Relationships>
</file>

<file path=ppt/charts/_rels/chart1358.xml.rels><?xml version='1.0' encoding='UTF-8' standalone='yes'?>
<Relationships xmlns="http://schemas.openxmlformats.org/package/2006/relationships"><Relationship Id="rId1" Type="http://schemas.openxmlformats.org/officeDocument/2006/relationships/package" Target="../embeddings/Microsoft_Excel_Sheet1358.xlsx"/></Relationships>
</file>

<file path=ppt/charts/_rels/chart1359.xml.rels><?xml version='1.0' encoding='UTF-8' standalone='yes'?>
<Relationships xmlns="http://schemas.openxmlformats.org/package/2006/relationships"><Relationship Id="rId1" Type="http://schemas.openxmlformats.org/officeDocument/2006/relationships/package" Target="../embeddings/Microsoft_Excel_Sheet1359.xlsx"/></Relationships>
</file>

<file path=ppt/charts/_rels/chart1360.xml.rels><?xml version='1.0' encoding='UTF-8' standalone='yes'?>
<Relationships xmlns="http://schemas.openxmlformats.org/package/2006/relationships"><Relationship Id="rId1" Type="http://schemas.openxmlformats.org/officeDocument/2006/relationships/package" Target="../embeddings/Microsoft_Excel_Sheet1360.xlsx"/></Relationships>
</file>

<file path=ppt/charts/_rels/chart1361.xml.rels><?xml version='1.0' encoding='UTF-8' standalone='yes'?>
<Relationships xmlns="http://schemas.openxmlformats.org/package/2006/relationships"><Relationship Id="rId1" Type="http://schemas.openxmlformats.org/officeDocument/2006/relationships/package" Target="../embeddings/Microsoft_Excel_Sheet1361.xlsx"/></Relationships>
</file>

<file path=ppt/charts/_rels/chart1362.xml.rels><?xml version='1.0' encoding='UTF-8' standalone='yes'?>
<Relationships xmlns="http://schemas.openxmlformats.org/package/2006/relationships"><Relationship Id="rId1" Type="http://schemas.openxmlformats.org/officeDocument/2006/relationships/package" Target="../embeddings/Microsoft_Excel_Sheet1362.xlsx"/></Relationships>
</file>

<file path=ppt/charts/_rels/chart1363.xml.rels><?xml version='1.0' encoding='UTF-8' standalone='yes'?>
<Relationships xmlns="http://schemas.openxmlformats.org/package/2006/relationships"><Relationship Id="rId1" Type="http://schemas.openxmlformats.org/officeDocument/2006/relationships/package" Target="../embeddings/Microsoft_Excel_Sheet1363.xlsx"/></Relationships>
</file>

<file path=ppt/charts/_rels/chart1364.xml.rels><?xml version='1.0' encoding='UTF-8' standalone='yes'?>
<Relationships xmlns="http://schemas.openxmlformats.org/package/2006/relationships"><Relationship Id="rId1" Type="http://schemas.openxmlformats.org/officeDocument/2006/relationships/package" Target="../embeddings/Microsoft_Excel_Sheet1364.xlsx"/></Relationships>
</file>

<file path=ppt/charts/_rels/chart1365.xml.rels><?xml version='1.0' encoding='UTF-8' standalone='yes'?>
<Relationships xmlns="http://schemas.openxmlformats.org/package/2006/relationships"><Relationship Id="rId1" Type="http://schemas.openxmlformats.org/officeDocument/2006/relationships/package" Target="../embeddings/Microsoft_Excel_Sheet1365.xlsx"/></Relationships>
</file>

<file path=ppt/charts/_rels/chart1366.xml.rels><?xml version='1.0' encoding='UTF-8' standalone='yes'?>
<Relationships xmlns="http://schemas.openxmlformats.org/package/2006/relationships"><Relationship Id="rId1" Type="http://schemas.openxmlformats.org/officeDocument/2006/relationships/package" Target="../embeddings/Microsoft_Excel_Sheet1366.xlsx"/></Relationships>
</file>

<file path=ppt/charts/_rels/chart1367.xml.rels><?xml version='1.0' encoding='UTF-8' standalone='yes'?>
<Relationships xmlns="http://schemas.openxmlformats.org/package/2006/relationships"><Relationship Id="rId1" Type="http://schemas.openxmlformats.org/officeDocument/2006/relationships/package" Target="../embeddings/Microsoft_Excel_Sheet1367.xlsx"/></Relationships>
</file>

<file path=ppt/charts/_rels/chart1368.xml.rels><?xml version='1.0' encoding='UTF-8' standalone='yes'?>
<Relationships xmlns="http://schemas.openxmlformats.org/package/2006/relationships"><Relationship Id="rId1" Type="http://schemas.openxmlformats.org/officeDocument/2006/relationships/package" Target="../embeddings/Microsoft_Excel_Sheet1368.xlsx"/></Relationships>
</file>

<file path=ppt/charts/_rels/chart1369.xml.rels><?xml version='1.0' encoding='UTF-8' standalone='yes'?>
<Relationships xmlns="http://schemas.openxmlformats.org/package/2006/relationships"><Relationship Id="rId1" Type="http://schemas.openxmlformats.org/officeDocument/2006/relationships/package" Target="../embeddings/Microsoft_Excel_Sheet1369.xlsx"/></Relationships>
</file>

<file path=ppt/charts/_rels/chart1370.xml.rels><?xml version='1.0' encoding='UTF-8' standalone='yes'?>
<Relationships xmlns="http://schemas.openxmlformats.org/package/2006/relationships"><Relationship Id="rId1" Type="http://schemas.openxmlformats.org/officeDocument/2006/relationships/package" Target="../embeddings/Microsoft_Excel_Sheet1370.xlsx"/></Relationships>
</file>

<file path=ppt/charts/_rels/chart1371.xml.rels><?xml version='1.0' encoding='UTF-8' standalone='yes'?>
<Relationships xmlns="http://schemas.openxmlformats.org/package/2006/relationships"><Relationship Id="rId1" Type="http://schemas.openxmlformats.org/officeDocument/2006/relationships/package" Target="../embeddings/Microsoft_Excel_Sheet1371.xlsx"/></Relationships>
</file>

<file path=ppt/charts/_rels/chart1372.xml.rels><?xml version='1.0' encoding='UTF-8' standalone='yes'?>
<Relationships xmlns="http://schemas.openxmlformats.org/package/2006/relationships"><Relationship Id="rId1" Type="http://schemas.openxmlformats.org/officeDocument/2006/relationships/package" Target="../embeddings/Microsoft_Excel_Sheet1372.xlsx"/></Relationships>
</file>

<file path=ppt/charts/_rels/chart1373.xml.rels><?xml version='1.0' encoding='UTF-8' standalone='yes'?>
<Relationships xmlns="http://schemas.openxmlformats.org/package/2006/relationships"><Relationship Id="rId1" Type="http://schemas.openxmlformats.org/officeDocument/2006/relationships/package" Target="../embeddings/Microsoft_Excel_Sheet1373.xlsx"/></Relationships>
</file>

<file path=ppt/charts/_rels/chart1374.xml.rels><?xml version='1.0' encoding='UTF-8' standalone='yes'?>
<Relationships xmlns="http://schemas.openxmlformats.org/package/2006/relationships"><Relationship Id="rId1" Type="http://schemas.openxmlformats.org/officeDocument/2006/relationships/package" Target="../embeddings/Microsoft_Excel_Sheet1374.xlsx"/></Relationships>
</file>

<file path=ppt/charts/_rels/chart1375.xml.rels><?xml version='1.0' encoding='UTF-8' standalone='yes'?>
<Relationships xmlns="http://schemas.openxmlformats.org/package/2006/relationships"><Relationship Id="rId1" Type="http://schemas.openxmlformats.org/officeDocument/2006/relationships/package" Target="../embeddings/Microsoft_Excel_Sheet1375.xlsx"/></Relationships>
</file>

<file path=ppt/charts/_rels/chart1376.xml.rels><?xml version='1.0' encoding='UTF-8' standalone='yes'?>
<Relationships xmlns="http://schemas.openxmlformats.org/package/2006/relationships"><Relationship Id="rId1" Type="http://schemas.openxmlformats.org/officeDocument/2006/relationships/package" Target="../embeddings/Microsoft_Excel_Sheet1376.xlsx"/></Relationships>
</file>

<file path=ppt/charts/_rels/chart1377.xml.rels><?xml version='1.0' encoding='UTF-8' standalone='yes'?>
<Relationships xmlns="http://schemas.openxmlformats.org/package/2006/relationships"><Relationship Id="rId1" Type="http://schemas.openxmlformats.org/officeDocument/2006/relationships/package" Target="../embeddings/Microsoft_Excel_Sheet1377.xlsx"/></Relationships>
</file>

<file path=ppt/charts/_rels/chart1378.xml.rels><?xml version='1.0' encoding='UTF-8' standalone='yes'?>
<Relationships xmlns="http://schemas.openxmlformats.org/package/2006/relationships"><Relationship Id="rId1" Type="http://schemas.openxmlformats.org/officeDocument/2006/relationships/package" Target="../embeddings/Microsoft_Excel_Sheet1378.xlsx"/></Relationships>
</file>

<file path=ppt/charts/_rels/chart1379.xml.rels><?xml version='1.0' encoding='UTF-8' standalone='yes'?>
<Relationships xmlns="http://schemas.openxmlformats.org/package/2006/relationships"><Relationship Id="rId1" Type="http://schemas.openxmlformats.org/officeDocument/2006/relationships/package" Target="../embeddings/Microsoft_Excel_Sheet1379.xlsx"/></Relationships>
</file>

<file path=ppt/charts/_rels/chart1380.xml.rels><?xml version='1.0' encoding='UTF-8' standalone='yes'?>
<Relationships xmlns="http://schemas.openxmlformats.org/package/2006/relationships"><Relationship Id="rId1" Type="http://schemas.openxmlformats.org/officeDocument/2006/relationships/package" Target="../embeddings/Microsoft_Excel_Sheet1380.xlsx"/></Relationships>
</file>

<file path=ppt/charts/_rels/chart1381.xml.rels><?xml version='1.0' encoding='UTF-8' standalone='yes'?>
<Relationships xmlns="http://schemas.openxmlformats.org/package/2006/relationships"><Relationship Id="rId1" Type="http://schemas.openxmlformats.org/officeDocument/2006/relationships/package" Target="../embeddings/Microsoft_Excel_Sheet1381.xlsx"/></Relationships>
</file>

<file path=ppt/charts/_rels/chart1382.xml.rels><?xml version='1.0' encoding='UTF-8' standalone='yes'?>
<Relationships xmlns="http://schemas.openxmlformats.org/package/2006/relationships"><Relationship Id="rId1" Type="http://schemas.openxmlformats.org/officeDocument/2006/relationships/package" Target="../embeddings/Microsoft_Excel_Sheet1382.xlsx"/></Relationships>
</file>

<file path=ppt/charts/_rels/chart1383.xml.rels><?xml version='1.0' encoding='UTF-8' standalone='yes'?>
<Relationships xmlns="http://schemas.openxmlformats.org/package/2006/relationships"><Relationship Id="rId1" Type="http://schemas.openxmlformats.org/officeDocument/2006/relationships/package" Target="../embeddings/Microsoft_Excel_Sheet1383.xlsx"/></Relationships>
</file>

<file path=ppt/charts/_rels/chart1384.xml.rels><?xml version='1.0' encoding='UTF-8' standalone='yes'?>
<Relationships xmlns="http://schemas.openxmlformats.org/package/2006/relationships"><Relationship Id="rId1" Type="http://schemas.openxmlformats.org/officeDocument/2006/relationships/package" Target="../embeddings/Microsoft_Excel_Sheet1384.xlsx"/></Relationships>
</file>

<file path=ppt/charts/_rels/chart1385.xml.rels><?xml version='1.0' encoding='UTF-8' standalone='yes'?>
<Relationships xmlns="http://schemas.openxmlformats.org/package/2006/relationships"><Relationship Id="rId1" Type="http://schemas.openxmlformats.org/officeDocument/2006/relationships/package" Target="../embeddings/Microsoft_Excel_Sheet1385.xlsx"/></Relationships>
</file>

<file path=ppt/charts/_rels/chart1386.xml.rels><?xml version='1.0' encoding='UTF-8' standalone='yes'?>
<Relationships xmlns="http://schemas.openxmlformats.org/package/2006/relationships"><Relationship Id="rId1" Type="http://schemas.openxmlformats.org/officeDocument/2006/relationships/package" Target="../embeddings/Microsoft_Excel_Sheet1386.xlsx"/></Relationships>
</file>

<file path=ppt/charts/_rels/chart1387.xml.rels><?xml version='1.0' encoding='UTF-8' standalone='yes'?>
<Relationships xmlns="http://schemas.openxmlformats.org/package/2006/relationships"><Relationship Id="rId1" Type="http://schemas.openxmlformats.org/officeDocument/2006/relationships/package" Target="../embeddings/Microsoft_Excel_Sheet1387.xlsx"/></Relationships>
</file>

<file path=ppt/charts/_rels/chart1388.xml.rels><?xml version='1.0' encoding='UTF-8' standalone='yes'?>
<Relationships xmlns="http://schemas.openxmlformats.org/package/2006/relationships"><Relationship Id="rId1" Type="http://schemas.openxmlformats.org/officeDocument/2006/relationships/package" Target="../embeddings/Microsoft_Excel_Sheet1388.xlsx"/></Relationships>
</file>

<file path=ppt/charts/_rels/chart1389.xml.rels><?xml version='1.0' encoding='UTF-8' standalone='yes'?>
<Relationships xmlns="http://schemas.openxmlformats.org/package/2006/relationships"><Relationship Id="rId1" Type="http://schemas.openxmlformats.org/officeDocument/2006/relationships/package" Target="../embeddings/Microsoft_Excel_Sheet1389.xlsx"/></Relationships>
</file>

<file path=ppt/charts/_rels/chart1390.xml.rels><?xml version='1.0' encoding='UTF-8' standalone='yes'?>
<Relationships xmlns="http://schemas.openxmlformats.org/package/2006/relationships"><Relationship Id="rId1" Type="http://schemas.openxmlformats.org/officeDocument/2006/relationships/package" Target="../embeddings/Microsoft_Excel_Sheet1390.xlsx"/></Relationships>
</file>

<file path=ppt/charts/_rels/chart1391.xml.rels><?xml version='1.0' encoding='UTF-8' standalone='yes'?>
<Relationships xmlns="http://schemas.openxmlformats.org/package/2006/relationships"><Relationship Id="rId1" Type="http://schemas.openxmlformats.org/officeDocument/2006/relationships/package" Target="../embeddings/Microsoft_Excel_Sheet1391.xlsx"/></Relationships>
</file>

<file path=ppt/charts/_rels/chart1392.xml.rels><?xml version='1.0' encoding='UTF-8' standalone='yes'?>
<Relationships xmlns="http://schemas.openxmlformats.org/package/2006/relationships"><Relationship Id="rId1" Type="http://schemas.openxmlformats.org/officeDocument/2006/relationships/package" Target="../embeddings/Microsoft_Excel_Sheet1392.xlsx"/></Relationships>
</file>

<file path=ppt/charts/_rels/chart1393.xml.rels><?xml version='1.0' encoding='UTF-8' standalone='yes'?>
<Relationships xmlns="http://schemas.openxmlformats.org/package/2006/relationships"><Relationship Id="rId1" Type="http://schemas.openxmlformats.org/officeDocument/2006/relationships/package" Target="../embeddings/Microsoft_Excel_Sheet1393.xlsx"/></Relationships>
</file>

<file path=ppt/charts/_rels/chart1394.xml.rels><?xml version='1.0' encoding='UTF-8' standalone='yes'?>
<Relationships xmlns="http://schemas.openxmlformats.org/package/2006/relationships"><Relationship Id="rId1" Type="http://schemas.openxmlformats.org/officeDocument/2006/relationships/package" Target="../embeddings/Microsoft_Excel_Sheet1394.xlsx"/></Relationships>
</file>

<file path=ppt/charts/_rels/chart1395.xml.rels><?xml version='1.0' encoding='UTF-8' standalone='yes'?>
<Relationships xmlns="http://schemas.openxmlformats.org/package/2006/relationships"><Relationship Id="rId1" Type="http://schemas.openxmlformats.org/officeDocument/2006/relationships/package" Target="../embeddings/Microsoft_Excel_Sheet1395.xlsx"/></Relationships>
</file>

<file path=ppt/charts/_rels/chart1396.xml.rels><?xml version='1.0' encoding='UTF-8' standalone='yes'?>
<Relationships xmlns="http://schemas.openxmlformats.org/package/2006/relationships"><Relationship Id="rId1" Type="http://schemas.openxmlformats.org/officeDocument/2006/relationships/package" Target="../embeddings/Microsoft_Excel_Sheet1396.xlsx"/></Relationships>
</file>

<file path=ppt/charts/_rels/chart1397.xml.rels><?xml version='1.0' encoding='UTF-8' standalone='yes'?>
<Relationships xmlns="http://schemas.openxmlformats.org/package/2006/relationships"><Relationship Id="rId1" Type="http://schemas.openxmlformats.org/officeDocument/2006/relationships/package" Target="../embeddings/Microsoft_Excel_Sheet1397.xlsx"/></Relationships>
</file>

<file path=ppt/charts/_rels/chart1398.xml.rels><?xml version='1.0' encoding='UTF-8' standalone='yes'?>
<Relationships xmlns="http://schemas.openxmlformats.org/package/2006/relationships"><Relationship Id="rId1" Type="http://schemas.openxmlformats.org/officeDocument/2006/relationships/package" Target="../embeddings/Microsoft_Excel_Sheet1398.xlsx"/></Relationships>
</file>

<file path=ppt/charts/_rels/chart1399.xml.rels><?xml version='1.0' encoding='UTF-8' standalone='yes'?>
<Relationships xmlns="http://schemas.openxmlformats.org/package/2006/relationships"><Relationship Id="rId1" Type="http://schemas.openxmlformats.org/officeDocument/2006/relationships/package" Target="../embeddings/Microsoft_Excel_Sheet1399.xlsx"/></Relationships>
</file>

<file path=ppt/charts/_rels/chart1400.xml.rels><?xml version='1.0' encoding='UTF-8' standalone='yes'?>
<Relationships xmlns="http://schemas.openxmlformats.org/package/2006/relationships"><Relationship Id="rId1" Type="http://schemas.openxmlformats.org/officeDocument/2006/relationships/package" Target="../embeddings/Microsoft_Excel_Sheet1400.xlsx"/></Relationships>
</file>

<file path=ppt/charts/_rels/chart1401.xml.rels><?xml version='1.0' encoding='UTF-8' standalone='yes'?>
<Relationships xmlns="http://schemas.openxmlformats.org/package/2006/relationships"><Relationship Id="rId1" Type="http://schemas.openxmlformats.org/officeDocument/2006/relationships/package" Target="../embeddings/Microsoft_Excel_Sheet1401.xlsx"/></Relationships>
</file>

<file path=ppt/charts/_rels/chart1402.xml.rels><?xml version='1.0' encoding='UTF-8' standalone='yes'?>
<Relationships xmlns="http://schemas.openxmlformats.org/package/2006/relationships"><Relationship Id="rId1" Type="http://schemas.openxmlformats.org/officeDocument/2006/relationships/package" Target="../embeddings/Microsoft_Excel_Sheet1402.xlsx"/></Relationships>
</file>

<file path=ppt/charts/_rels/chart1403.xml.rels><?xml version='1.0' encoding='UTF-8' standalone='yes'?>
<Relationships xmlns="http://schemas.openxmlformats.org/package/2006/relationships"><Relationship Id="rId1" Type="http://schemas.openxmlformats.org/officeDocument/2006/relationships/package" Target="../embeddings/Microsoft_Excel_Sheet1403.xlsx"/></Relationships>
</file>

<file path=ppt/charts/_rels/chart1404.xml.rels><?xml version='1.0' encoding='UTF-8' standalone='yes'?>
<Relationships xmlns="http://schemas.openxmlformats.org/package/2006/relationships"><Relationship Id="rId1" Type="http://schemas.openxmlformats.org/officeDocument/2006/relationships/package" Target="../embeddings/Microsoft_Excel_Sheet1404.xlsx"/></Relationships>
</file>

<file path=ppt/charts/_rels/chart1405.xml.rels><?xml version='1.0' encoding='UTF-8' standalone='yes'?>
<Relationships xmlns="http://schemas.openxmlformats.org/package/2006/relationships"><Relationship Id="rId1" Type="http://schemas.openxmlformats.org/officeDocument/2006/relationships/package" Target="../embeddings/Microsoft_Excel_Sheet1405.xlsx"/></Relationships>
</file>

<file path=ppt/charts/_rels/chart1406.xml.rels><?xml version='1.0' encoding='UTF-8' standalone='yes'?>
<Relationships xmlns="http://schemas.openxmlformats.org/package/2006/relationships"><Relationship Id="rId1" Type="http://schemas.openxmlformats.org/officeDocument/2006/relationships/package" Target="../embeddings/Microsoft_Excel_Sheet1406.xlsx"/></Relationships>
</file>

<file path=ppt/charts/_rels/chart1407.xml.rels><?xml version='1.0' encoding='UTF-8' standalone='yes'?>
<Relationships xmlns="http://schemas.openxmlformats.org/package/2006/relationships"><Relationship Id="rId1" Type="http://schemas.openxmlformats.org/officeDocument/2006/relationships/package" Target="../embeddings/Microsoft_Excel_Sheet1407.xlsx"/></Relationships>
</file>

<file path=ppt/charts/_rels/chart1408.xml.rels><?xml version='1.0' encoding='UTF-8' standalone='yes'?>
<Relationships xmlns="http://schemas.openxmlformats.org/package/2006/relationships"><Relationship Id="rId1" Type="http://schemas.openxmlformats.org/officeDocument/2006/relationships/package" Target="../embeddings/Microsoft_Excel_Sheet1408.xlsx"/></Relationships>
</file>

<file path=ppt/charts/_rels/chart1409.xml.rels><?xml version='1.0' encoding='UTF-8' standalone='yes'?>
<Relationships xmlns="http://schemas.openxmlformats.org/package/2006/relationships"><Relationship Id="rId1" Type="http://schemas.openxmlformats.org/officeDocument/2006/relationships/package" Target="../embeddings/Microsoft_Excel_Sheet1409.xlsx"/></Relationships>
</file>

<file path=ppt/charts/_rels/chart1410.xml.rels><?xml version='1.0' encoding='UTF-8' standalone='yes'?>
<Relationships xmlns="http://schemas.openxmlformats.org/package/2006/relationships"><Relationship Id="rId1" Type="http://schemas.openxmlformats.org/officeDocument/2006/relationships/package" Target="../embeddings/Microsoft_Excel_Sheet1410.xlsx"/></Relationships>
</file>

<file path=ppt/charts/_rels/chart1411.xml.rels><?xml version='1.0' encoding='UTF-8' standalone='yes'?>
<Relationships xmlns="http://schemas.openxmlformats.org/package/2006/relationships"><Relationship Id="rId1" Type="http://schemas.openxmlformats.org/officeDocument/2006/relationships/package" Target="../embeddings/Microsoft_Excel_Sheet1411.xlsx"/></Relationships>
</file>

<file path=ppt/charts/_rels/chart1412.xml.rels><?xml version='1.0' encoding='UTF-8' standalone='yes'?>
<Relationships xmlns="http://schemas.openxmlformats.org/package/2006/relationships"><Relationship Id="rId1" Type="http://schemas.openxmlformats.org/officeDocument/2006/relationships/package" Target="../embeddings/Microsoft_Excel_Sheet1412.xlsx"/></Relationships>
</file>

<file path=ppt/charts/_rels/chart1413.xml.rels><?xml version='1.0' encoding='UTF-8' standalone='yes'?>
<Relationships xmlns="http://schemas.openxmlformats.org/package/2006/relationships"><Relationship Id="rId1" Type="http://schemas.openxmlformats.org/officeDocument/2006/relationships/package" Target="../embeddings/Microsoft_Excel_Sheet1413.xlsx"/></Relationships>
</file>

<file path=ppt/charts/_rels/chart1414.xml.rels><?xml version='1.0' encoding='UTF-8' standalone='yes'?>
<Relationships xmlns="http://schemas.openxmlformats.org/package/2006/relationships"><Relationship Id="rId1" Type="http://schemas.openxmlformats.org/officeDocument/2006/relationships/package" Target="../embeddings/Microsoft_Excel_Sheet1414.xlsx"/></Relationships>
</file>

<file path=ppt/charts/_rels/chart1415.xml.rels><?xml version='1.0' encoding='UTF-8' standalone='yes'?>
<Relationships xmlns="http://schemas.openxmlformats.org/package/2006/relationships"><Relationship Id="rId1" Type="http://schemas.openxmlformats.org/officeDocument/2006/relationships/package" Target="../embeddings/Microsoft_Excel_Sheet1415.xlsx"/></Relationships>
</file>

<file path=ppt/charts/_rels/chart1416.xml.rels><?xml version='1.0' encoding='UTF-8' standalone='yes'?>
<Relationships xmlns="http://schemas.openxmlformats.org/package/2006/relationships"><Relationship Id="rId1" Type="http://schemas.openxmlformats.org/officeDocument/2006/relationships/package" Target="../embeddings/Microsoft_Excel_Sheet1416.xlsx"/></Relationships>
</file>

<file path=ppt/charts/_rels/chart1417.xml.rels><?xml version='1.0' encoding='UTF-8' standalone='yes'?>
<Relationships xmlns="http://schemas.openxmlformats.org/package/2006/relationships"><Relationship Id="rId1" Type="http://schemas.openxmlformats.org/officeDocument/2006/relationships/package" Target="../embeddings/Microsoft_Excel_Sheet1417.xlsx"/></Relationships>
</file>

<file path=ppt/charts/_rels/chart1418.xml.rels><?xml version='1.0' encoding='UTF-8' standalone='yes'?>
<Relationships xmlns="http://schemas.openxmlformats.org/package/2006/relationships"><Relationship Id="rId1" Type="http://schemas.openxmlformats.org/officeDocument/2006/relationships/package" Target="../embeddings/Microsoft_Excel_Sheet1418.xlsx"/></Relationships>
</file>

<file path=ppt/charts/_rels/chart1419.xml.rels><?xml version='1.0' encoding='UTF-8' standalone='yes'?>
<Relationships xmlns="http://schemas.openxmlformats.org/package/2006/relationships"><Relationship Id="rId1" Type="http://schemas.openxmlformats.org/officeDocument/2006/relationships/package" Target="../embeddings/Microsoft_Excel_Sheet1419.xlsx"/></Relationships>
</file>

<file path=ppt/charts/_rels/chart1420.xml.rels><?xml version='1.0' encoding='UTF-8' standalone='yes'?>
<Relationships xmlns="http://schemas.openxmlformats.org/package/2006/relationships"><Relationship Id="rId1" Type="http://schemas.openxmlformats.org/officeDocument/2006/relationships/package" Target="../embeddings/Microsoft_Excel_Sheet1420.xlsx"/></Relationships>
</file>

<file path=ppt/charts/_rels/chart1421.xml.rels><?xml version='1.0' encoding='UTF-8' standalone='yes'?>
<Relationships xmlns="http://schemas.openxmlformats.org/package/2006/relationships"><Relationship Id="rId1" Type="http://schemas.openxmlformats.org/officeDocument/2006/relationships/package" Target="../embeddings/Microsoft_Excel_Sheet1421.xlsx"/></Relationships>
</file>

<file path=ppt/charts/_rels/chart1422.xml.rels><?xml version='1.0' encoding='UTF-8' standalone='yes'?>
<Relationships xmlns="http://schemas.openxmlformats.org/package/2006/relationships"><Relationship Id="rId1" Type="http://schemas.openxmlformats.org/officeDocument/2006/relationships/package" Target="../embeddings/Microsoft_Excel_Sheet1422.xlsx"/></Relationships>
</file>

<file path=ppt/charts/_rels/chart1423.xml.rels><?xml version='1.0' encoding='UTF-8' standalone='yes'?>
<Relationships xmlns="http://schemas.openxmlformats.org/package/2006/relationships"><Relationship Id="rId1" Type="http://schemas.openxmlformats.org/officeDocument/2006/relationships/package" Target="../embeddings/Microsoft_Excel_Sheet1423.xlsx"/></Relationships>
</file>

<file path=ppt/charts/_rels/chart1424.xml.rels><?xml version='1.0' encoding='UTF-8' standalone='yes'?>
<Relationships xmlns="http://schemas.openxmlformats.org/package/2006/relationships"><Relationship Id="rId1" Type="http://schemas.openxmlformats.org/officeDocument/2006/relationships/package" Target="../embeddings/Microsoft_Excel_Sheet1424.xlsx"/></Relationships>
</file>

<file path=ppt/charts/_rels/chart1425.xml.rels><?xml version='1.0' encoding='UTF-8' standalone='yes'?>
<Relationships xmlns="http://schemas.openxmlformats.org/package/2006/relationships"><Relationship Id="rId1" Type="http://schemas.openxmlformats.org/officeDocument/2006/relationships/package" Target="../embeddings/Microsoft_Excel_Sheet1425.xlsx"/></Relationships>
</file>

<file path=ppt/charts/_rels/chart1426.xml.rels><?xml version='1.0' encoding='UTF-8' standalone='yes'?>
<Relationships xmlns="http://schemas.openxmlformats.org/package/2006/relationships"><Relationship Id="rId1" Type="http://schemas.openxmlformats.org/officeDocument/2006/relationships/package" Target="../embeddings/Microsoft_Excel_Sheet1426.xlsx"/></Relationships>
</file>

<file path=ppt/charts/_rels/chart1427.xml.rels><?xml version='1.0' encoding='UTF-8' standalone='yes'?>
<Relationships xmlns="http://schemas.openxmlformats.org/package/2006/relationships"><Relationship Id="rId1" Type="http://schemas.openxmlformats.org/officeDocument/2006/relationships/package" Target="../embeddings/Microsoft_Excel_Sheet1427.xlsx"/></Relationships>
</file>

<file path=ppt/charts/_rels/chart1428.xml.rels><?xml version='1.0' encoding='UTF-8' standalone='yes'?>
<Relationships xmlns="http://schemas.openxmlformats.org/package/2006/relationships"><Relationship Id="rId1" Type="http://schemas.openxmlformats.org/officeDocument/2006/relationships/package" Target="../embeddings/Microsoft_Excel_Sheet1428.xlsx"/></Relationships>
</file>

<file path=ppt/charts/_rels/chart1429.xml.rels><?xml version='1.0' encoding='UTF-8' standalone='yes'?>
<Relationships xmlns="http://schemas.openxmlformats.org/package/2006/relationships"><Relationship Id="rId1" Type="http://schemas.openxmlformats.org/officeDocument/2006/relationships/package" Target="../embeddings/Microsoft_Excel_Sheet1429.xlsx"/></Relationships>
</file>

<file path=ppt/charts/_rels/chart1430.xml.rels><?xml version='1.0' encoding='UTF-8' standalone='yes'?>
<Relationships xmlns="http://schemas.openxmlformats.org/package/2006/relationships"><Relationship Id="rId1" Type="http://schemas.openxmlformats.org/officeDocument/2006/relationships/package" Target="../embeddings/Microsoft_Excel_Sheet1430.xlsx"/></Relationships>
</file>

<file path=ppt/charts/_rels/chart1431.xml.rels><?xml version='1.0' encoding='UTF-8' standalone='yes'?>
<Relationships xmlns="http://schemas.openxmlformats.org/package/2006/relationships"><Relationship Id="rId1" Type="http://schemas.openxmlformats.org/officeDocument/2006/relationships/package" Target="../embeddings/Microsoft_Excel_Sheet1431.xlsx"/></Relationships>
</file>

<file path=ppt/charts/_rels/chart1432.xml.rels><?xml version='1.0' encoding='UTF-8' standalone='yes'?>
<Relationships xmlns="http://schemas.openxmlformats.org/package/2006/relationships"><Relationship Id="rId1" Type="http://schemas.openxmlformats.org/officeDocument/2006/relationships/package" Target="../embeddings/Microsoft_Excel_Sheet1432.xlsx"/></Relationships>
</file>

<file path=ppt/charts/_rels/chart1433.xml.rels><?xml version='1.0' encoding='UTF-8' standalone='yes'?>
<Relationships xmlns="http://schemas.openxmlformats.org/package/2006/relationships"><Relationship Id="rId1" Type="http://schemas.openxmlformats.org/officeDocument/2006/relationships/package" Target="../embeddings/Microsoft_Excel_Sheet1433.xlsx"/></Relationships>
</file>

<file path=ppt/charts/_rels/chart1434.xml.rels><?xml version='1.0' encoding='UTF-8' standalone='yes'?>
<Relationships xmlns="http://schemas.openxmlformats.org/package/2006/relationships"><Relationship Id="rId1" Type="http://schemas.openxmlformats.org/officeDocument/2006/relationships/package" Target="../embeddings/Microsoft_Excel_Sheet1434.xlsx"/></Relationships>
</file>

<file path=ppt/charts/_rels/chart1435.xml.rels><?xml version='1.0' encoding='UTF-8' standalone='yes'?>
<Relationships xmlns="http://schemas.openxmlformats.org/package/2006/relationships"><Relationship Id="rId1" Type="http://schemas.openxmlformats.org/officeDocument/2006/relationships/package" Target="../embeddings/Microsoft_Excel_Sheet1435.xlsx"/></Relationships>
</file>

<file path=ppt/charts/_rels/chart1436.xml.rels><?xml version='1.0' encoding='UTF-8' standalone='yes'?>
<Relationships xmlns="http://schemas.openxmlformats.org/package/2006/relationships"><Relationship Id="rId1" Type="http://schemas.openxmlformats.org/officeDocument/2006/relationships/package" Target="../embeddings/Microsoft_Excel_Sheet1436.xlsx"/></Relationships>
</file>

<file path=ppt/charts/_rels/chart1437.xml.rels><?xml version='1.0' encoding='UTF-8' standalone='yes'?>
<Relationships xmlns="http://schemas.openxmlformats.org/package/2006/relationships"><Relationship Id="rId1" Type="http://schemas.openxmlformats.org/officeDocument/2006/relationships/package" Target="../embeddings/Microsoft_Excel_Sheet1437.xlsx"/></Relationships>
</file>

<file path=ppt/charts/_rels/chart1438.xml.rels><?xml version='1.0' encoding='UTF-8' standalone='yes'?>
<Relationships xmlns="http://schemas.openxmlformats.org/package/2006/relationships"><Relationship Id="rId1" Type="http://schemas.openxmlformats.org/officeDocument/2006/relationships/package" Target="../embeddings/Microsoft_Excel_Sheet1438.xlsx"/></Relationships>
</file>

<file path=ppt/charts/_rels/chart1439.xml.rels><?xml version='1.0' encoding='UTF-8' standalone='yes'?>
<Relationships xmlns="http://schemas.openxmlformats.org/package/2006/relationships"><Relationship Id="rId1" Type="http://schemas.openxmlformats.org/officeDocument/2006/relationships/package" Target="../embeddings/Microsoft_Excel_Sheet1439.xlsx"/></Relationships>
</file>

<file path=ppt/charts/_rels/chart1440.xml.rels><?xml version='1.0' encoding='UTF-8' standalone='yes'?>
<Relationships xmlns="http://schemas.openxmlformats.org/package/2006/relationships"><Relationship Id="rId1" Type="http://schemas.openxmlformats.org/officeDocument/2006/relationships/package" Target="../embeddings/Microsoft_Excel_Sheet1440.xlsx"/></Relationships>
</file>

<file path=ppt/charts/_rels/chart1441.xml.rels><?xml version='1.0' encoding='UTF-8' standalone='yes'?>
<Relationships xmlns="http://schemas.openxmlformats.org/package/2006/relationships"><Relationship Id="rId1" Type="http://schemas.openxmlformats.org/officeDocument/2006/relationships/package" Target="../embeddings/Microsoft_Excel_Sheet1441.xlsx"/></Relationships>
</file>

<file path=ppt/charts/_rels/chart1442.xml.rels><?xml version='1.0' encoding='UTF-8' standalone='yes'?>
<Relationships xmlns="http://schemas.openxmlformats.org/package/2006/relationships"><Relationship Id="rId1" Type="http://schemas.openxmlformats.org/officeDocument/2006/relationships/package" Target="../embeddings/Microsoft_Excel_Sheet1442.xlsx"/></Relationships>
</file>

<file path=ppt/charts/_rels/chart1443.xml.rels><?xml version='1.0' encoding='UTF-8' standalone='yes'?>
<Relationships xmlns="http://schemas.openxmlformats.org/package/2006/relationships"><Relationship Id="rId1" Type="http://schemas.openxmlformats.org/officeDocument/2006/relationships/package" Target="../embeddings/Microsoft_Excel_Sheet1443.xlsx"/></Relationships>
</file>

<file path=ppt/charts/_rels/chart1444.xml.rels><?xml version='1.0' encoding='UTF-8' standalone='yes'?>
<Relationships xmlns="http://schemas.openxmlformats.org/package/2006/relationships"><Relationship Id="rId1" Type="http://schemas.openxmlformats.org/officeDocument/2006/relationships/package" Target="../embeddings/Microsoft_Excel_Sheet1444.xlsx"/></Relationships>
</file>

<file path=ppt/charts/_rels/chart1445.xml.rels><?xml version='1.0' encoding='UTF-8' standalone='yes'?>
<Relationships xmlns="http://schemas.openxmlformats.org/package/2006/relationships"><Relationship Id="rId1" Type="http://schemas.openxmlformats.org/officeDocument/2006/relationships/package" Target="../embeddings/Microsoft_Excel_Sheet1445.xlsx"/></Relationships>
</file>

<file path=ppt/charts/_rels/chart1446.xml.rels><?xml version='1.0' encoding='UTF-8' standalone='yes'?>
<Relationships xmlns="http://schemas.openxmlformats.org/package/2006/relationships"><Relationship Id="rId1" Type="http://schemas.openxmlformats.org/officeDocument/2006/relationships/package" Target="../embeddings/Microsoft_Excel_Sheet1446.xlsx"/></Relationships>
</file>

<file path=ppt/charts/_rels/chart1447.xml.rels><?xml version='1.0' encoding='UTF-8' standalone='yes'?>
<Relationships xmlns="http://schemas.openxmlformats.org/package/2006/relationships"><Relationship Id="rId1" Type="http://schemas.openxmlformats.org/officeDocument/2006/relationships/package" Target="../embeddings/Microsoft_Excel_Sheet1447.xlsx"/></Relationships>
</file>

<file path=ppt/charts/_rels/chart1448.xml.rels><?xml version='1.0' encoding='UTF-8' standalone='yes'?>
<Relationships xmlns="http://schemas.openxmlformats.org/package/2006/relationships"><Relationship Id="rId1" Type="http://schemas.openxmlformats.org/officeDocument/2006/relationships/package" Target="../embeddings/Microsoft_Excel_Sheet1448.xlsx"/></Relationships>
</file>

<file path=ppt/charts/_rels/chart1449.xml.rels><?xml version='1.0' encoding='UTF-8' standalone='yes'?>
<Relationships xmlns="http://schemas.openxmlformats.org/package/2006/relationships"><Relationship Id="rId1" Type="http://schemas.openxmlformats.org/officeDocument/2006/relationships/package" Target="../embeddings/Microsoft_Excel_Sheet1449.xlsx"/></Relationships>
</file>

<file path=ppt/charts/_rels/chart1450.xml.rels><?xml version='1.0' encoding='UTF-8' standalone='yes'?>
<Relationships xmlns="http://schemas.openxmlformats.org/package/2006/relationships"><Relationship Id="rId1" Type="http://schemas.openxmlformats.org/officeDocument/2006/relationships/package" Target="../embeddings/Microsoft_Excel_Sheet1450.xlsx"/></Relationships>
</file>

<file path=ppt/charts/_rels/chart1451.xml.rels><?xml version='1.0' encoding='UTF-8' standalone='yes'?>
<Relationships xmlns="http://schemas.openxmlformats.org/package/2006/relationships"><Relationship Id="rId1" Type="http://schemas.openxmlformats.org/officeDocument/2006/relationships/package" Target="../embeddings/Microsoft_Excel_Sheet1451.xlsx"/></Relationships>
</file>

<file path=ppt/charts/_rels/chart1452.xml.rels><?xml version='1.0' encoding='UTF-8' standalone='yes'?>
<Relationships xmlns="http://schemas.openxmlformats.org/package/2006/relationships"><Relationship Id="rId1" Type="http://schemas.openxmlformats.org/officeDocument/2006/relationships/package" Target="../embeddings/Microsoft_Excel_Sheet1452.xlsx"/></Relationships>
</file>

<file path=ppt/charts/_rels/chart1453.xml.rels><?xml version='1.0' encoding='UTF-8' standalone='yes'?>
<Relationships xmlns="http://schemas.openxmlformats.org/package/2006/relationships"><Relationship Id="rId1" Type="http://schemas.openxmlformats.org/officeDocument/2006/relationships/package" Target="../embeddings/Microsoft_Excel_Sheet1453.xlsx"/></Relationships>
</file>

<file path=ppt/charts/_rels/chart1454.xml.rels><?xml version='1.0' encoding='UTF-8' standalone='yes'?>
<Relationships xmlns="http://schemas.openxmlformats.org/package/2006/relationships"><Relationship Id="rId1" Type="http://schemas.openxmlformats.org/officeDocument/2006/relationships/package" Target="../embeddings/Microsoft_Excel_Sheet1454.xlsx"/></Relationships>
</file>

<file path=ppt/charts/_rels/chart1455.xml.rels><?xml version='1.0' encoding='UTF-8' standalone='yes'?>
<Relationships xmlns="http://schemas.openxmlformats.org/package/2006/relationships"><Relationship Id="rId1" Type="http://schemas.openxmlformats.org/officeDocument/2006/relationships/package" Target="../embeddings/Microsoft_Excel_Sheet1455.xlsx"/></Relationships>
</file>

<file path=ppt/charts/_rels/chart1456.xml.rels><?xml version='1.0' encoding='UTF-8' standalone='yes'?>
<Relationships xmlns="http://schemas.openxmlformats.org/package/2006/relationships"><Relationship Id="rId1" Type="http://schemas.openxmlformats.org/officeDocument/2006/relationships/package" Target="../embeddings/Microsoft_Excel_Sheet1456.xlsx"/></Relationships>
</file>

<file path=ppt/charts/_rels/chart1457.xml.rels><?xml version='1.0' encoding='UTF-8' standalone='yes'?>
<Relationships xmlns="http://schemas.openxmlformats.org/package/2006/relationships"><Relationship Id="rId1" Type="http://schemas.openxmlformats.org/officeDocument/2006/relationships/package" Target="../embeddings/Microsoft_Excel_Sheet1457.xlsx"/></Relationships>
</file>

<file path=ppt/charts/_rels/chart1458.xml.rels><?xml version='1.0' encoding='UTF-8' standalone='yes'?>
<Relationships xmlns="http://schemas.openxmlformats.org/package/2006/relationships"><Relationship Id="rId1" Type="http://schemas.openxmlformats.org/officeDocument/2006/relationships/package" Target="../embeddings/Microsoft_Excel_Sheet1458.xlsx"/></Relationships>
</file>

<file path=ppt/charts/_rels/chart1459.xml.rels><?xml version='1.0' encoding='UTF-8' standalone='yes'?>
<Relationships xmlns="http://schemas.openxmlformats.org/package/2006/relationships"><Relationship Id="rId1" Type="http://schemas.openxmlformats.org/officeDocument/2006/relationships/package" Target="../embeddings/Microsoft_Excel_Sheet1459.xlsx"/></Relationships>
</file>

<file path=ppt/charts/_rels/chart1460.xml.rels><?xml version='1.0' encoding='UTF-8' standalone='yes'?>
<Relationships xmlns="http://schemas.openxmlformats.org/package/2006/relationships"><Relationship Id="rId1" Type="http://schemas.openxmlformats.org/officeDocument/2006/relationships/package" Target="../embeddings/Microsoft_Excel_Sheet1460.xlsx"/></Relationships>
</file>

<file path=ppt/charts/_rels/chart1461.xml.rels><?xml version='1.0' encoding='UTF-8' standalone='yes'?>
<Relationships xmlns="http://schemas.openxmlformats.org/package/2006/relationships"><Relationship Id="rId1" Type="http://schemas.openxmlformats.org/officeDocument/2006/relationships/package" Target="../embeddings/Microsoft_Excel_Sheet1461.xlsx"/></Relationships>
</file>

<file path=ppt/charts/_rels/chart1462.xml.rels><?xml version='1.0' encoding='UTF-8' standalone='yes'?>
<Relationships xmlns="http://schemas.openxmlformats.org/package/2006/relationships"><Relationship Id="rId1" Type="http://schemas.openxmlformats.org/officeDocument/2006/relationships/package" Target="../embeddings/Microsoft_Excel_Sheet1462.xlsx"/></Relationships>
</file>

<file path=ppt/charts/_rels/chart1463.xml.rels><?xml version='1.0' encoding='UTF-8' standalone='yes'?>
<Relationships xmlns="http://schemas.openxmlformats.org/package/2006/relationships"><Relationship Id="rId1" Type="http://schemas.openxmlformats.org/officeDocument/2006/relationships/package" Target="../embeddings/Microsoft_Excel_Sheet1463.xlsx"/></Relationships>
</file>

<file path=ppt/charts/_rels/chart1464.xml.rels><?xml version='1.0' encoding='UTF-8' standalone='yes'?>
<Relationships xmlns="http://schemas.openxmlformats.org/package/2006/relationships"><Relationship Id="rId1" Type="http://schemas.openxmlformats.org/officeDocument/2006/relationships/package" Target="../embeddings/Microsoft_Excel_Sheet1464.xlsx"/></Relationships>
</file>

<file path=ppt/charts/_rels/chart1465.xml.rels><?xml version='1.0' encoding='UTF-8' standalone='yes'?>
<Relationships xmlns="http://schemas.openxmlformats.org/package/2006/relationships"><Relationship Id="rId1" Type="http://schemas.openxmlformats.org/officeDocument/2006/relationships/package" Target="../embeddings/Microsoft_Excel_Sheet1465.xlsx"/></Relationships>
</file>

<file path=ppt/charts/_rels/chart1466.xml.rels><?xml version='1.0' encoding='UTF-8' standalone='yes'?>
<Relationships xmlns="http://schemas.openxmlformats.org/package/2006/relationships"><Relationship Id="rId1" Type="http://schemas.openxmlformats.org/officeDocument/2006/relationships/package" Target="../embeddings/Microsoft_Excel_Sheet1466.xlsx"/></Relationships>
</file>

<file path=ppt/charts/_rels/chart1467.xml.rels><?xml version='1.0' encoding='UTF-8' standalone='yes'?>
<Relationships xmlns="http://schemas.openxmlformats.org/package/2006/relationships"><Relationship Id="rId1" Type="http://schemas.openxmlformats.org/officeDocument/2006/relationships/package" Target="../embeddings/Microsoft_Excel_Sheet1467.xlsx"/></Relationships>
</file>

<file path=ppt/charts/_rels/chart1468.xml.rels><?xml version='1.0' encoding='UTF-8' standalone='yes'?>
<Relationships xmlns="http://schemas.openxmlformats.org/package/2006/relationships"><Relationship Id="rId1" Type="http://schemas.openxmlformats.org/officeDocument/2006/relationships/package" Target="../embeddings/Microsoft_Excel_Sheet1468.xlsx"/></Relationships>
</file>

<file path=ppt/charts/_rels/chart1469.xml.rels><?xml version='1.0' encoding='UTF-8' standalone='yes'?>
<Relationships xmlns="http://schemas.openxmlformats.org/package/2006/relationships"><Relationship Id="rId1" Type="http://schemas.openxmlformats.org/officeDocument/2006/relationships/package" Target="../embeddings/Microsoft_Excel_Sheet1469.xlsx"/></Relationships>
</file>

<file path=ppt/charts/_rels/chart1470.xml.rels><?xml version='1.0' encoding='UTF-8' standalone='yes'?>
<Relationships xmlns="http://schemas.openxmlformats.org/package/2006/relationships"><Relationship Id="rId1" Type="http://schemas.openxmlformats.org/officeDocument/2006/relationships/package" Target="../embeddings/Microsoft_Excel_Sheet1470.xlsx"/></Relationships>
</file>

<file path=ppt/charts/_rels/chart1471.xml.rels><?xml version='1.0' encoding='UTF-8' standalone='yes'?>
<Relationships xmlns="http://schemas.openxmlformats.org/package/2006/relationships"><Relationship Id="rId1" Type="http://schemas.openxmlformats.org/officeDocument/2006/relationships/package" Target="../embeddings/Microsoft_Excel_Sheet1471.xlsx"/></Relationships>
</file>

<file path=ppt/charts/_rels/chart1472.xml.rels><?xml version='1.0' encoding='UTF-8' standalone='yes'?>
<Relationships xmlns="http://schemas.openxmlformats.org/package/2006/relationships"><Relationship Id="rId1" Type="http://schemas.openxmlformats.org/officeDocument/2006/relationships/package" Target="../embeddings/Microsoft_Excel_Sheet1472.xlsx"/></Relationships>
</file>

<file path=ppt/charts/_rels/chart1473.xml.rels><?xml version='1.0' encoding='UTF-8' standalone='yes'?>
<Relationships xmlns="http://schemas.openxmlformats.org/package/2006/relationships"><Relationship Id="rId1" Type="http://schemas.openxmlformats.org/officeDocument/2006/relationships/package" Target="../embeddings/Microsoft_Excel_Sheet1473.xlsx"/></Relationships>
</file>

<file path=ppt/charts/_rels/chart1474.xml.rels><?xml version='1.0' encoding='UTF-8' standalone='yes'?>
<Relationships xmlns="http://schemas.openxmlformats.org/package/2006/relationships"><Relationship Id="rId1" Type="http://schemas.openxmlformats.org/officeDocument/2006/relationships/package" Target="../embeddings/Microsoft_Excel_Sheet1474.xlsx"/></Relationships>
</file>

<file path=ppt/charts/_rels/chart1475.xml.rels><?xml version='1.0' encoding='UTF-8' standalone='yes'?>
<Relationships xmlns="http://schemas.openxmlformats.org/package/2006/relationships"><Relationship Id="rId1" Type="http://schemas.openxmlformats.org/officeDocument/2006/relationships/package" Target="../embeddings/Microsoft_Excel_Sheet1475.xlsx"/></Relationships>
</file>

<file path=ppt/charts/_rels/chart1476.xml.rels><?xml version='1.0' encoding='UTF-8' standalone='yes'?>
<Relationships xmlns="http://schemas.openxmlformats.org/package/2006/relationships"><Relationship Id="rId1" Type="http://schemas.openxmlformats.org/officeDocument/2006/relationships/package" Target="../embeddings/Microsoft_Excel_Sheet1476.xlsx"/></Relationships>
</file>

<file path=ppt/charts/_rels/chart1477.xml.rels><?xml version='1.0' encoding='UTF-8' standalone='yes'?>
<Relationships xmlns="http://schemas.openxmlformats.org/package/2006/relationships"><Relationship Id="rId1" Type="http://schemas.openxmlformats.org/officeDocument/2006/relationships/package" Target="../embeddings/Microsoft_Excel_Sheet1477.xlsx"/></Relationships>
</file>

<file path=ppt/charts/_rels/chart1478.xml.rels><?xml version='1.0' encoding='UTF-8' standalone='yes'?>
<Relationships xmlns="http://schemas.openxmlformats.org/package/2006/relationships"><Relationship Id="rId1" Type="http://schemas.openxmlformats.org/officeDocument/2006/relationships/package" Target="../embeddings/Microsoft_Excel_Sheet1478.xlsx"/></Relationships>
</file>

<file path=ppt/charts/_rels/chart1479.xml.rels><?xml version='1.0' encoding='UTF-8' standalone='yes'?>
<Relationships xmlns="http://schemas.openxmlformats.org/package/2006/relationships"><Relationship Id="rId1" Type="http://schemas.openxmlformats.org/officeDocument/2006/relationships/package" Target="../embeddings/Microsoft_Excel_Sheet1479.xlsx"/></Relationships>
</file>

<file path=ppt/charts/_rels/chart1480.xml.rels><?xml version='1.0' encoding='UTF-8' standalone='yes'?>
<Relationships xmlns="http://schemas.openxmlformats.org/package/2006/relationships"><Relationship Id="rId1" Type="http://schemas.openxmlformats.org/officeDocument/2006/relationships/package" Target="../embeddings/Microsoft_Excel_Sheet1480.xlsx"/></Relationships>
</file>

<file path=ppt/charts/_rels/chart1481.xml.rels><?xml version='1.0' encoding='UTF-8' standalone='yes'?>
<Relationships xmlns="http://schemas.openxmlformats.org/package/2006/relationships"><Relationship Id="rId1" Type="http://schemas.openxmlformats.org/officeDocument/2006/relationships/package" Target="../embeddings/Microsoft_Excel_Sheet1481.xlsx"/></Relationships>
</file>

<file path=ppt/charts/_rels/chart1482.xml.rels><?xml version='1.0' encoding='UTF-8' standalone='yes'?>
<Relationships xmlns="http://schemas.openxmlformats.org/package/2006/relationships"><Relationship Id="rId1" Type="http://schemas.openxmlformats.org/officeDocument/2006/relationships/package" Target="../embeddings/Microsoft_Excel_Sheet1482.xlsx"/></Relationships>
</file>

<file path=ppt/charts/_rels/chart1483.xml.rels><?xml version='1.0' encoding='UTF-8' standalone='yes'?>
<Relationships xmlns="http://schemas.openxmlformats.org/package/2006/relationships"><Relationship Id="rId1" Type="http://schemas.openxmlformats.org/officeDocument/2006/relationships/package" Target="../embeddings/Microsoft_Excel_Sheet1483.xlsx"/></Relationships>
</file>

<file path=ppt/charts/_rels/chart1484.xml.rels><?xml version='1.0' encoding='UTF-8' standalone='yes'?>
<Relationships xmlns="http://schemas.openxmlformats.org/package/2006/relationships"><Relationship Id="rId1" Type="http://schemas.openxmlformats.org/officeDocument/2006/relationships/package" Target="../embeddings/Microsoft_Excel_Sheet1484.xlsx"/></Relationships>
</file>

<file path=ppt/charts/_rels/chart1485.xml.rels><?xml version='1.0' encoding='UTF-8' standalone='yes'?>
<Relationships xmlns="http://schemas.openxmlformats.org/package/2006/relationships"><Relationship Id="rId1" Type="http://schemas.openxmlformats.org/officeDocument/2006/relationships/package" Target="../embeddings/Microsoft_Excel_Sheet1485.xlsx"/></Relationships>
</file>

<file path=ppt/charts/_rels/chart1486.xml.rels><?xml version='1.0' encoding='UTF-8' standalone='yes'?>
<Relationships xmlns="http://schemas.openxmlformats.org/package/2006/relationships"><Relationship Id="rId1" Type="http://schemas.openxmlformats.org/officeDocument/2006/relationships/package" Target="../embeddings/Microsoft_Excel_Sheet1486.xlsx"/></Relationships>
</file>

<file path=ppt/charts/_rels/chart1487.xml.rels><?xml version='1.0' encoding='UTF-8' standalone='yes'?>
<Relationships xmlns="http://schemas.openxmlformats.org/package/2006/relationships"><Relationship Id="rId1" Type="http://schemas.openxmlformats.org/officeDocument/2006/relationships/package" Target="../embeddings/Microsoft_Excel_Sheet1487.xlsx"/></Relationships>
</file>

<file path=ppt/charts/_rels/chart1488.xml.rels><?xml version='1.0' encoding='UTF-8' standalone='yes'?>
<Relationships xmlns="http://schemas.openxmlformats.org/package/2006/relationships"><Relationship Id="rId1" Type="http://schemas.openxmlformats.org/officeDocument/2006/relationships/package" Target="../embeddings/Microsoft_Excel_Sheet1488.xlsx"/></Relationships>
</file>

<file path=ppt/charts/_rels/chart1489.xml.rels><?xml version='1.0' encoding='UTF-8' standalone='yes'?>
<Relationships xmlns="http://schemas.openxmlformats.org/package/2006/relationships"><Relationship Id="rId1" Type="http://schemas.openxmlformats.org/officeDocument/2006/relationships/package" Target="../embeddings/Microsoft_Excel_Sheet1489.xlsx"/></Relationships>
</file>

<file path=ppt/charts/_rels/chart1490.xml.rels><?xml version='1.0' encoding='UTF-8' standalone='yes'?>
<Relationships xmlns="http://schemas.openxmlformats.org/package/2006/relationships"><Relationship Id="rId1" Type="http://schemas.openxmlformats.org/officeDocument/2006/relationships/package" Target="../embeddings/Microsoft_Excel_Sheet1490.xlsx"/></Relationships>
</file>

<file path=ppt/charts/_rels/chart1491.xml.rels><?xml version='1.0' encoding='UTF-8' standalone='yes'?>
<Relationships xmlns="http://schemas.openxmlformats.org/package/2006/relationships"><Relationship Id="rId1" Type="http://schemas.openxmlformats.org/officeDocument/2006/relationships/package" Target="../embeddings/Microsoft_Excel_Sheet1491.xlsx"/></Relationships>
</file>

<file path=ppt/charts/_rels/chart1492.xml.rels><?xml version='1.0' encoding='UTF-8' standalone='yes'?>
<Relationships xmlns="http://schemas.openxmlformats.org/package/2006/relationships"><Relationship Id="rId1" Type="http://schemas.openxmlformats.org/officeDocument/2006/relationships/package" Target="../embeddings/Microsoft_Excel_Sheet1492.xlsx"/></Relationships>
</file>

<file path=ppt/charts/_rels/chart1493.xml.rels><?xml version='1.0' encoding='UTF-8' standalone='yes'?>
<Relationships xmlns="http://schemas.openxmlformats.org/package/2006/relationships"><Relationship Id="rId1" Type="http://schemas.openxmlformats.org/officeDocument/2006/relationships/package" Target="../embeddings/Microsoft_Excel_Sheet1493.xlsx"/></Relationships>
</file>

<file path=ppt/charts/_rels/chart1494.xml.rels><?xml version='1.0' encoding='UTF-8' standalone='yes'?>
<Relationships xmlns="http://schemas.openxmlformats.org/package/2006/relationships"><Relationship Id="rId1" Type="http://schemas.openxmlformats.org/officeDocument/2006/relationships/package" Target="../embeddings/Microsoft_Excel_Sheet1494.xlsx"/></Relationships>
</file>

<file path=ppt/charts/_rels/chart1495.xml.rels><?xml version='1.0' encoding='UTF-8' standalone='yes'?>
<Relationships xmlns="http://schemas.openxmlformats.org/package/2006/relationships"><Relationship Id="rId1" Type="http://schemas.openxmlformats.org/officeDocument/2006/relationships/package" Target="../embeddings/Microsoft_Excel_Sheet1495.xlsx"/></Relationships>
</file>

<file path=ppt/charts/_rels/chart1496.xml.rels><?xml version='1.0' encoding='UTF-8' standalone='yes'?>
<Relationships xmlns="http://schemas.openxmlformats.org/package/2006/relationships"><Relationship Id="rId1" Type="http://schemas.openxmlformats.org/officeDocument/2006/relationships/package" Target="../embeddings/Microsoft_Excel_Sheet1496.xlsx"/></Relationships>
</file>

<file path=ppt/charts/_rels/chart1497.xml.rels><?xml version='1.0' encoding='UTF-8' standalone='yes'?>
<Relationships xmlns="http://schemas.openxmlformats.org/package/2006/relationships"><Relationship Id="rId1" Type="http://schemas.openxmlformats.org/officeDocument/2006/relationships/package" Target="../embeddings/Microsoft_Excel_Sheet1497.xlsx"/></Relationships>
</file>

<file path=ppt/charts/_rels/chart1498.xml.rels><?xml version='1.0' encoding='UTF-8' standalone='yes'?>
<Relationships xmlns="http://schemas.openxmlformats.org/package/2006/relationships"><Relationship Id="rId1" Type="http://schemas.openxmlformats.org/officeDocument/2006/relationships/package" Target="../embeddings/Microsoft_Excel_Sheet1498.xlsx"/></Relationships>
</file>

<file path=ppt/charts/_rels/chart1499.xml.rels><?xml version='1.0' encoding='UTF-8' standalone='yes'?>
<Relationships xmlns="http://schemas.openxmlformats.org/package/2006/relationships"><Relationship Id="rId1" Type="http://schemas.openxmlformats.org/officeDocument/2006/relationships/package" Target="../embeddings/Microsoft_Excel_Sheet1499.xlsx"/></Relationships>
</file>

<file path=ppt/charts/_rels/chart1500.xml.rels><?xml version='1.0' encoding='UTF-8' standalone='yes'?>
<Relationships xmlns="http://schemas.openxmlformats.org/package/2006/relationships"><Relationship Id="rId1" Type="http://schemas.openxmlformats.org/officeDocument/2006/relationships/package" Target="../embeddings/Microsoft_Excel_Sheet1500.xlsx"/></Relationships>
</file>

<file path=ppt/charts/_rels/chart1501.xml.rels><?xml version='1.0' encoding='UTF-8' standalone='yes'?>
<Relationships xmlns="http://schemas.openxmlformats.org/package/2006/relationships"><Relationship Id="rId1" Type="http://schemas.openxmlformats.org/officeDocument/2006/relationships/package" Target="../embeddings/Microsoft_Excel_Sheet1501.xlsx"/></Relationships>
</file>

<file path=ppt/charts/_rels/chart1502.xml.rels><?xml version='1.0' encoding='UTF-8' standalone='yes'?>
<Relationships xmlns="http://schemas.openxmlformats.org/package/2006/relationships"><Relationship Id="rId1" Type="http://schemas.openxmlformats.org/officeDocument/2006/relationships/package" Target="../embeddings/Microsoft_Excel_Sheet1502.xlsx"/></Relationships>
</file>

<file path=ppt/charts/_rels/chart1503.xml.rels><?xml version='1.0' encoding='UTF-8' standalone='yes'?>
<Relationships xmlns="http://schemas.openxmlformats.org/package/2006/relationships"><Relationship Id="rId1" Type="http://schemas.openxmlformats.org/officeDocument/2006/relationships/package" Target="../embeddings/Microsoft_Excel_Sheet1503.xlsx"/></Relationships>
</file>

<file path=ppt/charts/_rels/chart1504.xml.rels><?xml version='1.0' encoding='UTF-8' standalone='yes'?>
<Relationships xmlns="http://schemas.openxmlformats.org/package/2006/relationships"><Relationship Id="rId1" Type="http://schemas.openxmlformats.org/officeDocument/2006/relationships/package" Target="../embeddings/Microsoft_Excel_Sheet1504.xlsx"/></Relationships>
</file>

<file path=ppt/charts/_rels/chart1505.xml.rels><?xml version='1.0' encoding='UTF-8' standalone='yes'?>
<Relationships xmlns="http://schemas.openxmlformats.org/package/2006/relationships"><Relationship Id="rId1" Type="http://schemas.openxmlformats.org/officeDocument/2006/relationships/package" Target="../embeddings/Microsoft_Excel_Sheet1505.xlsx"/></Relationships>
</file>

<file path=ppt/charts/_rels/chart1506.xml.rels><?xml version='1.0' encoding='UTF-8' standalone='yes'?>
<Relationships xmlns="http://schemas.openxmlformats.org/package/2006/relationships"><Relationship Id="rId1" Type="http://schemas.openxmlformats.org/officeDocument/2006/relationships/package" Target="../embeddings/Microsoft_Excel_Sheet1506.xlsx"/></Relationships>
</file>

<file path=ppt/charts/_rels/chart1507.xml.rels><?xml version='1.0' encoding='UTF-8' standalone='yes'?>
<Relationships xmlns="http://schemas.openxmlformats.org/package/2006/relationships"><Relationship Id="rId1" Type="http://schemas.openxmlformats.org/officeDocument/2006/relationships/package" Target="../embeddings/Microsoft_Excel_Sheet1507.xlsx"/></Relationships>
</file>

<file path=ppt/charts/_rels/chart1508.xml.rels><?xml version='1.0' encoding='UTF-8' standalone='yes'?>
<Relationships xmlns="http://schemas.openxmlformats.org/package/2006/relationships"><Relationship Id="rId1" Type="http://schemas.openxmlformats.org/officeDocument/2006/relationships/package" Target="../embeddings/Microsoft_Excel_Sheet1508.xlsx"/></Relationships>
</file>

<file path=ppt/charts/_rels/chart1509.xml.rels><?xml version='1.0' encoding='UTF-8' standalone='yes'?>
<Relationships xmlns="http://schemas.openxmlformats.org/package/2006/relationships"><Relationship Id="rId1" Type="http://schemas.openxmlformats.org/officeDocument/2006/relationships/package" Target="../embeddings/Microsoft_Excel_Sheet1509.xlsx"/></Relationships>
</file>

<file path=ppt/charts/_rels/chart1510.xml.rels><?xml version='1.0' encoding='UTF-8' standalone='yes'?>
<Relationships xmlns="http://schemas.openxmlformats.org/package/2006/relationships"><Relationship Id="rId1" Type="http://schemas.openxmlformats.org/officeDocument/2006/relationships/package" Target="../embeddings/Microsoft_Excel_Sheet1510.xlsx"/></Relationships>
</file>

<file path=ppt/charts/_rels/chart1511.xml.rels><?xml version='1.0' encoding='UTF-8' standalone='yes'?>
<Relationships xmlns="http://schemas.openxmlformats.org/package/2006/relationships"><Relationship Id="rId1" Type="http://schemas.openxmlformats.org/officeDocument/2006/relationships/package" Target="../embeddings/Microsoft_Excel_Sheet1511.xlsx"/></Relationships>
</file>

<file path=ppt/charts/_rels/chart1512.xml.rels><?xml version='1.0' encoding='UTF-8' standalone='yes'?>
<Relationships xmlns="http://schemas.openxmlformats.org/package/2006/relationships"><Relationship Id="rId1" Type="http://schemas.openxmlformats.org/officeDocument/2006/relationships/package" Target="../embeddings/Microsoft_Excel_Sheet1512.xlsx"/></Relationships>
</file>

<file path=ppt/charts/_rels/chart1513.xml.rels><?xml version='1.0' encoding='UTF-8' standalone='yes'?>
<Relationships xmlns="http://schemas.openxmlformats.org/package/2006/relationships"><Relationship Id="rId1" Type="http://schemas.openxmlformats.org/officeDocument/2006/relationships/package" Target="../embeddings/Microsoft_Excel_Sheet1513.xlsx"/></Relationships>
</file>

<file path=ppt/charts/_rels/chart1514.xml.rels><?xml version='1.0' encoding='UTF-8' standalone='yes'?>
<Relationships xmlns="http://schemas.openxmlformats.org/package/2006/relationships"><Relationship Id="rId1" Type="http://schemas.openxmlformats.org/officeDocument/2006/relationships/package" Target="../embeddings/Microsoft_Excel_Sheet1514.xlsx"/></Relationships>
</file>

<file path=ppt/charts/_rels/chart1515.xml.rels><?xml version='1.0' encoding='UTF-8' standalone='yes'?>
<Relationships xmlns="http://schemas.openxmlformats.org/package/2006/relationships"><Relationship Id="rId1" Type="http://schemas.openxmlformats.org/officeDocument/2006/relationships/package" Target="../embeddings/Microsoft_Excel_Sheet1515.xlsx"/></Relationships>
</file>

<file path=ppt/charts/_rels/chart1516.xml.rels><?xml version='1.0' encoding='UTF-8' standalone='yes'?>
<Relationships xmlns="http://schemas.openxmlformats.org/package/2006/relationships"><Relationship Id="rId1" Type="http://schemas.openxmlformats.org/officeDocument/2006/relationships/package" Target="../embeddings/Microsoft_Excel_Sheet1516.xlsx"/></Relationships>
</file>

<file path=ppt/charts/_rels/chart1517.xml.rels><?xml version='1.0' encoding='UTF-8' standalone='yes'?>
<Relationships xmlns="http://schemas.openxmlformats.org/package/2006/relationships"><Relationship Id="rId1" Type="http://schemas.openxmlformats.org/officeDocument/2006/relationships/package" Target="../embeddings/Microsoft_Excel_Sheet1517.xlsx"/></Relationships>
</file>

<file path=ppt/charts/_rels/chart1518.xml.rels><?xml version='1.0' encoding='UTF-8' standalone='yes'?>
<Relationships xmlns="http://schemas.openxmlformats.org/package/2006/relationships"><Relationship Id="rId1" Type="http://schemas.openxmlformats.org/officeDocument/2006/relationships/package" Target="../embeddings/Microsoft_Excel_Sheet1518.xlsx"/></Relationships>
</file>

<file path=ppt/charts/_rels/chart1519.xml.rels><?xml version='1.0' encoding='UTF-8' standalone='yes'?>
<Relationships xmlns="http://schemas.openxmlformats.org/package/2006/relationships"><Relationship Id="rId1" Type="http://schemas.openxmlformats.org/officeDocument/2006/relationships/package" Target="../embeddings/Microsoft_Excel_Sheet1519.xlsx"/></Relationships>
</file>

<file path=ppt/charts/_rels/chart1520.xml.rels><?xml version='1.0' encoding='UTF-8' standalone='yes'?>
<Relationships xmlns="http://schemas.openxmlformats.org/package/2006/relationships"><Relationship Id="rId1" Type="http://schemas.openxmlformats.org/officeDocument/2006/relationships/package" Target="../embeddings/Microsoft_Excel_Sheet1520.xlsx"/></Relationships>
</file>

<file path=ppt/charts/_rels/chart1521.xml.rels><?xml version='1.0' encoding='UTF-8' standalone='yes'?>
<Relationships xmlns="http://schemas.openxmlformats.org/package/2006/relationships"><Relationship Id="rId1" Type="http://schemas.openxmlformats.org/officeDocument/2006/relationships/package" Target="../embeddings/Microsoft_Excel_Sheet1521.xlsx"/></Relationships>
</file>

<file path=ppt/charts/_rels/chart1522.xml.rels><?xml version='1.0' encoding='UTF-8' standalone='yes'?>
<Relationships xmlns="http://schemas.openxmlformats.org/package/2006/relationships"><Relationship Id="rId1" Type="http://schemas.openxmlformats.org/officeDocument/2006/relationships/package" Target="../embeddings/Microsoft_Excel_Sheet1522.xlsx"/></Relationships>
</file>

<file path=ppt/charts/_rels/chart1523.xml.rels><?xml version='1.0' encoding='UTF-8' standalone='yes'?>
<Relationships xmlns="http://schemas.openxmlformats.org/package/2006/relationships"><Relationship Id="rId1" Type="http://schemas.openxmlformats.org/officeDocument/2006/relationships/package" Target="../embeddings/Microsoft_Excel_Sheet1523.xlsx"/></Relationships>
</file>

<file path=ppt/charts/_rels/chart1524.xml.rels><?xml version='1.0' encoding='UTF-8' standalone='yes'?>
<Relationships xmlns="http://schemas.openxmlformats.org/package/2006/relationships"><Relationship Id="rId1" Type="http://schemas.openxmlformats.org/officeDocument/2006/relationships/package" Target="../embeddings/Microsoft_Excel_Sheet1524.xlsx"/></Relationships>
</file>

<file path=ppt/charts/_rels/chart1525.xml.rels><?xml version='1.0' encoding='UTF-8' standalone='yes'?>
<Relationships xmlns="http://schemas.openxmlformats.org/package/2006/relationships"><Relationship Id="rId1" Type="http://schemas.openxmlformats.org/officeDocument/2006/relationships/package" Target="../embeddings/Microsoft_Excel_Sheet1525.xlsx"/></Relationships>
</file>

<file path=ppt/charts/_rels/chart1526.xml.rels><?xml version='1.0' encoding='UTF-8' standalone='yes'?>
<Relationships xmlns="http://schemas.openxmlformats.org/package/2006/relationships"><Relationship Id="rId1" Type="http://schemas.openxmlformats.org/officeDocument/2006/relationships/package" Target="../embeddings/Microsoft_Excel_Sheet1526.xlsx"/></Relationships>
</file>

<file path=ppt/charts/_rels/chart1527.xml.rels><?xml version='1.0' encoding='UTF-8' standalone='yes'?>
<Relationships xmlns="http://schemas.openxmlformats.org/package/2006/relationships"><Relationship Id="rId1" Type="http://schemas.openxmlformats.org/officeDocument/2006/relationships/package" Target="../embeddings/Microsoft_Excel_Sheet1527.xlsx"/></Relationships>
</file>

<file path=ppt/charts/_rels/chart1528.xml.rels><?xml version='1.0' encoding='UTF-8' standalone='yes'?>
<Relationships xmlns="http://schemas.openxmlformats.org/package/2006/relationships"><Relationship Id="rId1" Type="http://schemas.openxmlformats.org/officeDocument/2006/relationships/package" Target="../embeddings/Microsoft_Excel_Sheet1528.xlsx"/></Relationships>
</file>

<file path=ppt/charts/_rels/chart1529.xml.rels><?xml version='1.0' encoding='UTF-8' standalone='yes'?>
<Relationships xmlns="http://schemas.openxmlformats.org/package/2006/relationships"><Relationship Id="rId1" Type="http://schemas.openxmlformats.org/officeDocument/2006/relationships/package" Target="../embeddings/Microsoft_Excel_Sheet1529.xlsx"/></Relationships>
</file>

<file path=ppt/charts/_rels/chart1530.xml.rels><?xml version='1.0' encoding='UTF-8' standalone='yes'?>
<Relationships xmlns="http://schemas.openxmlformats.org/package/2006/relationships"><Relationship Id="rId1" Type="http://schemas.openxmlformats.org/officeDocument/2006/relationships/package" Target="../embeddings/Microsoft_Excel_Sheet1530.xlsx"/></Relationships>
</file>

<file path=ppt/charts/_rels/chart1531.xml.rels><?xml version='1.0' encoding='UTF-8' standalone='yes'?>
<Relationships xmlns="http://schemas.openxmlformats.org/package/2006/relationships"><Relationship Id="rId1" Type="http://schemas.openxmlformats.org/officeDocument/2006/relationships/package" Target="../embeddings/Microsoft_Excel_Sheet1531.xlsx"/></Relationships>
</file>

<file path=ppt/charts/_rels/chart1532.xml.rels><?xml version='1.0' encoding='UTF-8' standalone='yes'?>
<Relationships xmlns="http://schemas.openxmlformats.org/package/2006/relationships"><Relationship Id="rId1" Type="http://schemas.openxmlformats.org/officeDocument/2006/relationships/package" Target="../embeddings/Microsoft_Excel_Sheet1532.xlsx"/></Relationships>
</file>

<file path=ppt/charts/_rels/chart1533.xml.rels><?xml version='1.0' encoding='UTF-8' standalone='yes'?>
<Relationships xmlns="http://schemas.openxmlformats.org/package/2006/relationships"><Relationship Id="rId1" Type="http://schemas.openxmlformats.org/officeDocument/2006/relationships/package" Target="../embeddings/Microsoft_Excel_Sheet1533.xlsx"/></Relationships>
</file>

<file path=ppt/charts/_rels/chart1534.xml.rels><?xml version='1.0' encoding='UTF-8' standalone='yes'?>
<Relationships xmlns="http://schemas.openxmlformats.org/package/2006/relationships"><Relationship Id="rId1" Type="http://schemas.openxmlformats.org/officeDocument/2006/relationships/package" Target="../embeddings/Microsoft_Excel_Sheet1534.xlsx"/></Relationships>
</file>

<file path=ppt/charts/_rels/chart1535.xml.rels><?xml version='1.0' encoding='UTF-8' standalone='yes'?>
<Relationships xmlns="http://schemas.openxmlformats.org/package/2006/relationships"><Relationship Id="rId1" Type="http://schemas.openxmlformats.org/officeDocument/2006/relationships/package" Target="../embeddings/Microsoft_Excel_Sheet1535.xlsx"/></Relationships>
</file>

<file path=ppt/charts/_rels/chart1536.xml.rels><?xml version='1.0' encoding='UTF-8' standalone='yes'?>
<Relationships xmlns="http://schemas.openxmlformats.org/package/2006/relationships"><Relationship Id="rId1" Type="http://schemas.openxmlformats.org/officeDocument/2006/relationships/package" Target="../embeddings/Microsoft_Excel_Sheet1536.xlsx"/></Relationships>
</file>

<file path=ppt/charts/_rels/chart1537.xml.rels><?xml version='1.0' encoding='UTF-8' standalone='yes'?>
<Relationships xmlns="http://schemas.openxmlformats.org/package/2006/relationships"><Relationship Id="rId1" Type="http://schemas.openxmlformats.org/officeDocument/2006/relationships/package" Target="../embeddings/Microsoft_Excel_Sheet1537.xlsx"/></Relationships>
</file>

<file path=ppt/charts/_rels/chart1538.xml.rels><?xml version='1.0' encoding='UTF-8' standalone='yes'?>
<Relationships xmlns="http://schemas.openxmlformats.org/package/2006/relationships"><Relationship Id="rId1" Type="http://schemas.openxmlformats.org/officeDocument/2006/relationships/package" Target="../embeddings/Microsoft_Excel_Sheet1538.xlsx"/></Relationships>
</file>

<file path=ppt/charts/_rels/chart1539.xml.rels><?xml version='1.0' encoding='UTF-8' standalone='yes'?>
<Relationships xmlns="http://schemas.openxmlformats.org/package/2006/relationships"><Relationship Id="rId1" Type="http://schemas.openxmlformats.org/officeDocument/2006/relationships/package" Target="../embeddings/Microsoft_Excel_Sheet1539.xlsx"/></Relationships>
</file>

<file path=ppt/charts/_rels/chart1540.xml.rels><?xml version='1.0' encoding='UTF-8' standalone='yes'?>
<Relationships xmlns="http://schemas.openxmlformats.org/package/2006/relationships"><Relationship Id="rId1" Type="http://schemas.openxmlformats.org/officeDocument/2006/relationships/package" Target="../embeddings/Microsoft_Excel_Sheet1540.xlsx"/></Relationships>
</file>

<file path=ppt/charts/_rels/chart1541.xml.rels><?xml version='1.0' encoding='UTF-8' standalone='yes'?>
<Relationships xmlns="http://schemas.openxmlformats.org/package/2006/relationships"><Relationship Id="rId1" Type="http://schemas.openxmlformats.org/officeDocument/2006/relationships/package" Target="../embeddings/Microsoft_Excel_Sheet1541.xlsx"/></Relationships>
</file>

<file path=ppt/charts/_rels/chart1542.xml.rels><?xml version='1.0' encoding='UTF-8' standalone='yes'?>
<Relationships xmlns="http://schemas.openxmlformats.org/package/2006/relationships"><Relationship Id="rId1" Type="http://schemas.openxmlformats.org/officeDocument/2006/relationships/package" Target="../embeddings/Microsoft_Excel_Sheet1542.xlsx"/></Relationships>
</file>

<file path=ppt/charts/_rels/chart1543.xml.rels><?xml version='1.0' encoding='UTF-8' standalone='yes'?>
<Relationships xmlns="http://schemas.openxmlformats.org/package/2006/relationships"><Relationship Id="rId1" Type="http://schemas.openxmlformats.org/officeDocument/2006/relationships/package" Target="../embeddings/Microsoft_Excel_Sheet1543.xlsx"/></Relationships>
</file>

<file path=ppt/charts/_rels/chart1544.xml.rels><?xml version='1.0' encoding='UTF-8' standalone='yes'?>
<Relationships xmlns="http://schemas.openxmlformats.org/package/2006/relationships"><Relationship Id="rId1" Type="http://schemas.openxmlformats.org/officeDocument/2006/relationships/package" Target="../embeddings/Microsoft_Excel_Sheet1544.xlsx"/></Relationships>
</file>

<file path=ppt/charts/_rels/chart1545.xml.rels><?xml version='1.0' encoding='UTF-8' standalone='yes'?>
<Relationships xmlns="http://schemas.openxmlformats.org/package/2006/relationships"><Relationship Id="rId1" Type="http://schemas.openxmlformats.org/officeDocument/2006/relationships/package" Target="../embeddings/Microsoft_Excel_Sheet1545.xlsx"/></Relationships>
</file>

<file path=ppt/charts/_rels/chart1546.xml.rels><?xml version='1.0' encoding='UTF-8' standalone='yes'?>
<Relationships xmlns="http://schemas.openxmlformats.org/package/2006/relationships"><Relationship Id="rId1" Type="http://schemas.openxmlformats.org/officeDocument/2006/relationships/package" Target="../embeddings/Microsoft_Excel_Sheet1546.xlsx"/></Relationships>
</file>

<file path=ppt/charts/_rels/chart1547.xml.rels><?xml version='1.0' encoding='UTF-8' standalone='yes'?>
<Relationships xmlns="http://schemas.openxmlformats.org/package/2006/relationships"><Relationship Id="rId1" Type="http://schemas.openxmlformats.org/officeDocument/2006/relationships/package" Target="../embeddings/Microsoft_Excel_Sheet1547.xlsx"/></Relationships>
</file>

<file path=ppt/charts/_rels/chart1548.xml.rels><?xml version='1.0' encoding='UTF-8' standalone='yes'?>
<Relationships xmlns="http://schemas.openxmlformats.org/package/2006/relationships"><Relationship Id="rId1" Type="http://schemas.openxmlformats.org/officeDocument/2006/relationships/package" Target="../embeddings/Microsoft_Excel_Sheet1548.xlsx"/></Relationships>
</file>

<file path=ppt/charts/_rels/chart1549.xml.rels><?xml version='1.0' encoding='UTF-8' standalone='yes'?>
<Relationships xmlns="http://schemas.openxmlformats.org/package/2006/relationships"><Relationship Id="rId1" Type="http://schemas.openxmlformats.org/officeDocument/2006/relationships/package" Target="../embeddings/Microsoft_Excel_Sheet1549.xlsx"/></Relationships>
</file>

<file path=ppt/charts/_rels/chart1550.xml.rels><?xml version='1.0' encoding='UTF-8' standalone='yes'?>
<Relationships xmlns="http://schemas.openxmlformats.org/package/2006/relationships"><Relationship Id="rId1" Type="http://schemas.openxmlformats.org/officeDocument/2006/relationships/package" Target="../embeddings/Microsoft_Excel_Sheet1550.xlsx"/></Relationships>
</file>

<file path=ppt/charts/_rels/chart1551.xml.rels><?xml version='1.0' encoding='UTF-8' standalone='yes'?>
<Relationships xmlns="http://schemas.openxmlformats.org/package/2006/relationships"><Relationship Id="rId1" Type="http://schemas.openxmlformats.org/officeDocument/2006/relationships/package" Target="../embeddings/Microsoft_Excel_Sheet1551.xlsx"/></Relationships>
</file>

<file path=ppt/charts/_rels/chart1552.xml.rels><?xml version='1.0' encoding='UTF-8' standalone='yes'?>
<Relationships xmlns="http://schemas.openxmlformats.org/package/2006/relationships"><Relationship Id="rId1" Type="http://schemas.openxmlformats.org/officeDocument/2006/relationships/package" Target="../embeddings/Microsoft_Excel_Sheet1552.xlsx"/></Relationships>
</file>

<file path=ppt/charts/_rels/chart1553.xml.rels><?xml version='1.0' encoding='UTF-8' standalone='yes'?>
<Relationships xmlns="http://schemas.openxmlformats.org/package/2006/relationships"><Relationship Id="rId1" Type="http://schemas.openxmlformats.org/officeDocument/2006/relationships/package" Target="../embeddings/Microsoft_Excel_Sheet1553.xlsx"/></Relationships>
</file>

<file path=ppt/charts/_rels/chart1554.xml.rels><?xml version='1.0' encoding='UTF-8' standalone='yes'?>
<Relationships xmlns="http://schemas.openxmlformats.org/package/2006/relationships"><Relationship Id="rId1" Type="http://schemas.openxmlformats.org/officeDocument/2006/relationships/package" Target="../embeddings/Microsoft_Excel_Sheet1554.xlsx"/></Relationships>
</file>

<file path=ppt/charts/_rels/chart1555.xml.rels><?xml version='1.0' encoding='UTF-8' standalone='yes'?>
<Relationships xmlns="http://schemas.openxmlformats.org/package/2006/relationships"><Relationship Id="rId1" Type="http://schemas.openxmlformats.org/officeDocument/2006/relationships/package" Target="../embeddings/Microsoft_Excel_Sheet1555.xlsx"/></Relationships>
</file>

<file path=ppt/charts/_rels/chart1556.xml.rels><?xml version='1.0' encoding='UTF-8' standalone='yes'?>
<Relationships xmlns="http://schemas.openxmlformats.org/package/2006/relationships"><Relationship Id="rId1" Type="http://schemas.openxmlformats.org/officeDocument/2006/relationships/package" Target="../embeddings/Microsoft_Excel_Sheet1556.xlsx"/></Relationships>
</file>

<file path=ppt/charts/_rels/chart1557.xml.rels><?xml version='1.0' encoding='UTF-8' standalone='yes'?>
<Relationships xmlns="http://schemas.openxmlformats.org/package/2006/relationships"><Relationship Id="rId1" Type="http://schemas.openxmlformats.org/officeDocument/2006/relationships/package" Target="../embeddings/Microsoft_Excel_Sheet1557.xlsx"/></Relationships>
</file>

<file path=ppt/charts/_rels/chart1558.xml.rels><?xml version='1.0' encoding='UTF-8' standalone='yes'?>
<Relationships xmlns="http://schemas.openxmlformats.org/package/2006/relationships"><Relationship Id="rId1" Type="http://schemas.openxmlformats.org/officeDocument/2006/relationships/package" Target="../embeddings/Microsoft_Excel_Sheet1558.xlsx"/></Relationships>
</file>

<file path=ppt/charts/_rels/chart1559.xml.rels><?xml version='1.0' encoding='UTF-8' standalone='yes'?>
<Relationships xmlns="http://schemas.openxmlformats.org/package/2006/relationships"><Relationship Id="rId1" Type="http://schemas.openxmlformats.org/officeDocument/2006/relationships/package" Target="../embeddings/Microsoft_Excel_Sheet1559.xlsx"/></Relationships>
</file>

<file path=ppt/charts/_rels/chart1560.xml.rels><?xml version='1.0' encoding='UTF-8' standalone='yes'?>
<Relationships xmlns="http://schemas.openxmlformats.org/package/2006/relationships"><Relationship Id="rId1" Type="http://schemas.openxmlformats.org/officeDocument/2006/relationships/package" Target="../embeddings/Microsoft_Excel_Sheet1560.xlsx"/></Relationships>
</file>

<file path=ppt/charts/_rels/chart1561.xml.rels><?xml version='1.0' encoding='UTF-8' standalone='yes'?>
<Relationships xmlns="http://schemas.openxmlformats.org/package/2006/relationships"><Relationship Id="rId1" Type="http://schemas.openxmlformats.org/officeDocument/2006/relationships/package" Target="../embeddings/Microsoft_Excel_Sheet1561.xlsx"/></Relationships>
</file>

<file path=ppt/charts/_rels/chart1562.xml.rels><?xml version='1.0' encoding='UTF-8' standalone='yes'?>
<Relationships xmlns="http://schemas.openxmlformats.org/package/2006/relationships"><Relationship Id="rId1" Type="http://schemas.openxmlformats.org/officeDocument/2006/relationships/package" Target="../embeddings/Microsoft_Excel_Sheet1562.xlsx"/></Relationships>
</file>

<file path=ppt/charts/_rels/chart1563.xml.rels><?xml version='1.0' encoding='UTF-8' standalone='yes'?>
<Relationships xmlns="http://schemas.openxmlformats.org/package/2006/relationships"><Relationship Id="rId1" Type="http://schemas.openxmlformats.org/officeDocument/2006/relationships/package" Target="../embeddings/Microsoft_Excel_Sheet1563.xlsx"/></Relationships>
</file>

<file path=ppt/charts/_rels/chart1564.xml.rels><?xml version='1.0' encoding='UTF-8' standalone='yes'?>
<Relationships xmlns="http://schemas.openxmlformats.org/package/2006/relationships"><Relationship Id="rId1" Type="http://schemas.openxmlformats.org/officeDocument/2006/relationships/package" Target="../embeddings/Microsoft_Excel_Sheet1564.xlsx"/></Relationships>
</file>

<file path=ppt/charts/_rels/chart1565.xml.rels><?xml version='1.0' encoding='UTF-8' standalone='yes'?>
<Relationships xmlns="http://schemas.openxmlformats.org/package/2006/relationships"><Relationship Id="rId1" Type="http://schemas.openxmlformats.org/officeDocument/2006/relationships/package" Target="../embeddings/Microsoft_Excel_Sheet1565.xlsx"/></Relationships>
</file>

<file path=ppt/charts/_rels/chart1566.xml.rels><?xml version='1.0' encoding='UTF-8' standalone='yes'?>
<Relationships xmlns="http://schemas.openxmlformats.org/package/2006/relationships"><Relationship Id="rId1" Type="http://schemas.openxmlformats.org/officeDocument/2006/relationships/package" Target="../embeddings/Microsoft_Excel_Sheet1566.xlsx"/></Relationships>
</file>

<file path=ppt/charts/_rels/chart1567.xml.rels><?xml version='1.0' encoding='UTF-8' standalone='yes'?>
<Relationships xmlns="http://schemas.openxmlformats.org/package/2006/relationships"><Relationship Id="rId1" Type="http://schemas.openxmlformats.org/officeDocument/2006/relationships/package" Target="../embeddings/Microsoft_Excel_Sheet1567.xlsx"/></Relationships>
</file>

<file path=ppt/charts/_rels/chart1568.xml.rels><?xml version='1.0' encoding='UTF-8' standalone='yes'?>
<Relationships xmlns="http://schemas.openxmlformats.org/package/2006/relationships"><Relationship Id="rId1" Type="http://schemas.openxmlformats.org/officeDocument/2006/relationships/package" Target="../embeddings/Microsoft_Excel_Sheet1568.xlsx"/></Relationships>
</file>

<file path=ppt/charts/_rels/chart1569.xml.rels><?xml version='1.0' encoding='UTF-8' standalone='yes'?>
<Relationships xmlns="http://schemas.openxmlformats.org/package/2006/relationships"><Relationship Id="rId1" Type="http://schemas.openxmlformats.org/officeDocument/2006/relationships/package" Target="../embeddings/Microsoft_Excel_Sheet1569.xlsx"/></Relationships>
</file>

<file path=ppt/charts/_rels/chart1570.xml.rels><?xml version='1.0' encoding='UTF-8' standalone='yes'?>
<Relationships xmlns="http://schemas.openxmlformats.org/package/2006/relationships"><Relationship Id="rId1" Type="http://schemas.openxmlformats.org/officeDocument/2006/relationships/package" Target="../embeddings/Microsoft_Excel_Sheet1570.xlsx"/></Relationships>
</file>

<file path=ppt/charts/_rels/chart1571.xml.rels><?xml version='1.0' encoding='UTF-8' standalone='yes'?>
<Relationships xmlns="http://schemas.openxmlformats.org/package/2006/relationships"><Relationship Id="rId1" Type="http://schemas.openxmlformats.org/officeDocument/2006/relationships/package" Target="../embeddings/Microsoft_Excel_Sheet1571.xlsx"/></Relationships>
</file>

<file path=ppt/charts/_rels/chart1572.xml.rels><?xml version='1.0' encoding='UTF-8' standalone='yes'?>
<Relationships xmlns="http://schemas.openxmlformats.org/package/2006/relationships"><Relationship Id="rId1" Type="http://schemas.openxmlformats.org/officeDocument/2006/relationships/package" Target="../embeddings/Microsoft_Excel_Sheet1572.xlsx"/></Relationships>
</file>

<file path=ppt/charts/_rels/chart1573.xml.rels><?xml version='1.0' encoding='UTF-8' standalone='yes'?>
<Relationships xmlns="http://schemas.openxmlformats.org/package/2006/relationships"><Relationship Id="rId1" Type="http://schemas.openxmlformats.org/officeDocument/2006/relationships/package" Target="../embeddings/Microsoft_Excel_Sheet1573.xlsx"/></Relationships>
</file>

<file path=ppt/charts/_rels/chart1574.xml.rels><?xml version='1.0' encoding='UTF-8' standalone='yes'?>
<Relationships xmlns="http://schemas.openxmlformats.org/package/2006/relationships"><Relationship Id="rId1" Type="http://schemas.openxmlformats.org/officeDocument/2006/relationships/package" Target="../embeddings/Microsoft_Excel_Sheet1574.xlsx"/></Relationships>
</file>

<file path=ppt/charts/_rels/chart1575.xml.rels><?xml version='1.0' encoding='UTF-8' standalone='yes'?>
<Relationships xmlns="http://schemas.openxmlformats.org/package/2006/relationships"><Relationship Id="rId1" Type="http://schemas.openxmlformats.org/officeDocument/2006/relationships/package" Target="../embeddings/Microsoft_Excel_Sheet1575.xlsx"/></Relationships>
</file>

<file path=ppt/charts/_rels/chart1576.xml.rels><?xml version='1.0' encoding='UTF-8' standalone='yes'?>
<Relationships xmlns="http://schemas.openxmlformats.org/package/2006/relationships"><Relationship Id="rId1" Type="http://schemas.openxmlformats.org/officeDocument/2006/relationships/package" Target="../embeddings/Microsoft_Excel_Sheet1576.xlsx"/></Relationships>
</file>

<file path=ppt/charts/_rels/chart1577.xml.rels><?xml version='1.0' encoding='UTF-8' standalone='yes'?>
<Relationships xmlns="http://schemas.openxmlformats.org/package/2006/relationships"><Relationship Id="rId1" Type="http://schemas.openxmlformats.org/officeDocument/2006/relationships/package" Target="../embeddings/Microsoft_Excel_Sheet1577.xlsx"/></Relationships>
</file>

<file path=ppt/charts/_rels/chart1578.xml.rels><?xml version='1.0' encoding='UTF-8' standalone='yes'?>
<Relationships xmlns="http://schemas.openxmlformats.org/package/2006/relationships"><Relationship Id="rId1" Type="http://schemas.openxmlformats.org/officeDocument/2006/relationships/package" Target="../embeddings/Microsoft_Excel_Sheet1578.xlsx"/></Relationships>
</file>

<file path=ppt/charts/_rels/chart1579.xml.rels><?xml version='1.0' encoding='UTF-8' standalone='yes'?>
<Relationships xmlns="http://schemas.openxmlformats.org/package/2006/relationships"><Relationship Id="rId1" Type="http://schemas.openxmlformats.org/officeDocument/2006/relationships/package" Target="../embeddings/Microsoft_Excel_Sheet1579.xlsx"/></Relationships>
</file>

<file path=ppt/charts/_rels/chart1580.xml.rels><?xml version='1.0' encoding='UTF-8' standalone='yes'?>
<Relationships xmlns="http://schemas.openxmlformats.org/package/2006/relationships"><Relationship Id="rId1" Type="http://schemas.openxmlformats.org/officeDocument/2006/relationships/package" Target="../embeddings/Microsoft_Excel_Sheet1580.xlsx"/></Relationships>
</file>

<file path=ppt/charts/_rels/chart1581.xml.rels><?xml version='1.0' encoding='UTF-8' standalone='yes'?>
<Relationships xmlns="http://schemas.openxmlformats.org/package/2006/relationships"><Relationship Id="rId1" Type="http://schemas.openxmlformats.org/officeDocument/2006/relationships/package" Target="../embeddings/Microsoft_Excel_Sheet1581.xlsx"/></Relationships>
</file>

<file path=ppt/charts/_rels/chart1582.xml.rels><?xml version='1.0' encoding='UTF-8' standalone='yes'?>
<Relationships xmlns="http://schemas.openxmlformats.org/package/2006/relationships"><Relationship Id="rId1" Type="http://schemas.openxmlformats.org/officeDocument/2006/relationships/package" Target="../embeddings/Microsoft_Excel_Sheet1582.xlsx"/></Relationships>
</file>

<file path=ppt/charts/_rels/chart1583.xml.rels><?xml version='1.0' encoding='UTF-8' standalone='yes'?>
<Relationships xmlns="http://schemas.openxmlformats.org/package/2006/relationships"><Relationship Id="rId1" Type="http://schemas.openxmlformats.org/officeDocument/2006/relationships/package" Target="../embeddings/Microsoft_Excel_Sheet1583.xlsx"/></Relationships>
</file>

<file path=ppt/charts/_rels/chart1584.xml.rels><?xml version='1.0' encoding='UTF-8' standalone='yes'?>
<Relationships xmlns="http://schemas.openxmlformats.org/package/2006/relationships"><Relationship Id="rId1" Type="http://schemas.openxmlformats.org/officeDocument/2006/relationships/package" Target="../embeddings/Microsoft_Excel_Sheet1584.xlsx"/></Relationships>
</file>

<file path=ppt/charts/_rels/chart1585.xml.rels><?xml version='1.0' encoding='UTF-8' standalone='yes'?>
<Relationships xmlns="http://schemas.openxmlformats.org/package/2006/relationships"><Relationship Id="rId1" Type="http://schemas.openxmlformats.org/officeDocument/2006/relationships/package" Target="../embeddings/Microsoft_Excel_Sheet1585.xlsx"/></Relationships>
</file>

<file path=ppt/charts/_rels/chart1586.xml.rels><?xml version='1.0' encoding='UTF-8' standalone='yes'?>
<Relationships xmlns="http://schemas.openxmlformats.org/package/2006/relationships"><Relationship Id="rId1" Type="http://schemas.openxmlformats.org/officeDocument/2006/relationships/package" Target="../embeddings/Microsoft_Excel_Sheet1586.xlsx"/></Relationships>
</file>

<file path=ppt/charts/_rels/chart1587.xml.rels><?xml version='1.0' encoding='UTF-8' standalone='yes'?>
<Relationships xmlns="http://schemas.openxmlformats.org/package/2006/relationships"><Relationship Id="rId1" Type="http://schemas.openxmlformats.org/officeDocument/2006/relationships/package" Target="../embeddings/Microsoft_Excel_Sheet1587.xlsx"/></Relationships>
</file>

<file path=ppt/charts/_rels/chart1588.xml.rels><?xml version='1.0' encoding='UTF-8' standalone='yes'?>
<Relationships xmlns="http://schemas.openxmlformats.org/package/2006/relationships"><Relationship Id="rId1" Type="http://schemas.openxmlformats.org/officeDocument/2006/relationships/package" Target="../embeddings/Microsoft_Excel_Sheet1588.xlsx"/></Relationships>
</file>

<file path=ppt/charts/_rels/chart1589.xml.rels><?xml version='1.0' encoding='UTF-8' standalone='yes'?>
<Relationships xmlns="http://schemas.openxmlformats.org/package/2006/relationships"><Relationship Id="rId1" Type="http://schemas.openxmlformats.org/officeDocument/2006/relationships/package" Target="../embeddings/Microsoft_Excel_Sheet1589.xlsx"/></Relationships>
</file>

<file path=ppt/charts/_rels/chart1590.xml.rels><?xml version='1.0' encoding='UTF-8' standalone='yes'?>
<Relationships xmlns="http://schemas.openxmlformats.org/package/2006/relationships"><Relationship Id="rId1" Type="http://schemas.openxmlformats.org/officeDocument/2006/relationships/package" Target="../embeddings/Microsoft_Excel_Sheet1590.xlsx"/></Relationships>
</file>

<file path=ppt/charts/_rels/chart1591.xml.rels><?xml version='1.0' encoding='UTF-8' standalone='yes'?>
<Relationships xmlns="http://schemas.openxmlformats.org/package/2006/relationships"><Relationship Id="rId1" Type="http://schemas.openxmlformats.org/officeDocument/2006/relationships/package" Target="../embeddings/Microsoft_Excel_Sheet1591.xlsx"/></Relationships>
</file>

<file path=ppt/charts/_rels/chart1592.xml.rels><?xml version='1.0' encoding='UTF-8' standalone='yes'?>
<Relationships xmlns="http://schemas.openxmlformats.org/package/2006/relationships"><Relationship Id="rId1" Type="http://schemas.openxmlformats.org/officeDocument/2006/relationships/package" Target="../embeddings/Microsoft_Excel_Sheet1592.xlsx"/></Relationships>
</file>

<file path=ppt/charts/_rels/chart1593.xml.rels><?xml version='1.0' encoding='UTF-8' standalone='yes'?>
<Relationships xmlns="http://schemas.openxmlformats.org/package/2006/relationships"><Relationship Id="rId1" Type="http://schemas.openxmlformats.org/officeDocument/2006/relationships/package" Target="../embeddings/Microsoft_Excel_Sheet1593.xlsx"/></Relationships>
</file>

<file path=ppt/charts/_rels/chart1594.xml.rels><?xml version='1.0' encoding='UTF-8' standalone='yes'?>
<Relationships xmlns="http://schemas.openxmlformats.org/package/2006/relationships"><Relationship Id="rId1" Type="http://schemas.openxmlformats.org/officeDocument/2006/relationships/package" Target="../embeddings/Microsoft_Excel_Sheet1594.xlsx"/></Relationships>
</file>

<file path=ppt/charts/_rels/chart1595.xml.rels><?xml version='1.0' encoding='UTF-8' standalone='yes'?>
<Relationships xmlns="http://schemas.openxmlformats.org/package/2006/relationships"><Relationship Id="rId1" Type="http://schemas.openxmlformats.org/officeDocument/2006/relationships/package" Target="../embeddings/Microsoft_Excel_Sheet1595.xlsx"/></Relationships>
</file>

<file path=ppt/charts/_rels/chart1596.xml.rels><?xml version='1.0' encoding='UTF-8' standalone='yes'?>
<Relationships xmlns="http://schemas.openxmlformats.org/package/2006/relationships"><Relationship Id="rId1" Type="http://schemas.openxmlformats.org/officeDocument/2006/relationships/package" Target="../embeddings/Microsoft_Excel_Sheet1596.xlsx"/></Relationships>
</file>

<file path=ppt/charts/_rels/chart1597.xml.rels><?xml version='1.0' encoding='UTF-8' standalone='yes'?>
<Relationships xmlns="http://schemas.openxmlformats.org/package/2006/relationships"><Relationship Id="rId1" Type="http://schemas.openxmlformats.org/officeDocument/2006/relationships/package" Target="../embeddings/Microsoft_Excel_Sheet1597.xlsx"/></Relationships>
</file>

<file path=ppt/charts/_rels/chart1598.xml.rels><?xml version='1.0' encoding='UTF-8' standalone='yes'?>
<Relationships xmlns="http://schemas.openxmlformats.org/package/2006/relationships"><Relationship Id="rId1" Type="http://schemas.openxmlformats.org/officeDocument/2006/relationships/package" Target="../embeddings/Microsoft_Excel_Sheet1598.xlsx"/></Relationships>
</file>

<file path=ppt/charts/_rels/chart1599.xml.rels><?xml version='1.0' encoding='UTF-8' standalone='yes'?>
<Relationships xmlns="http://schemas.openxmlformats.org/package/2006/relationships"><Relationship Id="rId1" Type="http://schemas.openxmlformats.org/officeDocument/2006/relationships/package" Target="../embeddings/Microsoft_Excel_Sheet1599.xlsx"/></Relationships>
</file>

<file path=ppt/charts/_rels/chart1600.xml.rels><?xml version='1.0' encoding='UTF-8' standalone='yes'?>
<Relationships xmlns="http://schemas.openxmlformats.org/package/2006/relationships"><Relationship Id="rId1" Type="http://schemas.openxmlformats.org/officeDocument/2006/relationships/package" Target="../embeddings/Microsoft_Excel_Sheet1600.xlsx"/></Relationships>
</file>

<file path=ppt/charts/_rels/chart1601.xml.rels><?xml version='1.0' encoding='UTF-8' standalone='yes'?>
<Relationships xmlns="http://schemas.openxmlformats.org/package/2006/relationships"><Relationship Id="rId1" Type="http://schemas.openxmlformats.org/officeDocument/2006/relationships/package" Target="../embeddings/Microsoft_Excel_Sheet1601.xlsx"/></Relationships>
</file>

<file path=ppt/charts/_rels/chart1602.xml.rels><?xml version='1.0' encoding='UTF-8' standalone='yes'?>
<Relationships xmlns="http://schemas.openxmlformats.org/package/2006/relationships"><Relationship Id="rId1" Type="http://schemas.openxmlformats.org/officeDocument/2006/relationships/package" Target="../embeddings/Microsoft_Excel_Sheet1602.xlsx"/></Relationships>
</file>

<file path=ppt/charts/_rels/chart1603.xml.rels><?xml version='1.0' encoding='UTF-8' standalone='yes'?>
<Relationships xmlns="http://schemas.openxmlformats.org/package/2006/relationships"><Relationship Id="rId1" Type="http://schemas.openxmlformats.org/officeDocument/2006/relationships/package" Target="../embeddings/Microsoft_Excel_Sheet1603.xlsx"/></Relationships>
</file>

<file path=ppt/charts/_rels/chart1604.xml.rels><?xml version='1.0' encoding='UTF-8' standalone='yes'?>
<Relationships xmlns="http://schemas.openxmlformats.org/package/2006/relationships"><Relationship Id="rId1" Type="http://schemas.openxmlformats.org/officeDocument/2006/relationships/package" Target="../embeddings/Microsoft_Excel_Sheet1604.xlsx"/></Relationships>
</file>

<file path=ppt/charts/_rels/chart1605.xml.rels><?xml version='1.0' encoding='UTF-8' standalone='yes'?>
<Relationships xmlns="http://schemas.openxmlformats.org/package/2006/relationships"><Relationship Id="rId1" Type="http://schemas.openxmlformats.org/officeDocument/2006/relationships/package" Target="../embeddings/Microsoft_Excel_Sheet1605.xlsx"/></Relationships>
</file>

<file path=ppt/charts/_rels/chart1606.xml.rels><?xml version='1.0' encoding='UTF-8' standalone='yes'?>
<Relationships xmlns="http://schemas.openxmlformats.org/package/2006/relationships"><Relationship Id="rId1" Type="http://schemas.openxmlformats.org/officeDocument/2006/relationships/package" Target="../embeddings/Microsoft_Excel_Sheet1606.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3.9561657063404976</c:v>
                </c:pt>
                <c:pt idx="1">
                  <c:v>5.245930274733035</c:v>
                </c:pt>
                <c:pt idx="2">
                  <c:v>4.81424050049839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92462796264760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6516.170999999999</c:v>
                </c:pt>
                <c:pt idx="2">
                  <c:v>0.0</c:v>
                </c:pt>
                <c:pt idx="3">
                  <c:v>7911.224999999999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6516.170999999999</c:v>
                </c:pt>
                <c:pt idx="1">
                  <c:v>1395.054</c:v>
                </c:pt>
                <c:pt idx="2">
                  <c:v>7911.224999999999</c:v>
                </c:pt>
                <c:pt idx="3">
                  <c:v>5280.3560000000025</c:v>
                </c:pt>
                <c:pt idx="4">
                  <c:v>13191.581000000002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4.424178427375014</c:v>
                </c:pt>
                <c:pt idx="1">
                  <c:v>6.658666629421717</c:v>
                </c:pt>
                <c:pt idx="2">
                  <c:v>5.908574465499128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78943995083666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12971.563000000002</c:v>
                </c:pt>
                <c:pt idx="2">
                  <c:v>0.0</c:v>
                </c:pt>
                <c:pt idx="3">
                  <c:v>16106.368999999999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12971.563000000002</c:v>
                </c:pt>
                <c:pt idx="1">
                  <c:v>3134.805999999997</c:v>
                </c:pt>
                <c:pt idx="2">
                  <c:v>16106.368999999999</c:v>
                </c:pt>
                <c:pt idx="3">
                  <c:v>14580.964000000004</c:v>
                </c:pt>
                <c:pt idx="4">
                  <c:v>30687.333000000002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12971.563000000002</c:v>
                </c:pt>
                <c:pt idx="1">
                  <c:v>13518.921999999999</c:v>
                </c:pt>
                <c:pt idx="2">
                  <c:v>14090.616</c:v>
                </c:pt>
                <c:pt idx="3">
                  <c:v>14693.197999999999</c:v>
                </c:pt>
                <c:pt idx="4">
                  <c:v>15333.337</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6516.170999999999</c:v>
                </c:pt>
                <c:pt idx="1">
                  <c:v>6771.067</c:v>
                </c:pt>
                <c:pt idx="2">
                  <c:v>7034.789</c:v>
                </c:pt>
                <c:pt idx="3">
                  <c:v>7306.778</c:v>
                </c:pt>
                <c:pt idx="4">
                  <c:v>7593.799000000001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809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0328"/>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16106.368999999999</c:v>
                </c:pt>
                <c:pt idx="1">
                  <c:v>16980.106</c:v>
                </c:pt>
                <c:pt idx="2">
                  <c:v>17972.093</c:v>
                </c:pt>
                <c:pt idx="3">
                  <c:v>19096.247</c:v>
                </c:pt>
                <c:pt idx="4">
                  <c:v>20358.802</c:v>
                </c:pt>
                <c:pt idx="5">
                  <c:v>21755.294</c:v>
                </c:pt>
                <c:pt idx="6">
                  <c:v>23288.227</c:v>
                </c:pt>
                <c:pt idx="7">
                  <c:v>24948.037</c:v>
                </c:pt>
                <c:pt idx="8">
                  <c:v>26734.994000000002</c:v>
                </c:pt>
                <c:pt idx="9">
                  <c:v>28646.541000000005</c:v>
                </c:pt>
                <c:pt idx="10">
                  <c:v>30687.333000000002</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7911.224999999999</c:v>
                </c:pt>
                <c:pt idx="1">
                  <c:v>8265.333999999999</c:v>
                </c:pt>
                <c:pt idx="2">
                  <c:v>8662.288</c:v>
                </c:pt>
                <c:pt idx="3">
                  <c:v>9104.867</c:v>
                </c:pt>
                <c:pt idx="4">
                  <c:v>9591.561000000002</c:v>
                </c:pt>
                <c:pt idx="5">
                  <c:v>10117.371</c:v>
                </c:pt>
                <c:pt idx="6">
                  <c:v>10679.509</c:v>
                </c:pt>
                <c:pt idx="7">
                  <c:v>11272.147</c:v>
                </c:pt>
                <c:pt idx="8">
                  <c:v>11892.191</c:v>
                </c:pt>
                <c:pt idx="9">
                  <c:v>12531.947</c:v>
                </c:pt>
                <c:pt idx="10">
                  <c:v>13191.581000000002</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621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021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Canada</c:v>
                </c:pt>
                <c:pt idx="1">
                  <c:v>Spain</c:v>
                </c:pt>
                <c:pt idx="2">
                  <c:v>Brazil</c:v>
                </c:pt>
                <c:pt idx="3">
                  <c:v>China</c:v>
                </c:pt>
                <c:pt idx="4">
                  <c:v>Saudi Arabia</c:v>
                </c:pt>
                <c:pt idx="5">
                  <c:v>Mexico</c:v>
                </c:pt>
                <c:pt idx="6">
                  <c:v>Thailand</c:v>
                </c:pt>
                <c:pt idx="7">
                  <c:v>Turkey</c:v>
                </c:pt>
                <c:pt idx="8">
                  <c:v>Indonesia</c:v>
                </c:pt>
                <c:pt idx="9">
                  <c:v>India</c:v>
                </c:pt>
              </c:strCache>
            </c:strRef>
          </c:cat>
          <c:val>
            <c:numRef>
              <c:f>Sheet1!$B$2:$B$11</c:f>
              <c:numCache>
                <c:formatCode>General</c:formatCode>
                <c:ptCount val="10"/>
                <c:pt idx="0">
                  <c:v>102.43524986335622</c:v>
                </c:pt>
                <c:pt idx="1">
                  <c:v>105.86419858281344</c:v>
                </c:pt>
                <c:pt idx="2">
                  <c:v>109.14989616660715</c:v>
                </c:pt>
                <c:pt idx="3">
                  <c:v>112.22957387113284</c:v>
                </c:pt>
                <c:pt idx="4">
                  <c:v>112.88262516858877</c:v>
                </c:pt>
                <c:pt idx="5">
                  <c:v>113.40313433635284</c:v>
                </c:pt>
                <c:pt idx="6">
                  <c:v>117.72116200326109</c:v>
                </c:pt>
                <c:pt idx="7">
                  <c:v>118.10480613000063</c:v>
                </c:pt>
                <c:pt idx="8">
                  <c:v>138.81878160043848</c:v>
                </c:pt>
                <c:pt idx="9">
                  <c:v>139.16774018980396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Australia</c:v>
                </c:pt>
                <c:pt idx="1">
                  <c:v>France</c:v>
                </c:pt>
                <c:pt idx="2">
                  <c:v>U.K.</c:v>
                </c:pt>
                <c:pt idx="3">
                  <c:v>Canada</c:v>
                </c:pt>
                <c:pt idx="4">
                  <c:v>South Korea</c:v>
                </c:pt>
                <c:pt idx="5">
                  <c:v>India</c:v>
                </c:pt>
                <c:pt idx="6">
                  <c:v>Brazil</c:v>
                </c:pt>
                <c:pt idx="7">
                  <c:v>Japan</c:v>
                </c:pt>
                <c:pt idx="8">
                  <c:v>China</c:v>
                </c:pt>
                <c:pt idx="9">
                  <c:v>U.S.</c:v>
                </c:pt>
              </c:strCache>
            </c:strRef>
          </c:cat>
          <c:val>
            <c:numRef>
              <c:f>Sheet1!$B$2:$B$11</c:f>
              <c:numCache>
                <c:formatCode>General</c:formatCode>
                <c:ptCount val="10"/>
                <c:pt idx="0">
                  <c:v>2.0712690875582713</c:v>
                </c:pt>
                <c:pt idx="1">
                  <c:v>2.234221276453326</c:v>
                </c:pt>
                <c:pt idx="2">
                  <c:v>2.3964876396375434</c:v>
                </c:pt>
                <c:pt idx="3">
                  <c:v>2.8775600845047005</c:v>
                </c:pt>
                <c:pt idx="4">
                  <c:v>3.13531396140886</c:v>
                </c:pt>
                <c:pt idx="5">
                  <c:v>4.797254831710713</c:v>
                </c:pt>
                <c:pt idx="6">
                  <c:v>5.107796713578058</c:v>
                </c:pt>
                <c:pt idx="7">
                  <c:v>7.9023307375287395</c:v>
                </c:pt>
                <c:pt idx="8">
                  <c:v>14.01665898084653</c:v>
                </c:pt>
                <c:pt idx="9">
                  <c:v>24.691639043893115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10.9%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16.8%</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10.8%</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19.6%</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3330.276</c:v>
                </c:pt>
                <c:pt idx="1">
                  <c:v>1897.929</c:v>
                </c:pt>
                <c:pt idx="2">
                  <c:v>2611.637</c:v>
                </c:pt>
                <c:pt idx="3">
                  <c:v>3752.96</c:v>
                </c:pt>
                <c:pt idx="4">
                  <c:v>5168.202</c:v>
                </c:pt>
                <c:pt idx="5">
                  <c:v>3308.806</c:v>
                </c:pt>
                <c:pt idx="6">
                  <c:v>6019.166</c:v>
                </c:pt>
                <c:pt idx="7">
                  <c:v>4598.357</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0.07389196904613027</c:v>
                </c:pt>
                <c:pt idx="1">
                  <c:v>0.07561134305842226</c:v>
                </c:pt>
                <c:pt idx="2">
                  <c:v>0.07733071707071425</c:v>
                </c:pt>
                <c:pt idx="3">
                  <c:v>0.0796174845070626</c:v>
                </c:pt>
                <c:pt idx="4">
                  <c:v>0.08277253581961841</c:v>
                </c:pt>
                <c:pt idx="5">
                  <c:v>0.08535159683805639</c:v>
                </c:pt>
                <c:pt idx="6">
                  <c:v>0.08621128384420239</c:v>
                </c:pt>
                <c:pt idx="7">
                  <c:v>0.08506790012602822</c:v>
                </c:pt>
                <c:pt idx="8">
                  <c:v>0.08433716617080413</c:v>
                </c:pt>
                <c:pt idx="9">
                  <c:v>0.08310781375201536</c:v>
                </c:pt>
                <c:pt idx="10">
                  <c:v>0.08191284881347241</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0.06615629649613378</c:v>
                </c:pt>
                <c:pt idx="1">
                  <c:v>0.06499629649613377</c:v>
                </c:pt>
                <c:pt idx="2">
                  <c:v>0.06362629649613377</c:v>
                </c:pt>
                <c:pt idx="3">
                  <c:v>0.06331629649613377</c:v>
                </c:pt>
                <c:pt idx="4">
                  <c:v>0.06597629649613378</c:v>
                </c:pt>
                <c:pt idx="5">
                  <c:v>0.06679629649613376</c:v>
                </c:pt>
                <c:pt idx="6">
                  <c:v>0.06691629649613377</c:v>
                </c:pt>
                <c:pt idx="7">
                  <c:v>0.06627629649613377</c:v>
                </c:pt>
                <c:pt idx="8">
                  <c:v>0.06532629649613376</c:v>
                </c:pt>
                <c:pt idx="9">
                  <c:v>0.06397629649613377</c:v>
                </c:pt>
                <c:pt idx="10">
                  <c:v>0.06281629649613377</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0.053251361749754186</c:v>
                </c:pt>
                <c:pt idx="1">
                  <c:v>0.051371361749754194</c:v>
                </c:pt>
                <c:pt idx="2">
                  <c:v>0.049401361749754194</c:v>
                </c:pt>
                <c:pt idx="3">
                  <c:v>0.04765136174975419</c:v>
                </c:pt>
                <c:pt idx="4">
                  <c:v>0.046641361749754195</c:v>
                </c:pt>
                <c:pt idx="5">
                  <c:v>0.046711361749754196</c:v>
                </c:pt>
                <c:pt idx="6">
                  <c:v>0.048291361749754194</c:v>
                </c:pt>
                <c:pt idx="7">
                  <c:v>0.04896136174975419</c:v>
                </c:pt>
                <c:pt idx="8">
                  <c:v>0.04896136174975419</c:v>
                </c:pt>
                <c:pt idx="9">
                  <c:v>0.04826136174975419</c:v>
                </c:pt>
                <c:pt idx="10">
                  <c:v>0.04769136174975419</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East Asia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26.752819348101042</c:v>
                </c:pt>
                <c:pt idx="1">
                  <c:v>26.04968274841355</c:v>
                </c:pt>
              </c:numCache>
            </c:numRef>
          </c:val>
        </c:ser>
        <c:ser>
          <c:idx val="1"/>
          <c:order val="1"/>
          <c:tx>
            <c:strRef>
              <c:f>Sheet1!$C$1</c:f>
              <c:strCache>
                <c:ptCount val="1"/>
                <c:pt idx="0">
                  <c:v>North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22.241900307234303</c:v>
                </c:pt>
                <c:pt idx="1">
                  <c:v>20.3620551623039</c:v>
                </c:pt>
              </c:numCache>
            </c:numRef>
          </c:val>
        </c:ser>
        <c:ser>
          <c:idx val="2"/>
          <c:order val="2"/>
          <c:tx>
            <c:strRef>
              <c:f>Sheet1!$D$1</c:f>
              <c:strCache>
                <c:ptCount val="1"/>
                <c:pt idx="0">
                  <c:v>South Asia &amp; Pacific</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15.270085824877205</c:v>
                </c:pt>
                <c:pt idx="1">
                  <c:v>17.44151819255023</c:v>
                </c:pt>
              </c:numCache>
            </c:numRef>
          </c:val>
        </c:ser>
        <c:ser>
          <c:idx val="3"/>
          <c:order val="3"/>
          <c:tx>
            <c:strRef>
              <c:f>Sheet1!$E$1</c:f>
              <c:strCache>
                <c:ptCount val="1"/>
                <c:pt idx="0">
                  <c:v>Europe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17.121278042113826</c:v>
                </c:pt>
                <c:pt idx="1">
                  <c:v>16.171124598332828</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11.265915042750645</c:v>
                </c:pt>
                <c:pt idx="1">
                  <c:v>12.053437719102812</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7.348001434922982</c:v>
                </c:pt>
                <c:pt idx="1">
                  <c:v>7.922181579296674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North America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31.16689622390349</c:v>
                </c:pt>
                <c:pt idx="1">
                  <c:v>29.45745533132806</c:v>
                </c:pt>
              </c:numCache>
            </c:numRef>
          </c:val>
        </c:ser>
        <c:ser>
          <c:idx val="1"/>
          <c:order val="1"/>
          <c:tx>
            <c:strRef>
              <c:f>Sheet1!$C$1</c:f>
              <c:strCache>
                <c:ptCount val="1"/>
                <c:pt idx="0">
                  <c:v>East Asia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25.633383019685134</c:v>
                </c:pt>
                <c:pt idx="1">
                  <c:v>25.358220256011155</c:v>
                </c:pt>
              </c:numCache>
            </c:numRef>
          </c:val>
        </c:ser>
        <c:ser>
          <c:idx val="2"/>
          <c:order val="2"/>
          <c:tx>
            <c:strRef>
              <c:f>Sheet1!$D$1</c:f>
              <c:strCache>
                <c:ptCount val="1"/>
                <c:pt idx="0">
                  <c:v>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17.45258769699041</c:v>
                </c:pt>
                <c:pt idx="1">
                  <c:v>16.80390623688893</c:v>
                </c:pt>
              </c:numCache>
            </c:numRef>
          </c:val>
        </c:ser>
        <c:ser>
          <c:idx val="3"/>
          <c:order val="3"/>
          <c:tx>
            <c:strRef>
              <c:f>Sheet1!$E$1</c:f>
              <c:strCache>
                <c:ptCount val="1"/>
                <c:pt idx="0">
                  <c:v>South Asia &amp; Pacific</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10.99506108391414</c:v>
                </c:pt>
                <c:pt idx="1">
                  <c:v>12.291034721653087</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8.384044124659267</c:v>
                </c:pt>
                <c:pt idx="1">
                  <c:v>9.174680694820845</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6.368027850847565</c:v>
                </c:pt>
                <c:pt idx="1">
                  <c:v>6.914702759297932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East Asia</c:v>
                </c:pt>
              </c:strCache>
            </c:strRef>
          </c:tx>
          <c:spPr>
            <a:solidFill>
              <a:srgbClr val="3D85C6"/>
            </a:solidFill>
            <a:ln>
              <a:noFill/>
            </a:ln>
          </c:spPr>
          <c:dLbls>
            <c:dLbl>
              <c:idx val="0"/>
              <c:tx>
                <c:rich>
                  <a:bodyPr/>
                  <a:lstStyle/>
                  <a:p>
                    <a:r>
                      <a:rPr sz="1100">
                        <a:solidFill>
                          <a:srgbClr val="FFFFFF"/>
                        </a:solidFill>
                        <a:latin typeface="Calibri"/>
                      </a:rPr>
                      <a:t>1,757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1,891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1,961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2,207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2,308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2,815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2,963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3,274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3,436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1756.667</c:v>
                </c:pt>
                <c:pt idx="1">
                  <c:v>1822.857</c:v>
                </c:pt>
                <c:pt idx="2">
                  <c:v>1891.146</c:v>
                </c:pt>
                <c:pt idx="3">
                  <c:v>1961.326</c:v>
                </c:pt>
                <c:pt idx="4">
                  <c:v>2035.138</c:v>
                </c:pt>
                <c:pt idx="5">
                  <c:v>2116.476</c:v>
                </c:pt>
                <c:pt idx="6">
                  <c:v>2206.877</c:v>
                </c:pt>
                <c:pt idx="7">
                  <c:v>2307.834</c:v>
                </c:pt>
                <c:pt idx="8">
                  <c:v>2419.917</c:v>
                </c:pt>
                <c:pt idx="9">
                  <c:v>2542.598</c:v>
                </c:pt>
                <c:pt idx="10">
                  <c:v>2674.564</c:v>
                </c:pt>
                <c:pt idx="11">
                  <c:v>2815.062</c:v>
                </c:pt>
                <c:pt idx="12">
                  <c:v>2962.585</c:v>
                </c:pt>
                <c:pt idx="13">
                  <c:v>3116.305</c:v>
                </c:pt>
                <c:pt idx="14">
                  <c:v>3274.227</c:v>
                </c:pt>
                <c:pt idx="15">
                  <c:v>3436.365</c:v>
                </c:pt>
              </c:numCache>
            </c:numRef>
          </c:val>
        </c:ser>
        <c:ser>
          <c:idx val="1"/>
          <c:order val="1"/>
          <c:tx>
            <c:strRef>
              <c:f>Sheet1!$C$1</c:f>
              <c:strCache>
                <c:ptCount val="1"/>
                <c:pt idx="0">
                  <c:v>North America</c:v>
                </c:pt>
              </c:strCache>
            </c:strRef>
          </c:tx>
          <c:spPr>
            <a:solidFill>
              <a:srgbClr val="9E7E0A"/>
            </a:solidFill>
            <a:ln>
              <a:noFill/>
            </a:ln>
          </c:spPr>
          <c:dLbls>
            <c:dLbl>
              <c:idx val="0"/>
              <c:tx>
                <c:rich>
                  <a:bodyPr/>
                  <a:lstStyle/>
                  <a:p>
                    <a:r>
                      <a:rPr sz="1100">
                        <a:solidFill>
                          <a:srgbClr val="FFFFFF"/>
                        </a:solidFill>
                        <a:latin typeface="Calibri"/>
                      </a:rPr>
                      <a:t>1,499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1,547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1,597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1,648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1,701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1,760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1,897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1,976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2,064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2,157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2,256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2,359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2,466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2,575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2,686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1498.678</c:v>
                </c:pt>
                <c:pt idx="1">
                  <c:v>1547.08</c:v>
                </c:pt>
                <c:pt idx="2">
                  <c:v>1596.778</c:v>
                </c:pt>
                <c:pt idx="3">
                  <c:v>1647.67</c:v>
                </c:pt>
                <c:pt idx="4">
                  <c:v>1701.011</c:v>
                </c:pt>
                <c:pt idx="5">
                  <c:v>1759.607</c:v>
                </c:pt>
                <c:pt idx="6">
                  <c:v>1824.48</c:v>
                </c:pt>
                <c:pt idx="7">
                  <c:v>1896.605</c:v>
                </c:pt>
                <c:pt idx="8">
                  <c:v>1976.421</c:v>
                </c:pt>
                <c:pt idx="9">
                  <c:v>2063.572</c:v>
                </c:pt>
                <c:pt idx="10">
                  <c:v>2156.978</c:v>
                </c:pt>
                <c:pt idx="11">
                  <c:v>2255.923</c:v>
                </c:pt>
                <c:pt idx="12">
                  <c:v>2359.096</c:v>
                </c:pt>
                <c:pt idx="13">
                  <c:v>2465.879</c:v>
                </c:pt>
                <c:pt idx="14">
                  <c:v>2574.872</c:v>
                </c:pt>
                <c:pt idx="15">
                  <c:v>2686.077</c:v>
                </c:pt>
              </c:numCache>
            </c:numRef>
          </c:val>
        </c:ser>
        <c:ser>
          <c:idx val="2"/>
          <c:order val="2"/>
          <c:tx>
            <c:strRef>
              <c:f>Sheet1!$D$1</c:f>
              <c:strCache>
                <c:ptCount val="1"/>
                <c:pt idx="0">
                  <c:v>Europe</c:v>
                </c:pt>
              </c:strCache>
            </c:strRef>
          </c:tx>
          <c:spPr>
            <a:solidFill>
              <a:srgbClr val="008189"/>
            </a:solidFill>
            <a:ln>
              <a:noFill/>
            </a:ln>
          </c:spPr>
          <c:dLbls>
            <c:dLbl>
              <c:idx val="0"/>
              <c:tx>
                <c:rich>
                  <a:bodyPr/>
                  <a:lstStyle/>
                  <a:p>
                    <a:r>
                      <a:rPr sz="1100">
                        <a:solidFill>
                          <a:srgbClr val="FFFFFF"/>
                        </a:solidFill>
                        <a:latin typeface="Calibri"/>
                      </a:rPr>
                      <a:t>1,140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1,180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1,262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1,355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1,408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1,468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1,607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1,768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1,855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2,038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1140.112</c:v>
                </c:pt>
                <c:pt idx="1">
                  <c:v>1179.652</c:v>
                </c:pt>
                <c:pt idx="2">
                  <c:v>1220.383</c:v>
                </c:pt>
                <c:pt idx="3">
                  <c:v>1262.2</c:v>
                </c:pt>
                <c:pt idx="4">
                  <c:v>1306.134</c:v>
                </c:pt>
                <c:pt idx="5">
                  <c:v>1354.503</c:v>
                </c:pt>
                <c:pt idx="6">
                  <c:v>1408.19</c:v>
                </c:pt>
                <c:pt idx="7">
                  <c:v>1468.061</c:v>
                </c:pt>
                <c:pt idx="8">
                  <c:v>1534.506</c:v>
                </c:pt>
                <c:pt idx="9">
                  <c:v>1607.25</c:v>
                </c:pt>
                <c:pt idx="10">
                  <c:v>1685.428</c:v>
                </c:pt>
                <c:pt idx="11">
                  <c:v>1768.498</c:v>
                </c:pt>
                <c:pt idx="12">
                  <c:v>1855.452</c:v>
                </c:pt>
                <c:pt idx="13">
                  <c:v>1945.798</c:v>
                </c:pt>
                <c:pt idx="14">
                  <c:v>2038.388</c:v>
                </c:pt>
                <c:pt idx="15">
                  <c:v>2133.227</c:v>
                </c:pt>
              </c:numCache>
            </c:numRef>
          </c:val>
        </c:ser>
        <c:ser>
          <c:idx val="3"/>
          <c:order val="3"/>
          <c:tx>
            <c:strRef>
              <c:f>Sheet1!$E$1</c:f>
              <c:strCache>
                <c:ptCount val="1"/>
                <c:pt idx="0">
                  <c:v>South Asia &amp; Pacific</c:v>
                </c:pt>
              </c:strCache>
            </c:strRef>
          </c:tx>
          <c:spPr>
            <a:solidFill>
              <a:srgbClr val="40315E"/>
            </a:solidFill>
            <a:ln>
              <a:noFill/>
            </a:ln>
          </c:spPr>
          <c:dLbls>
            <c:dLbl>
              <c:idx val="0"/>
              <c:tx>
                <c:rich>
                  <a:bodyPr/>
                  <a:lstStyle/>
                  <a:p>
                    <a:r>
                      <a:rPr sz="1100">
                        <a:solidFill>
                          <a:srgbClr val="FFFFFF"/>
                        </a:solidFill>
                        <a:latin typeface="Calibri"/>
                      </a:rPr>
                      <a:t>943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991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1,040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1,092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1,147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1,208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1,277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1,356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1,444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1,542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1,649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1,765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1,889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2,020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2,157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2,301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943.408</c:v>
                </c:pt>
                <c:pt idx="1">
                  <c:v>990.676</c:v>
                </c:pt>
                <c:pt idx="2">
                  <c:v>1040.12</c:v>
                </c:pt>
                <c:pt idx="3">
                  <c:v>1091.684</c:v>
                </c:pt>
                <c:pt idx="4">
                  <c:v>1146.664</c:v>
                </c:pt>
                <c:pt idx="5">
                  <c:v>1208.051</c:v>
                </c:pt>
                <c:pt idx="6">
                  <c:v>1277.231</c:v>
                </c:pt>
                <c:pt idx="7">
                  <c:v>1355.604</c:v>
                </c:pt>
                <c:pt idx="8">
                  <c:v>1443.861</c:v>
                </c:pt>
                <c:pt idx="9">
                  <c:v>1541.897</c:v>
                </c:pt>
                <c:pt idx="10">
                  <c:v>1649.015</c:v>
                </c:pt>
                <c:pt idx="11">
                  <c:v>1764.949</c:v>
                </c:pt>
                <c:pt idx="12">
                  <c:v>1888.856</c:v>
                </c:pt>
                <c:pt idx="13">
                  <c:v>2020.211</c:v>
                </c:pt>
                <c:pt idx="14">
                  <c:v>2157.497</c:v>
                </c:pt>
                <c:pt idx="15">
                  <c:v>2300.812</c:v>
                </c:pt>
              </c:numCache>
            </c:numRef>
          </c:val>
        </c:ser>
        <c:ser>
          <c:idx val="4"/>
          <c:order val="4"/>
          <c:tx>
            <c:strRef>
              <c:f>Sheet1!$F$1</c:f>
              <c:strCache>
                <c:ptCount val="1"/>
                <c:pt idx="0">
                  <c:v>Latin America</c:v>
                </c:pt>
              </c:strCache>
            </c:strRef>
          </c:tx>
          <c:spPr>
            <a:solidFill>
              <a:srgbClr val="A35313"/>
            </a:solidFill>
            <a:ln>
              <a:noFill/>
            </a:ln>
          </c:spPr>
          <c:dLbls>
            <c:dLbl>
              <c:idx val="3"/>
              <c:tx>
                <c:rich>
                  <a:bodyPr/>
                  <a:lstStyle/>
                  <a:p>
                    <a:r>
                      <a:rPr sz="1100">
                        <a:solidFill>
                          <a:srgbClr val="FFFFFF"/>
                        </a:solidFill>
                        <a:latin typeface="Calibri"/>
                      </a:rPr>
                      <a:t>814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851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937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989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1,046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1,110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1,179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1,254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1,333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1,415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1,501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1,590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713.407</c:v>
                </c:pt>
                <c:pt idx="1">
                  <c:v>745.683</c:v>
                </c:pt>
                <c:pt idx="2">
                  <c:v>779.169</c:v>
                </c:pt>
                <c:pt idx="3">
                  <c:v>813.82</c:v>
                </c:pt>
                <c:pt idx="4">
                  <c:v>850.506</c:v>
                </c:pt>
                <c:pt idx="5">
                  <c:v>891.272</c:v>
                </c:pt>
                <c:pt idx="6">
                  <c:v>936.994</c:v>
                </c:pt>
                <c:pt idx="7">
                  <c:v>988.529</c:v>
                </c:pt>
                <c:pt idx="8">
                  <c:v>1046.293</c:v>
                </c:pt>
                <c:pt idx="9">
                  <c:v>1110.139</c:v>
                </c:pt>
                <c:pt idx="10">
                  <c:v>1179.419</c:v>
                </c:pt>
                <c:pt idx="11">
                  <c:v>1253.806</c:v>
                </c:pt>
                <c:pt idx="12">
                  <c:v>1332.581</c:v>
                </c:pt>
                <c:pt idx="13">
                  <c:v>1415.363</c:v>
                </c:pt>
                <c:pt idx="14">
                  <c:v>1501.175</c:v>
                </c:pt>
                <c:pt idx="15">
                  <c:v>1590.039</c:v>
                </c:pt>
              </c:numCache>
            </c:numRef>
          </c:val>
        </c:ser>
        <c:ser>
          <c:idx val="5"/>
          <c:order val="5"/>
          <c:tx>
            <c:strRef>
              <c:f>Sheet1!$G$1</c:f>
              <c:strCache>
                <c:ptCount val="1"/>
                <c:pt idx="0">
                  <c:v>Middle East &amp; Africa</c:v>
                </c:pt>
              </c:strCache>
            </c:strRef>
          </c:tx>
          <c:spPr>
            <a:solidFill>
              <a:srgbClr val="808080"/>
            </a:solidFill>
            <a:ln>
              <a:noFill/>
            </a:ln>
          </c:spPr>
          <c:dLbls>
            <c:dLbl>
              <c:idx val="11"/>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874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929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986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1,045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463.896</c:v>
                </c:pt>
                <c:pt idx="1">
                  <c:v>485.118</c:v>
                </c:pt>
                <c:pt idx="2">
                  <c:v>507.193</c:v>
                </c:pt>
                <c:pt idx="3">
                  <c:v>530.079</c:v>
                </c:pt>
                <c:pt idx="4">
                  <c:v>554.347</c:v>
                </c:pt>
                <c:pt idx="5">
                  <c:v>581.317</c:v>
                </c:pt>
                <c:pt idx="6">
                  <c:v>611.562</c:v>
                </c:pt>
                <c:pt idx="7">
                  <c:v>645.657</c:v>
                </c:pt>
                <c:pt idx="8">
                  <c:v>683.87</c:v>
                </c:pt>
                <c:pt idx="9">
                  <c:v>726.104</c:v>
                </c:pt>
                <c:pt idx="10">
                  <c:v>771.968</c:v>
                </c:pt>
                <c:pt idx="11">
                  <c:v>821.271</c:v>
                </c:pt>
                <c:pt idx="12">
                  <c:v>873.578</c:v>
                </c:pt>
                <c:pt idx="13">
                  <c:v>928.635</c:v>
                </c:pt>
                <c:pt idx="14">
                  <c:v>985.79</c:v>
                </c:pt>
                <c:pt idx="15">
                  <c:v>1045.061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North America</c:v>
                </c:pt>
              </c:strCache>
            </c:strRef>
          </c:tx>
          <c:spPr>
            <a:solidFill>
              <a:srgbClr val="3D85C6"/>
            </a:solidFill>
            <a:ln>
              <a:noFill/>
            </a:ln>
          </c:spPr>
          <c:dLbls>
            <c:dLbl>
              <c:idx val="0"/>
              <c:tx>
                <c:rich>
                  <a:bodyPr/>
                  <a:lstStyle/>
                  <a:p>
                    <a:r>
                      <a:rPr sz="1100">
                        <a:solidFill>
                          <a:srgbClr val="FFFFFF"/>
                        </a:solidFill>
                        <a:latin typeface="Calibri"/>
                      </a:rPr>
                      <a:t>4,130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4,285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4,448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4,618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4,799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5,020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5,268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5,548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5,863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6,215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6,602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7,025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7,481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7,968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8,488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9,040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4129.8</c:v>
                </c:pt>
                <c:pt idx="1">
                  <c:v>4285.47</c:v>
                </c:pt>
                <c:pt idx="2">
                  <c:v>4447.553</c:v>
                </c:pt>
                <c:pt idx="3">
                  <c:v>4618.317</c:v>
                </c:pt>
                <c:pt idx="4">
                  <c:v>4799.312</c:v>
                </c:pt>
                <c:pt idx="5">
                  <c:v>5019.855</c:v>
                </c:pt>
                <c:pt idx="6">
                  <c:v>5267.856</c:v>
                </c:pt>
                <c:pt idx="7">
                  <c:v>5547.914</c:v>
                </c:pt>
                <c:pt idx="8">
                  <c:v>5863.305</c:v>
                </c:pt>
                <c:pt idx="9">
                  <c:v>6215.41</c:v>
                </c:pt>
                <c:pt idx="10">
                  <c:v>6602.238</c:v>
                </c:pt>
                <c:pt idx="11">
                  <c:v>7025.003</c:v>
                </c:pt>
                <c:pt idx="12">
                  <c:v>7480.577</c:v>
                </c:pt>
                <c:pt idx="13">
                  <c:v>7968.06</c:v>
                </c:pt>
                <c:pt idx="14">
                  <c:v>8487.694</c:v>
                </c:pt>
                <c:pt idx="15">
                  <c:v>9039.708</c:v>
                </c:pt>
              </c:numCache>
            </c:numRef>
          </c:val>
        </c:ser>
        <c:ser>
          <c:idx val="1"/>
          <c:order val="1"/>
          <c:tx>
            <c:strRef>
              <c:f>Sheet1!$C$1</c:f>
              <c:strCache>
                <c:ptCount val="1"/>
                <c:pt idx="0">
                  <c:v>East Asia</c:v>
                </c:pt>
              </c:strCache>
            </c:strRef>
          </c:tx>
          <c:spPr>
            <a:solidFill>
              <a:srgbClr val="9E7E0A"/>
            </a:solidFill>
            <a:ln>
              <a:noFill/>
            </a:ln>
          </c:spPr>
          <c:dLbls>
            <c:dLbl>
              <c:idx val="0"/>
              <c:tx>
                <c:rich>
                  <a:bodyPr/>
                  <a:lstStyle/>
                  <a:p>
                    <a:r>
                      <a:rPr sz="1100">
                        <a:solidFill>
                          <a:srgbClr val="FFFFFF"/>
                        </a:solidFill>
                        <a:latin typeface="Calibri"/>
                      </a:rPr>
                      <a:t>3,339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3,477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3,622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3,774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4,129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4,347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4,595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4,877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5,192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5,542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5,925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6,341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6,789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7,269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7,782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3338.585</c:v>
                </c:pt>
                <c:pt idx="1">
                  <c:v>3477.228</c:v>
                </c:pt>
                <c:pt idx="2">
                  <c:v>3621.82</c:v>
                </c:pt>
                <c:pt idx="3">
                  <c:v>3773.846</c:v>
                </c:pt>
                <c:pt idx="4">
                  <c:v>3934.791</c:v>
                </c:pt>
                <c:pt idx="5">
                  <c:v>4128.607</c:v>
                </c:pt>
                <c:pt idx="6">
                  <c:v>4347.318</c:v>
                </c:pt>
                <c:pt idx="7">
                  <c:v>4595.446</c:v>
                </c:pt>
                <c:pt idx="8">
                  <c:v>4876.824</c:v>
                </c:pt>
                <c:pt idx="9">
                  <c:v>5192.455</c:v>
                </c:pt>
                <c:pt idx="10">
                  <c:v>5541.865</c:v>
                </c:pt>
                <c:pt idx="11">
                  <c:v>5925.438</c:v>
                </c:pt>
                <c:pt idx="12">
                  <c:v>6341.059</c:v>
                </c:pt>
                <c:pt idx="13">
                  <c:v>6788.849</c:v>
                </c:pt>
                <c:pt idx="14">
                  <c:v>7268.561</c:v>
                </c:pt>
                <c:pt idx="15">
                  <c:v>7781.762</c:v>
                </c:pt>
              </c:numCache>
            </c:numRef>
          </c:val>
        </c:ser>
        <c:ser>
          <c:idx val="2"/>
          <c:order val="2"/>
          <c:tx>
            <c:strRef>
              <c:f>Sheet1!$D$1</c:f>
              <c:strCache>
                <c:ptCount val="1"/>
                <c:pt idx="0">
                  <c:v>Europe</c:v>
                </c:pt>
              </c:strCache>
            </c:strRef>
          </c:tx>
          <c:spPr>
            <a:solidFill>
              <a:srgbClr val="008189"/>
            </a:solidFill>
            <a:ln>
              <a:noFill/>
            </a:ln>
          </c:spPr>
          <c:dLbls>
            <c:dLbl>
              <c:idx val="0"/>
              <c:tx>
                <c:rich>
                  <a:bodyPr/>
                  <a:lstStyle/>
                  <a:p>
                    <a:r>
                      <a:rPr sz="1100">
                        <a:solidFill>
                          <a:srgbClr val="FFFFFF"/>
                        </a:solidFill>
                        <a:latin typeface="Calibri"/>
                      </a:rPr>
                      <a:t>2,291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2,382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2,477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2,577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2,683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2,811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2,955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3,301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3,507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3,733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3,980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4,247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4,532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4,835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5,157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2291.316</c:v>
                </c:pt>
                <c:pt idx="1">
                  <c:v>2382.435</c:v>
                </c:pt>
                <c:pt idx="2">
                  <c:v>2477.4</c:v>
                </c:pt>
                <c:pt idx="3">
                  <c:v>2577.32</c:v>
                </c:pt>
                <c:pt idx="4">
                  <c:v>2683.234</c:v>
                </c:pt>
                <c:pt idx="5">
                  <c:v>2810.978</c:v>
                </c:pt>
                <c:pt idx="6">
                  <c:v>2954.881</c:v>
                </c:pt>
                <c:pt idx="7">
                  <c:v>3117.55</c:v>
                </c:pt>
                <c:pt idx="8">
                  <c:v>3301.163</c:v>
                </c:pt>
                <c:pt idx="9">
                  <c:v>3506.653</c:v>
                </c:pt>
                <c:pt idx="10">
                  <c:v>3733.05</c:v>
                </c:pt>
                <c:pt idx="11">
                  <c:v>3980.396</c:v>
                </c:pt>
                <c:pt idx="12">
                  <c:v>4246.712</c:v>
                </c:pt>
                <c:pt idx="13">
                  <c:v>4532.057</c:v>
                </c:pt>
                <c:pt idx="14">
                  <c:v>4835.113</c:v>
                </c:pt>
                <c:pt idx="15">
                  <c:v>5156.671</c:v>
                </c:pt>
              </c:numCache>
            </c:numRef>
          </c:val>
        </c:ser>
        <c:ser>
          <c:idx val="3"/>
          <c:order val="3"/>
          <c:tx>
            <c:strRef>
              <c:f>Sheet1!$E$1</c:f>
              <c:strCache>
                <c:ptCount val="1"/>
                <c:pt idx="0">
                  <c:v>South Asia &amp; Pacific</c:v>
                </c:pt>
              </c:strCache>
            </c:strRef>
          </c:tx>
          <c:spPr>
            <a:solidFill>
              <a:srgbClr val="40315E"/>
            </a:solidFill>
            <a:ln>
              <a:noFill/>
            </a:ln>
          </c:spPr>
          <c:dLbls>
            <c:dLbl>
              <c:idx val="6"/>
              <c:tx>
                <c:rich>
                  <a:bodyPr/>
                  <a:lstStyle/>
                  <a:p>
                    <a:r>
                      <a:rPr sz="1100">
                        <a:solidFill>
                          <a:srgbClr val="FFFFFF"/>
                        </a:solidFill>
                        <a:latin typeface="Calibri"/>
                      </a:rPr>
                      <a:t>1,885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2,165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2,524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2,733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2,963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3,213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3,482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3,772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1368.642</c:v>
                </c:pt>
                <c:pt idx="1">
                  <c:v>1437.859</c:v>
                </c:pt>
                <c:pt idx="2">
                  <c:v>1510.732</c:v>
                </c:pt>
                <c:pt idx="3">
                  <c:v>1588.06</c:v>
                </c:pt>
                <c:pt idx="4">
                  <c:v>1670.966</c:v>
                </c:pt>
                <c:pt idx="5">
                  <c:v>1770.905</c:v>
                </c:pt>
                <c:pt idx="6">
                  <c:v>1884.875</c:v>
                </c:pt>
                <c:pt idx="7">
                  <c:v>2015.524</c:v>
                </c:pt>
                <c:pt idx="8">
                  <c:v>2164.894</c:v>
                </c:pt>
                <c:pt idx="9">
                  <c:v>2334.332</c:v>
                </c:pt>
                <c:pt idx="10">
                  <c:v>2523.634</c:v>
                </c:pt>
                <c:pt idx="11">
                  <c:v>2733.41</c:v>
                </c:pt>
                <c:pt idx="12">
                  <c:v>2962.877</c:v>
                </c:pt>
                <c:pt idx="13">
                  <c:v>3212.551</c:v>
                </c:pt>
                <c:pt idx="14">
                  <c:v>3481.781</c:v>
                </c:pt>
                <c:pt idx="15">
                  <c:v>3771.791</c:v>
                </c:pt>
              </c:numCache>
            </c:numRef>
          </c:val>
        </c:ser>
        <c:ser>
          <c:idx val="4"/>
          <c:order val="4"/>
          <c:tx>
            <c:strRef>
              <c:f>Sheet1!$F$1</c:f>
              <c:strCache>
                <c:ptCount val="1"/>
                <c:pt idx="0">
                  <c:v>Latin America</c:v>
                </c:pt>
              </c:strCache>
            </c:strRef>
          </c:tx>
          <c:spPr>
            <a:solidFill>
              <a:srgbClr val="A35313"/>
            </a:solidFill>
            <a:ln>
              <a:noFill/>
            </a:ln>
          </c:spPr>
          <c:dLbls>
            <c:dLbl>
              <c:idx val="10"/>
              <c:tx>
                <c:rich>
                  <a:bodyPr/>
                  <a:lstStyle/>
                  <a:p>
                    <a:r>
                      <a:rPr sz="1100">
                        <a:solidFill>
                          <a:srgbClr val="FFFFFF"/>
                        </a:solidFill>
                        <a:latin typeface="Calibri"/>
                      </a:rPr>
                      <a:t>1,909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2,064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2,231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2,412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2,607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2,815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1046.527</c:v>
                </c:pt>
                <c:pt idx="1">
                  <c:v>1099.435</c:v>
                </c:pt>
                <c:pt idx="2">
                  <c:v>1154.879</c:v>
                </c:pt>
                <c:pt idx="3">
                  <c:v>1213.381</c:v>
                </c:pt>
                <c:pt idx="4">
                  <c:v>1275.725</c:v>
                </c:pt>
                <c:pt idx="5">
                  <c:v>1350.365</c:v>
                </c:pt>
                <c:pt idx="6">
                  <c:v>1435.456</c:v>
                </c:pt>
                <c:pt idx="7">
                  <c:v>1532.781</c:v>
                </c:pt>
                <c:pt idx="8">
                  <c:v>1643.804</c:v>
                </c:pt>
                <c:pt idx="9">
                  <c:v>1769.488</c:v>
                </c:pt>
                <c:pt idx="10">
                  <c:v>1909.42</c:v>
                </c:pt>
                <c:pt idx="11">
                  <c:v>2063.638</c:v>
                </c:pt>
                <c:pt idx="12">
                  <c:v>2231.181</c:v>
                </c:pt>
                <c:pt idx="13">
                  <c:v>2412.408</c:v>
                </c:pt>
                <c:pt idx="14">
                  <c:v>2607.012</c:v>
                </c:pt>
                <c:pt idx="15">
                  <c:v>2815.465</c:v>
                </c:pt>
              </c:numCache>
            </c:numRef>
          </c:val>
        </c:ser>
        <c:ser>
          <c:idx val="5"/>
          <c:order val="5"/>
          <c:tx>
            <c:strRef>
              <c:f>Sheet1!$G$1</c:f>
              <c:strCache>
                <c:ptCount val="1"/>
                <c:pt idx="0">
                  <c:v>Middle East &amp; Africa</c:v>
                </c:pt>
              </c:strCache>
            </c:strRef>
          </c:tx>
          <c:spPr>
            <a:solidFill>
              <a:srgbClr val="808080"/>
            </a:solidFill>
            <a:ln>
              <a:noFill/>
            </a:ln>
          </c:spPr>
          <c:dLbls>
            <c:dLbl>
              <c:idx val="14"/>
              <c:tx>
                <c:rich>
                  <a:bodyPr/>
                  <a:lstStyle/>
                  <a:p>
                    <a:r>
                      <a:rPr sz="1100">
                        <a:solidFill>
                          <a:srgbClr val="FFFFFF"/>
                        </a:solidFill>
                        <a:latin typeface="Calibri"/>
                      </a:rPr>
                      <a:t>1,966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796.692</c:v>
                </c:pt>
                <c:pt idx="1">
                  <c:v>836.494</c:v>
                </c:pt>
                <c:pt idx="2">
                  <c:v>878.232</c:v>
                </c:pt>
                <c:pt idx="3">
                  <c:v>922.276</c:v>
                </c:pt>
                <c:pt idx="4">
                  <c:v>969.31</c:v>
                </c:pt>
                <c:pt idx="5">
                  <c:v>1025.658</c:v>
                </c:pt>
                <c:pt idx="6">
                  <c:v>1089.719</c:v>
                </c:pt>
                <c:pt idx="7">
                  <c:v>1162.879</c:v>
                </c:pt>
                <c:pt idx="8">
                  <c:v>1246.256</c:v>
                </c:pt>
                <c:pt idx="9">
                  <c:v>1340.463</c:v>
                </c:pt>
                <c:pt idx="10">
                  <c:v>1445.087</c:v>
                </c:pt>
                <c:pt idx="11">
                  <c:v>1560.342</c:v>
                </c:pt>
                <c:pt idx="12">
                  <c:v>1685.631</c:v>
                </c:pt>
                <c:pt idx="13">
                  <c:v>1821.067</c:v>
                </c:pt>
                <c:pt idx="14">
                  <c:v>1966.379</c:v>
                </c:pt>
                <c:pt idx="15">
                  <c:v>2121.938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9.853548834649112</c:v>
                </c:pt>
                <c:pt idx="1">
                  <c:v>9.158454876354305</c:v>
                </c:pt>
                <c:pt idx="2">
                  <c:v>8.946070698527755</c:v>
                </c:pt>
                <c:pt idx="3">
                  <c:v>12.170696105803101</c:v>
                </c:pt>
                <c:pt idx="4">
                  <c:v>11.140084836816541</c:v>
                </c:pt>
                <c:pt idx="5">
                  <c:v>11.409771200574177</c:v>
                </c:pt>
              </c:numCache>
            </c:numRef>
          </c:val>
        </c:ser>
        <c:ser>
          <c:idx val="1"/>
          <c:order val="1"/>
          <c:tx>
            <c:strRef>
              <c:f>Sheet1!$C$1</c:f>
              <c:strCache>
                <c:ptCount val="1"/>
                <c:pt idx="0">
                  <c:v>Mousses and Foams</c:v>
                </c:pt>
              </c:strCache>
            </c:strRef>
          </c:tx>
          <c:spPr>
            <a:solidFill>
              <a:srgbClr val="9E7E0A"/>
            </a:solidFill>
            <a:ln>
              <a:noFill/>
            </a:ln>
          </c:spPr>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6.066205578302078</c:v>
                </c:pt>
                <c:pt idx="1">
                  <c:v>6.096082208829523</c:v>
                </c:pt>
                <c:pt idx="2">
                  <c:v>6.0572301215072955</c:v>
                </c:pt>
                <c:pt idx="3">
                  <c:v>6.403624972923434</c:v>
                </c:pt>
                <c:pt idx="4">
                  <c:v>6.11491252046612</c:v>
                </c:pt>
                <c:pt idx="5">
                  <c:v>6.228608269205157</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8.920627200820382</c:v>
                </c:pt>
                <c:pt idx="1">
                  <c:v>9.153411302719553</c:v>
                </c:pt>
                <c:pt idx="2">
                  <c:v>9.863380516942884</c:v>
                </c:pt>
                <c:pt idx="3">
                  <c:v>8.379569540283049</c:v>
                </c:pt>
                <c:pt idx="4">
                  <c:v>8.410459172298102</c:v>
                </c:pt>
                <c:pt idx="5">
                  <c:v>7.810219091147635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12.915988041109628</c:v>
                </c:pt>
                <c:pt idx="1">
                  <c:v>13.663396157791396</c:v>
                </c:pt>
                <c:pt idx="2">
                  <c:v>13.211578587355074</c:v>
                </c:pt>
                <c:pt idx="3">
                  <c:v>11.365700326547756</c:v>
                </c:pt>
                <c:pt idx="4">
                  <c:v>11.180474141913601</c:v>
                </c:pt>
                <c:pt idx="5">
                  <c:v>12.608371863338949</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16.74353043635623</c:v>
                </c:pt>
                <c:pt idx="1">
                  <c:v>15.322270148011127</c:v>
                </c:pt>
                <c:pt idx="2">
                  <c:v>17.307220179278275</c:v>
                </c:pt>
                <c:pt idx="3">
                  <c:v>16.158131415352493</c:v>
                </c:pt>
                <c:pt idx="4">
                  <c:v>18.987432539387285</c:v>
                </c:pt>
                <c:pt idx="5">
                  <c:v>15.685805337960035</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10.663658093363795</c:v>
                </c:pt>
                <c:pt idx="1">
                  <c:v>10.344902296743982</c:v>
                </c:pt>
                <c:pt idx="2">
                  <c:v>10.970600165968944</c:v>
                </c:pt>
                <c:pt idx="3">
                  <c:v>11.329688735353201</c:v>
                </c:pt>
                <c:pt idx="4">
                  <c:v>11.15553120803088</c:v>
                </c:pt>
                <c:pt idx="5">
                  <c:v>10.23433500285629</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Sheet1!$H$2:$H$7</c:f>
              <c:numCache>
                <c:formatCode>General</c:formatCode>
                <c:ptCount val="6"/>
                <c:pt idx="0">
                  <c:v>20.397599173584876</c:v>
                </c:pt>
                <c:pt idx="1">
                  <c:v>21.460760997121614</c:v>
                </c:pt>
                <c:pt idx="2">
                  <c:v>18.621450292831785</c:v>
                </c:pt>
                <c:pt idx="3">
                  <c:v>19.35592968567136</c:v>
                </c:pt>
                <c:pt idx="4">
                  <c:v>17.99588345211747</c:v>
                </c:pt>
                <c:pt idx="5">
                  <c:v>20.81086026230051</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Sheet1!$I$2:$I$7</c:f>
              <c:numCache>
                <c:formatCode>General</c:formatCode>
                <c:ptCount val="6"/>
                <c:pt idx="0">
                  <c:v>14.43884264181389</c:v>
                </c:pt>
                <c:pt idx="1">
                  <c:v>14.800722012428501</c:v>
                </c:pt>
                <c:pt idx="2">
                  <c:v>15.022469437587988</c:v>
                </c:pt>
                <c:pt idx="3">
                  <c:v>14.8366592180656</c:v>
                </c:pt>
                <c:pt idx="4">
                  <c:v>15.015222128970004</c:v>
                </c:pt>
                <c:pt idx="5">
                  <c:v>15.212028972617258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68.73575100387235</c:v>
                </c:pt>
              </c:numCache>
            </c:numRef>
          </c:xVal>
          <c:yVal>
            <c:numRef>
              <c:f>Sheet1!$B$2:$B$2</c:f>
              <c:numCache>
                <c:formatCode>General</c:formatCode>
                <c:ptCount val="1"/>
                <c:pt idx="0">
                  <c:v>105.73422228188116</c:v>
                </c:pt>
              </c:numCache>
            </c:numRef>
          </c:yVal>
          <c:bubbleSize>
            <c:numRef>
              <c:f>Sheet1!$C$2:$C$2</c:f>
              <c:numCache>
                <c:formatCode>General</c:formatCode>
                <c:ptCount val="1"/>
                <c:pt idx="0">
                  <c:v>3330.276</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78.15742524172319</c:v>
                </c:pt>
              </c:numCache>
            </c:numRef>
          </c:xVal>
          <c:yVal>
            <c:numRef>
              <c:f>Sheet1!$B$5:$B$5</c:f>
              <c:numCache>
                <c:formatCode>General</c:formatCode>
                <c:ptCount val="1"/>
                <c:pt idx="0">
                  <c:v>56.75965824451185</c:v>
                </c:pt>
              </c:numCache>
            </c:numRef>
          </c:yVal>
          <c:bubbleSize>
            <c:numRef>
              <c:f>Sheet1!$C$5:$C$5</c:f>
              <c:numCache>
                <c:formatCode>General</c:formatCode>
                <c:ptCount val="1"/>
                <c:pt idx="0">
                  <c:v>1897.929</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85.6470220571237</c:v>
                </c:pt>
              </c:numCache>
            </c:numRef>
          </c:xVal>
          <c:yVal>
            <c:numRef>
              <c:f>Sheet1!$B$8:$B$8</c:f>
              <c:numCache>
                <c:formatCode>General</c:formatCode>
                <c:ptCount val="1"/>
                <c:pt idx="0">
                  <c:v>74.49619464200778</c:v>
                </c:pt>
              </c:numCache>
            </c:numRef>
          </c:yVal>
          <c:bubbleSize>
            <c:numRef>
              <c:f>Sheet1!$C$8:$C$8</c:f>
              <c:numCache>
                <c:formatCode>General</c:formatCode>
                <c:ptCount val="1"/>
                <c:pt idx="0">
                  <c:v>2611.637</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106.28946829636976</c:v>
                </c:pt>
              </c:numCache>
            </c:numRef>
          </c:xVal>
          <c:yVal>
            <c:numRef>
              <c:f>Sheet1!$B$11:$B$11</c:f>
              <c:numCache>
                <c:formatCode>General</c:formatCode>
                <c:ptCount val="1"/>
                <c:pt idx="0">
                  <c:v>94.07746711875285</c:v>
                </c:pt>
              </c:numCache>
            </c:numRef>
          </c:yVal>
          <c:bubbleSize>
            <c:numRef>
              <c:f>Sheet1!$C$11:$C$11</c:f>
              <c:numCache>
                <c:formatCode>General</c:formatCode>
                <c:ptCount val="1"/>
                <c:pt idx="0">
                  <c:v>3752.96</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94.1176053381727</c:v>
                </c:pt>
              </c:numCache>
            </c:numRef>
          </c:xVal>
          <c:yVal>
            <c:numRef>
              <c:f>Sheet1!$B$14:$B$14</c:f>
              <c:numCache>
                <c:formatCode>General</c:formatCode>
                <c:ptCount val="1"/>
                <c:pt idx="0">
                  <c:v>139.78112633579923</c:v>
                </c:pt>
              </c:numCache>
            </c:numRef>
          </c:yVal>
          <c:bubbleSize>
            <c:numRef>
              <c:f>Sheet1!$C$14:$C$14</c:f>
              <c:numCache>
                <c:formatCode>General</c:formatCode>
                <c:ptCount val="1"/>
                <c:pt idx="0">
                  <c:v>5168.202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113.61352486069593</c:v>
                </c:pt>
              </c:numCache>
            </c:numRef>
          </c:xVal>
          <c:yVal>
            <c:numRef>
              <c:f>Sheet1!$B$17:$B$17</c:f>
              <c:numCache>
                <c:formatCode>General</c:formatCode>
                <c:ptCount val="1"/>
                <c:pt idx="0">
                  <c:v>79.2588819987919</c:v>
                </c:pt>
              </c:numCache>
            </c:numRef>
          </c:yVal>
          <c:bubbleSize>
            <c:numRef>
              <c:f>Sheet1!$C$17:$C$17</c:f>
              <c:numCache>
                <c:formatCode>General</c:formatCode>
                <c:ptCount val="1"/>
                <c:pt idx="0">
                  <c:v>3308.806</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110.46920058086991</c:v>
                </c:pt>
              </c:numCache>
            </c:numRef>
          </c:xVal>
          <c:yVal>
            <c:numRef>
              <c:f>Sheet1!$B$20:$B$20</c:f>
              <c:numCache>
                <c:formatCode>General</c:formatCode>
                <c:ptCount val="1"/>
                <c:pt idx="0">
                  <c:v>147.01935613172654</c:v>
                </c:pt>
              </c:numCache>
            </c:numRef>
          </c:yVal>
          <c:bubbleSize>
            <c:numRef>
              <c:f>Sheet1!$C$20:$C$20</c:f>
              <c:numCache>
                <c:formatCode>General</c:formatCode>
                <c:ptCount val="1"/>
                <c:pt idx="0">
                  <c:v>6019.166</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124.69027538165618</c:v>
                </c:pt>
              </c:numCache>
            </c:numRef>
          </c:xVal>
          <c:yVal>
            <c:numRef>
              <c:f>Sheet1!$B$23:$B$23</c:f>
              <c:numCache>
                <c:formatCode>General</c:formatCode>
                <c:ptCount val="1"/>
                <c:pt idx="0">
                  <c:v>102.87309324652875</c:v>
                </c:pt>
              </c:numCache>
            </c:numRef>
          </c:yVal>
          <c:bubbleSize>
            <c:numRef>
              <c:f>Sheet1!$C$23:$C$23</c:f>
              <c:numCache>
                <c:formatCode>General</c:formatCode>
                <c:ptCount val="1"/>
                <c:pt idx="0">
                  <c:v>4598.357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2128.743</c:v>
                </c:pt>
                <c:pt idx="2">
                  <c:v>2294.924</c:v>
                </c:pt>
                <c:pt idx="3">
                  <c:v>2502.511</c:v>
                </c:pt>
                <c:pt idx="4">
                  <c:v>2745.283</c:v>
                </c:pt>
                <c:pt idx="5">
                  <c:v>3021.6530000000002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2128.743</c:v>
                </c:pt>
                <c:pt idx="1">
                  <c:v>166.18100000000004</c:v>
                </c:pt>
                <c:pt idx="2">
                  <c:v>207.587</c:v>
                </c:pt>
                <c:pt idx="3">
                  <c:v>242.77199999999993</c:v>
                </c:pt>
                <c:pt idx="4">
                  <c:v>276.37000000000035</c:v>
                </c:pt>
                <c:pt idx="5">
                  <c:v>308.6229999999996</c:v>
                </c:pt>
                <c:pt idx="6">
                  <c:v>3330.276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1142.74</c:v>
                </c:pt>
                <c:pt idx="2">
                  <c:v>1252.56</c:v>
                </c:pt>
                <c:pt idx="3">
                  <c:v>1383.625</c:v>
                </c:pt>
                <c:pt idx="4">
                  <c:v>1532.949</c:v>
                </c:pt>
                <c:pt idx="5">
                  <c:v>1704.663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1142.74</c:v>
                </c:pt>
                <c:pt idx="1">
                  <c:v>109.81999999999994</c:v>
                </c:pt>
                <c:pt idx="2">
                  <c:v>131.06500000000005</c:v>
                </c:pt>
                <c:pt idx="3">
                  <c:v>149.32400000000007</c:v>
                </c:pt>
                <c:pt idx="4">
                  <c:v>171.71399999999994</c:v>
                </c:pt>
                <c:pt idx="5">
                  <c:v>193.26600000000008</c:v>
                </c:pt>
                <c:pt idx="6">
                  <c:v>1897.929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1499.829</c:v>
                </c:pt>
                <c:pt idx="2">
                  <c:v>1663.725</c:v>
                </c:pt>
                <c:pt idx="3">
                  <c:v>1857.175</c:v>
                </c:pt>
                <c:pt idx="4">
                  <c:v>2079.082</c:v>
                </c:pt>
                <c:pt idx="5">
                  <c:v>2330.813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1499.829</c:v>
                </c:pt>
                <c:pt idx="1">
                  <c:v>163.89599999999996</c:v>
                </c:pt>
                <c:pt idx="2">
                  <c:v>193.45000000000005</c:v>
                </c:pt>
                <c:pt idx="3">
                  <c:v>221.90699999999993</c:v>
                </c:pt>
                <c:pt idx="4">
                  <c:v>251.73100000000022</c:v>
                </c:pt>
                <c:pt idx="5">
                  <c:v>280.82400000000007</c:v>
                </c:pt>
                <c:pt idx="6">
                  <c:v>2611.637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1894.058</c:v>
                </c:pt>
                <c:pt idx="2">
                  <c:v>2106.336</c:v>
                </c:pt>
                <c:pt idx="3">
                  <c:v>2398.912</c:v>
                </c:pt>
                <c:pt idx="4">
                  <c:v>2772.223</c:v>
                </c:pt>
                <c:pt idx="5">
                  <c:v>3225.005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1894.058</c:v>
                </c:pt>
                <c:pt idx="1">
                  <c:v>212.2779999999998</c:v>
                </c:pt>
                <c:pt idx="2">
                  <c:v>292.576</c:v>
                </c:pt>
                <c:pt idx="3">
                  <c:v>373.31100000000015</c:v>
                </c:pt>
                <c:pt idx="4">
                  <c:v>452.78200000000015</c:v>
                </c:pt>
                <c:pt idx="5">
                  <c:v>527.9549999999999</c:v>
                </c:pt>
                <c:pt idx="6">
                  <c:v>3752.96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2814.208</c:v>
                </c:pt>
                <c:pt idx="2">
                  <c:v>3146.926</c:v>
                </c:pt>
                <c:pt idx="3">
                  <c:v>3549.126</c:v>
                </c:pt>
                <c:pt idx="4">
                  <c:v>4011.47</c:v>
                </c:pt>
                <c:pt idx="5">
                  <c:v>4552.977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2814.208</c:v>
                </c:pt>
                <c:pt idx="1">
                  <c:v>332.71799999999985</c:v>
                </c:pt>
                <c:pt idx="2">
                  <c:v>402.2000000000003</c:v>
                </c:pt>
                <c:pt idx="3">
                  <c:v>462.3439999999996</c:v>
                </c:pt>
                <c:pt idx="4">
                  <c:v>541.5070000000001</c:v>
                </c:pt>
                <c:pt idx="5">
                  <c:v>615.2250000000004</c:v>
                </c:pt>
                <c:pt idx="6">
                  <c:v>5168.202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1595.716</c:v>
                </c:pt>
                <c:pt idx="2">
                  <c:v>1797.771</c:v>
                </c:pt>
                <c:pt idx="3">
                  <c:v>2065.972</c:v>
                </c:pt>
                <c:pt idx="4">
                  <c:v>2420.839</c:v>
                </c:pt>
                <c:pt idx="5">
                  <c:v>2835.973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1595.716</c:v>
                </c:pt>
                <c:pt idx="1">
                  <c:v>202.05500000000006</c:v>
                </c:pt>
                <c:pt idx="2">
                  <c:v>268.20100000000025</c:v>
                </c:pt>
                <c:pt idx="3">
                  <c:v>354.86699999999973</c:v>
                </c:pt>
                <c:pt idx="4">
                  <c:v>415.134</c:v>
                </c:pt>
                <c:pt idx="5">
                  <c:v>472.8330000000001</c:v>
                </c:pt>
                <c:pt idx="6">
                  <c:v>3308.806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2959.935</c:v>
                </c:pt>
                <c:pt idx="2">
                  <c:v>3335.334</c:v>
                </c:pt>
                <c:pt idx="3">
                  <c:v>3825.71</c:v>
                </c:pt>
                <c:pt idx="4">
                  <c:v>4441.681</c:v>
                </c:pt>
                <c:pt idx="5">
                  <c:v>5172.045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2959.935</c:v>
                </c:pt>
                <c:pt idx="1">
                  <c:v>375.3989999999999</c:v>
                </c:pt>
                <c:pt idx="2">
                  <c:v>490.3760000000002</c:v>
                </c:pt>
                <c:pt idx="3">
                  <c:v>615.9709999999995</c:v>
                </c:pt>
                <c:pt idx="4">
                  <c:v>730.3640000000005</c:v>
                </c:pt>
                <c:pt idx="5">
                  <c:v>847.1210000000001</c:v>
                </c:pt>
                <c:pt idx="6">
                  <c:v>6019.166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2071.14</c:v>
                </c:pt>
                <c:pt idx="2">
                  <c:v>2374.517</c:v>
                </c:pt>
                <c:pt idx="3">
                  <c:v>2775.771</c:v>
                </c:pt>
                <c:pt idx="4">
                  <c:v>3284.7</c:v>
                </c:pt>
                <c:pt idx="5">
                  <c:v>3891.865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2071.14</c:v>
                </c:pt>
                <c:pt idx="1">
                  <c:v>303.37699999999995</c:v>
                </c:pt>
                <c:pt idx="2">
                  <c:v>401.25400000000036</c:v>
                </c:pt>
                <c:pt idx="3">
                  <c:v>508.92899999999963</c:v>
                </c:pt>
                <c:pt idx="4">
                  <c:v>607.165</c:v>
                </c:pt>
                <c:pt idx="5">
                  <c:v>706.4920000000002</c:v>
                </c:pt>
                <c:pt idx="6">
                  <c:v>4598.357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17.84982272375349</c:v>
                </c:pt>
                <c:pt idx="1">
                  <c:v>18.377419516465817</c:v>
                </c:pt>
                <c:pt idx="2">
                  <c:v>19.614496965246214</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17.130125336476414</c:v>
                </c:pt>
                <c:pt idx="1">
                  <c:v>17.472640791974904</c:v>
                </c:pt>
                <c:pt idx="2">
                  <c:v>16.841483096624916</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11.99410587606135</c:v>
                </c:pt>
                <c:pt idx="1">
                  <c:v>12.859136655816094</c:v>
                </c:pt>
                <c:pt idx="2">
                  <c:v>14.984544274342774</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12.200295369185655</c:v>
                </c:pt>
                <c:pt idx="1">
                  <c:v>11.759683389844106</c:v>
                </c:pt>
                <c:pt idx="2">
                  <c:v>12.229671441307723</c:v>
                </c:pt>
              </c:numCache>
            </c:numRef>
          </c:val>
        </c:ser>
        <c:ser>
          <c:idx val="4"/>
          <c:order val="4"/>
          <c:tx>
            <c:strRef>
              <c:f>Sheet1!$F$1</c:f>
              <c:strCache>
                <c:ptCount val="1"/>
                <c:pt idx="0">
                  <c:v>Sprays and Mists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14.20492657669704</c:v>
                </c:pt>
                <c:pt idx="1">
                  <c:v>13.216777785235145</c:v>
                </c:pt>
                <c:pt idx="2">
                  <c:v>10.852282275556497</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9.95702676693626</c:v>
                </c:pt>
                <c:pt idx="1">
                  <c:v>9.907360249848988</c:v>
                </c:pt>
                <c:pt idx="2">
                  <c:v>10.782318554694864</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9.355449300905374</c:v>
                </c:pt>
                <c:pt idx="1">
                  <c:v>9.312024330250972</c:v>
                </c:pt>
                <c:pt idx="2">
                  <c:v>8.51047238285582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7.308248049984416</c:v>
                </c:pt>
                <c:pt idx="1">
                  <c:v>7.094957280563981</c:v>
                </c:pt>
                <c:pt idx="2">
                  <c:v>6.1847310093711965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19.45462120005391</c:v>
                </c:pt>
                <c:pt idx="1">
                  <c:v>20.04095238264372</c:v>
                </c:pt>
                <c:pt idx="2">
                  <c:v>18.30973667416885</c:v>
                </c:pt>
                <c:pt idx="3">
                  <c:v>19.24363605900008</c:v>
                </c:pt>
                <c:pt idx="4">
                  <c:v>20.050654344177367</c:v>
                </c:pt>
                <c:pt idx="5">
                  <c:v>20.054672113892163</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22.062378825394518</c:v>
                </c:pt>
                <c:pt idx="1">
                  <c:v>22.208303068942435</c:v>
                </c:pt>
                <c:pt idx="2">
                  <c:v>21.50975491484019</c:v>
                </c:pt>
                <c:pt idx="3">
                  <c:v>22.037124338550974</c:v>
                </c:pt>
                <c:pt idx="4">
                  <c:v>22.23113765637367</c:v>
                </c:pt>
                <c:pt idx="5">
                  <c:v>22.240616373823542</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21.8863604874412</c:v>
                </c:pt>
                <c:pt idx="1">
                  <c:v>22.01593697666283</c:v>
                </c:pt>
                <c:pt idx="2">
                  <c:v>23.05883332347948</c:v>
                </c:pt>
                <c:pt idx="3">
                  <c:v>21.825321025909933</c:v>
                </c:pt>
                <c:pt idx="4">
                  <c:v>22.014502886942942</c:v>
                </c:pt>
                <c:pt idx="5">
                  <c:v>22.01390553611848</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20.24206173790186</c:v>
                </c:pt>
                <c:pt idx="1">
                  <c:v>19.76263246035735</c:v>
                </c:pt>
                <c:pt idx="2">
                  <c:v>20.484671605611233</c:v>
                </c:pt>
                <c:pt idx="3">
                  <c:v>20.387106332748395</c:v>
                </c:pt>
                <c:pt idx="4">
                  <c:v>19.75037526852855</c:v>
                </c:pt>
                <c:pt idx="5">
                  <c:v>19.745292685859688</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16.354577749208506</c:v>
                </c:pt>
                <c:pt idx="1">
                  <c:v>15.972175111393677</c:v>
                </c:pt>
                <c:pt idx="2">
                  <c:v>16.63700348190024</c:v>
                </c:pt>
                <c:pt idx="3">
                  <c:v>16.506812243790613</c:v>
                </c:pt>
                <c:pt idx="4">
                  <c:v>15.953329843977476</c:v>
                </c:pt>
                <c:pt idx="5">
                  <c:v>15.94551329030614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108.53240125339154</c:v>
                </c:pt>
              </c:numCache>
            </c:numRef>
          </c:xVal>
          <c:yVal>
            <c:numRef>
              <c:f>Sheet1!$B$2:$B$2</c:f>
              <c:numCache>
                <c:formatCode>General</c:formatCode>
                <c:ptCount val="1"/>
                <c:pt idx="0">
                  <c:v>93.21470903839344</c:v>
                </c:pt>
              </c:numCache>
            </c:numRef>
          </c:yVal>
          <c:bubbleSize>
            <c:numRef>
              <c:f>Sheet1!$C$2:$C$2</c:f>
              <c:numCache>
                <c:formatCode>General</c:formatCode>
                <c:ptCount val="1"/>
                <c:pt idx="0">
                  <c:v>6033.176</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115.42794128382067</c:v>
                </c:pt>
              </c:numCache>
            </c:numRef>
          </c:xVal>
          <c:yVal>
            <c:numRef>
              <c:f>Sheet1!$B$5:$B$5</c:f>
              <c:numCache>
                <c:formatCode>General</c:formatCode>
                <c:ptCount val="1"/>
                <c:pt idx="0">
                  <c:v>100.39478792519903</c:v>
                </c:pt>
              </c:numCache>
            </c:numRef>
          </c:yVal>
          <c:bubbleSize>
            <c:numRef>
              <c:f>Sheet1!$C$5:$C$5</c:f>
              <c:numCache>
                <c:formatCode>General</c:formatCode>
                <c:ptCount val="1"/>
                <c:pt idx="0">
                  <c:v>6781.562</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98.98073064692865</c:v>
                </c:pt>
              </c:numCache>
            </c:numRef>
          </c:xVal>
          <c:yVal>
            <c:numRef>
              <c:f>Sheet1!$B$8:$B$8</c:f>
              <c:numCache>
                <c:formatCode>General</c:formatCode>
                <c:ptCount val="1"/>
                <c:pt idx="0">
                  <c:v>111.21653179558967</c:v>
                </c:pt>
              </c:numCache>
            </c:numRef>
          </c:yVal>
          <c:bubbleSize>
            <c:numRef>
              <c:f>Sheet1!$C$8:$C$8</c:f>
              <c:numCache>
                <c:formatCode>General</c:formatCode>
                <c:ptCount val="1"/>
                <c:pt idx="0">
                  <c:v>6782.567</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90.99809589091281</c:v>
                </c:pt>
              </c:numCache>
            </c:numRef>
          </c:xVal>
          <c:yVal>
            <c:numRef>
              <c:f>Sheet1!$B$11:$B$11</c:f>
              <c:numCache>
                <c:formatCode>General</c:formatCode>
                <c:ptCount val="1"/>
                <c:pt idx="0">
                  <c:v>105.69834206580018</c:v>
                </c:pt>
              </c:numCache>
            </c:numRef>
          </c:yVal>
          <c:bubbleSize>
            <c:numRef>
              <c:f>Sheet1!$C$11:$C$11</c:f>
              <c:numCache>
                <c:formatCode>General</c:formatCode>
                <c:ptCount val="1"/>
                <c:pt idx="0">
                  <c:v>6131.712</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83.7221761313948</c:v>
                </c:pt>
              </c:numCache>
            </c:numRef>
          </c:xVal>
          <c:yVal>
            <c:numRef>
              <c:f>Sheet1!$B$14:$B$14</c:f>
              <c:numCache>
                <c:formatCode>General</c:formatCode>
                <c:ptCount val="1"/>
                <c:pt idx="0">
                  <c:v>89.47562917501767</c:v>
                </c:pt>
              </c:numCache>
            </c:numRef>
          </c:yVal>
          <c:bubbleSize>
            <c:numRef>
              <c:f>Sheet1!$C$14:$C$14</c:f>
              <c:numCache>
                <c:formatCode>General</c:formatCode>
                <c:ptCount val="1"/>
                <c:pt idx="0">
                  <c:v>4958.317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3002.701</c:v>
                </c:pt>
                <c:pt idx="2">
                  <c:v>3340.838</c:v>
                </c:pt>
                <c:pt idx="3">
                  <c:v>3811.589</c:v>
                </c:pt>
                <c:pt idx="4">
                  <c:v>4422.671</c:v>
                </c:pt>
                <c:pt idx="5">
                  <c:v>5164.253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3002.701</c:v>
                </c:pt>
                <c:pt idx="1">
                  <c:v>338.13700000000017</c:v>
                </c:pt>
                <c:pt idx="2">
                  <c:v>470.75099999999975</c:v>
                </c:pt>
                <c:pt idx="3">
                  <c:v>611.0820000000003</c:v>
                </c:pt>
                <c:pt idx="4">
                  <c:v>741.5819999999994</c:v>
                </c:pt>
                <c:pt idx="5">
                  <c:v>868.9230000000007</c:v>
                </c:pt>
                <c:pt idx="6">
                  <c:v>6033.176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3233.991</c:v>
                </c:pt>
                <c:pt idx="2">
                  <c:v>3643.367</c:v>
                </c:pt>
                <c:pt idx="3">
                  <c:v>4190.975</c:v>
                </c:pt>
                <c:pt idx="4">
                  <c:v>4924.673</c:v>
                </c:pt>
                <c:pt idx="5">
                  <c:v>5787.337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3233.991</c:v>
                </c:pt>
                <c:pt idx="1">
                  <c:v>409.3760000000002</c:v>
                </c:pt>
                <c:pt idx="2">
                  <c:v>547.6080000000002</c:v>
                </c:pt>
                <c:pt idx="3">
                  <c:v>733.6979999999994</c:v>
                </c:pt>
                <c:pt idx="4">
                  <c:v>862.6640000000007</c:v>
                </c:pt>
                <c:pt idx="5">
                  <c:v>994.2249999999995</c:v>
                </c:pt>
                <c:pt idx="6">
                  <c:v>6781.562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3582.589</c:v>
                </c:pt>
                <c:pt idx="2">
                  <c:v>4021.476</c:v>
                </c:pt>
                <c:pt idx="3">
                  <c:v>4570.388</c:v>
                </c:pt>
                <c:pt idx="4">
                  <c:v>5197.022</c:v>
                </c:pt>
                <c:pt idx="5">
                  <c:v>5939.009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3582.589</c:v>
                </c:pt>
                <c:pt idx="1">
                  <c:v>438.88700000000017</c:v>
                </c:pt>
                <c:pt idx="2">
                  <c:v>548.9119999999998</c:v>
                </c:pt>
                <c:pt idx="3">
                  <c:v>626.634</c:v>
                </c:pt>
                <c:pt idx="4">
                  <c:v>741.9870000000001</c:v>
                </c:pt>
                <c:pt idx="5">
                  <c:v>843.558</c:v>
                </c:pt>
                <c:pt idx="6">
                  <c:v>6782.567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3404.833</c:v>
                </c:pt>
                <c:pt idx="2">
                  <c:v>3793.538</c:v>
                </c:pt>
                <c:pt idx="3">
                  <c:v>4259.599</c:v>
                </c:pt>
                <c:pt idx="4">
                  <c:v>4805.984</c:v>
                </c:pt>
                <c:pt idx="5">
                  <c:v>5428.746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3404.833</c:v>
                </c:pt>
                <c:pt idx="1">
                  <c:v>388.7049999999999</c:v>
                </c:pt>
                <c:pt idx="2">
                  <c:v>466.06100000000015</c:v>
                </c:pt>
                <c:pt idx="3">
                  <c:v>546.3850000000002</c:v>
                </c:pt>
                <c:pt idx="4">
                  <c:v>622.7619999999997</c:v>
                </c:pt>
                <c:pt idx="5">
                  <c:v>702.9660000000003</c:v>
                </c:pt>
                <c:pt idx="6">
                  <c:v>6131.712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2882.255</c:v>
                </c:pt>
                <c:pt idx="2">
                  <c:v>3172.875</c:v>
                </c:pt>
                <c:pt idx="3">
                  <c:v>3526.249</c:v>
                </c:pt>
                <c:pt idx="4">
                  <c:v>3937.877</c:v>
                </c:pt>
                <c:pt idx="5">
                  <c:v>4415.648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2882.255</c:v>
                </c:pt>
                <c:pt idx="1">
                  <c:v>290.6199999999999</c:v>
                </c:pt>
                <c:pt idx="2">
                  <c:v>353.3739999999998</c:v>
                </c:pt>
                <c:pt idx="3">
                  <c:v>411.62800000000016</c:v>
                </c:pt>
                <c:pt idx="4">
                  <c:v>477.7710000000002</c:v>
                </c:pt>
                <c:pt idx="5">
                  <c:v>542.6689999999999</c:v>
                </c:pt>
                <c:pt idx="6">
                  <c:v>4958.317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Medium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21.383598877020447</c:v>
                </c:pt>
                <c:pt idx="1">
                  <c:v>22.243306359117934</c:v>
                </c:pt>
                <c:pt idx="2">
                  <c:v>22.102170882618864</c:v>
                </c:pt>
              </c:numCache>
            </c:numRef>
          </c:val>
        </c:ser>
        <c:ser>
          <c:idx val="1"/>
          <c:order val="1"/>
          <c:tx>
            <c:strRef>
              <c:f>Sheet1!$C$1</c:f>
              <c:strCache>
                <c:ptCount val="1"/>
                <c:pt idx="0">
                  <c:v>Light or Flexible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20.174477046443826</c:v>
                </c:pt>
                <c:pt idx="1">
                  <c:v>20.078957585039806</c:v>
                </c:pt>
                <c:pt idx="2">
                  <c:v>22.09889591581986</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21.037449380618202</c:v>
                </c:pt>
                <c:pt idx="1">
                  <c:v>21.139668413160038</c:v>
                </c:pt>
                <c:pt idx="2">
                  <c:v>19.98124698613441</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19.257810334806994</c:v>
                </c:pt>
                <c:pt idx="1">
                  <c:v>18.64294180767869</c:v>
                </c:pt>
                <c:pt idx="2">
                  <c:v>19.66015034085398</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18.14666436111053</c:v>
                </c:pt>
                <c:pt idx="1">
                  <c:v>17.89512583500353</c:v>
                </c:pt>
                <c:pt idx="2">
                  <c:v>16.157535874572876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32.556841905842674</c:v>
                </c:pt>
                <c:pt idx="1">
                  <c:v>31.165153891097912</c:v>
                </c:pt>
                <c:pt idx="2">
                  <c:v>32.57643384800483</c:v>
                </c:pt>
                <c:pt idx="3">
                  <c:v>33.52661048183993</c:v>
                </c:pt>
                <c:pt idx="4">
                  <c:v>34.911938967036</c:v>
                </c:pt>
                <c:pt idx="5">
                  <c:v>33.09466411968175</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31.088043100222528</c:v>
                </c:pt>
                <c:pt idx="1">
                  <c:v>30.37903152765174</c:v>
                </c:pt>
                <c:pt idx="2">
                  <c:v>32.21549126131327</c:v>
                </c:pt>
                <c:pt idx="3">
                  <c:v>31.94520263169785</c:v>
                </c:pt>
                <c:pt idx="4">
                  <c:v>31.43064514180722</c:v>
                </c:pt>
                <c:pt idx="5">
                  <c:v>32.33702902792878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36.35511499393479</c:v>
                </c:pt>
                <c:pt idx="1">
                  <c:v>38.455814581250344</c:v>
                </c:pt>
                <c:pt idx="2">
                  <c:v>35.20807489068191</c:v>
                </c:pt>
                <c:pt idx="3">
                  <c:v>34.528186886462215</c:v>
                </c:pt>
                <c:pt idx="4">
                  <c:v>33.65741589115678</c:v>
                </c:pt>
                <c:pt idx="5">
                  <c:v>34.56830685238948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98.78122855017124</c:v>
                </c:pt>
              </c:numCache>
            </c:numRef>
          </c:xVal>
          <c:yVal>
            <c:numRef>
              <c:f>Sheet1!$B$2:$B$2</c:f>
              <c:numCache>
                <c:formatCode>General</c:formatCode>
                <c:ptCount val="1"/>
                <c:pt idx="0">
                  <c:v>100.81494474731983</c:v>
                </c:pt>
              </c:numCache>
            </c:numRef>
          </c:yVal>
          <c:bubbleSize>
            <c:numRef>
              <c:f>Sheet1!$C$2:$C$2</c:f>
              <c:numCache>
                <c:formatCode>General</c:formatCode>
                <c:ptCount val="1"/>
                <c:pt idx="0">
                  <c:v>10234.276</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91.22831785693627</c:v>
                </c:pt>
              </c:numCache>
            </c:numRef>
          </c:xVal>
          <c:yVal>
            <c:numRef>
              <c:f>Sheet1!$B$5:$B$5</c:f>
              <c:numCache>
                <c:formatCode>General</c:formatCode>
                <c:ptCount val="1"/>
                <c:pt idx="0">
                  <c:v>100.65960246282712</c:v>
                </c:pt>
              </c:numCache>
            </c:numRef>
          </c:yVal>
          <c:bubbleSize>
            <c:numRef>
              <c:f>Sheet1!$C$5:$C$5</c:f>
              <c:numCache>
                <c:formatCode>General</c:formatCode>
                <c:ptCount val="1"/>
                <c:pt idx="0">
                  <c:v>9746.422</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109.71726173431513</c:v>
                </c:pt>
              </c:numCache>
            </c:numRef>
          </c:xVal>
          <c:yVal>
            <c:numRef>
              <c:f>Sheet1!$B$8:$B$8</c:f>
              <c:numCache>
                <c:formatCode>General</c:formatCode>
                <c:ptCount val="1"/>
                <c:pt idx="0">
                  <c:v>98.52545278985305</c:v>
                </c:pt>
              </c:numCache>
            </c:numRef>
          </c:yVal>
          <c:bubbleSize>
            <c:numRef>
              <c:f>Sheet1!$C$8:$C$8</c:f>
              <c:numCache>
                <c:formatCode>General</c:formatCode>
                <c:ptCount val="1"/>
                <c:pt idx="0">
                  <c:v>10706.636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5412.542</c:v>
                </c:pt>
                <c:pt idx="2">
                  <c:v>6068.459</c:v>
                </c:pt>
                <c:pt idx="3">
                  <c:v>6888.206</c:v>
                </c:pt>
                <c:pt idx="4">
                  <c:v>7840.489</c:v>
                </c:pt>
                <c:pt idx="5">
                  <c:v>8961.869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5412.542</c:v>
                </c:pt>
                <c:pt idx="1">
                  <c:v>655.9169999999995</c:v>
                </c:pt>
                <c:pt idx="2">
                  <c:v>819.7470000000003</c:v>
                </c:pt>
                <c:pt idx="3">
                  <c:v>952.2829999999994</c:v>
                </c:pt>
                <c:pt idx="4">
                  <c:v>1121.380000000001</c:v>
                </c:pt>
                <c:pt idx="5">
                  <c:v>1272.4069999999992</c:v>
                </c:pt>
                <c:pt idx="6">
                  <c:v>10234.276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5404.202</c:v>
                </c:pt>
                <c:pt idx="2">
                  <c:v>6017.007</c:v>
                </c:pt>
                <c:pt idx="3">
                  <c:v>6751.524</c:v>
                </c:pt>
                <c:pt idx="4">
                  <c:v>7629.318</c:v>
                </c:pt>
                <c:pt idx="5">
                  <c:v>8624.673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5404.202</c:v>
                </c:pt>
                <c:pt idx="1">
                  <c:v>612.8049999999994</c:v>
                </c:pt>
                <c:pt idx="2">
                  <c:v>734.5170000000007</c:v>
                </c:pt>
                <c:pt idx="3">
                  <c:v>877.7939999999999</c:v>
                </c:pt>
                <c:pt idx="4">
                  <c:v>995.3550000000005</c:v>
                </c:pt>
                <c:pt idx="5">
                  <c:v>1121.7489999999998</c:v>
                </c:pt>
                <c:pt idx="6">
                  <c:v>9746.422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5289.624</c:v>
                </c:pt>
                <c:pt idx="2">
                  <c:v>5886.628</c:v>
                </c:pt>
                <c:pt idx="3">
                  <c:v>6719.071</c:v>
                </c:pt>
                <c:pt idx="4">
                  <c:v>7818.419</c:v>
                </c:pt>
                <c:pt idx="5">
                  <c:v>9148.451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5289.624</c:v>
                </c:pt>
                <c:pt idx="1">
                  <c:v>597.0039999999999</c:v>
                </c:pt>
                <c:pt idx="2">
                  <c:v>832.4430000000002</c:v>
                </c:pt>
                <c:pt idx="3">
                  <c:v>1099.348</c:v>
                </c:pt>
                <c:pt idx="4">
                  <c:v>1330.0319999999992</c:v>
                </c:pt>
                <c:pt idx="5">
                  <c:v>1558.1850000000013</c:v>
                </c:pt>
                <c:pt idx="6">
                  <c:v>10706.636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34.00500001426197</c:v>
                </c:pt>
                <c:pt idx="1">
                  <c:v>32.84181759661769</c:v>
                </c:pt>
                <c:pt idx="2">
                  <c:v>34.88943027765136</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32.47085952556373</c:v>
                </c:pt>
                <c:pt idx="1">
                  <c:v>33.60498158243994</c:v>
                </c:pt>
                <c:pt idx="2">
                  <c:v>33.35016329538434</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33.52414046017431</c:v>
                </c:pt>
                <c:pt idx="1">
                  <c:v>33.55320082094237</c:v>
                </c:pt>
                <c:pt idx="2">
                  <c:v>31.760406426964295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18.69951841171533</c:v>
                </c:pt>
                <c:pt idx="1">
                  <c:v>19.505168597431897</c:v>
                </c:pt>
                <c:pt idx="2">
                  <c:v>19.983482643519388</c:v>
                </c:pt>
                <c:pt idx="3">
                  <c:v>17.313243369608028</c:v>
                </c:pt>
                <c:pt idx="4">
                  <c:v>15.929941821651939</c:v>
                </c:pt>
                <c:pt idx="5">
                  <c:v>16.767643379631288</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16.21942593017606</c:v>
                </c:pt>
                <c:pt idx="1">
                  <c:v>15.858735895752888</c:v>
                </c:pt>
                <c:pt idx="2">
                  <c:v>15.368114343587527</c:v>
                </c:pt>
                <c:pt idx="3">
                  <c:v>16.29562948654277</c:v>
                </c:pt>
                <c:pt idx="4">
                  <c:v>16.209557194059286</c:v>
                </c:pt>
                <c:pt idx="5">
                  <c:v>15.738362345332394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18.88581046468392</c:v>
                </c:pt>
                <c:pt idx="1">
                  <c:v>18.31321586779302</c:v>
                </c:pt>
                <c:pt idx="2">
                  <c:v>16.98193695831422</c:v>
                </c:pt>
                <c:pt idx="3">
                  <c:v>18.401833275770358</c:v>
                </c:pt>
                <c:pt idx="4">
                  <c:v>16.74948639517456</c:v>
                </c:pt>
                <c:pt idx="5">
                  <c:v>18.61910805083527</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13.379143678629479</c:v>
                </c:pt>
                <c:pt idx="1">
                  <c:v>14.252783910573891</c:v>
                </c:pt>
                <c:pt idx="2">
                  <c:v>13.537418573144313</c:v>
                </c:pt>
                <c:pt idx="3">
                  <c:v>14.424693760761546</c:v>
                </c:pt>
                <c:pt idx="4">
                  <c:v>13.498422786307623</c:v>
                </c:pt>
                <c:pt idx="5">
                  <c:v>14.158001563767325</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18.375899001714004</c:v>
                </c:pt>
                <c:pt idx="1">
                  <c:v>18.62307598321272</c:v>
                </c:pt>
                <c:pt idx="2">
                  <c:v>21.08932363678784</c:v>
                </c:pt>
                <c:pt idx="3">
                  <c:v>19.837313646730614</c:v>
                </c:pt>
                <c:pt idx="4">
                  <c:v>22.77807041362489</c:v>
                </c:pt>
                <c:pt idx="5">
                  <c:v>21.37595594901959</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14.440202513081207</c:v>
                </c:pt>
                <c:pt idx="1">
                  <c:v>13.447019745235602</c:v>
                </c:pt>
                <c:pt idx="2">
                  <c:v>13.039723844646705</c:v>
                </c:pt>
                <c:pt idx="3">
                  <c:v>13.727286460586683</c:v>
                </c:pt>
                <c:pt idx="4">
                  <c:v>14.834521389181704</c:v>
                </c:pt>
                <c:pt idx="5">
                  <c:v>13.34092871141413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80.45828490382216</c:v>
                </c:pt>
              </c:numCache>
            </c:numRef>
          </c:xVal>
          <c:yVal>
            <c:numRef>
              <c:f>Sheet1!$B$2:$B$2</c:f>
              <c:numCache>
                <c:formatCode>General</c:formatCode>
                <c:ptCount val="1"/>
                <c:pt idx="0">
                  <c:v>118.21715485452712</c:v>
                </c:pt>
              </c:numCache>
            </c:numRef>
          </c:yVal>
          <c:bubbleSize>
            <c:numRef>
              <c:f>Sheet1!$C$2:$C$2</c:f>
              <c:numCache>
                <c:formatCode>General</c:formatCode>
                <c:ptCount val="1"/>
                <c:pt idx="0">
                  <c:v>5347.852</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103.7141246432963</c:v>
                </c:pt>
              </c:numCache>
            </c:numRef>
          </c:xVal>
          <c:yVal>
            <c:numRef>
              <c:f>Sheet1!$B$5:$B$5</c:f>
              <c:numCache>
                <c:formatCode>General</c:formatCode>
                <c:ptCount val="1"/>
                <c:pt idx="0">
                  <c:v>93.5107281790656</c:v>
                </c:pt>
              </c:numCache>
            </c:numRef>
          </c:yVal>
          <c:bubbleSize>
            <c:numRef>
              <c:f>Sheet1!$C$5:$C$5</c:f>
              <c:numCache>
                <c:formatCode>General</c:formatCode>
                <c:ptCount val="1"/>
                <c:pt idx="0">
                  <c:v>4894.719</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95.1909131393473</c:v>
                </c:pt>
              </c:numCache>
            </c:numRef>
          </c:xVal>
          <c:yVal>
            <c:numRef>
              <c:f>Sheet1!$B$8:$B$8</c:f>
              <c:numCache>
                <c:formatCode>General</c:formatCode>
                <c:ptCount val="1"/>
                <c:pt idx="0">
                  <c:v>110.66383184588855</c:v>
                </c:pt>
              </c:numCache>
            </c:numRef>
          </c:yVal>
          <c:bubbleSize>
            <c:numRef>
              <c:f>Sheet1!$C$8:$C$8</c:f>
              <c:numCache>
                <c:formatCode>General</c:formatCode>
                <c:ptCount val="1"/>
                <c:pt idx="0">
                  <c:v>5492.312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87.55033778553329</c:v>
                </c:pt>
              </c:numCache>
            </c:numRef>
          </c:xVal>
          <c:yVal>
            <c:numRef>
              <c:f>Sheet1!$B$11:$B$11</c:f>
              <c:numCache>
                <c:formatCode>General</c:formatCode>
                <c:ptCount val="1"/>
                <c:pt idx="0">
                  <c:v>90.25964140394659</c:v>
                </c:pt>
              </c:numCache>
            </c:numRef>
          </c:yVal>
          <c:bubbleSize>
            <c:numRef>
              <c:f>Sheet1!$C$11:$C$11</c:f>
              <c:numCache>
                <c:formatCode>General</c:formatCode>
                <c:ptCount val="1"/>
                <c:pt idx="0">
                  <c:v>4269.874</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120.36227439123348</c:v>
                </c:pt>
              </c:numCache>
            </c:numRef>
          </c:xVal>
          <c:yVal>
            <c:numRef>
              <c:f>Sheet1!$B$14:$B$14</c:f>
              <c:numCache>
                <c:formatCode>General</c:formatCode>
                <c:ptCount val="1"/>
                <c:pt idx="0">
                  <c:v>110.93007436561739</c:v>
                </c:pt>
              </c:numCache>
            </c:numRef>
          </c:yVal>
          <c:bubbleSize>
            <c:numRef>
              <c:f>Sheet1!$C$14:$C$14</c:f>
              <c:numCache>
                <c:formatCode>General</c:formatCode>
                <c:ptCount val="1"/>
                <c:pt idx="0">
                  <c:v>6437.5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113.28795493207518</c:v>
                </c:pt>
              </c:numCache>
            </c:numRef>
          </c:xVal>
          <c:yVal>
            <c:numRef>
              <c:f>Sheet1!$B$17:$B$17</c:f>
              <c:numCache>
                <c:formatCode>General</c:formatCode>
                <c:ptCount val="1"/>
                <c:pt idx="0">
                  <c:v>76.41856935095487</c:v>
                </c:pt>
              </c:numCache>
            </c:numRef>
          </c:yVal>
          <c:bubbleSize>
            <c:numRef>
              <c:f>Sheet1!$C$17:$C$17</c:f>
              <c:numCache>
                <c:formatCode>General</c:formatCode>
                <c:ptCount val="1"/>
                <c:pt idx="0">
                  <c:v>4245.078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3173.415</c:v>
                </c:pt>
                <c:pt idx="2">
                  <c:v>3481.777</c:v>
                </c:pt>
                <c:pt idx="3">
                  <c:v>3859.542</c:v>
                </c:pt>
                <c:pt idx="4">
                  <c:v>4285.791</c:v>
                </c:pt>
                <c:pt idx="5">
                  <c:v>4786.138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3173.415</c:v>
                </c:pt>
                <c:pt idx="1">
                  <c:v>308.3620000000001</c:v>
                </c:pt>
                <c:pt idx="2">
                  <c:v>377.7649999999999</c:v>
                </c:pt>
                <c:pt idx="3">
                  <c:v>426.24900000000025</c:v>
                </c:pt>
                <c:pt idx="4">
                  <c:v>500.34699999999975</c:v>
                </c:pt>
                <c:pt idx="5">
                  <c:v>561.7139999999999</c:v>
                </c:pt>
                <c:pt idx="6">
                  <c:v>5347.852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2510.197</c:v>
                </c:pt>
                <c:pt idx="2">
                  <c:v>2825.605</c:v>
                </c:pt>
                <c:pt idx="3">
                  <c:v>3218.46</c:v>
                </c:pt>
                <c:pt idx="4">
                  <c:v>3693.135</c:v>
                </c:pt>
                <c:pt idx="5">
                  <c:v>4252.179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2510.197</c:v>
                </c:pt>
                <c:pt idx="1">
                  <c:v>315.4079999999999</c:v>
                </c:pt>
                <c:pt idx="2">
                  <c:v>392.855</c:v>
                </c:pt>
                <c:pt idx="3">
                  <c:v>474.6750000000002</c:v>
                </c:pt>
                <c:pt idx="4">
                  <c:v>559.0439999999999</c:v>
                </c:pt>
                <c:pt idx="5">
                  <c:v>642.54</c:v>
                </c:pt>
                <c:pt idx="6">
                  <c:v>4894.719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2970.654</c:v>
                </c:pt>
                <c:pt idx="2">
                  <c:v>3319.459</c:v>
                </c:pt>
                <c:pt idx="3">
                  <c:v>3744.001</c:v>
                </c:pt>
                <c:pt idx="4">
                  <c:v>4241.039</c:v>
                </c:pt>
                <c:pt idx="5">
                  <c:v>4825.174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2970.654</c:v>
                </c:pt>
                <c:pt idx="1">
                  <c:v>348.80499999999984</c:v>
                </c:pt>
                <c:pt idx="2">
                  <c:v>424.54200000000037</c:v>
                </c:pt>
                <c:pt idx="3">
                  <c:v>497.03799999999956</c:v>
                </c:pt>
                <c:pt idx="4">
                  <c:v>584.1350000000002</c:v>
                </c:pt>
                <c:pt idx="5">
                  <c:v>667.1379999999999</c:v>
                </c:pt>
                <c:pt idx="6">
                  <c:v>5492.312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2422.925</c:v>
                </c:pt>
                <c:pt idx="2">
                  <c:v>2671.029</c:v>
                </c:pt>
                <c:pt idx="3">
                  <c:v>2988.238</c:v>
                </c:pt>
                <c:pt idx="4">
                  <c:v>3365.903</c:v>
                </c:pt>
                <c:pt idx="5">
                  <c:v>3791.101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2422.925</c:v>
                </c:pt>
                <c:pt idx="1">
                  <c:v>248.10399999999981</c:v>
                </c:pt>
                <c:pt idx="2">
                  <c:v>317.20899999999983</c:v>
                </c:pt>
                <c:pt idx="3">
                  <c:v>377.66499999999996</c:v>
                </c:pt>
                <c:pt idx="4">
                  <c:v>425.1980000000003</c:v>
                </c:pt>
                <c:pt idx="5">
                  <c:v>478.7729999999997</c:v>
                </c:pt>
                <c:pt idx="6">
                  <c:v>4269.874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2977.801</c:v>
                </c:pt>
                <c:pt idx="2">
                  <c:v>3372.069</c:v>
                </c:pt>
                <c:pt idx="3">
                  <c:v>3900.499</c:v>
                </c:pt>
                <c:pt idx="4">
                  <c:v>4611.141</c:v>
                </c:pt>
                <c:pt idx="5">
                  <c:v>5456.943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2977.801</c:v>
                </c:pt>
                <c:pt idx="1">
                  <c:v>394.26800000000003</c:v>
                </c:pt>
                <c:pt idx="2">
                  <c:v>528.4299999999998</c:v>
                </c:pt>
                <c:pt idx="3">
                  <c:v>710.6419999999998</c:v>
                </c:pt>
                <c:pt idx="4">
                  <c:v>845.8020000000006</c:v>
                </c:pt>
                <c:pt idx="5">
                  <c:v>980.5569999999998</c:v>
                </c:pt>
                <c:pt idx="6">
                  <c:v>6437.5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2051.376</c:v>
                </c:pt>
                <c:pt idx="2">
                  <c:v>2302.155</c:v>
                </c:pt>
                <c:pt idx="3">
                  <c:v>2648.059</c:v>
                </c:pt>
                <c:pt idx="4">
                  <c:v>3091.218</c:v>
                </c:pt>
                <c:pt idx="5">
                  <c:v>3623.458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2051.376</c:v>
                </c:pt>
                <c:pt idx="1">
                  <c:v>250.779</c:v>
                </c:pt>
                <c:pt idx="2">
                  <c:v>345.904</c:v>
                </c:pt>
                <c:pt idx="3">
                  <c:v>443.15899999999965</c:v>
                </c:pt>
                <c:pt idx="4">
                  <c:v>532.2400000000002</c:v>
                </c:pt>
                <c:pt idx="5">
                  <c:v>621.6200000000003</c:v>
                </c:pt>
                <c:pt idx="6">
                  <c:v>4245.078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18.424024922825414</c:v>
                </c:pt>
                <c:pt idx="1">
                  <c:v>18.488345727602894</c:v>
                </c:pt>
                <c:pt idx="2">
                  <c:v>20.977709533916844</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18.126605097627788</c:v>
                </c:pt>
                <c:pt idx="1">
                  <c:v>18.443971974314756</c:v>
                </c:pt>
                <c:pt idx="2">
                  <c:v>17.89765061058577</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20.06099804626474</c:v>
                </c:pt>
                <c:pt idx="1">
                  <c:v>19.702859142421183</c:v>
                </c:pt>
                <c:pt idx="2">
                  <c:v>17.42690266196136</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15.301779746974209</c:v>
                </c:pt>
                <c:pt idx="1">
                  <c:v>15.585121363177596</c:v>
                </c:pt>
                <c:pt idx="2">
                  <c:v>15.950290241886433</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15.268476127356434</c:v>
                </c:pt>
                <c:pt idx="1">
                  <c:v>15.043273567324428</c:v>
                </c:pt>
                <c:pt idx="2">
                  <c:v>13.914124507716293</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12.818116058951414</c:v>
                </c:pt>
                <c:pt idx="1">
                  <c:v>12.736428225159143</c:v>
                </c:pt>
                <c:pt idx="2">
                  <c:v>13.833322443933305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13.040013421692814</c:v>
                </c:pt>
                <c:pt idx="1">
                  <c:v>12.222075019277465</c:v>
                </c:pt>
                <c:pt idx="2">
                  <c:v>14.373353567747108</c:v>
                </c:pt>
                <c:pt idx="3">
                  <c:v>13.480438546411328</c:v>
                </c:pt>
                <c:pt idx="4">
                  <c:v>12.682399266695546</c:v>
                </c:pt>
                <c:pt idx="5">
                  <c:v>12.805467521133702</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17.05063955685793</c:v>
                </c:pt>
                <c:pt idx="1">
                  <c:v>19.433393370823907</c:v>
                </c:pt>
                <c:pt idx="2">
                  <c:v>16.735970594348785</c:v>
                </c:pt>
                <c:pt idx="3">
                  <c:v>16.185477765504572</c:v>
                </c:pt>
                <c:pt idx="4">
                  <c:v>15.279215077409859</c:v>
                </c:pt>
                <c:pt idx="5">
                  <c:v>18.022737236342454</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12.627136136871108</c:v>
                </c:pt>
                <c:pt idx="1">
                  <c:v>11.897794430258893</c:v>
                </c:pt>
                <c:pt idx="2">
                  <c:v>12.896548908317317</c:v>
                </c:pt>
                <c:pt idx="3">
                  <c:v>13.126411763245752</c:v>
                </c:pt>
                <c:pt idx="4">
                  <c:v>14.174375183200821</c:v>
                </c:pt>
                <c:pt idx="5">
                  <c:v>13.470699112106377</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13.303027703919721</c:v>
                </c:pt>
                <c:pt idx="1">
                  <c:v>12.52302019241595</c:v>
                </c:pt>
                <c:pt idx="2">
                  <c:v>13.585187094092143</c:v>
                </c:pt>
                <c:pt idx="3">
                  <c:v>14.30870530450647</c:v>
                </c:pt>
                <c:pt idx="4">
                  <c:v>14.341650945075285</c:v>
                </c:pt>
                <c:pt idx="5">
                  <c:v>13.039357793486495</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17.36511622865513</c:v>
                </c:pt>
                <c:pt idx="1">
                  <c:v>18.658920397817337</c:v>
                </c:pt>
                <c:pt idx="2">
                  <c:v>16.825079431739606</c:v>
                </c:pt>
                <c:pt idx="3">
                  <c:v>17.122031418713462</c:v>
                </c:pt>
                <c:pt idx="4">
                  <c:v>17.10936637606835</c:v>
                </c:pt>
                <c:pt idx="5">
                  <c:v>16.869624896111148</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Sheet1!$G$2:$G$7</c:f>
              <c:numCache>
                <c:formatCode>General</c:formatCode>
                <c:ptCount val="6"/>
                <c:pt idx="0">
                  <c:v>10.853474512450413</c:v>
                </c:pt>
                <c:pt idx="1">
                  <c:v>10.904174553172956</c:v>
                </c:pt>
                <c:pt idx="2">
                  <c:v>10.416984817826643</c:v>
                </c:pt>
                <c:pt idx="3">
                  <c:v>10.568114473831182</c:v>
                </c:pt>
                <c:pt idx="4">
                  <c:v>10.018015202471524</c:v>
                </c:pt>
                <c:pt idx="5">
                  <c:v>10.115336677320034</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Sheet1!$H$2:$H$7</c:f>
              <c:numCache>
                <c:formatCode>General</c:formatCode>
                <c:ptCount val="6"/>
                <c:pt idx="0">
                  <c:v>15.760592439552903</c:v>
                </c:pt>
                <c:pt idx="1">
                  <c:v>14.360622036233467</c:v>
                </c:pt>
                <c:pt idx="2">
                  <c:v>15.166875585928386</c:v>
                </c:pt>
                <c:pt idx="3">
                  <c:v>15.208820727787224</c:v>
                </c:pt>
                <c:pt idx="4">
                  <c:v>16.39497794907862</c:v>
                </c:pt>
                <c:pt idx="5">
                  <c:v>15.6767767634998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75.19371174482498</c:v>
                </c:pt>
              </c:numCache>
            </c:numRef>
          </c:xVal>
          <c:yVal>
            <c:numRef>
              <c:f>Sheet1!$B$2:$B$2</c:f>
              <c:numCache>
                <c:formatCode>General</c:formatCode>
                <c:ptCount val="1"/>
                <c:pt idx="0">
                  <c:v>106.72386805492908</c:v>
                </c:pt>
              </c:numCache>
            </c:numRef>
          </c:yVal>
          <c:bubbleSize>
            <c:numRef>
              <c:f>Sheet1!$C$2:$C$2</c:f>
              <c:numCache>
                <c:formatCode>General</c:formatCode>
                <c:ptCount val="1"/>
                <c:pt idx="0">
                  <c:v>4002.575</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122.58682575713549</c:v>
                </c:pt>
              </c:numCache>
            </c:numRef>
          </c:xVal>
          <c:yVal>
            <c:numRef>
              <c:f>Sheet1!$B$5:$B$5</c:f>
              <c:numCache>
                <c:formatCode>General</c:formatCode>
                <c:ptCount val="1"/>
                <c:pt idx="0">
                  <c:v>102.97861051115869</c:v>
                </c:pt>
              </c:numCache>
            </c:numRef>
          </c:yVal>
          <c:bubbleSize>
            <c:numRef>
              <c:f>Sheet1!$C$5:$C$5</c:f>
              <c:numCache>
                <c:formatCode>General</c:formatCode>
                <c:ptCount val="1"/>
                <c:pt idx="0">
                  <c:v>5193.017</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89.88983800926806</c:v>
                </c:pt>
              </c:numCache>
            </c:numRef>
          </c:xVal>
          <c:yVal>
            <c:numRef>
              <c:f>Sheet1!$B$8:$B$8</c:f>
              <c:numCache>
                <c:formatCode>General</c:formatCode>
                <c:ptCount val="1"/>
                <c:pt idx="0">
                  <c:v>99.32027510359413</c:v>
                </c:pt>
              </c:numCache>
            </c:numRef>
          </c:yVal>
          <c:bubbleSize>
            <c:numRef>
              <c:f>Sheet1!$C$8:$C$8</c:f>
              <c:numCache>
                <c:formatCode>General</c:formatCode>
                <c:ptCount val="1"/>
                <c:pt idx="0">
                  <c:v>4086.962</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97.64046597365572</c:v>
                </c:pt>
              </c:numCache>
            </c:numRef>
          </c:xVal>
          <c:yVal>
            <c:numRef>
              <c:f>Sheet1!$B$11:$B$11</c:f>
              <c:numCache>
                <c:formatCode>General</c:formatCode>
                <c:ptCount val="1"/>
                <c:pt idx="0">
                  <c:v>96.76185240757866</c:v>
                </c:pt>
              </c:numCache>
            </c:numRef>
          </c:yVal>
          <c:bubbleSize>
            <c:numRef>
              <c:f>Sheet1!$C$11:$C$11</c:f>
              <c:numCache>
                <c:formatCode>General</c:formatCode>
                <c:ptCount val="1"/>
                <c:pt idx="0">
                  <c:v>4179.874</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108.3617767208525</c:v>
                </c:pt>
              </c:numCache>
            </c:numRef>
          </c:xVal>
          <c:yVal>
            <c:numRef>
              <c:f>Sheet1!$B$14:$B$14</c:f>
              <c:numCache>
                <c:formatCode>General</c:formatCode>
                <c:ptCount val="1"/>
                <c:pt idx="0">
                  <c:v>114.06422515217427</c:v>
                </c:pt>
              </c:numCache>
            </c:numRef>
          </c:yVal>
          <c:bubbleSize>
            <c:numRef>
              <c:f>Sheet1!$C$14:$C$14</c:f>
              <c:numCache>
                <c:formatCode>General</c:formatCode>
                <c:ptCount val="1"/>
                <c:pt idx="0">
                  <c:v>5267.721</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83.18442002177446</c:v>
                </c:pt>
              </c:numCache>
            </c:numRef>
          </c:xVal>
          <c:yVal>
            <c:numRef>
              <c:f>Sheet1!$B$17:$B$17</c:f>
              <c:numCache>
                <c:formatCode>General</c:formatCode>
                <c:ptCount val="1"/>
                <c:pt idx="0">
                  <c:v>80.33682824477697</c:v>
                </c:pt>
              </c:numCache>
            </c:numRef>
          </c:yVal>
          <c:bubbleSize>
            <c:numRef>
              <c:f>Sheet1!$C$17:$C$17</c:f>
              <c:numCache>
                <c:formatCode>General</c:formatCode>
                <c:ptCount val="1"/>
                <c:pt idx="0">
                  <c:v>3169.151</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114.4874594916266</c:v>
                </c:pt>
              </c:numCache>
            </c:numRef>
          </c:xVal>
          <c:yVal>
            <c:numRef>
              <c:f>Sheet1!$B$20:$B$20</c:f>
              <c:numCache>
                <c:formatCode>General</c:formatCode>
                <c:ptCount val="1"/>
                <c:pt idx="0">
                  <c:v>99.8143405257883</c:v>
                </c:pt>
              </c:numCache>
            </c:numRef>
          </c:yVal>
          <c:bubbleSize>
            <c:numRef>
              <c:f>Sheet1!$C$20:$C$20</c:f>
              <c:numCache>
                <c:formatCode>General</c:formatCode>
                <c:ptCount val="1"/>
                <c:pt idx="0">
                  <c:v>4788.033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2455.62</c:v>
                </c:pt>
                <c:pt idx="2">
                  <c:v>2682.411</c:v>
                </c:pt>
                <c:pt idx="3">
                  <c:v>2957.936</c:v>
                </c:pt>
                <c:pt idx="4">
                  <c:v>3262.065</c:v>
                </c:pt>
                <c:pt idx="5">
                  <c:v>3612.414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2455.62</c:v>
                </c:pt>
                <c:pt idx="1">
                  <c:v>226.79100000000017</c:v>
                </c:pt>
                <c:pt idx="2">
                  <c:v>275.5250000000001</c:v>
                </c:pt>
                <c:pt idx="3">
                  <c:v>304.1289999999999</c:v>
                </c:pt>
                <c:pt idx="4">
                  <c:v>350.34900000000016</c:v>
                </c:pt>
                <c:pt idx="5">
                  <c:v>390.1609999999996</c:v>
                </c:pt>
                <c:pt idx="6">
                  <c:v>4002.575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2369.445</c:v>
                </c:pt>
                <c:pt idx="2">
                  <c:v>2694.65</c:v>
                </c:pt>
                <c:pt idx="3">
                  <c:v>3130.611</c:v>
                </c:pt>
                <c:pt idx="4">
                  <c:v>3712.133</c:v>
                </c:pt>
                <c:pt idx="5">
                  <c:v>4398.916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2369.445</c:v>
                </c:pt>
                <c:pt idx="1">
                  <c:v>325.2049999999999</c:v>
                </c:pt>
                <c:pt idx="2">
                  <c:v>435.9609999999998</c:v>
                </c:pt>
                <c:pt idx="3">
                  <c:v>581.5219999999999</c:v>
                </c:pt>
                <c:pt idx="4">
                  <c:v>686.7830000000004</c:v>
                </c:pt>
                <c:pt idx="5">
                  <c:v>794.1009999999997</c:v>
                </c:pt>
                <c:pt idx="6">
                  <c:v>5193.017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2285.27</c:v>
                </c:pt>
                <c:pt idx="2">
                  <c:v>2548.217</c:v>
                </c:pt>
                <c:pt idx="3">
                  <c:v>2861.189</c:v>
                </c:pt>
                <c:pt idx="4">
                  <c:v>3221.055</c:v>
                </c:pt>
                <c:pt idx="5">
                  <c:v>3628.921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2285.27</c:v>
                </c:pt>
                <c:pt idx="1">
                  <c:v>262.9470000000001</c:v>
                </c:pt>
                <c:pt idx="2">
                  <c:v>312.97199999999975</c:v>
                </c:pt>
                <c:pt idx="3">
                  <c:v>359.866</c:v>
                </c:pt>
                <c:pt idx="4">
                  <c:v>407.866</c:v>
                </c:pt>
                <c:pt idx="5">
                  <c:v>458.04100000000017</c:v>
                </c:pt>
                <c:pt idx="6">
                  <c:v>4086.962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2226.403</c:v>
                </c:pt>
                <c:pt idx="2">
                  <c:v>2498.444</c:v>
                </c:pt>
                <c:pt idx="3">
                  <c:v>2831.067</c:v>
                </c:pt>
                <c:pt idx="4">
                  <c:v>3215.163</c:v>
                </c:pt>
                <c:pt idx="5">
                  <c:v>3665.272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2226.403</c:v>
                </c:pt>
                <c:pt idx="1">
                  <c:v>272.04100000000017</c:v>
                </c:pt>
                <c:pt idx="2">
                  <c:v>332.62300000000005</c:v>
                </c:pt>
                <c:pt idx="3">
                  <c:v>384.096</c:v>
                </c:pt>
                <c:pt idx="4">
                  <c:v>450.1089999999999</c:v>
                </c:pt>
                <c:pt idx="5">
                  <c:v>514.6019999999999</c:v>
                </c:pt>
                <c:pt idx="6">
                  <c:v>4179.874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2624.515</c:v>
                </c:pt>
                <c:pt idx="2">
                  <c:v>2925.097</c:v>
                </c:pt>
                <c:pt idx="3">
                  <c:v>3340.973</c:v>
                </c:pt>
                <c:pt idx="4">
                  <c:v>3872.997</c:v>
                </c:pt>
                <c:pt idx="5">
                  <c:v>4516.447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2624.515</c:v>
                </c:pt>
                <c:pt idx="1">
                  <c:v>300.58200000000033</c:v>
                </c:pt>
                <c:pt idx="2">
                  <c:v>415.87599999999975</c:v>
                </c:pt>
                <c:pt idx="3">
                  <c:v>532.0239999999999</c:v>
                </c:pt>
                <c:pt idx="4">
                  <c:v>643.4500000000003</c:v>
                </c:pt>
                <c:pt idx="5">
                  <c:v>751.2739999999994</c:v>
                </c:pt>
                <c:pt idx="6">
                  <c:v>5267.721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1848.478</c:v>
                </c:pt>
                <c:pt idx="2">
                  <c:v>2029.235</c:v>
                </c:pt>
                <c:pt idx="3">
                  <c:v>2262.479</c:v>
                </c:pt>
                <c:pt idx="4">
                  <c:v>2536.876</c:v>
                </c:pt>
                <c:pt idx="5">
                  <c:v>2836.169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1848.478</c:v>
                </c:pt>
                <c:pt idx="1">
                  <c:v>180.75699999999983</c:v>
                </c:pt>
                <c:pt idx="2">
                  <c:v>233.24399999999991</c:v>
                </c:pt>
                <c:pt idx="3">
                  <c:v>274.3970000000004</c:v>
                </c:pt>
                <c:pt idx="4">
                  <c:v>299.29299999999967</c:v>
                </c:pt>
                <c:pt idx="5">
                  <c:v>332.98199999999997</c:v>
                </c:pt>
                <c:pt idx="6">
                  <c:v>3169.151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2296.638</c:v>
                </c:pt>
                <c:pt idx="2">
                  <c:v>2594.04</c:v>
                </c:pt>
                <c:pt idx="3">
                  <c:v>2974.545</c:v>
                </c:pt>
                <c:pt idx="4">
                  <c:v>3467.937</c:v>
                </c:pt>
                <c:pt idx="5">
                  <c:v>4076.855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2296.638</c:v>
                </c:pt>
                <c:pt idx="1">
                  <c:v>297.40200000000004</c:v>
                </c:pt>
                <c:pt idx="2">
                  <c:v>380.5050000000001</c:v>
                </c:pt>
                <c:pt idx="3">
                  <c:v>493.3919999999998</c:v>
                </c:pt>
                <c:pt idx="4">
                  <c:v>608.9180000000001</c:v>
                </c:pt>
                <c:pt idx="5">
                  <c:v>711.1780000000003</c:v>
                </c:pt>
                <c:pt idx="6">
                  <c:v>4788.033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16.766986119327804</c:v>
                </c:pt>
                <c:pt idx="1">
                  <c:v>16.294889307453467</c:v>
                </c:pt>
                <c:pt idx="2">
                  <c:v>17.165783028456723</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14.51103575652647</c:v>
                </c:pt>
                <c:pt idx="1">
                  <c:v>14.71123007302267</c:v>
                </c:pt>
                <c:pt idx="2">
                  <c:v>16.92234708047128</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13.838117568262017</c:v>
                </c:pt>
                <c:pt idx="1">
                  <c:v>14.25919150368404</c:v>
                </c:pt>
                <c:pt idx="2">
                  <c:v>15.602636436343298</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13.389281876770124</c:v>
                </c:pt>
                <c:pt idx="1">
                  <c:v>13.823121772511234</c:v>
                </c:pt>
                <c:pt idx="2">
                  <c:v>13.620844796124837</c:v>
                </c:pt>
              </c:numCache>
            </c:numRef>
          </c:val>
        </c:ser>
        <c:ser>
          <c:idx val="4"/>
          <c:order val="4"/>
          <c:tx>
            <c:strRef>
              <c:f>Sheet1!$F$1</c:f>
              <c:strCache>
                <c:ptCount val="1"/>
                <c:pt idx="0">
                  <c:v>Volume and Root Lift</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14.087193200017085</c:v>
                </c:pt>
                <c:pt idx="1">
                  <c:v>14.188610729084875</c:v>
                </c:pt>
                <c:pt idx="2">
                  <c:v>13.318074920358832</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15.6595019165772</c:v>
                </c:pt>
                <c:pt idx="1">
                  <c:v>15.246266864989868</c:v>
                </c:pt>
                <c:pt idx="2">
                  <c:v>13.043085236504586</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11.747883562519302</c:v>
                </c:pt>
                <c:pt idx="1">
                  <c:v>11.476689749253852</c:v>
                </c:pt>
                <c:pt idx="2">
                  <c:v>10.327228501740441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18.521400228093157</c:v>
                </c:pt>
                <c:pt idx="1">
                  <c:v>16.961005361816024</c:v>
                </c:pt>
                <c:pt idx="2">
                  <c:v>19.303874656926997</c:v>
                </c:pt>
                <c:pt idx="3">
                  <c:v>19.026945872637597</c:v>
                </c:pt>
                <c:pt idx="4">
                  <c:v>22.782915075392317</c:v>
                </c:pt>
                <c:pt idx="5">
                  <c:v>18.305049233891182</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19.562098834085788</c:v>
                </c:pt>
                <c:pt idx="1">
                  <c:v>17.950895482947036</c:v>
                </c:pt>
                <c:pt idx="2">
                  <c:v>20.180460640459494</c:v>
                </c:pt>
                <c:pt idx="3">
                  <c:v>20.14662172552796</c:v>
                </c:pt>
                <c:pt idx="4">
                  <c:v>19.282524868085773</c:v>
                </c:pt>
                <c:pt idx="5">
                  <c:v>19.35466278335539</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20.12964551306823</c:v>
                </c:pt>
                <c:pt idx="1">
                  <c:v>22.895515623712466</c:v>
                </c:pt>
                <c:pt idx="2">
                  <c:v>20.240060957762253</c:v>
                </c:pt>
                <c:pt idx="3">
                  <c:v>20.1760011449247</c:v>
                </c:pt>
                <c:pt idx="4">
                  <c:v>19.297315864622416</c:v>
                </c:pt>
                <c:pt idx="5">
                  <c:v>19.34827983381764</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21.564417467034882</c:v>
                </c:pt>
                <c:pt idx="1">
                  <c:v>23.53310147101863</c:v>
                </c:pt>
                <c:pt idx="2">
                  <c:v>20.119243054760176</c:v>
                </c:pt>
                <c:pt idx="3">
                  <c:v>19.92240730502295</c:v>
                </c:pt>
                <c:pt idx="4">
                  <c:v>19.270226880522287</c:v>
                </c:pt>
                <c:pt idx="5">
                  <c:v>22.76746107285766</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Sheet1!$F$2:$F$7</c:f>
              <c:numCache>
                <c:formatCode>General</c:formatCode>
                <c:ptCount val="6"/>
                <c:pt idx="0">
                  <c:v>20.222437957717936</c:v>
                </c:pt>
                <c:pt idx="1">
                  <c:v>18.659482060505834</c:v>
                </c:pt>
                <c:pt idx="2">
                  <c:v>20.156360690091077</c:v>
                </c:pt>
                <c:pt idx="3">
                  <c:v>20.728023951886787</c:v>
                </c:pt>
                <c:pt idx="4">
                  <c:v>19.367017311377204</c:v>
                </c:pt>
                <c:pt idx="5">
                  <c:v>20.22454707607812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83.93948076818609</c:v>
                </c:pt>
              </c:numCache>
            </c:numRef>
          </c:xVal>
          <c:yVal>
            <c:numRef>
              <c:f>Sheet1!$B$2:$B$2</c:f>
              <c:numCache>
                <c:formatCode>General</c:formatCode>
                <c:ptCount val="1"/>
                <c:pt idx="0">
                  <c:v>108.25916132928532</c:v>
                </c:pt>
              </c:numCache>
            </c:numRef>
          </c:yVal>
          <c:bubbleSize>
            <c:numRef>
              <c:f>Sheet1!$C$2:$C$2</c:f>
              <c:numCache>
                <c:formatCode>General</c:formatCode>
                <c:ptCount val="1"/>
                <c:pt idx="0">
                  <c:v>6007.439</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99.25917032482698</c:v>
                </c:pt>
              </c:numCache>
            </c:numRef>
          </c:xVal>
          <c:yVal>
            <c:numRef>
              <c:f>Sheet1!$B$5:$B$5</c:f>
              <c:numCache>
                <c:formatCode>General</c:formatCode>
                <c:ptCount val="1"/>
                <c:pt idx="0">
                  <c:v>97.7335735943961</c:v>
                </c:pt>
              </c:numCache>
            </c:numRef>
          </c:yVal>
          <c:bubbleSize>
            <c:numRef>
              <c:f>Sheet1!$C$5:$C$5</c:f>
              <c:numCache>
                <c:formatCode>General</c:formatCode>
                <c:ptCount val="1"/>
                <c:pt idx="0">
                  <c:v>5970.681</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109.83387790661115</c:v>
                </c:pt>
              </c:numCache>
            </c:numRef>
          </c:xVal>
          <c:yVal>
            <c:numRef>
              <c:f>Sheet1!$B$8:$B$8</c:f>
              <c:numCache>
                <c:formatCode>General</c:formatCode>
                <c:ptCount val="1"/>
                <c:pt idx="0">
                  <c:v>93.89152204323644</c:v>
                </c:pt>
              </c:numCache>
            </c:numRef>
          </c:yVal>
          <c:bubbleSize>
            <c:numRef>
              <c:f>Sheet1!$C$8:$C$8</c:f>
              <c:numCache>
                <c:formatCode>General</c:formatCode>
                <c:ptCount val="1"/>
                <c:pt idx="0">
                  <c:v>6126.275</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116.09059508936883</c:v>
                </c:pt>
              </c:numCache>
            </c:numRef>
          </c:xVal>
          <c:yVal>
            <c:numRef>
              <c:f>Sheet1!$B$11:$B$11</c:f>
              <c:numCache>
                <c:formatCode>General</c:formatCode>
                <c:ptCount val="1"/>
                <c:pt idx="0">
                  <c:v>95.30254770643836</c:v>
                </c:pt>
              </c:numCache>
            </c:numRef>
          </c:yVal>
          <c:bubbleSize>
            <c:numRef>
              <c:f>Sheet1!$C$11:$C$11</c:f>
              <c:numCache>
                <c:formatCode>General</c:formatCode>
                <c:ptCount val="1"/>
                <c:pt idx="0">
                  <c:v>6464.013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92.00540352376241</c:v>
                </c:pt>
              </c:numCache>
            </c:numRef>
          </c:xVal>
          <c:yVal>
            <c:numRef>
              <c:f>Sheet1!$B$14:$B$14</c:f>
              <c:numCache>
                <c:formatCode>General</c:formatCode>
                <c:ptCount val="1"/>
                <c:pt idx="0">
                  <c:v>104.81319532664375</c:v>
                </c:pt>
              </c:numCache>
            </c:numRef>
          </c:yVal>
          <c:bubbleSize>
            <c:numRef>
              <c:f>Sheet1!$C$14:$C$14</c:f>
              <c:numCache>
                <c:formatCode>General</c:formatCode>
                <c:ptCount val="1"/>
                <c:pt idx="0">
                  <c:v>6118.926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3487.324</c:v>
                </c:pt>
                <c:pt idx="2">
                  <c:v>3842.461</c:v>
                </c:pt>
                <c:pt idx="3">
                  <c:v>4281.193</c:v>
                </c:pt>
                <c:pt idx="4">
                  <c:v>4777.569</c:v>
                </c:pt>
                <c:pt idx="5">
                  <c:v>5356.685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3487.324</c:v>
                </c:pt>
                <c:pt idx="1">
                  <c:v>355.1369999999997</c:v>
                </c:pt>
                <c:pt idx="2">
                  <c:v>438.7320000000004</c:v>
                </c:pt>
                <c:pt idx="3">
                  <c:v>496.3760000000002</c:v>
                </c:pt>
                <c:pt idx="4">
                  <c:v>579.116</c:v>
                </c:pt>
                <c:pt idx="5">
                  <c:v>650.7539999999999</c:v>
                </c:pt>
                <c:pt idx="6">
                  <c:v>6007.439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3148.266</c:v>
                </c:pt>
                <c:pt idx="2">
                  <c:v>3544.446</c:v>
                </c:pt>
                <c:pt idx="3">
                  <c:v>4023.372</c:v>
                </c:pt>
                <c:pt idx="4">
                  <c:v>4587.569</c:v>
                </c:pt>
                <c:pt idx="5">
                  <c:v>5235.511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3148.266</c:v>
                </c:pt>
                <c:pt idx="1">
                  <c:v>396.17999999999984</c:v>
                </c:pt>
                <c:pt idx="2">
                  <c:v>478.92599999999993</c:v>
                </c:pt>
                <c:pt idx="3">
                  <c:v>564.1970000000006</c:v>
                </c:pt>
                <c:pt idx="4">
                  <c:v>647.942</c:v>
                </c:pt>
                <c:pt idx="5">
                  <c:v>735.1699999999992</c:v>
                </c:pt>
                <c:pt idx="6">
                  <c:v>5970.681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3024.503</c:v>
                </c:pt>
                <c:pt idx="2">
                  <c:v>3369.434</c:v>
                </c:pt>
                <c:pt idx="3">
                  <c:v>3850.796</c:v>
                </c:pt>
                <c:pt idx="4">
                  <c:v>4475.873</c:v>
                </c:pt>
                <c:pt idx="5">
                  <c:v>5235.596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3024.503</c:v>
                </c:pt>
                <c:pt idx="1">
                  <c:v>344.93100000000004</c:v>
                </c:pt>
                <c:pt idx="2">
                  <c:v>481.3619999999996</c:v>
                </c:pt>
                <c:pt idx="3">
                  <c:v>625.0769999999998</c:v>
                </c:pt>
                <c:pt idx="4">
                  <c:v>759.723</c:v>
                </c:pt>
                <c:pt idx="5">
                  <c:v>890.6790000000001</c:v>
                </c:pt>
                <c:pt idx="6">
                  <c:v>6126.275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3069.956</c:v>
                </c:pt>
                <c:pt idx="2">
                  <c:v>3461.137</c:v>
                </c:pt>
                <c:pt idx="3">
                  <c:v>3985.157</c:v>
                </c:pt>
                <c:pt idx="4">
                  <c:v>4686.827</c:v>
                </c:pt>
                <c:pt idx="5">
                  <c:v>5512.514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3069.956</c:v>
                </c:pt>
                <c:pt idx="1">
                  <c:v>391.18100000000004</c:v>
                </c:pt>
                <c:pt idx="2">
                  <c:v>524.02</c:v>
                </c:pt>
                <c:pt idx="3">
                  <c:v>701.6700000000001</c:v>
                </c:pt>
                <c:pt idx="4">
                  <c:v>825.6869999999999</c:v>
                </c:pt>
                <c:pt idx="5">
                  <c:v>951.4989999999998</c:v>
                </c:pt>
                <c:pt idx="6">
                  <c:v>6464.013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3376.32</c:v>
                </c:pt>
                <c:pt idx="2">
                  <c:v>3754.616</c:v>
                </c:pt>
                <c:pt idx="3">
                  <c:v>4218.283</c:v>
                </c:pt>
                <c:pt idx="4">
                  <c:v>4760.388</c:v>
                </c:pt>
                <c:pt idx="5">
                  <c:v>5394.687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3376.32</c:v>
                </c:pt>
                <c:pt idx="1">
                  <c:v>378.2959999999998</c:v>
                </c:pt>
                <c:pt idx="2">
                  <c:v>463.66700000000037</c:v>
                </c:pt>
                <c:pt idx="3">
                  <c:v>542.1049999999996</c:v>
                </c:pt>
                <c:pt idx="4">
                  <c:v>634.299</c:v>
                </c:pt>
                <c:pt idx="5">
                  <c:v>724.2390000000005</c:v>
                </c:pt>
                <c:pt idx="6">
                  <c:v>6118.926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19.120711908095572</c:v>
                </c:pt>
                <c:pt idx="1">
                  <c:v>19.060509541287672</c:v>
                </c:pt>
                <c:pt idx="2">
                  <c:v>21.064107426210434</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19.348618154081983</c:v>
                </c:pt>
                <c:pt idx="1">
                  <c:v>18.778304408647287</c:v>
                </c:pt>
                <c:pt idx="2">
                  <c:v>19.96352957868546</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20.753252383945746</c:v>
                </c:pt>
                <c:pt idx="1">
                  <c:v>20.96263906532875</c:v>
                </c:pt>
                <c:pt idx="2">
                  <c:v>19.939581587634823</c:v>
                </c:pt>
              </c:numCache>
            </c:numRef>
          </c:val>
        </c:ser>
        <c:ser>
          <c:idx val="3"/>
          <c:order val="3"/>
          <c:tx>
            <c:strRef>
              <c:f>Sheet1!$E$1</c:f>
              <c:strCache>
                <c:ptCount val="1"/>
                <c:pt idx="0">
                  <c:v>Straight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21.777739643074597</c:v>
                </c:pt>
                <c:pt idx="1">
                  <c:v>21.651832265857067</c:v>
                </c:pt>
                <c:pt idx="2">
                  <c:v>19.57628186273855</c:v>
                </c:pt>
              </c:numCache>
            </c:numRef>
          </c:val>
        </c:ser>
        <c:ser>
          <c:idx val="4"/>
          <c:order val="4"/>
          <c:tx>
            <c:strRef>
              <c:f>Sheet1!$F$1</c:f>
              <c:strCache>
                <c:ptCount val="1"/>
                <c:pt idx="0">
                  <c:v>Wavy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18.999677910802106</c:v>
                </c:pt>
                <c:pt idx="1">
                  <c:v>19.546714718879223</c:v>
                </c:pt>
                <c:pt idx="2">
                  <c:v>19.456499544730736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Sheet1!$B$2:$B$7</c:f>
              <c:numCache>
                <c:formatCode>General</c:formatCode>
                <c:ptCount val="6"/>
                <c:pt idx="0">
                  <c:v>23.97229512469032</c:v>
                </c:pt>
                <c:pt idx="1">
                  <c:v>24.154323243710547</c:v>
                </c:pt>
                <c:pt idx="2">
                  <c:v>23.999825016769226</c:v>
                </c:pt>
                <c:pt idx="3">
                  <c:v>23.93453063032332</c:v>
                </c:pt>
                <c:pt idx="4">
                  <c:v>24.16674730392072</c:v>
                </c:pt>
                <c:pt idx="5">
                  <c:v>23.799419184778976</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Sheet1!$C$2:$C$7</c:f>
              <c:numCache>
                <c:formatCode>General</c:formatCode>
                <c:ptCount val="6"/>
                <c:pt idx="0">
                  <c:v>26.02391117172659</c:v>
                </c:pt>
                <c:pt idx="1">
                  <c:v>26.275108179211475</c:v>
                </c:pt>
                <c:pt idx="2">
                  <c:v>26.019370113394437</c:v>
                </c:pt>
                <c:pt idx="3">
                  <c:v>25.853714537925725</c:v>
                </c:pt>
                <c:pt idx="4">
                  <c:v>25.66999277670111</c:v>
                </c:pt>
                <c:pt idx="5">
                  <c:v>25.954721103823257</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Sheet1!$D$2:$D$7</c:f>
              <c:numCache>
                <c:formatCode>General</c:formatCode>
                <c:ptCount val="6"/>
                <c:pt idx="0">
                  <c:v>23.920738457362305</c:v>
                </c:pt>
                <c:pt idx="1">
                  <c:v>24.081511166708758</c:v>
                </c:pt>
                <c:pt idx="2">
                  <c:v>24.033734645884312</c:v>
                </c:pt>
                <c:pt idx="3">
                  <c:v>24.25116901970282</c:v>
                </c:pt>
                <c:pt idx="4">
                  <c:v>24.164035836095234</c:v>
                </c:pt>
                <c:pt idx="5">
                  <c:v>24.671272567653734</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2,122</c:v>
                </c:pt>
                <c:pt idx="1">
                  <c:v>Latin America  ·  2,815</c:v>
                </c:pt>
                <c:pt idx="2">
                  <c:v>South Asia &amp; Pacific  ·  3,772</c:v>
                </c:pt>
                <c:pt idx="3">
                  <c:v>Europe  ·  5,157</c:v>
                </c:pt>
                <c:pt idx="4">
                  <c:v>East Asia  ·  7,782</c:v>
                </c:pt>
                <c:pt idx="5">
                  <c:v>North America  ·  9,040</c:v>
                </c:pt>
              </c:strCache>
            </c:strRef>
          </c:cat>
          <c:val>
            <c:numRef>
              <c:f>Sheet1!$E$2:$E$7</c:f>
              <c:numCache>
                <c:formatCode>General</c:formatCode>
                <c:ptCount val="6"/>
                <c:pt idx="0">
                  <c:v>26.08305524622078</c:v>
                </c:pt>
                <c:pt idx="1">
                  <c:v>25.48905741036922</c:v>
                </c:pt>
                <c:pt idx="2">
                  <c:v>25.947070223952025</c:v>
                </c:pt>
                <c:pt idx="3">
                  <c:v>25.96058581204812</c:v>
                </c:pt>
                <c:pt idx="4">
                  <c:v>25.999224083282925</c:v>
                </c:pt>
                <c:pt idx="5">
                  <c:v>25.574587143744022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87.37199124944904</c:v>
                </c:pt>
              </c:numCache>
            </c:numRef>
          </c:xVal>
          <c:yVal>
            <c:numRef>
              <c:f>Sheet1!$B$2:$B$2</c:f>
              <c:numCache>
                <c:formatCode>General</c:formatCode>
                <c:ptCount val="1"/>
                <c:pt idx="0">
                  <c:v>103.83959934356399</c:v>
                </c:pt>
              </c:numCache>
            </c:numRef>
          </c:yVal>
          <c:bubbleSize>
            <c:numRef>
              <c:f>Sheet1!$C$2:$C$2</c:f>
              <c:numCache>
                <c:formatCode>General</c:formatCode>
                <c:ptCount val="1"/>
                <c:pt idx="0">
                  <c:v>7360.178</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104.87164564237365</c:v>
                </c:pt>
              </c:numCache>
            </c:numRef>
          </c:xVal>
          <c:yVal>
            <c:numRef>
              <c:f>Sheet1!$B$5:$B$5</c:f>
              <c:numCache>
                <c:formatCode>General</c:formatCode>
                <c:ptCount val="1"/>
                <c:pt idx="0">
                  <c:v>100.53099494560162</c:v>
                </c:pt>
              </c:numCache>
            </c:numRef>
          </c:yVal>
          <c:bubbleSize>
            <c:numRef>
              <c:f>Sheet1!$C$5:$C$5</c:f>
              <c:numCache>
                <c:formatCode>General</c:formatCode>
                <c:ptCount val="1"/>
                <c:pt idx="0">
                  <c:v>7950.373</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95.67813590407744</c:v>
                </c:pt>
              </c:numCache>
            </c:numRef>
          </c:xVal>
          <c:yVal>
            <c:numRef>
              <c:f>Sheet1!$B$8:$B$8</c:f>
              <c:numCache>
                <c:formatCode>General</c:formatCode>
                <c:ptCount val="1"/>
                <c:pt idx="0">
                  <c:v>99.81130444802949</c:v>
                </c:pt>
              </c:numCache>
            </c:numRef>
          </c:yVal>
          <c:bubbleSize>
            <c:numRef>
              <c:f>Sheet1!$C$8:$C$8</c:f>
              <c:numCache>
                <c:formatCode>General</c:formatCode>
                <c:ptCount val="1"/>
                <c:pt idx="0">
                  <c:v>7453.242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112.05883258507703</c:v>
                </c:pt>
              </c:numCache>
            </c:numRef>
          </c:xVal>
          <c:yVal>
            <c:numRef>
              <c:f>Sheet1!$B$11:$B$11</c:f>
              <c:numCache>
                <c:formatCode>General</c:formatCode>
                <c:ptCount val="1"/>
                <c:pt idx="0">
                  <c:v>95.81810126280487</c:v>
                </c:pt>
              </c:numCache>
            </c:numRef>
          </c:yVal>
          <c:bubbleSize>
            <c:numRef>
              <c:f>Sheet1!$C$11:$C$11</c:f>
              <c:numCache>
                <c:formatCode>General</c:formatCode>
                <c:ptCount val="1"/>
                <c:pt idx="0">
                  <c:v>7923.539000000001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4181.197</c:v>
                </c:pt>
                <c:pt idx="2">
                  <c:v>4608.647</c:v>
                </c:pt>
                <c:pt idx="3">
                  <c:v>5147.04</c:v>
                </c:pt>
                <c:pt idx="4">
                  <c:v>5785.919</c:v>
                </c:pt>
                <c:pt idx="5">
                  <c:v>6524.0509999999995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4181.197</c:v>
                </c:pt>
                <c:pt idx="1">
                  <c:v>427.4499999999998</c:v>
                </c:pt>
                <c:pt idx="2">
                  <c:v>538.393</c:v>
                </c:pt>
                <c:pt idx="3">
                  <c:v>638.8789999999999</c:v>
                </c:pt>
                <c:pt idx="4">
                  <c:v>738.1319999999996</c:v>
                </c:pt>
                <c:pt idx="5">
                  <c:v>836.1270000000004</c:v>
                </c:pt>
                <c:pt idx="6">
                  <c:v>7360.178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4047.973</c:v>
                </c:pt>
                <c:pt idx="2">
                  <c:v>4536.552</c:v>
                </c:pt>
                <c:pt idx="3">
                  <c:v>5166.015</c:v>
                </c:pt>
                <c:pt idx="4">
                  <c:v>5942.2029999999995</c:v>
                </c:pt>
                <c:pt idx="5">
                  <c:v>6873.057000000001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4047.973</c:v>
                </c:pt>
                <c:pt idx="1">
                  <c:v>488.5789999999997</c:v>
                </c:pt>
                <c:pt idx="2">
                  <c:v>629.4630000000006</c:v>
                </c:pt>
                <c:pt idx="3">
                  <c:v>776.1879999999992</c:v>
                </c:pt>
                <c:pt idx="4">
                  <c:v>930.8540000000012</c:v>
                </c:pt>
                <c:pt idx="5">
                  <c:v>1077.315999999999</c:v>
                </c:pt>
                <c:pt idx="6">
                  <c:v>7950.373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4018.9939999999997</c:v>
                </c:pt>
                <c:pt idx="2">
                  <c:v>4492.444</c:v>
                </c:pt>
                <c:pt idx="3">
                  <c:v>5071.54</c:v>
                </c:pt>
                <c:pt idx="4">
                  <c:v>5750.5</c:v>
                </c:pt>
                <c:pt idx="5">
                  <c:v>6547.312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4018.9939999999997</c:v>
                </c:pt>
                <c:pt idx="1">
                  <c:v>473.4500000000007</c:v>
                </c:pt>
                <c:pt idx="2">
                  <c:v>579.0959999999995</c:v>
                </c:pt>
                <c:pt idx="3">
                  <c:v>678.96</c:v>
                </c:pt>
                <c:pt idx="4">
                  <c:v>796.8119999999999</c:v>
                </c:pt>
                <c:pt idx="5">
                  <c:v>905.9300000000003</c:v>
                </c:pt>
                <c:pt idx="6">
                  <c:v>7453.242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3858.2039999999997</c:v>
                </c:pt>
                <c:pt idx="2">
                  <c:v>4334.452</c:v>
                </c:pt>
                <c:pt idx="3">
                  <c:v>4974.206</c:v>
                </c:pt>
                <c:pt idx="4">
                  <c:v>5809.607</c:v>
                </c:pt>
                <c:pt idx="5">
                  <c:v>6790.572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3858.2039999999997</c:v>
                </c:pt>
                <c:pt idx="1">
                  <c:v>476.2480000000005</c:v>
                </c:pt>
                <c:pt idx="2">
                  <c:v>639.7539999999999</c:v>
                </c:pt>
                <c:pt idx="3">
                  <c:v>835.4009999999998</c:v>
                </c:pt>
                <c:pt idx="4">
                  <c:v>980.9650000000001</c:v>
                </c:pt>
                <c:pt idx="5">
                  <c:v>1132.9670000000006</c:v>
                </c:pt>
                <c:pt idx="6">
                  <c:v>7923.539000000001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24.961319230482808</c:v>
                </c:pt>
                <c:pt idx="1">
                  <c:v>25.132748736400412</c:v>
                </c:pt>
                <c:pt idx="2">
                  <c:v>25.90767095686259</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24.01266709437152</c:v>
                </c:pt>
                <c:pt idx="1">
                  <c:v>23.95452531570122</c:v>
                </c:pt>
                <c:pt idx="2">
                  <c:v>25.82022770829344</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24.62557708932818</c:v>
                </c:pt>
                <c:pt idx="1">
                  <c:v>24.952826112007376</c:v>
                </c:pt>
                <c:pt idx="2">
                  <c:v>24.287683269435085</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26.4004365858175</c:v>
                </c:pt>
                <c:pt idx="1">
                  <c:v>25.959899835890997</c:v>
                </c:pt>
                <c:pt idx="2">
                  <c:v>23.984418065408878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3.262197388097876</c:v>
                </c:pt>
                <c:pt idx="1">
                  <c:v>4.320658207951111</c:v>
                </c:pt>
                <c:pt idx="2">
                  <c:v>3.9666378980762307</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70326883449546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1498.679</c:v>
                </c:pt>
                <c:pt idx="2">
                  <c:v>0.0</c:v>
                </c:pt>
                <c:pt idx="3">
                  <c:v>1759.606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1498.679</c:v>
                </c:pt>
                <c:pt idx="1">
                  <c:v>260.9269999999999</c:v>
                </c:pt>
                <c:pt idx="2">
                  <c:v>1759.606</c:v>
                </c:pt>
                <c:pt idx="3">
                  <c:v>926.472</c:v>
                </c:pt>
                <c:pt idx="4">
                  <c:v>2686.078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3.9806308183281125</c:v>
                </c:pt>
                <c:pt idx="1">
                  <c:v>6.058703612735483</c:v>
                </c:pt>
                <c:pt idx="2">
                  <c:v>5.361438677044195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99748876881083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4129.799999999999</c:v>
                </c:pt>
                <c:pt idx="2">
                  <c:v>0.0</c:v>
                </c:pt>
                <c:pt idx="3">
                  <c:v>5019.856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4129.799999999999</c:v>
                </c:pt>
                <c:pt idx="1">
                  <c:v>890.0560000000005</c:v>
                </c:pt>
                <c:pt idx="2">
                  <c:v>5019.856</c:v>
                </c:pt>
                <c:pt idx="3">
                  <c:v>4019.851999999999</c:v>
                </c:pt>
                <c:pt idx="4">
                  <c:v>9039.707999999999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4129.799999999999</c:v>
                </c:pt>
                <c:pt idx="1">
                  <c:v>4285.469999999999</c:v>
                </c:pt>
                <c:pt idx="2">
                  <c:v>4447.554</c:v>
                </c:pt>
                <c:pt idx="3">
                  <c:v>4618.317</c:v>
                </c:pt>
                <c:pt idx="4">
                  <c:v>4799.311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1498.679</c:v>
                </c:pt>
                <c:pt idx="1">
                  <c:v>1547.079</c:v>
                </c:pt>
                <c:pt idx="2">
                  <c:v>1596.777</c:v>
                </c:pt>
                <c:pt idx="3">
                  <c:v>1647.671</c:v>
                </c:pt>
                <c:pt idx="4">
                  <c:v>1701.011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566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35"/>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5019.856</c:v>
                </c:pt>
                <c:pt idx="1">
                  <c:v>5267.856</c:v>
                </c:pt>
                <c:pt idx="2">
                  <c:v>5547.914000000001</c:v>
                </c:pt>
                <c:pt idx="3">
                  <c:v>5863.305</c:v>
                </c:pt>
                <c:pt idx="4">
                  <c:v>6215.409</c:v>
                </c:pt>
                <c:pt idx="5">
                  <c:v>6602.238</c:v>
                </c:pt>
                <c:pt idx="6">
                  <c:v>7025.003000000001</c:v>
                </c:pt>
                <c:pt idx="7">
                  <c:v>7480.576</c:v>
                </c:pt>
                <c:pt idx="8">
                  <c:v>7968.0599999999995</c:v>
                </c:pt>
                <c:pt idx="9">
                  <c:v>8487.695</c:v>
                </c:pt>
                <c:pt idx="10">
                  <c:v>9039.707999999999</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1759.606</c:v>
                </c:pt>
                <c:pt idx="1">
                  <c:v>1824.48</c:v>
                </c:pt>
                <c:pt idx="2">
                  <c:v>1896.605</c:v>
                </c:pt>
                <c:pt idx="3">
                  <c:v>1976.422</c:v>
                </c:pt>
                <c:pt idx="4">
                  <c:v>2063.571</c:v>
                </c:pt>
                <c:pt idx="5">
                  <c:v>2156.979</c:v>
                </c:pt>
                <c:pt idx="6">
                  <c:v>2255.922</c:v>
                </c:pt>
                <c:pt idx="7">
                  <c:v>2359.096</c:v>
                </c:pt>
                <c:pt idx="8">
                  <c:v>2465.8779999999997</c:v>
                </c:pt>
                <c:pt idx="9">
                  <c:v>2574.872</c:v>
                </c:pt>
                <c:pt idx="10">
                  <c:v>2686.078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066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249"/>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U.S.</c:v>
                </c:pt>
                <c:pt idx="1">
                  <c:v>Canada</c:v>
                </c:pt>
              </c:strCache>
            </c:strRef>
          </c:cat>
          <c:val>
            <c:numRef>
              <c:f>Sheet1!$B$2:$B$3</c:f>
              <c:numCache>
                <c:formatCode>General</c:formatCode>
                <c:ptCount val="2"/>
                <c:pt idx="0">
                  <c:v>98.71950523981292</c:v>
                </c:pt>
                <c:pt idx="1">
                  <c:v>112.57889864555493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Canada</c:v>
                </c:pt>
                <c:pt idx="1">
                  <c:v>U.S.</c:v>
                </c:pt>
              </c:strCache>
            </c:strRef>
          </c:cat>
          <c:val>
            <c:numRef>
              <c:f>Sheet1!$B$2:$B$3</c:f>
              <c:numCache>
                <c:formatCode>General</c:formatCode>
                <c:ptCount val="2"/>
                <c:pt idx="0">
                  <c:v>10.437598200132745</c:v>
                </c:pt>
                <c:pt idx="1">
                  <c:v>89.56247642948053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11.4%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7.8%</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12.6%</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15.7%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20.8%</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1031.4099999999999</c:v>
                </c:pt>
                <c:pt idx="1">
                  <c:v>563.048</c:v>
                </c:pt>
                <c:pt idx="2">
                  <c:v>706.021</c:v>
                </c:pt>
                <c:pt idx="3">
                  <c:v>1139.76</c:v>
                </c:pt>
                <c:pt idx="4">
                  <c:v>1417.951</c:v>
                </c:pt>
                <c:pt idx="5">
                  <c:v>925.154</c:v>
                </c:pt>
                <c:pt idx="6">
                  <c:v>1881.241</c:v>
                </c:pt>
                <c:pt idx="7">
                  <c:v>1375.123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0.0808787207422052</c:v>
                </c:pt>
                <c:pt idx="1">
                  <c:v>0.07993018927828728</c:v>
                </c:pt>
                <c:pt idx="2">
                  <c:v>0.07808975509456595</c:v>
                </c:pt>
                <c:pt idx="3">
                  <c:v>0.07689347287514708</c:v>
                </c:pt>
                <c:pt idx="4">
                  <c:v>0.07516629617965474</c:v>
                </c:pt>
                <c:pt idx="5">
                  <c:v>0.07380012772789236</c:v>
                </c:pt>
                <c:pt idx="6">
                  <c:v>0.07209418681144297</c:v>
                </c:pt>
                <c:pt idx="7">
                  <c:v>0.07004847343030657</c:v>
                </c:pt>
                <c:pt idx="8">
                  <c:v>0.07062891805748021</c:v>
                </c:pt>
                <c:pt idx="9">
                  <c:v>0.06812309613041348</c:v>
                </c:pt>
                <c:pt idx="10">
                  <c:v>0.06903623462925983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0.05243943713817616</c:v>
                </c:pt>
                <c:pt idx="1">
                  <c:v>0.05381447914589597</c:v>
                </c:pt>
                <c:pt idx="2">
                  <c:v>0.05503826653276658</c:v>
                </c:pt>
                <c:pt idx="3">
                  <c:v>0.056871655876392986</c:v>
                </c:pt>
                <c:pt idx="4">
                  <c:v>0.05885629984086856</c:v>
                </c:pt>
                <c:pt idx="5">
                  <c:v>0.06099678189955239</c:v>
                </c:pt>
                <c:pt idx="6">
                  <c:v>0.06283017124317879</c:v>
                </c:pt>
                <c:pt idx="7">
                  <c:v>0.06355894350727029</c:v>
                </c:pt>
                <c:pt idx="8">
                  <c:v>0.06355894350727029</c:v>
                </c:pt>
                <c:pt idx="9">
                  <c:v>0.062394741274067515</c:v>
                </c:pt>
                <c:pt idx="10">
                  <c:v>0.06145054576209992</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0.042818711680594645</c:v>
                </c:pt>
                <c:pt idx="1">
                  <c:v>0.04015871168059465</c:v>
                </c:pt>
                <c:pt idx="2">
                  <c:v>0.04048871168059465</c:v>
                </c:pt>
                <c:pt idx="3">
                  <c:v>0.04248871168059465</c:v>
                </c:pt>
                <c:pt idx="4">
                  <c:v>0.04581871168059465</c:v>
                </c:pt>
                <c:pt idx="5">
                  <c:v>0.04848871168059465</c:v>
                </c:pt>
                <c:pt idx="6">
                  <c:v>0.04881871168059465</c:v>
                </c:pt>
                <c:pt idx="7">
                  <c:v>0.047488711680594646</c:v>
                </c:pt>
                <c:pt idx="8">
                  <c:v>0.04617871168059465</c:v>
                </c:pt>
                <c:pt idx="9">
                  <c:v>0.044158711680594646</c:v>
                </c:pt>
                <c:pt idx="10">
                  <c:v>0.041978711680594645</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90.85284384524499</c:v>
                </c:pt>
                <c:pt idx="1">
                  <c:v>90.27537185270563</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9.147156154755011</c:v>
                </c:pt>
                <c:pt idx="1">
                  <c:v>9.724628147294363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91.05540079237332</c:v>
                </c:pt>
                <c:pt idx="1">
                  <c:v>90.39148167175311</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8.944599207626672</c:v>
                </c:pt>
                <c:pt idx="1">
                  <c:v>9.608518328246886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1364.994</c:v>
                </c:pt>
                <c:pt idx="1">
                  <c:v>1408.369</c:v>
                </c:pt>
                <c:pt idx="2">
                  <c:v>1452.89</c:v>
                </c:pt>
                <c:pt idx="3">
                  <c:v>1498.466</c:v>
                </c:pt>
                <c:pt idx="4">
                  <c:v>1546.219</c:v>
                </c:pt>
                <c:pt idx="5">
                  <c:v>1598.653</c:v>
                </c:pt>
                <c:pt idx="6">
                  <c:v>1656.673</c:v>
                </c:pt>
                <c:pt idx="7">
                  <c:v>1721.14</c:v>
                </c:pt>
                <c:pt idx="8">
                  <c:v>1792.437</c:v>
                </c:pt>
                <c:pt idx="9">
                  <c:v>1870.245</c:v>
                </c:pt>
                <c:pt idx="10">
                  <c:v>1953.598</c:v>
                </c:pt>
                <c:pt idx="11">
                  <c:v>2041.848</c:v>
                </c:pt>
                <c:pt idx="12">
                  <c:v>2133.81</c:v>
                </c:pt>
                <c:pt idx="13">
                  <c:v>2228.928</c:v>
                </c:pt>
                <c:pt idx="14">
                  <c:v>2325.946</c:v>
                </c:pt>
                <c:pt idx="15">
                  <c:v>2424.866</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133.684</c:v>
                </c:pt>
                <c:pt idx="1">
                  <c:v>138.71</c:v>
                </c:pt>
                <c:pt idx="2">
                  <c:v>143.888</c:v>
                </c:pt>
                <c:pt idx="3">
                  <c:v>149.205</c:v>
                </c:pt>
                <c:pt idx="4">
                  <c:v>154.792</c:v>
                </c:pt>
                <c:pt idx="5">
                  <c:v>160.954</c:v>
                </c:pt>
                <c:pt idx="6">
                  <c:v>167.807</c:v>
                </c:pt>
                <c:pt idx="7">
                  <c:v>175.465</c:v>
                </c:pt>
                <c:pt idx="8">
                  <c:v>183.983</c:v>
                </c:pt>
                <c:pt idx="9">
                  <c:v>193.327</c:v>
                </c:pt>
                <c:pt idx="10">
                  <c:v>203.38</c:v>
                </c:pt>
                <c:pt idx="11">
                  <c:v>214.075</c:v>
                </c:pt>
                <c:pt idx="12">
                  <c:v>225.286</c:v>
                </c:pt>
                <c:pt idx="13">
                  <c:v>236.951</c:v>
                </c:pt>
                <c:pt idx="14">
                  <c:v>248.926</c:v>
                </c:pt>
                <c:pt idx="15">
                  <c:v>261.211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3770.585</c:v>
                </c:pt>
                <c:pt idx="1">
                  <c:v>3910.556</c:v>
                </c:pt>
                <c:pt idx="2">
                  <c:v>4056.264</c:v>
                </c:pt>
                <c:pt idx="3">
                  <c:v>4209.79</c:v>
                </c:pt>
                <c:pt idx="4">
                  <c:v>4372.512</c:v>
                </c:pt>
                <c:pt idx="5">
                  <c:v>4570.85</c:v>
                </c:pt>
                <c:pt idx="6">
                  <c:v>4793.601</c:v>
                </c:pt>
                <c:pt idx="7">
                  <c:v>5045.027</c:v>
                </c:pt>
                <c:pt idx="8">
                  <c:v>5327.968</c:v>
                </c:pt>
                <c:pt idx="9">
                  <c:v>5643.621</c:v>
                </c:pt>
                <c:pt idx="10">
                  <c:v>5990.185</c:v>
                </c:pt>
                <c:pt idx="11">
                  <c:v>6368.833</c:v>
                </c:pt>
                <c:pt idx="12">
                  <c:v>6776.796</c:v>
                </c:pt>
                <c:pt idx="13">
                  <c:v>7213.034</c:v>
                </c:pt>
                <c:pt idx="14">
                  <c:v>7677.732</c:v>
                </c:pt>
                <c:pt idx="15">
                  <c:v>8171.126</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359.215</c:v>
                </c:pt>
                <c:pt idx="1">
                  <c:v>374.914</c:v>
                </c:pt>
                <c:pt idx="2">
                  <c:v>391.289</c:v>
                </c:pt>
                <c:pt idx="3">
                  <c:v>408.527</c:v>
                </c:pt>
                <c:pt idx="4">
                  <c:v>426.799</c:v>
                </c:pt>
                <c:pt idx="5">
                  <c:v>449.006</c:v>
                </c:pt>
                <c:pt idx="6">
                  <c:v>474.255</c:v>
                </c:pt>
                <c:pt idx="7">
                  <c:v>502.887</c:v>
                </c:pt>
                <c:pt idx="8">
                  <c:v>535.337</c:v>
                </c:pt>
                <c:pt idx="9">
                  <c:v>571.789</c:v>
                </c:pt>
                <c:pt idx="10">
                  <c:v>612.054</c:v>
                </c:pt>
                <c:pt idx="11">
                  <c:v>656.17</c:v>
                </c:pt>
                <c:pt idx="12">
                  <c:v>703.781</c:v>
                </c:pt>
                <c:pt idx="13">
                  <c:v>755.027</c:v>
                </c:pt>
                <c:pt idx="14">
                  <c:v>809.962</c:v>
                </c:pt>
                <c:pt idx="15">
                  <c:v>868.582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11.809031051795975</c:v>
                </c:pt>
                <c:pt idx="1">
                  <c:v>11.367328966086443</c:v>
                </c:pt>
              </c:numCache>
            </c:numRef>
          </c:val>
        </c:ser>
        <c:ser>
          <c:idx val="1"/>
          <c:order val="1"/>
          <c:tx>
            <c:strRef>
              <c:f>Sheet1!$C$1</c:f>
              <c:strCache>
                <c:ptCount val="1"/>
                <c:pt idx="0">
                  <c:v>Mousses and Foams</c:v>
                </c:pt>
              </c:strCache>
            </c:strRef>
          </c:tx>
          <c:spPr>
            <a:solidFill>
              <a:srgbClr val="9E7E0A"/>
            </a:solidFill>
            <a:ln>
              <a:noFill/>
            </a:ln>
          </c:spPr>
          <c:cat>
            <c:strRef>
              <c:f>Sheet1!$A$2:$A$3</c:f>
              <c:strCache>
                <c:ptCount val="2"/>
                <c:pt idx="0">
                  <c:v>Canada  ·  869</c:v>
                </c:pt>
                <c:pt idx="1">
                  <c:v>U.S.  ·  8,171</c:v>
                </c:pt>
              </c:strCache>
            </c:strRef>
          </c:cat>
          <c:val>
            <c:numRef>
              <c:f>Sheet1!$C$2:$C$3</c:f>
              <c:numCache>
                <c:formatCode>General</c:formatCode>
                <c:ptCount val="2"/>
                <c:pt idx="0">
                  <c:v>6.089472369301194</c:v>
                </c:pt>
                <c:pt idx="1">
                  <c:v>6.243385246198566</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7.9497479221857255</c:v>
                </c:pt>
                <c:pt idx="1">
                  <c:v>7.79539862794953</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11.69263430814167</c:v>
                </c:pt>
                <c:pt idx="1">
                  <c:v>12.70572435042016</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14.907878482260145</c:v>
                </c:pt>
                <c:pt idx="1">
                  <c:v>15.768496099926471</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11.55988906043305</c:v>
                </c:pt>
                <c:pt idx="1">
                  <c:v>10.093416722880855</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Sheet1!$H$2:$H$3</c:f>
              <c:numCache>
                <c:formatCode>General</c:formatCode>
                <c:ptCount val="2"/>
                <c:pt idx="0">
                  <c:v>21.415964659599968</c:v>
                </c:pt>
                <c:pt idx="1">
                  <c:v>20.746548089810858</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Sheet1!$I$2:$I$3</c:f>
              <c:numCache>
                <c:formatCode>General</c:formatCode>
                <c:ptCount val="2"/>
                <c:pt idx="0">
                  <c:v>14.575382146282271</c:v>
                </c:pt>
                <c:pt idx="1">
                  <c:v>15.279701896727108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62.03744606988306</c:v>
                </c:pt>
              </c:numCache>
            </c:numRef>
          </c:xVal>
          <c:yVal>
            <c:numRef>
              <c:f>Sheet1!$B$2:$B$2</c:f>
              <c:numCache>
                <c:formatCode>General</c:formatCode>
                <c:ptCount val="1"/>
                <c:pt idx="0">
                  <c:v>113.65441558482954</c:v>
                </c:pt>
              </c:numCache>
            </c:numRef>
          </c:yVal>
          <c:bubbleSize>
            <c:numRef>
              <c:f>Sheet1!$C$2:$C$2</c:f>
              <c:numCache>
                <c:formatCode>General</c:formatCode>
                <c:ptCount val="1"/>
                <c:pt idx="0">
                  <c:v>1031.4099999999999</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76.30114444375697</c:v>
                </c:pt>
              </c:numCache>
            </c:numRef>
          </c:xVal>
          <c:yVal>
            <c:numRef>
              <c:f>Sheet1!$B$5:$B$5</c:f>
              <c:numCache>
                <c:formatCode>General</c:formatCode>
                <c:ptCount val="1"/>
                <c:pt idx="0">
                  <c:v>57.10554246974415</c:v>
                </c:pt>
              </c:numCache>
            </c:numRef>
          </c:yVal>
          <c:bubbleSize>
            <c:numRef>
              <c:f>Sheet1!$C$5:$C$5</c:f>
              <c:numCache>
                <c:formatCode>General</c:formatCode>
                <c:ptCount val="1"/>
                <c:pt idx="0">
                  <c:v>563.048</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82.83273988610289</c:v>
                </c:pt>
              </c:numCache>
            </c:numRef>
          </c:xVal>
          <c:yVal>
            <c:numRef>
              <c:f>Sheet1!$B$8:$B$8</c:f>
              <c:numCache>
                <c:formatCode>General</c:formatCode>
                <c:ptCount val="1"/>
                <c:pt idx="0">
                  <c:v>68.95321300053229</c:v>
                </c:pt>
              </c:numCache>
            </c:numRef>
          </c:yVal>
          <c:bubbleSize>
            <c:numRef>
              <c:f>Sheet1!$C$8:$C$8</c:f>
              <c:numCache>
                <c:formatCode>General</c:formatCode>
                <c:ptCount val="1"/>
                <c:pt idx="0">
                  <c:v>706.021</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112.03445746318326</c:v>
                </c:pt>
              </c:numCache>
            </c:numRef>
          </c:xVal>
          <c:yVal>
            <c:numRef>
              <c:f>Sheet1!$B$11:$B$11</c:f>
              <c:numCache>
                <c:formatCode>General</c:formatCode>
                <c:ptCount val="1"/>
                <c:pt idx="0">
                  <c:v>94.1877217195075</c:v>
                </c:pt>
              </c:numCache>
            </c:numRef>
          </c:yVal>
          <c:bubbleSize>
            <c:numRef>
              <c:f>Sheet1!$C$11:$C$11</c:f>
              <c:numCache>
                <c:formatCode>General</c:formatCode>
                <c:ptCount val="1"/>
                <c:pt idx="0">
                  <c:v>1139.76</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91.38080466201389</c:v>
                </c:pt>
              </c:numCache>
            </c:numRef>
          </c:xVal>
          <c:yVal>
            <c:numRef>
              <c:f>Sheet1!$B$14:$B$14</c:f>
              <c:numCache>
                <c:formatCode>General</c:formatCode>
                <c:ptCount val="1"/>
                <c:pt idx="0">
                  <c:v>131.83581361696432</c:v>
                </c:pt>
              </c:numCache>
            </c:numRef>
          </c:yVal>
          <c:bubbleSize>
            <c:numRef>
              <c:f>Sheet1!$C$14:$C$14</c:f>
              <c:numCache>
                <c:formatCode>General</c:formatCode>
                <c:ptCount val="1"/>
                <c:pt idx="0">
                  <c:v>1417.951</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106.20119403868094</c:v>
                </c:pt>
              </c:numCache>
            </c:numRef>
          </c:xVal>
          <c:yVal>
            <c:numRef>
              <c:f>Sheet1!$B$17:$B$17</c:f>
              <c:numCache>
                <c:formatCode>General</c:formatCode>
                <c:ptCount val="1"/>
                <c:pt idx="0">
                  <c:v>79.02999607956882</c:v>
                </c:pt>
              </c:numCache>
            </c:numRef>
          </c:yVal>
          <c:bubbleSize>
            <c:numRef>
              <c:f>Sheet1!$C$17:$C$17</c:f>
              <c:numCache>
                <c:formatCode>General</c:formatCode>
                <c:ptCount val="1"/>
                <c:pt idx="0">
                  <c:v>925.154</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115.20872492535186</c:v>
                </c:pt>
              </c:numCache>
            </c:numRef>
          </c:xVal>
          <c:yVal>
            <c:numRef>
              <c:f>Sheet1!$B$20:$B$20</c:f>
              <c:numCache>
                <c:formatCode>General</c:formatCode>
                <c:ptCount val="1"/>
                <c:pt idx="0">
                  <c:v>152.69011700734046</c:v>
                </c:pt>
              </c:numCache>
            </c:numRef>
          </c:yVal>
          <c:bubbleSize>
            <c:numRef>
              <c:f>Sheet1!$C$20:$C$20</c:f>
              <c:numCache>
                <c:formatCode>General</c:formatCode>
                <c:ptCount val="1"/>
                <c:pt idx="0">
                  <c:v>1881.241</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130.23471845520945</c:v>
                </c:pt>
              </c:numCache>
            </c:numRef>
          </c:xVal>
          <c:yVal>
            <c:numRef>
              <c:f>Sheet1!$B$23:$B$23</c:f>
              <c:numCache>
                <c:formatCode>General</c:formatCode>
                <c:ptCount val="1"/>
                <c:pt idx="0">
                  <c:v>102.543180521513</c:v>
                </c:pt>
              </c:numCache>
            </c:numRef>
          </c:yVal>
          <c:bubbleSize>
            <c:numRef>
              <c:f>Sheet1!$C$23:$C$23</c:f>
              <c:numCache>
                <c:formatCode>General</c:formatCode>
                <c:ptCount val="1"/>
                <c:pt idx="0">
                  <c:v>1375.123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4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713.1610000000001</c:v>
                </c:pt>
                <c:pt idx="2">
                  <c:v>758.62</c:v>
                </c:pt>
                <c:pt idx="3">
                  <c:v>814.578</c:v>
                </c:pt>
                <c:pt idx="4">
                  <c:v>879.212</c:v>
                </c:pt>
                <c:pt idx="5">
                  <c:v>951.635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713.1610000000001</c:v>
                </c:pt>
                <c:pt idx="1">
                  <c:v>45.458999999999946</c:v>
                </c:pt>
                <c:pt idx="2">
                  <c:v>55.95799999999997</c:v>
                </c:pt>
                <c:pt idx="3">
                  <c:v>64.63400000000001</c:v>
                </c:pt>
                <c:pt idx="4">
                  <c:v>72.423</c:v>
                </c:pt>
                <c:pt idx="5">
                  <c:v>79.77499999999986</c:v>
                </c:pt>
                <c:pt idx="6">
                  <c:v>1031.4099999999999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358.327</c:v>
                </c:pt>
                <c:pt idx="2">
                  <c:v>388.296</c:v>
                </c:pt>
                <c:pt idx="3">
                  <c:v>424.139</c:v>
                </c:pt>
                <c:pt idx="4">
                  <c:v>464.674</c:v>
                </c:pt>
                <c:pt idx="5">
                  <c:v>510.97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358.327</c:v>
                </c:pt>
                <c:pt idx="1">
                  <c:v>29.968999999999994</c:v>
                </c:pt>
                <c:pt idx="2">
                  <c:v>35.84300000000002</c:v>
                </c:pt>
                <c:pt idx="3">
                  <c:v>40.53499999999997</c:v>
                </c:pt>
                <c:pt idx="4">
                  <c:v>46.29600000000005</c:v>
                </c:pt>
                <c:pt idx="5">
                  <c:v>52.077999999999975</c:v>
                </c:pt>
                <c:pt idx="6">
                  <c:v>563.048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432.669</c:v>
                </c:pt>
                <c:pt idx="2">
                  <c:v>474.28</c:v>
                </c:pt>
                <c:pt idx="3">
                  <c:v>522.264</c:v>
                </c:pt>
                <c:pt idx="4">
                  <c:v>577.046</c:v>
                </c:pt>
                <c:pt idx="5">
                  <c:v>638.527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432.669</c:v>
                </c:pt>
                <c:pt idx="1">
                  <c:v>41.61099999999999</c:v>
                </c:pt>
                <c:pt idx="2">
                  <c:v>47.98400000000004</c:v>
                </c:pt>
                <c:pt idx="3">
                  <c:v>54.78200000000004</c:v>
                </c:pt>
                <c:pt idx="4">
                  <c:v>61.480999999999995</c:v>
                </c:pt>
                <c:pt idx="5">
                  <c:v>67.49399999999991</c:v>
                </c:pt>
                <c:pt idx="6">
                  <c:v>706.021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591.011</c:v>
                </c:pt>
                <c:pt idx="2">
                  <c:v>655.546</c:v>
                </c:pt>
                <c:pt idx="3">
                  <c:v>742.679</c:v>
                </c:pt>
                <c:pt idx="4">
                  <c:v>852.729</c:v>
                </c:pt>
                <c:pt idx="5">
                  <c:v>985.442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591.011</c:v>
                </c:pt>
                <c:pt idx="1">
                  <c:v>64.53500000000008</c:v>
                </c:pt>
                <c:pt idx="2">
                  <c:v>87.13299999999992</c:v>
                </c:pt>
                <c:pt idx="3">
                  <c:v>110.05000000000007</c:v>
                </c:pt>
                <c:pt idx="4">
                  <c:v>132.71299999999997</c:v>
                </c:pt>
                <c:pt idx="5">
                  <c:v>154.31799999999998</c:v>
                </c:pt>
                <c:pt idx="6">
                  <c:v>1139.76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827.246</c:v>
                </c:pt>
                <c:pt idx="2">
                  <c:v>915.388</c:v>
                </c:pt>
                <c:pt idx="3">
                  <c:v>1019.791</c:v>
                </c:pt>
                <c:pt idx="4">
                  <c:v>1136.948</c:v>
                </c:pt>
                <c:pt idx="5">
                  <c:v>1270.494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827.246</c:v>
                </c:pt>
                <c:pt idx="1">
                  <c:v>88.14200000000005</c:v>
                </c:pt>
                <c:pt idx="2">
                  <c:v>104.40300000000002</c:v>
                </c:pt>
                <c:pt idx="3">
                  <c:v>117.15700000000004</c:v>
                </c:pt>
                <c:pt idx="4">
                  <c:v>133.54599999999982</c:v>
                </c:pt>
                <c:pt idx="5">
                  <c:v>147.4570000000001</c:v>
                </c:pt>
                <c:pt idx="6">
                  <c:v>1417.951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495.899</c:v>
                </c:pt>
                <c:pt idx="2">
                  <c:v>550.0</c:v>
                </c:pt>
                <c:pt idx="3">
                  <c:v>620.526</c:v>
                </c:pt>
                <c:pt idx="4">
                  <c:v>711.244</c:v>
                </c:pt>
                <c:pt idx="5">
                  <c:v>813.447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495.899</c:v>
                </c:pt>
                <c:pt idx="1">
                  <c:v>54.101</c:v>
                </c:pt>
                <c:pt idx="2">
                  <c:v>70.52599999999995</c:v>
                </c:pt>
                <c:pt idx="3">
                  <c:v>90.71800000000007</c:v>
                </c:pt>
                <c:pt idx="4">
                  <c:v>102.20299999999997</c:v>
                </c:pt>
                <c:pt idx="5">
                  <c:v>111.707</c:v>
                </c:pt>
                <c:pt idx="6">
                  <c:v>925.154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958.103</c:v>
                </c:pt>
                <c:pt idx="2">
                  <c:v>1069.383</c:v>
                </c:pt>
                <c:pt idx="3">
                  <c:v>1211.089</c:v>
                </c:pt>
                <c:pt idx="4">
                  <c:v>1392.04</c:v>
                </c:pt>
                <c:pt idx="5">
                  <c:v>1616.064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958.103</c:v>
                </c:pt>
                <c:pt idx="1">
                  <c:v>111.28000000000009</c:v>
                </c:pt>
                <c:pt idx="2">
                  <c:v>141.7059999999999</c:v>
                </c:pt>
                <c:pt idx="3">
                  <c:v>180.95100000000002</c:v>
                </c:pt>
                <c:pt idx="4">
                  <c:v>224.02400000000011</c:v>
                </c:pt>
                <c:pt idx="5">
                  <c:v>265.1769999999999</c:v>
                </c:pt>
                <c:pt idx="6">
                  <c:v>1881.241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643.44</c:v>
                </c:pt>
                <c:pt idx="2">
                  <c:v>736.401</c:v>
                </c:pt>
                <c:pt idx="3">
                  <c:v>860.343</c:v>
                </c:pt>
                <c:pt idx="4">
                  <c:v>1011.11</c:v>
                </c:pt>
                <c:pt idx="5">
                  <c:v>1181.481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643.44</c:v>
                </c:pt>
                <c:pt idx="1">
                  <c:v>92.9609999999999</c:v>
                </c:pt>
                <c:pt idx="2">
                  <c:v>123.94200000000001</c:v>
                </c:pt>
                <c:pt idx="3">
                  <c:v>150.76700000000005</c:v>
                </c:pt>
                <c:pt idx="4">
                  <c:v>170.37099999999998</c:v>
                </c:pt>
                <c:pt idx="5">
                  <c:v>193.64200000000005</c:v>
                </c:pt>
                <c:pt idx="6">
                  <c:v>1375.123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18.672478086105862</c:v>
                </c:pt>
                <c:pt idx="1">
                  <c:v>19.086264625917558</c:v>
                </c:pt>
                <c:pt idx="2">
                  <c:v>20.81086026230051</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16.226911714853017</c:v>
                </c:pt>
                <c:pt idx="1">
                  <c:v>16.47947670212054</c:v>
                </c:pt>
                <c:pt idx="2">
                  <c:v>15.685805337960032</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11.685553779844058</c:v>
                </c:pt>
                <c:pt idx="1">
                  <c:v>12.817897565189124</c:v>
                </c:pt>
                <c:pt idx="2">
                  <c:v>15.212028972617256</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12.031962806915589</c:v>
                </c:pt>
                <c:pt idx="1">
                  <c:v>11.773465214938437</c:v>
                </c:pt>
                <c:pt idx="2">
                  <c:v>12.608371863338947</c:v>
                </c:pt>
              </c:numCache>
            </c:numRef>
          </c:val>
        </c:ser>
        <c:ser>
          <c:idx val="4"/>
          <c:order val="4"/>
          <c:tx>
            <c:strRef>
              <c:f>Sheet1!$F$1</c:f>
              <c:strCache>
                <c:ptCount val="1"/>
                <c:pt idx="0">
                  <c:v>Sprays and Mists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15.339168967020195</c:v>
                </c:pt>
                <c:pt idx="1">
                  <c:v>14.206801948103692</c:v>
                </c:pt>
                <c:pt idx="2">
                  <c:v>11.409771200574175</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9.958859993220011</c:v>
                </c:pt>
                <c:pt idx="1">
                  <c:v>9.878749509946102</c:v>
                </c:pt>
                <c:pt idx="2">
                  <c:v>10.234335002856286</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8.692769625647731</c:v>
                </c:pt>
                <c:pt idx="1">
                  <c:v>8.619151625066536</c:v>
                </c:pt>
                <c:pt idx="2">
                  <c:v>7.810219091147634</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7.392295026393529</c:v>
                </c:pt>
                <c:pt idx="1">
                  <c:v>7.138192808718019</c:v>
                </c:pt>
                <c:pt idx="2">
                  <c:v>6.228608269205155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20.049022486100892</c:v>
                </c:pt>
                <c:pt idx="1">
                  <c:v>20.055280025700256</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22.22717282556261</c:v>
                </c:pt>
                <c:pt idx="1">
                  <c:v>22.24204133457755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22.014757403166772</c:v>
                </c:pt>
                <c:pt idx="1">
                  <c:v>22.013810827762395</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19.75244680691841</c:v>
                </c:pt>
                <c:pt idx="1">
                  <c:v>19.7445272223837</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15.956600478251309</c:v>
                </c:pt>
                <c:pt idx="1">
                  <c:v>15.9443405895761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109.42237690688425</c:v>
                </c:pt>
              </c:numCache>
            </c:numRef>
          </c:xVal>
          <c:yVal>
            <c:numRef>
              <c:f>Sheet1!$B$2:$B$2</c:f>
              <c:numCache>
                <c:formatCode>General</c:formatCode>
                <c:ptCount val="1"/>
                <c:pt idx="0">
                  <c:v>95.03242623541915</c:v>
                </c:pt>
              </c:numCache>
            </c:numRef>
          </c:yVal>
          <c:bubbleSize>
            <c:numRef>
              <c:f>Sheet1!$C$2:$C$2</c:f>
              <c:numCache>
                <c:formatCode>General</c:formatCode>
                <c:ptCount val="1"/>
                <c:pt idx="0">
                  <c:v>1812.884</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116.91405826712382</c:v>
                </c:pt>
              </c:numCache>
            </c:numRef>
          </c:xVal>
          <c:yVal>
            <c:numRef>
              <c:f>Sheet1!$B$5:$B$5</c:f>
              <c:numCache>
                <c:formatCode>General</c:formatCode>
                <c:ptCount val="1"/>
                <c:pt idx="0">
                  <c:v>101.00789763847762</c:v>
                </c:pt>
              </c:numCache>
            </c:numRef>
          </c:yVal>
          <c:bubbleSize>
            <c:numRef>
              <c:f>Sheet1!$C$5:$C$5</c:f>
              <c:numCache>
                <c:formatCode>General</c:formatCode>
                <c:ptCount val="1"/>
                <c:pt idx="0">
                  <c:v>2010.487</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98.63392862741316</c:v>
                </c:pt>
              </c:numCache>
            </c:numRef>
          </c:xVal>
          <c:yVal>
            <c:numRef>
              <c:f>Sheet1!$B$8:$B$8</c:f>
              <c:numCache>
                <c:formatCode>General</c:formatCode>
                <c:ptCount val="1"/>
                <c:pt idx="0">
                  <c:v>110.93218828033879</c:v>
                </c:pt>
              </c:numCache>
            </c:numRef>
          </c:yVal>
          <c:bubbleSize>
            <c:numRef>
              <c:f>Sheet1!$C$8:$C$8</c:f>
              <c:numCache>
                <c:formatCode>General</c:formatCode>
                <c:ptCount val="1"/>
                <c:pt idx="0">
                  <c:v>1989.993</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89.97312717829385</c:v>
                </c:pt>
              </c:numCache>
            </c:numRef>
          </c:xVal>
          <c:yVal>
            <c:numRef>
              <c:f>Sheet1!$B$11:$B$11</c:f>
              <c:numCache>
                <c:formatCode>General</c:formatCode>
                <c:ptCount val="1"/>
                <c:pt idx="0">
                  <c:v>104.56377724057766</c:v>
                </c:pt>
              </c:numCache>
            </c:numRef>
          </c:yVal>
          <c:bubbleSize>
            <c:numRef>
              <c:f>Sheet1!$C$11:$C$11</c:f>
              <c:numCache>
                <c:formatCode>General</c:formatCode>
                <c:ptCount val="1"/>
                <c:pt idx="0">
                  <c:v>1784.917</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81.8929436800737</c:v>
                </c:pt>
              </c:numCache>
            </c:numRef>
          </c:xVal>
          <c:yVal>
            <c:numRef>
              <c:f>Sheet1!$B$14:$B$14</c:f>
              <c:numCache>
                <c:formatCode>General</c:formatCode>
                <c:ptCount val="1"/>
                <c:pt idx="0">
                  <c:v>88.46371060518679</c:v>
                </c:pt>
              </c:numCache>
            </c:numRef>
          </c:yVal>
          <c:bubbleSize>
            <c:numRef>
              <c:f>Sheet1!$C$14:$C$14</c:f>
              <c:numCache>
                <c:formatCode>General</c:formatCode>
                <c:ptCount val="1"/>
                <c:pt idx="0">
                  <c:v>1441.428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954.098</c:v>
                </c:pt>
                <c:pt idx="2">
                  <c:v>1053.115</c:v>
                </c:pt>
                <c:pt idx="3">
                  <c:v>1189.005</c:v>
                </c:pt>
                <c:pt idx="4">
                  <c:v>1362.835</c:v>
                </c:pt>
                <c:pt idx="5">
                  <c:v>1571.312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954.098</c:v>
                </c:pt>
                <c:pt idx="1">
                  <c:v>99.01700000000005</c:v>
                </c:pt>
                <c:pt idx="2">
                  <c:v>135.8900000000001</c:v>
                </c:pt>
                <c:pt idx="3">
                  <c:v>173.82999999999993</c:v>
                </c:pt>
                <c:pt idx="4">
                  <c:v>208.47699999999986</c:v>
                </c:pt>
                <c:pt idx="5">
                  <c:v>241.57200000000012</c:v>
                </c:pt>
                <c:pt idx="6">
                  <c:v>1812.884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1014.09</c:v>
                </c:pt>
                <c:pt idx="2">
                  <c:v>1132.726</c:v>
                </c:pt>
                <c:pt idx="3">
                  <c:v>1289.353</c:v>
                </c:pt>
                <c:pt idx="4">
                  <c:v>1496.018</c:v>
                </c:pt>
                <c:pt idx="5">
                  <c:v>1736.333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1014.09</c:v>
                </c:pt>
                <c:pt idx="1">
                  <c:v>118.63600000000008</c:v>
                </c:pt>
                <c:pt idx="2">
                  <c:v>156.62699999999995</c:v>
                </c:pt>
                <c:pt idx="3">
                  <c:v>206.66499999999996</c:v>
                </c:pt>
                <c:pt idx="4">
                  <c:v>240.31500000000005</c:v>
                </c:pt>
                <c:pt idx="5">
                  <c:v>274.154</c:v>
                </c:pt>
                <c:pt idx="6">
                  <c:v>2010.487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1113.727</c:v>
                </c:pt>
                <c:pt idx="2">
                  <c:v>1237.219</c:v>
                </c:pt>
                <c:pt idx="3">
                  <c:v>1389.568</c:v>
                </c:pt>
                <c:pt idx="4">
                  <c:v>1561.47</c:v>
                </c:pt>
                <c:pt idx="5">
                  <c:v>1762.93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1113.727</c:v>
                </c:pt>
                <c:pt idx="1">
                  <c:v>123.49199999999996</c:v>
                </c:pt>
                <c:pt idx="2">
                  <c:v>152.34899999999993</c:v>
                </c:pt>
                <c:pt idx="3">
                  <c:v>171.90200000000004</c:v>
                </c:pt>
                <c:pt idx="4">
                  <c:v>201.46000000000004</c:v>
                </c:pt>
                <c:pt idx="5">
                  <c:v>227.06299999999987</c:v>
                </c:pt>
                <c:pt idx="6">
                  <c:v>1989.993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1049.79</c:v>
                </c:pt>
                <c:pt idx="2">
                  <c:v>1157.239</c:v>
                </c:pt>
                <c:pt idx="3">
                  <c:v>1284.48</c:v>
                </c:pt>
                <c:pt idx="4">
                  <c:v>1431.836</c:v>
                </c:pt>
                <c:pt idx="5">
                  <c:v>1598.357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1049.79</c:v>
                </c:pt>
                <c:pt idx="1">
                  <c:v>107.44900000000007</c:v>
                </c:pt>
                <c:pt idx="2">
                  <c:v>127.24099999999999</c:v>
                </c:pt>
                <c:pt idx="3">
                  <c:v>147.356</c:v>
                </c:pt>
                <c:pt idx="4">
                  <c:v>166.52099999999996</c:v>
                </c:pt>
                <c:pt idx="5">
                  <c:v>186.55999999999995</c:v>
                </c:pt>
                <c:pt idx="6">
                  <c:v>1784.917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888.15</c:v>
                </c:pt>
                <c:pt idx="2">
                  <c:v>967.615</c:v>
                </c:pt>
                <c:pt idx="3">
                  <c:v>1063.004</c:v>
                </c:pt>
                <c:pt idx="4">
                  <c:v>1172.843</c:v>
                </c:pt>
                <c:pt idx="5">
                  <c:v>1299.129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888.15</c:v>
                </c:pt>
                <c:pt idx="1">
                  <c:v>79.46500000000003</c:v>
                </c:pt>
                <c:pt idx="2">
                  <c:v>95.3889999999999</c:v>
                </c:pt>
                <c:pt idx="3">
                  <c:v>109.83900000000017</c:v>
                </c:pt>
                <c:pt idx="4">
                  <c:v>126.28599999999983</c:v>
                </c:pt>
                <c:pt idx="5">
                  <c:v>142.2990000000002</c:v>
                </c:pt>
                <c:pt idx="6">
                  <c:v>1441.428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20.202334253474742</c:v>
                </c:pt>
                <c:pt idx="1">
                  <c:v>20.20157952769552</c:v>
                </c:pt>
                <c:pt idx="2">
                  <c:v>22.24061637382354</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21.417477843963386</c:v>
                </c:pt>
                <c:pt idx="1">
                  <c:v>22.18643765606776</c:v>
                </c:pt>
                <c:pt idx="2">
                  <c:v>22.01390553611847</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19.512785122766235</c:v>
                </c:pt>
                <c:pt idx="1">
                  <c:v>19.00648524708383</c:v>
                </c:pt>
                <c:pt idx="2">
                  <c:v>20.05467211389216</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20.867862850501233</c:v>
                </c:pt>
                <c:pt idx="1">
                  <c:v>20.912755448115533</c:v>
                </c:pt>
                <c:pt idx="2">
                  <c:v>19.745292685859685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17.999539929294397</c:v>
                </c:pt>
                <c:pt idx="1">
                  <c:v>17.692742121037362</c:v>
                </c:pt>
                <c:pt idx="2">
                  <c:v>15.945513290306138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33.09489846082288</c:v>
                </c:pt>
                <c:pt idx="1">
                  <c:v>33.094643259692724</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32.34758761704434</c:v>
                </c:pt>
                <c:pt idx="1">
                  <c:v>32.335910619907224</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34.55751392213276</c:v>
                </c:pt>
                <c:pt idx="1">
                  <c:v>34.56944612040005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99.26842993351983</c:v>
                </c:pt>
              </c:numCache>
            </c:numRef>
          </c:xVal>
          <c:yVal>
            <c:numRef>
              <c:f>Sheet1!$B$2:$B$2</c:f>
              <c:numCache>
                <c:formatCode>General</c:formatCode>
                <c:ptCount val="1"/>
                <c:pt idx="0">
                  <c:v>99.69987180904629</c:v>
                </c:pt>
              </c:numCache>
            </c:numRef>
          </c:yVal>
          <c:bubbleSize>
            <c:numRef>
              <c:f>Sheet1!$C$2:$C$2</c:f>
              <c:numCache>
                <c:formatCode>General</c:formatCode>
                <c:ptCount val="1"/>
                <c:pt idx="0">
                  <c:v>2991.661</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90.60495646810394</c:v>
                </c:pt>
              </c:numCache>
            </c:numRef>
          </c:xVal>
          <c:yVal>
            <c:numRef>
              <c:f>Sheet1!$B$5:$B$5</c:f>
              <c:numCache>
                <c:formatCode>General</c:formatCode>
                <c:ptCount val="1"/>
                <c:pt idx="0">
                  <c:v>102.37472994737897</c:v>
                </c:pt>
              </c:numCache>
            </c:numRef>
          </c:yVal>
          <c:bubbleSize>
            <c:numRef>
              <c:f>Sheet1!$C$5:$C$5</c:f>
              <c:numCache>
                <c:formatCode>General</c:formatCode>
                <c:ptCount val="1"/>
                <c:pt idx="0">
                  <c:v>2923.173</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110.06693693089866</c:v>
                </c:pt>
              </c:numCache>
            </c:numRef>
          </c:xVal>
          <c:yVal>
            <c:numRef>
              <c:f>Sheet1!$B$8:$B$8</c:f>
              <c:numCache>
                <c:formatCode>General</c:formatCode>
                <c:ptCount val="1"/>
                <c:pt idx="0">
                  <c:v>97.92539824357478</c:v>
                </c:pt>
              </c:numCache>
            </c:numRef>
          </c:yVal>
          <c:bubbleSize>
            <c:numRef>
              <c:f>Sheet1!$C$8:$C$8</c:f>
              <c:numCache>
                <c:formatCode>General</c:formatCode>
                <c:ptCount val="1"/>
                <c:pt idx="0">
                  <c:v>3124.874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1668.263</c:v>
                </c:pt>
                <c:pt idx="2">
                  <c:v>1852.497</c:v>
                </c:pt>
                <c:pt idx="3">
                  <c:v>2080.144</c:v>
                </c:pt>
                <c:pt idx="4">
                  <c:v>2341.991</c:v>
                </c:pt>
                <c:pt idx="5">
                  <c:v>2647.557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1668.263</c:v>
                </c:pt>
                <c:pt idx="1">
                  <c:v>184.23400000000015</c:v>
                </c:pt>
                <c:pt idx="2">
                  <c:v>227.6469999999997</c:v>
                </c:pt>
                <c:pt idx="3">
                  <c:v>261.8470000000002</c:v>
                </c:pt>
                <c:pt idx="4">
                  <c:v>305.5659999999998</c:v>
                </c:pt>
                <c:pt idx="5">
                  <c:v>344.10400000000027</c:v>
                </c:pt>
                <c:pt idx="6">
                  <c:v>2991.661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1713.021</c:v>
                </c:pt>
                <c:pt idx="2">
                  <c:v>1887.612</c:v>
                </c:pt>
                <c:pt idx="3">
                  <c:v>2094.679</c:v>
                </c:pt>
                <c:pt idx="4">
                  <c:v>2339.508</c:v>
                </c:pt>
                <c:pt idx="5">
                  <c:v>2614.939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1713.021</c:v>
                </c:pt>
                <c:pt idx="1">
                  <c:v>174.59100000000012</c:v>
                </c:pt>
                <c:pt idx="2">
                  <c:v>207.067</c:v>
                </c:pt>
                <c:pt idx="3">
                  <c:v>244.82899999999972</c:v>
                </c:pt>
                <c:pt idx="4">
                  <c:v>275.43100000000004</c:v>
                </c:pt>
                <c:pt idx="5">
                  <c:v>308.2339999999999</c:v>
                </c:pt>
                <c:pt idx="6">
                  <c:v>2923.173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1638.571</c:v>
                </c:pt>
                <c:pt idx="2">
                  <c:v>1807.805</c:v>
                </c:pt>
                <c:pt idx="3">
                  <c:v>2040.587</c:v>
                </c:pt>
                <c:pt idx="4">
                  <c:v>2343.503</c:v>
                </c:pt>
                <c:pt idx="5">
                  <c:v>2705.564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1638.571</c:v>
                </c:pt>
                <c:pt idx="1">
                  <c:v>169.23400000000015</c:v>
                </c:pt>
                <c:pt idx="2">
                  <c:v>232.78199999999993</c:v>
                </c:pt>
                <c:pt idx="3">
                  <c:v>302.91600000000017</c:v>
                </c:pt>
                <c:pt idx="4">
                  <c:v>362.0609999999997</c:v>
                </c:pt>
                <c:pt idx="5">
                  <c:v>419.30999999999995</c:v>
                </c:pt>
                <c:pt idx="6">
                  <c:v>3124.874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33.63647149983049</c:v>
                </c:pt>
                <c:pt idx="1">
                  <c:v>32.641799414524925</c:v>
                </c:pt>
                <c:pt idx="2">
                  <c:v>34.56830685238948</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32.19262434016175</c:v>
                </c:pt>
                <c:pt idx="1">
                  <c:v>33.233290603015426</c:v>
                </c:pt>
                <c:pt idx="2">
                  <c:v>33.09466411968175</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34.17090416000775</c:v>
                </c:pt>
                <c:pt idx="1">
                  <c:v>34.124909982459656</c:v>
                </c:pt>
                <c:pt idx="2">
                  <c:v>32.33702902792878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17.166945665463942</c:v>
                </c:pt>
                <c:pt idx="1">
                  <c:v>16.72519797149132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16.00505191219712</c:v>
                </c:pt>
                <c:pt idx="1">
                  <c:v>15.710013528123296</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16.939218173989328</c:v>
                </c:pt>
                <c:pt idx="1">
                  <c:v>18.797690795613725</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14.40681478547794</c:v>
                </c:pt>
                <c:pt idx="1">
                  <c:v>14.131552983028289</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21.861839181562594</c:v>
                </c:pt>
                <c:pt idx="1">
                  <c:v>21.324307078363493</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13.620130281309075</c:v>
                </c:pt>
                <c:pt idx="1">
                  <c:v>13.311237643379872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78.19273690106593</c:v>
                </c:pt>
              </c:numCache>
            </c:numRef>
          </c:xVal>
          <c:yVal>
            <c:numRef>
              <c:f>Sheet1!$B$2:$B$2</c:f>
              <c:numCache>
                <c:formatCode>General</c:formatCode>
                <c:ptCount val="1"/>
                <c:pt idx="0">
                  <c:v>114.04225819271672</c:v>
                </c:pt>
              </c:numCache>
            </c:numRef>
          </c:yVal>
          <c:bubbleSize>
            <c:numRef>
              <c:f>Sheet1!$C$2:$C$2</c:f>
              <c:numCache>
                <c:formatCode>General</c:formatCode>
                <c:ptCount val="1"/>
                <c:pt idx="0">
                  <c:v>1515.746</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103.28861857598682</c:v>
                </c:pt>
              </c:numCache>
            </c:numRef>
          </c:xVal>
          <c:yVal>
            <c:numRef>
              <c:f>Sheet1!$B$5:$B$5</c:f>
              <c:numCache>
                <c:formatCode>General</c:formatCode>
                <c:ptCount val="1"/>
                <c:pt idx="0">
                  <c:v>92.67435015553237</c:v>
                </c:pt>
              </c:numCache>
            </c:numRef>
          </c:yVal>
          <c:bubbleSize>
            <c:numRef>
              <c:f>Sheet1!$C$5:$C$5</c:f>
              <c:numCache>
                <c:formatCode>General</c:formatCode>
                <c:ptCount val="1"/>
                <c:pt idx="0">
                  <c:v>1422.702</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95.1585030071053</c:v>
                </c:pt>
              </c:numCache>
            </c:numRef>
          </c:xVal>
          <c:yVal>
            <c:numRef>
              <c:f>Sheet1!$B$8:$B$8</c:f>
              <c:numCache>
                <c:formatCode>General</c:formatCode>
                <c:ptCount val="1"/>
                <c:pt idx="0">
                  <c:v>114.85192301371254</c:v>
                </c:pt>
              </c:numCache>
            </c:numRef>
          </c:yVal>
          <c:bubbleSize>
            <c:numRef>
              <c:f>Sheet1!$C$8:$C$8</c:f>
              <c:numCache>
                <c:formatCode>General</c:formatCode>
                <c:ptCount val="1"/>
                <c:pt idx="0">
                  <c:v>1683.113</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87.11478116207579</c:v>
                </c:pt>
              </c:numCache>
            </c:numRef>
          </c:xVal>
          <c:yVal>
            <c:numRef>
              <c:f>Sheet1!$B$11:$B$11</c:f>
              <c:numCache>
                <c:formatCode>General</c:formatCode>
                <c:ptCount val="1"/>
                <c:pt idx="0">
                  <c:v>91.46164580451028</c:v>
                </c:pt>
              </c:numCache>
            </c:numRef>
          </c:yVal>
          <c:bubbleSize>
            <c:numRef>
              <c:f>Sheet1!$C$11:$C$11</c:f>
              <c:numCache>
                <c:formatCode>General</c:formatCode>
                <c:ptCount val="1"/>
                <c:pt idx="0">
                  <c:v>1279.842</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121.90881823911637</c:v>
                </c:pt>
              </c:numCache>
            </c:numRef>
          </c:xVal>
          <c:yVal>
            <c:numRef>
              <c:f>Sheet1!$B$14:$B$14</c:f>
              <c:numCache>
                <c:formatCode>General</c:formatCode>
                <c:ptCount val="1"/>
                <c:pt idx="0">
                  <c:v>113.25554224175798</c:v>
                </c:pt>
              </c:numCache>
            </c:numRef>
          </c:yVal>
          <c:bubbleSize>
            <c:numRef>
              <c:f>Sheet1!$C$14:$C$14</c:f>
              <c:numCache>
                <c:formatCode>General</c:formatCode>
                <c:ptCount val="1"/>
                <c:pt idx="0">
                  <c:v>1932.324</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114.4837816465029</c:v>
                </c:pt>
              </c:numCache>
            </c:numRef>
          </c:xVal>
          <c:yVal>
            <c:numRef>
              <c:f>Sheet1!$B$17:$B$17</c:f>
              <c:numCache>
                <c:formatCode>General</c:formatCode>
                <c:ptCount val="1"/>
                <c:pt idx="0">
                  <c:v>73.71428059177009</c:v>
                </c:pt>
              </c:numCache>
            </c:numRef>
          </c:yVal>
          <c:bubbleSize>
            <c:numRef>
              <c:f>Sheet1!$C$17:$C$17</c:f>
              <c:numCache>
                <c:formatCode>General</c:formatCode>
                <c:ptCount val="1"/>
                <c:pt idx="0">
                  <c:v>1205.981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954.126</c:v>
                </c:pt>
                <c:pt idx="2">
                  <c:v>1035.595</c:v>
                </c:pt>
                <c:pt idx="3">
                  <c:v>1134.261</c:v>
                </c:pt>
                <c:pt idx="4">
                  <c:v>1244.557</c:v>
                </c:pt>
                <c:pt idx="5">
                  <c:v>1372.783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954.126</c:v>
                </c:pt>
                <c:pt idx="1">
                  <c:v>81.46900000000005</c:v>
                </c:pt>
                <c:pt idx="2">
                  <c:v>98.66599999999994</c:v>
                </c:pt>
                <c:pt idx="3">
                  <c:v>110.29600000000005</c:v>
                </c:pt>
                <c:pt idx="4">
                  <c:v>128.22599999999989</c:v>
                </c:pt>
                <c:pt idx="5">
                  <c:v>142.9630000000002</c:v>
                </c:pt>
                <c:pt idx="6">
                  <c:v>1515.746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775.353</c:v>
                </c:pt>
                <c:pt idx="2">
                  <c:v>867.835</c:v>
                </c:pt>
                <c:pt idx="3">
                  <c:v>978.316</c:v>
                </c:pt>
                <c:pt idx="4">
                  <c:v>1107.151</c:v>
                </c:pt>
                <c:pt idx="5">
                  <c:v>1255.311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775.353</c:v>
                </c:pt>
                <c:pt idx="1">
                  <c:v>92.48200000000008</c:v>
                </c:pt>
                <c:pt idx="2">
                  <c:v>110.481</c:v>
                </c:pt>
                <c:pt idx="3">
                  <c:v>128.83500000000004</c:v>
                </c:pt>
                <c:pt idx="4">
                  <c:v>148.15999999999985</c:v>
                </c:pt>
                <c:pt idx="5">
                  <c:v>167.39100000000008</c:v>
                </c:pt>
                <c:pt idx="6">
                  <c:v>1422.702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960.9</c:v>
                </c:pt>
                <c:pt idx="2">
                  <c:v>1062.365</c:v>
                </c:pt>
                <c:pt idx="3">
                  <c:v>1185.183</c:v>
                </c:pt>
                <c:pt idx="4">
                  <c:v>1327.326</c:v>
                </c:pt>
                <c:pt idx="5">
                  <c:v>1493.872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960.9</c:v>
                </c:pt>
                <c:pt idx="1">
                  <c:v>101.46500000000003</c:v>
                </c:pt>
                <c:pt idx="2">
                  <c:v>122.81799999999998</c:v>
                </c:pt>
                <c:pt idx="3">
                  <c:v>142.14300000000003</c:v>
                </c:pt>
                <c:pt idx="4">
                  <c:v>166.54600000000005</c:v>
                </c:pt>
                <c:pt idx="5">
                  <c:v>189.24099999999999</c:v>
                </c:pt>
                <c:pt idx="6">
                  <c:v>1683.113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765.207</c:v>
                </c:pt>
                <c:pt idx="2">
                  <c:v>835.131</c:v>
                </c:pt>
                <c:pt idx="3">
                  <c:v>925.003</c:v>
                </c:pt>
                <c:pt idx="4">
                  <c:v>1031.568</c:v>
                </c:pt>
                <c:pt idx="5">
                  <c:v>1149.016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765.207</c:v>
                </c:pt>
                <c:pt idx="1">
                  <c:v>69.92399999999998</c:v>
                </c:pt>
                <c:pt idx="2">
                  <c:v>89.87200000000007</c:v>
                </c:pt>
                <c:pt idx="3">
                  <c:v>106.56499999999994</c:v>
                </c:pt>
                <c:pt idx="4">
                  <c:v>117.44800000000009</c:v>
                </c:pt>
                <c:pt idx="5">
                  <c:v>130.82600000000002</c:v>
                </c:pt>
                <c:pt idx="6">
                  <c:v>1279.842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947.544</c:v>
                </c:pt>
                <c:pt idx="2">
                  <c:v>1063.267</c:v>
                </c:pt>
                <c:pt idx="3">
                  <c:v>1216.596</c:v>
                </c:pt>
                <c:pt idx="4">
                  <c:v>1419.785</c:v>
                </c:pt>
                <c:pt idx="5">
                  <c:v>1658.611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947.544</c:v>
                </c:pt>
                <c:pt idx="1">
                  <c:v>115.72300000000007</c:v>
                </c:pt>
                <c:pt idx="2">
                  <c:v>153.32899999999995</c:v>
                </c:pt>
                <c:pt idx="3">
                  <c:v>203.18900000000008</c:v>
                </c:pt>
                <c:pt idx="4">
                  <c:v>238.82600000000002</c:v>
                </c:pt>
                <c:pt idx="5">
                  <c:v>273.71299999999997</c:v>
                </c:pt>
                <c:pt idx="6">
                  <c:v>1932.324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616.725</c:v>
                </c:pt>
                <c:pt idx="2">
                  <c:v>683.721</c:v>
                </c:pt>
                <c:pt idx="3">
                  <c:v>776.05</c:v>
                </c:pt>
                <c:pt idx="4">
                  <c:v>894.616</c:v>
                </c:pt>
                <c:pt idx="5">
                  <c:v>1038.467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616.725</c:v>
                </c:pt>
                <c:pt idx="1">
                  <c:v>66.99599999999998</c:v>
                </c:pt>
                <c:pt idx="2">
                  <c:v>92.32899999999995</c:v>
                </c:pt>
                <c:pt idx="3">
                  <c:v>118.56600000000003</c:v>
                </c:pt>
                <c:pt idx="4">
                  <c:v>143.8510000000001</c:v>
                </c:pt>
                <c:pt idx="5">
                  <c:v>167.5139999999999</c:v>
                </c:pt>
                <c:pt idx="6">
                  <c:v>1205.981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18.744922576172556</c:v>
                </c:pt>
                <c:pt idx="1">
                  <c:v>18.875923706959664</c:v>
                </c:pt>
                <c:pt idx="2">
                  <c:v>21.37595594901959</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18.84003611796307</c:v>
                </c:pt>
                <c:pt idx="1">
                  <c:v>19.14198716895209</c:v>
                </c:pt>
                <c:pt idx="2">
                  <c:v>18.61910805083527</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19.446845017471784</c:v>
                </c:pt>
                <c:pt idx="1">
                  <c:v>19.007043032119455</c:v>
                </c:pt>
                <c:pt idx="2">
                  <c:v>16.767643379631288</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14.91774058846903</c:v>
                </c:pt>
                <c:pt idx="1">
                  <c:v>15.445725025922064</c:v>
                </c:pt>
                <c:pt idx="2">
                  <c:v>15.738362345332394</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15.51750314361394</c:v>
                </c:pt>
                <c:pt idx="1">
                  <c:v>15.243607634085048</c:v>
                </c:pt>
                <c:pt idx="2">
                  <c:v>14.158001563767325</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12.532952556309612</c:v>
                </c:pt>
                <c:pt idx="1">
                  <c:v>12.285713431961682</c:v>
                </c:pt>
                <c:pt idx="2">
                  <c:v>13.34092871141413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13.38838864769089</c:v>
                </c:pt>
                <c:pt idx="1">
                  <c:v>12.743506831249451</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17.530546949564865</c:v>
                </c:pt>
                <c:pt idx="1">
                  <c:v>18.075060891240692</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13.000744893107264</c:v>
                </c:pt>
                <c:pt idx="1">
                  <c:v>13.520645746987626</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13.70292465527107</c:v>
                </c:pt>
                <c:pt idx="1">
                  <c:v>12.968824614869481</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16.532021768839062</c:v>
                </c:pt>
                <c:pt idx="1">
                  <c:v>16.905515837107398</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Sheet1!$G$2:$G$3</c:f>
              <c:numCache>
                <c:formatCode>General</c:formatCode>
                <c:ptCount val="2"/>
                <c:pt idx="0">
                  <c:v>10.633665714539003</c:v>
                </c:pt>
                <c:pt idx="1">
                  <c:v>10.060229153240325</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Sheet1!$H$2:$H$3</c:f>
              <c:numCache>
                <c:formatCode>General</c:formatCode>
                <c:ptCount val="2"/>
                <c:pt idx="0">
                  <c:v>15.211707370987854</c:v>
                </c:pt>
                <c:pt idx="1">
                  <c:v>15.726216925305033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72.26469947011256</c:v>
                </c:pt>
              </c:numCache>
            </c:numRef>
          </c:xVal>
          <c:yVal>
            <c:numRef>
              <c:f>Sheet1!$B$2:$B$2</c:f>
              <c:numCache>
                <c:formatCode>General</c:formatCode>
                <c:ptCount val="1"/>
                <c:pt idx="0">
                  <c:v>105.16090707020564</c:v>
                </c:pt>
              </c:numCache>
            </c:numRef>
          </c:yVal>
          <c:bubbleSize>
            <c:numRef>
              <c:f>Sheet1!$C$2:$C$2</c:f>
              <c:numCache>
                <c:formatCode>General</c:formatCode>
                <c:ptCount val="1"/>
                <c:pt idx="0">
                  <c:v>1157.577</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124.3534428659095</c:v>
                </c:pt>
              </c:numCache>
            </c:numRef>
          </c:xVal>
          <c:yVal>
            <c:numRef>
              <c:f>Sheet1!$B$5:$B$5</c:f>
              <c:numCache>
                <c:formatCode>General</c:formatCode>
                <c:ptCount val="1"/>
                <c:pt idx="0">
                  <c:v>109.87921162647363</c:v>
                </c:pt>
              </c:numCache>
            </c:numRef>
          </c:yVal>
          <c:bubbleSize>
            <c:numRef>
              <c:f>Sheet1!$C$5:$C$5</c:f>
              <c:numCache>
                <c:formatCode>General</c:formatCode>
                <c:ptCount val="1"/>
                <c:pt idx="0">
                  <c:v>1629.203</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88.83795235714477</c:v>
                </c:pt>
              </c:numCache>
            </c:numRef>
          </c:xVal>
          <c:yVal>
            <c:numRef>
              <c:f>Sheet1!$B$8:$B$8</c:f>
              <c:numCache>
                <c:formatCode>General</c:formatCode>
                <c:ptCount val="1"/>
                <c:pt idx="0">
                  <c:v>100.52389969907493</c:v>
                </c:pt>
              </c:numCache>
            </c:numRef>
          </c:yVal>
          <c:bubbleSize>
            <c:numRef>
              <c:f>Sheet1!$C$8:$C$8</c:f>
              <c:numCache>
                <c:formatCode>General</c:formatCode>
                <c:ptCount val="1"/>
                <c:pt idx="0">
                  <c:v>1217.712</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97.823518030781</c:v>
                </c:pt>
              </c:numCache>
            </c:numRef>
          </c:xVal>
          <c:yVal>
            <c:numRef>
              <c:f>Sheet1!$B$11:$B$11</c:f>
              <c:numCache>
                <c:formatCode>General</c:formatCode>
                <c:ptCount val="1"/>
                <c:pt idx="0">
                  <c:v>92.41816594665903</c:v>
                </c:pt>
              </c:numCache>
            </c:numRef>
          </c:yVal>
          <c:bubbleSize>
            <c:numRef>
              <c:f>Sheet1!$C$11:$C$11</c:f>
              <c:numCache>
                <c:formatCode>General</c:formatCode>
                <c:ptCount val="1"/>
                <c:pt idx="0">
                  <c:v>1178.72</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108.30783097048047</c:v>
                </c:pt>
              </c:numCache>
            </c:numRef>
          </c:xVal>
          <c:yVal>
            <c:numRef>
              <c:f>Sheet1!$B$14:$B$14</c:f>
              <c:numCache>
                <c:formatCode>General</c:formatCode>
                <c:ptCount val="1"/>
                <c:pt idx="0">
                  <c:v>112.62658236673818</c:v>
                </c:pt>
              </c:numCache>
            </c:numRef>
          </c:yVal>
          <c:bubbleSize>
            <c:numRef>
              <c:f>Sheet1!$C$14:$C$14</c:f>
              <c:numCache>
                <c:formatCode>General</c:formatCode>
                <c:ptCount val="1"/>
                <c:pt idx="0">
                  <c:v>1524.965</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81.15872197632618</c:v>
                </c:pt>
              </c:numCache>
            </c:numRef>
          </c:xVal>
          <c:yVal>
            <c:numRef>
              <c:f>Sheet1!$B$17:$B$17</c:f>
              <c:numCache>
                <c:formatCode>General</c:formatCode>
                <c:ptCount val="1"/>
                <c:pt idx="0">
                  <c:v>78.89982457657136</c:v>
                </c:pt>
              </c:numCache>
            </c:numRef>
          </c:yVal>
          <c:bubbleSize>
            <c:numRef>
              <c:f>Sheet1!$C$17:$C$17</c:f>
              <c:numCache>
                <c:formatCode>General</c:formatCode>
                <c:ptCount val="1"/>
                <c:pt idx="0">
                  <c:v>914.397</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115.47576461910631</c:v>
                </c:pt>
              </c:numCache>
            </c:numRef>
          </c:xVal>
          <c:yVal>
            <c:numRef>
              <c:f>Sheet1!$B$20:$B$20</c:f>
              <c:numCache>
                <c:formatCode>General</c:formatCode>
                <c:ptCount val="1"/>
                <c:pt idx="0">
                  <c:v>100.49140871427737</c:v>
                </c:pt>
              </c:numCache>
            </c:numRef>
          </c:yVal>
          <c:bubbleSize>
            <c:numRef>
              <c:f>Sheet1!$C$20:$C$20</c:f>
              <c:numCache>
                <c:formatCode>General</c:formatCode>
                <c:ptCount val="1"/>
                <c:pt idx="0">
                  <c:v>1417.135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754.132</c:v>
                </c:pt>
                <c:pt idx="2">
                  <c:v>814.793</c:v>
                </c:pt>
                <c:pt idx="3">
                  <c:v>887.478</c:v>
                </c:pt>
                <c:pt idx="4">
                  <c:v>966.788</c:v>
                </c:pt>
                <c:pt idx="5">
                  <c:v>1057.326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754.132</c:v>
                </c:pt>
                <c:pt idx="1">
                  <c:v>60.66100000000006</c:v>
                </c:pt>
                <c:pt idx="2">
                  <c:v>72.68499999999995</c:v>
                </c:pt>
                <c:pt idx="3">
                  <c:v>79.31000000000006</c:v>
                </c:pt>
                <c:pt idx="4">
                  <c:v>90.53800000000001</c:v>
                </c:pt>
                <c:pt idx="5">
                  <c:v>100.25099999999998</c:v>
                </c:pt>
                <c:pt idx="6">
                  <c:v>1157.577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787.968</c:v>
                </c:pt>
                <c:pt idx="2">
                  <c:v>887.94</c:v>
                </c:pt>
                <c:pt idx="3">
                  <c:v>1020.29</c:v>
                </c:pt>
                <c:pt idx="4">
                  <c:v>1194.124</c:v>
                </c:pt>
                <c:pt idx="5">
                  <c:v>1397.049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787.968</c:v>
                </c:pt>
                <c:pt idx="1">
                  <c:v>99.9720000000001</c:v>
                </c:pt>
                <c:pt idx="2">
                  <c:v>132.3499999999999</c:v>
                </c:pt>
                <c:pt idx="3">
                  <c:v>173.83400000000006</c:v>
                </c:pt>
                <c:pt idx="4">
                  <c:v>202.92499999999995</c:v>
                </c:pt>
                <c:pt idx="5">
                  <c:v>232.154</c:v>
                </c:pt>
                <c:pt idx="6">
                  <c:v>1629.203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720.879</c:v>
                </c:pt>
                <c:pt idx="2">
                  <c:v>795.273</c:v>
                </c:pt>
                <c:pt idx="3">
                  <c:v>882.725</c:v>
                </c:pt>
                <c:pt idx="4">
                  <c:v>981.934</c:v>
                </c:pt>
                <c:pt idx="5">
                  <c:v>1093.419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720.879</c:v>
                </c:pt>
                <c:pt idx="1">
                  <c:v>74.394</c:v>
                </c:pt>
                <c:pt idx="2">
                  <c:v>87.452</c:v>
                </c:pt>
                <c:pt idx="3">
                  <c:v>99.20899999999995</c:v>
                </c:pt>
                <c:pt idx="4">
                  <c:v>111.48500000000013</c:v>
                </c:pt>
                <c:pt idx="5">
                  <c:v>124.29299999999989</c:v>
                </c:pt>
                <c:pt idx="6">
                  <c:v>1217.712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662.751</c:v>
                </c:pt>
                <c:pt idx="2">
                  <c:v>736.494</c:v>
                </c:pt>
                <c:pt idx="3">
                  <c:v>825.575</c:v>
                </c:pt>
                <c:pt idx="4">
                  <c:v>927.125</c:v>
                </c:pt>
                <c:pt idx="5">
                  <c:v>1045.023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662.751</c:v>
                </c:pt>
                <c:pt idx="1">
                  <c:v>73.74300000000005</c:v>
                </c:pt>
                <c:pt idx="2">
                  <c:v>89.08100000000002</c:v>
                </c:pt>
                <c:pt idx="3">
                  <c:v>101.54999999999995</c:v>
                </c:pt>
                <c:pt idx="4">
                  <c:v>117.89799999999991</c:v>
                </c:pt>
                <c:pt idx="5">
                  <c:v>133.69700000000012</c:v>
                </c:pt>
                <c:pt idx="6">
                  <c:v>1178.72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807.67</c:v>
                </c:pt>
                <c:pt idx="2">
                  <c:v>892.076</c:v>
                </c:pt>
                <c:pt idx="3">
                  <c:v>1007.195</c:v>
                </c:pt>
                <c:pt idx="4">
                  <c:v>1152.118</c:v>
                </c:pt>
                <c:pt idx="5">
                  <c:v>1325.218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807.67</c:v>
                </c:pt>
                <c:pt idx="1">
                  <c:v>84.40600000000006</c:v>
                </c:pt>
                <c:pt idx="2">
                  <c:v>115.11900000000003</c:v>
                </c:pt>
                <c:pt idx="3">
                  <c:v>144.9229999999999</c:v>
                </c:pt>
                <c:pt idx="4">
                  <c:v>173.10000000000014</c:v>
                </c:pt>
                <c:pt idx="5">
                  <c:v>199.74699999999984</c:v>
                </c:pt>
                <c:pt idx="6">
                  <c:v>1524.965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565.808</c:v>
                </c:pt>
                <c:pt idx="2">
                  <c:v>614.898</c:v>
                </c:pt>
                <c:pt idx="3">
                  <c:v>677.283</c:v>
                </c:pt>
                <c:pt idx="4">
                  <c:v>749.573</c:v>
                </c:pt>
                <c:pt idx="5">
                  <c:v>827.853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565.808</c:v>
                </c:pt>
                <c:pt idx="1">
                  <c:v>49.09000000000003</c:v>
                </c:pt>
                <c:pt idx="2">
                  <c:v>62.38499999999999</c:v>
                </c:pt>
                <c:pt idx="3">
                  <c:v>72.28999999999996</c:v>
                </c:pt>
                <c:pt idx="4">
                  <c:v>78.27999999999997</c:v>
                </c:pt>
                <c:pt idx="5">
                  <c:v>86.5440000000001</c:v>
                </c:pt>
                <c:pt idx="6">
                  <c:v>914.397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720.646</c:v>
                </c:pt>
                <c:pt idx="2">
                  <c:v>806.439</c:v>
                </c:pt>
                <c:pt idx="3">
                  <c:v>914.864</c:v>
                </c:pt>
                <c:pt idx="4">
                  <c:v>1053.34</c:v>
                </c:pt>
                <c:pt idx="5">
                  <c:v>1222.173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720.646</c:v>
                </c:pt>
                <c:pt idx="1">
                  <c:v>85.793</c:v>
                </c:pt>
                <c:pt idx="2">
                  <c:v>108.42500000000007</c:v>
                </c:pt>
                <c:pt idx="3">
                  <c:v>138.47599999999989</c:v>
                </c:pt>
                <c:pt idx="4">
                  <c:v>168.83300000000008</c:v>
                </c:pt>
                <c:pt idx="5">
                  <c:v>194.962</c:v>
                </c:pt>
                <c:pt idx="6">
                  <c:v>1417.135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 Definition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15.426744429878239</c:v>
                </c:pt>
                <c:pt idx="1">
                  <c:v>15.697030232353374</c:v>
                </c:pt>
                <c:pt idx="2">
                  <c:v>18.02273723634245</c:v>
                </c:pt>
              </c:numCache>
            </c:numRef>
          </c:val>
        </c:ser>
        <c:ser>
          <c:idx val="1"/>
          <c:order val="1"/>
          <c:tx>
            <c:strRef>
              <c:f>Sheet1!$C$1</c:f>
              <c:strCache>
                <c:ptCount val="1"/>
                <c:pt idx="0">
                  <c:v>Smoothing and Frizz Control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16.484398041358887</c:v>
                </c:pt>
                <c:pt idx="1">
                  <c:v>16.089511766676882</c:v>
                </c:pt>
                <c:pt idx="2">
                  <c:v>16.869624896111144</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13.919214528928991</c:v>
                </c:pt>
                <c:pt idx="1">
                  <c:v>14.355915530611052</c:v>
                </c:pt>
                <c:pt idx="2">
                  <c:v>15.676776763499797</c:v>
                </c:pt>
              </c:numCache>
            </c:numRef>
          </c:val>
        </c:ser>
        <c:ser>
          <c:idx val="3"/>
          <c:order val="3"/>
          <c:tx>
            <c:strRef>
              <c:f>Sheet1!$E$1</c:f>
              <c:strCache>
                <c:ptCount val="1"/>
                <c:pt idx="0">
                  <c:v>Volume and Root Lift</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14.293663473454659</c:v>
                </c:pt>
                <c:pt idx="1">
                  <c:v>14.360557099867846</c:v>
                </c:pt>
                <c:pt idx="2">
                  <c:v>13.470699112106374</c:v>
                </c:pt>
              </c:numCache>
            </c:numRef>
          </c:val>
        </c:ser>
        <c:ser>
          <c:idx val="4"/>
          <c:order val="4"/>
          <c:tx>
            <c:strRef>
              <c:f>Sheet1!$F$1</c:f>
              <c:strCache>
                <c:ptCount val="1"/>
                <c:pt idx="0">
                  <c:v>Texture and Separation</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12.809088668173437</c:v>
                </c:pt>
                <c:pt idx="1">
                  <c:v>13.202595135237003</c:v>
                </c:pt>
                <c:pt idx="2">
                  <c:v>13.039357793486491</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15.507159907424134</c:v>
                </c:pt>
                <c:pt idx="1">
                  <c:v>15.022986724315091</c:v>
                </c:pt>
                <c:pt idx="2">
                  <c:v>12.805467521133698</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11.55973095078166</c:v>
                </c:pt>
                <c:pt idx="1">
                  <c:v>11.271403510938766</c:v>
                </c:pt>
                <c:pt idx="2">
                  <c:v>10.115336677320034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19.032630194961445</c:v>
                </c:pt>
                <c:pt idx="1">
                  <c:v>18.2277081518508</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20.146629794308428</c:v>
                </c:pt>
                <c:pt idx="1">
                  <c:v>19.270477532717035</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20.172994604999875</c:v>
                </c:pt>
                <c:pt idx="1">
                  <c:v>19.26061353110942</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19.916599699279978</c:v>
                </c:pt>
                <c:pt idx="1">
                  <c:v>23.070504603649482</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Sheet1!$F$2:$F$3</c:f>
              <c:numCache>
                <c:formatCode>General</c:formatCode>
                <c:ptCount val="2"/>
                <c:pt idx="0">
                  <c:v>20.731145706450288</c:v>
                </c:pt>
                <c:pt idx="1">
                  <c:v>20.17069618067326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82.21252118086974</c:v>
                </c:pt>
              </c:numCache>
            </c:numRef>
          </c:xVal>
          <c:yVal>
            <c:numRef>
              <c:f>Sheet1!$B$2:$B$2</c:f>
              <c:numCache>
                <c:formatCode>General</c:formatCode>
                <c:ptCount val="1"/>
                <c:pt idx="0">
                  <c:v>101.36697175516025</c:v>
                </c:pt>
              </c:numCache>
            </c:numRef>
          </c:yVal>
          <c:bubbleSize>
            <c:numRef>
              <c:f>Sheet1!$C$2:$C$2</c:f>
              <c:numCache>
                <c:formatCode>General</c:formatCode>
                <c:ptCount val="1"/>
                <c:pt idx="0">
                  <c:v>1654.723</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98.87842317554828</c:v>
                </c:pt>
              </c:numCache>
            </c:numRef>
          </c:xVal>
          <c:yVal>
            <c:numRef>
              <c:f>Sheet1!$B$5:$B$5</c:f>
              <c:numCache>
                <c:formatCode>General</c:formatCode>
                <c:ptCount val="1"/>
                <c:pt idx="0">
                  <c:v>97.39554230152065</c:v>
                </c:pt>
              </c:numCache>
            </c:numRef>
          </c:yVal>
          <c:bubbleSize>
            <c:numRef>
              <c:f>Sheet1!$C$5:$C$5</c:f>
              <c:numCache>
                <c:formatCode>General</c:formatCode>
                <c:ptCount val="1"/>
                <c:pt idx="0">
                  <c:v>1749.605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109.92802774012095</c:v>
                </c:pt>
              </c:numCache>
            </c:numRef>
          </c:xVal>
          <c:yVal>
            <c:numRef>
              <c:f>Sheet1!$B$8:$B$8</c:f>
              <c:numCache>
                <c:formatCode>General</c:formatCode>
                <c:ptCount val="1"/>
                <c:pt idx="0">
                  <c:v>91.42206298787514</c:v>
                </c:pt>
              </c:numCache>
            </c:numRef>
          </c:yVal>
          <c:bubbleSize>
            <c:numRef>
              <c:f>Sheet1!$C$8:$C$8</c:f>
              <c:numCache>
                <c:formatCode>General</c:formatCode>
                <c:ptCount val="1"/>
                <c:pt idx="0">
                  <c:v>1749.028</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117.18263611511246</c:v>
                </c:pt>
              </c:numCache>
            </c:numRef>
          </c:xVal>
          <c:yVal>
            <c:numRef>
              <c:f>Sheet1!$B$11:$B$11</c:f>
              <c:numCache>
                <c:formatCode>General</c:formatCode>
                <c:ptCount val="1"/>
                <c:pt idx="0">
                  <c:v>103.24361958662152</c:v>
                </c:pt>
              </c:numCache>
            </c:numRef>
          </c:yVal>
          <c:bubbleSize>
            <c:numRef>
              <c:f>Sheet1!$C$11:$C$11</c:f>
              <c:numCache>
                <c:formatCode>General</c:formatCode>
                <c:ptCount val="1"/>
                <c:pt idx="0">
                  <c:v>2058.112</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90.83665353657865</c:v>
                </c:pt>
              </c:numCache>
            </c:numRef>
          </c:xVal>
          <c:yVal>
            <c:numRef>
              <c:f>Sheet1!$B$14:$B$14</c:f>
              <c:numCache>
                <c:formatCode>General</c:formatCode>
                <c:ptCount val="1"/>
                <c:pt idx="0">
                  <c:v>106.57180336882239</c:v>
                </c:pt>
              </c:numCache>
            </c:numRef>
          </c:yVal>
          <c:bubbleSize>
            <c:numRef>
              <c:f>Sheet1!$C$14:$C$14</c:f>
              <c:numCache>
                <c:formatCode>General</c:formatCode>
                <c:ptCount val="1"/>
                <c:pt idx="0">
                  <c:v>1828.24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1017.695</c:v>
                </c:pt>
                <c:pt idx="2">
                  <c:v>1109.81</c:v>
                </c:pt>
                <c:pt idx="3">
                  <c:v>1222.103</c:v>
                </c:pt>
                <c:pt idx="4">
                  <c:v>1347.588</c:v>
                </c:pt>
                <c:pt idx="5">
                  <c:v>1492.739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1017.695</c:v>
                </c:pt>
                <c:pt idx="1">
                  <c:v>92.1149999999999</c:v>
                </c:pt>
                <c:pt idx="2">
                  <c:v>112.29300000000012</c:v>
                </c:pt>
                <c:pt idx="3">
                  <c:v>125.4849999999999</c:v>
                </c:pt>
                <c:pt idx="4">
                  <c:v>145.15100000000007</c:v>
                </c:pt>
                <c:pt idx="5">
                  <c:v>161.98399999999992</c:v>
                </c:pt>
                <c:pt idx="6">
                  <c:v>1654.723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977.823</c:v>
                </c:pt>
                <c:pt idx="2">
                  <c:v>1089.083</c:v>
                </c:pt>
                <c:pt idx="3">
                  <c:v>1221.906</c:v>
                </c:pt>
                <c:pt idx="4">
                  <c:v>1376.187</c:v>
                </c:pt>
                <c:pt idx="5">
                  <c:v>1551.86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977.823</c:v>
                </c:pt>
                <c:pt idx="1">
                  <c:v>111.2600000000001</c:v>
                </c:pt>
                <c:pt idx="2">
                  <c:v>132.82299999999987</c:v>
                </c:pt>
                <c:pt idx="3">
                  <c:v>154.28099999999995</c:v>
                </c:pt>
                <c:pt idx="4">
                  <c:v>175.673</c:v>
                </c:pt>
                <c:pt idx="5">
                  <c:v>197.74500000000012</c:v>
                </c:pt>
                <c:pt idx="6">
                  <c:v>1749.605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917.851</c:v>
                </c:pt>
                <c:pt idx="2">
                  <c:v>1013.529</c:v>
                </c:pt>
                <c:pt idx="3">
                  <c:v>1145.13</c:v>
                </c:pt>
                <c:pt idx="4">
                  <c:v>1313.224</c:v>
                </c:pt>
                <c:pt idx="5">
                  <c:v>1515.095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917.851</c:v>
                </c:pt>
                <c:pt idx="1">
                  <c:v>95.678</c:v>
                </c:pt>
                <c:pt idx="2">
                  <c:v>131.6010000000001</c:v>
                </c:pt>
                <c:pt idx="3">
                  <c:v>168.09399999999982</c:v>
                </c:pt>
                <c:pt idx="4">
                  <c:v>201.8710000000001</c:v>
                </c:pt>
                <c:pt idx="5">
                  <c:v>233.933</c:v>
                </c:pt>
                <c:pt idx="6">
                  <c:v>1749.028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1036.536</c:v>
                </c:pt>
                <c:pt idx="2">
                  <c:v>1158.072</c:v>
                </c:pt>
                <c:pt idx="3">
                  <c:v>1318.798</c:v>
                </c:pt>
                <c:pt idx="4">
                  <c:v>1530.543</c:v>
                </c:pt>
                <c:pt idx="5">
                  <c:v>1777.01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1036.536</c:v>
                </c:pt>
                <c:pt idx="1">
                  <c:v>121.53599999999983</c:v>
                </c:pt>
                <c:pt idx="2">
                  <c:v>160.7260000000001</c:v>
                </c:pt>
                <c:pt idx="3">
                  <c:v>211.7449999999999</c:v>
                </c:pt>
                <c:pt idx="4">
                  <c:v>246.4670000000001</c:v>
                </c:pt>
                <c:pt idx="5">
                  <c:v>281.1020000000001</c:v>
                </c:pt>
                <c:pt idx="6">
                  <c:v>2058.112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1069.95</c:v>
                </c:pt>
                <c:pt idx="2">
                  <c:v>1177.42</c:v>
                </c:pt>
                <c:pt idx="3">
                  <c:v>1307.473</c:v>
                </c:pt>
                <c:pt idx="4">
                  <c:v>1457.46</c:v>
                </c:pt>
                <c:pt idx="5">
                  <c:v>1631.356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1069.95</c:v>
                </c:pt>
                <c:pt idx="1">
                  <c:v>107.47000000000003</c:v>
                </c:pt>
                <c:pt idx="2">
                  <c:v>130.05299999999988</c:v>
                </c:pt>
                <c:pt idx="3">
                  <c:v>149.98700000000008</c:v>
                </c:pt>
                <c:pt idx="4">
                  <c:v>173.89599999999996</c:v>
                </c:pt>
                <c:pt idx="5">
                  <c:v>196.88400000000001</c:v>
                </c:pt>
                <c:pt idx="6">
                  <c:v>1828.24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20.63251958145199</c:v>
                </c:pt>
                <c:pt idx="1">
                  <c:v>20.648723917324304</c:v>
                </c:pt>
                <c:pt idx="2">
                  <c:v>22.76746107285766</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21.168187038552222</c:v>
                </c:pt>
                <c:pt idx="1">
                  <c:v>21.31436067376448</c:v>
                </c:pt>
                <c:pt idx="2">
                  <c:v>20.22454707607812</c:v>
                </c:pt>
              </c:numCache>
            </c:numRef>
          </c:val>
        </c:ser>
        <c:ser>
          <c:idx val="2"/>
          <c:order val="2"/>
          <c:tx>
            <c:strRef>
              <c:f>Sheet1!$D$1</c:f>
              <c:strCache>
                <c:ptCount val="1"/>
                <c:pt idx="0">
                  <c:v>Wavy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18.98425614212404</c:v>
                </c:pt>
                <c:pt idx="1">
                  <c:v>19.47910846030413</c:v>
                </c:pt>
                <c:pt idx="2">
                  <c:v>19.35466278335539</c:v>
                </c:pt>
              </c:numCache>
            </c:numRef>
          </c:val>
        </c:ser>
        <c:ser>
          <c:idx val="3"/>
          <c:order val="3"/>
          <c:tx>
            <c:strRef>
              <c:f>Sheet1!$E$1</c:f>
              <c:strCache>
                <c:ptCount val="1"/>
                <c:pt idx="0">
                  <c:v>Curly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18.750758208446367</c:v>
                </c:pt>
                <c:pt idx="1">
                  <c:v>18.284412597575027</c:v>
                </c:pt>
                <c:pt idx="2">
                  <c:v>19.34827983381764</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20.46427902942539</c:v>
                </c:pt>
                <c:pt idx="1">
                  <c:v>20.27339435103205</c:v>
                </c:pt>
                <c:pt idx="2">
                  <c:v>18.305049233891182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Sheet1!$B$2:$B$3</c:f>
              <c:numCache>
                <c:formatCode>General</c:formatCode>
                <c:ptCount val="2"/>
                <c:pt idx="0">
                  <c:v>24.16078638607107</c:v>
                </c:pt>
                <c:pt idx="1">
                  <c:v>23.76100919261311</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Sheet1!$C$2:$C$3</c:f>
              <c:numCache>
                <c:formatCode>General</c:formatCode>
                <c:ptCount val="2"/>
                <c:pt idx="0">
                  <c:v>25.506544582485684</c:v>
                </c:pt>
                <c:pt idx="1">
                  <c:v>26.00236491274275</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Sheet1!$D$2:$D$3</c:f>
              <c:numCache>
                <c:formatCode>General</c:formatCode>
                <c:ptCount val="2"/>
                <c:pt idx="0">
                  <c:v>24.29917301898153</c:v>
                </c:pt>
                <c:pt idx="1">
                  <c:v>24.710817089346072</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869</c:v>
                </c:pt>
                <c:pt idx="1">
                  <c:v>U.S.  ·  8,171</c:v>
                </c:pt>
              </c:strCache>
            </c:strRef>
          </c:cat>
          <c:val>
            <c:numRef>
              <c:f>Sheet1!$E$2:$E$3</c:f>
              <c:numCache>
                <c:formatCode>General</c:formatCode>
                <c:ptCount val="2"/>
                <c:pt idx="0">
                  <c:v>26.033496012461704</c:v>
                </c:pt>
                <c:pt idx="1">
                  <c:v>25.525808805298073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85.02057916293506</c:v>
                </c:pt>
              </c:numCache>
            </c:numRef>
          </c:xVal>
          <c:yVal>
            <c:numRef>
              <c:f>Sheet1!$B$2:$B$2</c:f>
              <c:numCache>
                <c:formatCode>General</c:formatCode>
                <c:ptCount val="1"/>
                <c:pt idx="0">
                  <c:v>103.74076542051516</c:v>
                </c:pt>
              </c:numCache>
            </c:numRef>
          </c:yVal>
          <c:bubbleSize>
            <c:numRef>
              <c:f>Sheet1!$C$2:$C$2</c:f>
              <c:numCache>
                <c:formatCode>General</c:formatCode>
                <c:ptCount val="1"/>
                <c:pt idx="0">
                  <c:v>2151.398</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105.67102924947432</c:v>
                </c:pt>
              </c:numCache>
            </c:numRef>
          </c:xVal>
          <c:yVal>
            <c:numRef>
              <c:f>Sheet1!$B$5:$B$5</c:f>
              <c:numCache>
                <c:formatCode>General</c:formatCode>
                <c:ptCount val="1"/>
                <c:pt idx="0">
                  <c:v>100.51469614162163</c:v>
                </c:pt>
              </c:numCache>
            </c:numRef>
          </c:yVal>
          <c:bubbleSize>
            <c:numRef>
              <c:f>Sheet1!$C$5:$C$5</c:f>
              <c:numCache>
                <c:formatCode>General</c:formatCode>
                <c:ptCount val="1"/>
                <c:pt idx="0">
                  <c:v>2346.2309999999998</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97.90763898860446</c:v>
                </c:pt>
              </c:numCache>
            </c:numRef>
          </c:xVal>
          <c:yVal>
            <c:numRef>
              <c:f>Sheet1!$B$8:$B$8</c:f>
              <c:numCache>
                <c:formatCode>General</c:formatCode>
                <c:ptCount val="1"/>
                <c:pt idx="0">
                  <c:v>99.87244651488936</c:v>
                </c:pt>
              </c:numCache>
            </c:numRef>
          </c:yVal>
          <c:bubbleSize>
            <c:numRef>
              <c:f>Sheet1!$C$8:$C$8</c:f>
              <c:numCache>
                <c:formatCode>General</c:formatCode>
                <c:ptCount val="1"/>
                <c:pt idx="0">
                  <c:v>2230.2110000000002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111.39403459322415</c:v>
                </c:pt>
              </c:numCache>
            </c:numRef>
          </c:xVal>
          <c:yVal>
            <c:numRef>
              <c:f>Sheet1!$B$11:$B$11</c:f>
              <c:numCache>
                <c:formatCode>General</c:formatCode>
                <c:ptCount val="1"/>
                <c:pt idx="0">
                  <c:v>95.87209192297387</c:v>
                </c:pt>
              </c:numCache>
            </c:numRef>
          </c:yVal>
          <c:bubbleSize>
            <c:numRef>
              <c:f>Sheet1!$C$11:$C$11</c:f>
              <c:numCache>
                <c:formatCode>General</c:formatCode>
                <c:ptCount val="1"/>
                <c:pt idx="0">
                  <c:v>2311.868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1301.909</c:v>
                </c:pt>
                <c:pt idx="2">
                  <c:v>1418.522</c:v>
                </c:pt>
                <c:pt idx="3">
                  <c:v>1563.875</c:v>
                </c:pt>
                <c:pt idx="4">
                  <c:v>1734.877</c:v>
                </c:pt>
                <c:pt idx="5">
                  <c:v>1931.005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1301.909</c:v>
                </c:pt>
                <c:pt idx="1">
                  <c:v>116.61299999999983</c:v>
                </c:pt>
                <c:pt idx="2">
                  <c:v>145.35300000000007</c:v>
                </c:pt>
                <c:pt idx="3">
                  <c:v>171.00199999999995</c:v>
                </c:pt>
                <c:pt idx="4">
                  <c:v>196.12800000000016</c:v>
                </c:pt>
                <c:pt idx="5">
                  <c:v>220.39300000000003</c:v>
                </c:pt>
                <c:pt idx="6">
                  <c:v>2151.398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1261.423</c:v>
                </c:pt>
                <c:pt idx="2">
                  <c:v>1400.72</c:v>
                </c:pt>
                <c:pt idx="3">
                  <c:v>1578.193</c:v>
                </c:pt>
                <c:pt idx="4">
                  <c:v>1794.183</c:v>
                </c:pt>
                <c:pt idx="5">
                  <c:v>2051.218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1261.423</c:v>
                </c:pt>
                <c:pt idx="1">
                  <c:v>139.29700000000003</c:v>
                </c:pt>
                <c:pt idx="2">
                  <c:v>177.47299999999996</c:v>
                </c:pt>
                <c:pt idx="3">
                  <c:v>215.99</c:v>
                </c:pt>
                <c:pt idx="4">
                  <c:v>257.03499999999985</c:v>
                </c:pt>
                <c:pt idx="5">
                  <c:v>295.0129999999999</c:v>
                </c:pt>
                <c:pt idx="6">
                  <c:v>2346.2309999999998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1253.3629999999998</c:v>
                </c:pt>
                <c:pt idx="2">
                  <c:v>1389.999</c:v>
                </c:pt>
                <c:pt idx="3">
                  <c:v>1555.791</c:v>
                </c:pt>
                <c:pt idx="4">
                  <c:v>1749.1860000000001</c:v>
                </c:pt>
                <c:pt idx="5">
                  <c:v>1974.9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1253.3629999999998</c:v>
                </c:pt>
                <c:pt idx="1">
                  <c:v>136.6360000000002</c:v>
                </c:pt>
                <c:pt idx="2">
                  <c:v>165.79199999999992</c:v>
                </c:pt>
                <c:pt idx="3">
                  <c:v>193.3950000000002</c:v>
                </c:pt>
                <c:pt idx="4">
                  <c:v>225.71399999999994</c:v>
                </c:pt>
                <c:pt idx="5">
                  <c:v>255.31100000000015</c:v>
                </c:pt>
                <c:pt idx="6">
                  <c:v>2230.2110000000002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1203.1599999999999</c:v>
                </c:pt>
                <c:pt idx="2">
                  <c:v>1338.673</c:v>
                </c:pt>
                <c:pt idx="3">
                  <c:v>1517.5529999999999</c:v>
                </c:pt>
                <c:pt idx="4">
                  <c:v>1746.757</c:v>
                </c:pt>
                <c:pt idx="5">
                  <c:v>2010.938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1203.1599999999999</c:v>
                </c:pt>
                <c:pt idx="1">
                  <c:v>135.51300000000015</c:v>
                </c:pt>
                <c:pt idx="2">
                  <c:v>178.87999999999988</c:v>
                </c:pt>
                <c:pt idx="3">
                  <c:v>229.20400000000018</c:v>
                </c:pt>
                <c:pt idx="4">
                  <c:v>264.18100000000004</c:v>
                </c:pt>
                <c:pt idx="5">
                  <c:v>300.92999999999984</c:v>
                </c:pt>
                <c:pt idx="6">
                  <c:v>2311.868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24.998565306173354</c:v>
                </c:pt>
                <c:pt idx="1">
                  <c:v>25.128674035405407</c:v>
                </c:pt>
                <c:pt idx="2">
                  <c:v>25.954721103823257</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23.895848734600047</c:v>
                </c:pt>
                <c:pt idx="1">
                  <c:v>23.968022980743466</c:v>
                </c:pt>
                <c:pt idx="2">
                  <c:v>25.574587143744022</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24.578738781844457</c:v>
                </c:pt>
                <c:pt idx="1">
                  <c:v>24.96811162872234</c:v>
                </c:pt>
                <c:pt idx="2">
                  <c:v>24.671272567653734</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26.526847177382155</c:v>
                </c:pt>
                <c:pt idx="1">
                  <c:v>25.93519135512879</c:v>
                </c:pt>
                <c:pt idx="2">
                  <c:v>23.799419184778976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4.552537906344645</c:v>
                </c:pt>
                <c:pt idx="1">
                  <c:v>5.959457001807444</c:v>
                </c:pt>
                <c:pt idx="2">
                  <c:v>5.488392862750491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86648324238582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713.4069999999999</c:v>
                </c:pt>
                <c:pt idx="2">
                  <c:v>0.0</c:v>
                </c:pt>
                <c:pt idx="3">
                  <c:v>891.272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713.4069999999999</c:v>
                </c:pt>
                <c:pt idx="1">
                  <c:v>177.86500000000012</c:v>
                </c:pt>
                <c:pt idx="2">
                  <c:v>891.272</c:v>
                </c:pt>
                <c:pt idx="3">
                  <c:v>698.766</c:v>
                </c:pt>
                <c:pt idx="4">
                  <c:v>1590.038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5.23015984740185</c:v>
                </c:pt>
                <c:pt idx="1">
                  <c:v>7.624186200883054</c:v>
                </c:pt>
                <c:pt idx="2">
                  <c:v>6.820186138290629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63925785165631"/>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1046.526</c:v>
                </c:pt>
                <c:pt idx="2">
                  <c:v>0.0</c:v>
                </c:pt>
                <c:pt idx="3">
                  <c:v>1350.365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1046.526</c:v>
                </c:pt>
                <c:pt idx="1">
                  <c:v>303.83899999999994</c:v>
                </c:pt>
                <c:pt idx="2">
                  <c:v>1350.365</c:v>
                </c:pt>
                <c:pt idx="3">
                  <c:v>1465.099</c:v>
                </c:pt>
                <c:pt idx="4">
                  <c:v>2815.464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1046.526</c:v>
                </c:pt>
                <c:pt idx="1">
                  <c:v>1099.435</c:v>
                </c:pt>
                <c:pt idx="2">
                  <c:v>1154.879</c:v>
                </c:pt>
                <c:pt idx="3">
                  <c:v>1213.38</c:v>
                </c:pt>
                <c:pt idx="4">
                  <c:v>1275.7240000000002</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713.4069999999999</c:v>
                </c:pt>
                <c:pt idx="1">
                  <c:v>745.682</c:v>
                </c:pt>
                <c:pt idx="2">
                  <c:v>779.1700000000001</c:v>
                </c:pt>
                <c:pt idx="3">
                  <c:v>813.8219999999999</c:v>
                </c:pt>
                <c:pt idx="4">
                  <c:v>850.505</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505"/>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166"/>
          <c:min val="0"/>
        </c:scaling>
        <c:delete val="0"/>
        <c:axPos val="r"/>
        <c:numFmt formatCode="General"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1350.365</c:v>
                </c:pt>
                <c:pt idx="1">
                  <c:v>1435.455</c:v>
                </c:pt>
                <c:pt idx="2">
                  <c:v>1532.781</c:v>
                </c:pt>
                <c:pt idx="3">
                  <c:v>1643.8029999999999</c:v>
                </c:pt>
                <c:pt idx="4">
                  <c:v>1769.49</c:v>
                </c:pt>
                <c:pt idx="5">
                  <c:v>1909.42</c:v>
                </c:pt>
                <c:pt idx="6">
                  <c:v>2063.638</c:v>
                </c:pt>
                <c:pt idx="7">
                  <c:v>2231.179</c:v>
                </c:pt>
                <c:pt idx="8">
                  <c:v>2412.4080000000004</c:v>
                </c:pt>
                <c:pt idx="9">
                  <c:v>2607.0110000000004</c:v>
                </c:pt>
                <c:pt idx="10">
                  <c:v>2815.464</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891.272</c:v>
                </c:pt>
                <c:pt idx="1">
                  <c:v>936.993</c:v>
                </c:pt>
                <c:pt idx="2">
                  <c:v>988.53</c:v>
                </c:pt>
                <c:pt idx="3">
                  <c:v>1046.2930000000001</c:v>
                </c:pt>
                <c:pt idx="4">
                  <c:v>1110.1409999999998</c:v>
                </c:pt>
                <c:pt idx="5">
                  <c:v>1179.4189999999999</c:v>
                </c:pt>
                <c:pt idx="6">
                  <c:v>1253.807</c:v>
                </c:pt>
                <c:pt idx="7">
                  <c:v>1332.582</c:v>
                </c:pt>
                <c:pt idx="8">
                  <c:v>1415.362</c:v>
                </c:pt>
                <c:pt idx="9">
                  <c:v>1501.175</c:v>
                </c:pt>
                <c:pt idx="10">
                  <c:v>1590.038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32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49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Brazil</c:v>
                </c:pt>
                <c:pt idx="1">
                  <c:v>Mexico</c:v>
                </c:pt>
                <c:pt idx="2">
                  <c:v>Colombia</c:v>
                </c:pt>
              </c:strCache>
            </c:strRef>
          </c:cat>
          <c:val>
            <c:numRef>
              <c:f>Sheet1!$B$2:$B$4</c:f>
              <c:numCache>
                <c:formatCode>General</c:formatCode>
                <c:ptCount val="3"/>
                <c:pt idx="0">
                  <c:v>95.32725881291478</c:v>
                </c:pt>
                <c:pt idx="1">
                  <c:v>99.04187101173385</c:v>
                </c:pt>
                <c:pt idx="2">
                  <c:v>110.76901086816413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Colombia</c:v>
                </c:pt>
                <c:pt idx="1">
                  <c:v>Mexico</c:v>
                </c:pt>
                <c:pt idx="2">
                  <c:v>Brazil</c:v>
                </c:pt>
              </c:strCache>
            </c:strRef>
          </c:cat>
          <c:val>
            <c:numRef>
              <c:f>Sheet1!$B$2:$B$4</c:f>
              <c:numCache>
                <c:formatCode>General</c:formatCode>
                <c:ptCount val="3"/>
                <c:pt idx="0">
                  <c:v>6.246881610048194</c:v>
                </c:pt>
                <c:pt idx="1">
                  <c:v>19.737369283577426</c:v>
                </c:pt>
                <c:pt idx="2">
                  <c:v>50.83383443712678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9.2%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9.2%</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15.3%</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10.3%</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21.5%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257.85299999999995</c:v>
                </c:pt>
                <c:pt idx="1">
                  <c:v>171.633</c:v>
                </c:pt>
                <c:pt idx="2">
                  <c:v>257.711</c:v>
                </c:pt>
                <c:pt idx="3">
                  <c:v>384.688</c:v>
                </c:pt>
                <c:pt idx="4">
                  <c:v>431.393</c:v>
                </c:pt>
                <c:pt idx="5">
                  <c:v>291.257</c:v>
                </c:pt>
                <c:pt idx="6">
                  <c:v>604.22</c:v>
                </c:pt>
                <c:pt idx="7">
                  <c:v>416.709</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0.08539648986220642</c:v>
                </c:pt>
                <c:pt idx="1">
                  <c:v>0.0919553882616186</c:v>
                </c:pt>
                <c:pt idx="2">
                  <c:v>0.09781347285944975</c:v>
                </c:pt>
                <c:pt idx="3">
                  <c:v>0.1018566294070326</c:v>
                </c:pt>
                <c:pt idx="4">
                  <c:v>0.10137145062132265</c:v>
                </c:pt>
                <c:pt idx="5">
                  <c:v>0.09895454148510091</c:v>
                </c:pt>
                <c:pt idx="6">
                  <c:v>0.09525280704598062</c:v>
                </c:pt>
                <c:pt idx="7">
                  <c:v>0.09129051362934942</c:v>
                </c:pt>
                <c:pt idx="8">
                  <c:v>0.08871187823122435</c:v>
                </c:pt>
                <c:pt idx="9">
                  <c:v>0.08801106442964333</c:v>
                </c:pt>
                <c:pt idx="10">
                  <c:v>0.08545938340850215</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0.06605129458369469</c:v>
                </c:pt>
                <c:pt idx="1">
                  <c:v>0.06778773158076708</c:v>
                </c:pt>
                <c:pt idx="2">
                  <c:v>0.0698106806823564</c:v>
                </c:pt>
                <c:pt idx="3">
                  <c:v>0.07184231196893108</c:v>
                </c:pt>
                <c:pt idx="4">
                  <c:v>0.07531518596307585</c:v>
                </c:pt>
                <c:pt idx="5">
                  <c:v>0.07907457206173754</c:v>
                </c:pt>
                <c:pt idx="6">
                  <c:v>0.08081100905880993</c:v>
                </c:pt>
                <c:pt idx="7">
                  <c:v>0.07994279056027374</c:v>
                </c:pt>
                <c:pt idx="8">
                  <c:v>0.07855364096261583</c:v>
                </c:pt>
                <c:pt idx="9">
                  <c:v>0.07685193270548489</c:v>
                </c:pt>
                <c:pt idx="10">
                  <c:v>0.07487239452882238</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0.04740086727719856</c:v>
                </c:pt>
                <c:pt idx="1">
                  <c:v>0.04936955385489136</c:v>
                </c:pt>
                <c:pt idx="2">
                  <c:v>0.05133824043258418</c:v>
                </c:pt>
                <c:pt idx="3">
                  <c:v>0.05395659358091561</c:v>
                </c:pt>
                <c:pt idx="4">
                  <c:v>0.05756913345098191</c:v>
                </c:pt>
                <c:pt idx="5">
                  <c:v>0.06052216331752112</c:v>
                </c:pt>
                <c:pt idx="6">
                  <c:v>0.06150650660636752</c:v>
                </c:pt>
                <c:pt idx="7">
                  <c:v>0.06019733003220181</c:v>
                </c:pt>
                <c:pt idx="8">
                  <c:v>0.05936063823668237</c:v>
                </c:pt>
                <c:pt idx="9">
                  <c:v>0.05795302733363201</c:v>
                </c:pt>
                <c:pt idx="10">
                  <c:v>0.05658479016213551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Brazil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50.02013977791266</c:v>
                </c:pt>
                <c:pt idx="1">
                  <c:v>47.93894992512763</c:v>
                </c:pt>
              </c:numCache>
            </c:numRef>
          </c:val>
        </c:ser>
        <c:ser>
          <c:idx val="1"/>
          <c:order val="1"/>
          <c:tx>
            <c:strRef>
              <c:f>Sheet1!$C$1</c:f>
              <c:strCache>
                <c:ptCount val="1"/>
                <c:pt idx="0">
                  <c:v>Rest of Latin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23.420486025013716</c:v>
                </c:pt>
                <c:pt idx="1">
                  <c:v>24.8585097598235</c:v>
                </c:pt>
              </c:numCache>
            </c:numRef>
          </c:val>
        </c:ser>
        <c:ser>
          <c:idx val="2"/>
          <c:order val="2"/>
          <c:tx>
            <c:strRef>
              <c:f>Sheet1!$D$1</c:f>
              <c:strCache>
                <c:ptCount val="1"/>
                <c:pt idx="0">
                  <c:v>Mexico</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20.310769676114223</c:v>
                </c:pt>
                <c:pt idx="1">
                  <c:v>20.34950086129963</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6.248604520959394</c:v>
                </c:pt>
                <c:pt idx="1">
                  <c:v>6.853039453749248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Brazil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54.23267042614405</c:v>
                </c:pt>
                <c:pt idx="1">
                  <c:v>52.463998829322634</c:v>
                </c:pt>
              </c:numCache>
            </c:numRef>
          </c:val>
        </c:ser>
        <c:ser>
          <c:idx val="1"/>
          <c:order val="1"/>
          <c:tx>
            <c:strRef>
              <c:f>Sheet1!$C$1</c:f>
              <c:strCache>
                <c:ptCount val="1"/>
                <c:pt idx="0">
                  <c:v>Rest of Latin America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20.34612863929382</c:v>
                </c:pt>
                <c:pt idx="1">
                  <c:v>21.82180272949681</c:v>
                </c:pt>
              </c:numCache>
            </c:numRef>
          </c:val>
        </c:ser>
        <c:ser>
          <c:idx val="2"/>
          <c:order val="2"/>
          <c:tx>
            <c:strRef>
              <c:f>Sheet1!$D$1</c:f>
              <c:strCache>
                <c:ptCount val="1"/>
                <c:pt idx="0">
                  <c:v>Mexico</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19.99740810817816</c:v>
                </c:pt>
                <c:pt idx="1">
                  <c:v>19.86209022740124</c:v>
                </c:pt>
              </c:numCache>
            </c:numRef>
          </c:val>
        </c:ser>
        <c:ser>
          <c:idx val="3"/>
          <c:order val="3"/>
          <c:tx>
            <c:strRef>
              <c:f>Sheet1!$E$1</c:f>
              <c:strCache>
                <c:ptCount val="1"/>
                <c:pt idx="0">
                  <c:v>Colombia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5.423792826383977</c:v>
                </c:pt>
                <c:pt idx="1">
                  <c:v>5.852108213779328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363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394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446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467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491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546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578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612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647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723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762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362.991</c:v>
                </c:pt>
                <c:pt idx="1">
                  <c:v>378.149</c:v>
                </c:pt>
                <c:pt idx="2">
                  <c:v>393.803</c:v>
                </c:pt>
                <c:pt idx="3">
                  <c:v>409.936</c:v>
                </c:pt>
                <c:pt idx="4">
                  <c:v>426.954</c:v>
                </c:pt>
                <c:pt idx="5">
                  <c:v>445.815</c:v>
                </c:pt>
                <c:pt idx="6">
                  <c:v>466.911</c:v>
                </c:pt>
                <c:pt idx="7">
                  <c:v>490.618</c:v>
                </c:pt>
                <c:pt idx="8">
                  <c:v>517.112</c:v>
                </c:pt>
                <c:pt idx="9">
                  <c:v>546.312</c:v>
                </c:pt>
                <c:pt idx="10">
                  <c:v>577.876</c:v>
                </c:pt>
                <c:pt idx="11">
                  <c:v>611.621</c:v>
                </c:pt>
                <c:pt idx="12">
                  <c:v>647.173</c:v>
                </c:pt>
                <c:pt idx="13">
                  <c:v>684.35</c:v>
                </c:pt>
                <c:pt idx="14">
                  <c:v>722.708</c:v>
                </c:pt>
                <c:pt idx="15">
                  <c:v>762.248</c:v>
                </c:pt>
              </c:numCache>
            </c:numRef>
          </c:val>
        </c:ser>
        <c:ser>
          <c:idx val="1"/>
          <c:order val="1"/>
          <c:tx>
            <c:strRef>
              <c:f>Sheet1!$C$1</c:f>
              <c:strCache>
                <c:ptCount val="1"/>
                <c:pt idx="0">
                  <c:v>Rest of Latin America</c:v>
                </c:pt>
              </c:strCache>
            </c:strRef>
          </c:tx>
          <c:spPr>
            <a:solidFill>
              <a:srgbClr val="9E7E0A"/>
            </a:solidFill>
            <a:ln>
              <a:noFill/>
            </a:ln>
          </c:spPr>
          <c:dLbls>
            <c:dLbl>
              <c:idx val="0"/>
              <c:tx>
                <c:rich>
                  <a:bodyPr/>
                  <a:lstStyle/>
                  <a:p>
                    <a:r>
                      <a:rPr sz="1100">
                        <a:solidFill>
                          <a:srgbClr val="FFFFFF"/>
                        </a:solidFill>
                        <a:latin typeface="Calibri"/>
                      </a:rPr>
                      <a:t>163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266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395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162.983</c:v>
                </c:pt>
                <c:pt idx="1">
                  <c:v>171.203</c:v>
                </c:pt>
                <c:pt idx="2">
                  <c:v>179.776</c:v>
                </c:pt>
                <c:pt idx="3">
                  <c:v>188.689</c:v>
                </c:pt>
                <c:pt idx="4">
                  <c:v>198.168</c:v>
                </c:pt>
                <c:pt idx="5">
                  <c:v>208.74</c:v>
                </c:pt>
                <c:pt idx="6">
                  <c:v>220.645</c:v>
                </c:pt>
                <c:pt idx="7">
                  <c:v>234.12</c:v>
                </c:pt>
                <c:pt idx="8">
                  <c:v>249.291</c:v>
                </c:pt>
                <c:pt idx="9">
                  <c:v>266.137</c:v>
                </c:pt>
                <c:pt idx="10">
                  <c:v>284.508</c:v>
                </c:pt>
                <c:pt idx="11">
                  <c:v>304.338</c:v>
                </c:pt>
                <c:pt idx="12">
                  <c:v>325.458</c:v>
                </c:pt>
                <c:pt idx="13">
                  <c:v>347.777</c:v>
                </c:pt>
                <c:pt idx="14">
                  <c:v>371.041</c:v>
                </c:pt>
                <c:pt idx="15">
                  <c:v>395.26</c:v>
                </c:pt>
              </c:numCache>
            </c:numRef>
          </c:val>
        </c:ser>
        <c:ser>
          <c:idx val="2"/>
          <c:order val="2"/>
          <c:tx>
            <c:strRef>
              <c:f>Sheet1!$D$1</c:f>
              <c:strCache>
                <c:ptCount val="1"/>
                <c:pt idx="0">
                  <c:v>Mexico</c:v>
                </c:pt>
              </c:strCache>
            </c:strRef>
          </c:tx>
          <c:spPr>
            <a:solidFill>
              <a:srgbClr val="008189"/>
            </a:solidFill>
            <a:ln>
              <a:noFill/>
            </a:ln>
          </c:spPr>
          <c:dLbls>
            <c:dLbl>
              <c:idx val="0"/>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271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288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305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144.501</c:v>
                </c:pt>
                <c:pt idx="1">
                  <c:v>151.117</c:v>
                </c:pt>
                <c:pt idx="2">
                  <c:v>157.991</c:v>
                </c:pt>
                <c:pt idx="3">
                  <c:v>165.111</c:v>
                </c:pt>
                <c:pt idx="4">
                  <c:v>172.653</c:v>
                </c:pt>
                <c:pt idx="5">
                  <c:v>181.024</c:v>
                </c:pt>
                <c:pt idx="6">
                  <c:v>190.401</c:v>
                </c:pt>
                <c:pt idx="7">
                  <c:v>200.956</c:v>
                </c:pt>
                <c:pt idx="8">
                  <c:v>212.763</c:v>
                </c:pt>
                <c:pt idx="9">
                  <c:v>225.786</c:v>
                </c:pt>
                <c:pt idx="10">
                  <c:v>239.903</c:v>
                </c:pt>
                <c:pt idx="11">
                  <c:v>255.056</c:v>
                </c:pt>
                <c:pt idx="12">
                  <c:v>271.11</c:v>
                </c:pt>
                <c:pt idx="13">
                  <c:v>287.982</c:v>
                </c:pt>
                <c:pt idx="14">
                  <c:v>305.466</c:v>
                </c:pt>
                <c:pt idx="15">
                  <c:v>323.565</c:v>
                </c:pt>
              </c:numCache>
            </c:numRef>
          </c:val>
        </c:ser>
        <c:ser>
          <c:idx val="3"/>
          <c:order val="3"/>
          <c:tx>
            <c:strRef>
              <c:f>Sheet1!$E$1</c:f>
              <c:strCache>
                <c:ptCount val="1"/>
                <c:pt idx="0">
                  <c:v>Colombia</c:v>
                </c:pt>
              </c:strCache>
            </c:strRef>
          </c:tx>
          <c:spPr>
            <a:solidFill>
              <a:srgbClr val="40315E"/>
            </a:solidFill>
            <a:ln>
              <a:noFill/>
            </a:ln>
          </c:spPr>
          <c:dLbls>
            <c:dLbl>
              <c:idx val="14"/>
              <c:tx>
                <c:rich>
                  <a:bodyPr/>
                  <a:lstStyle/>
                  <a:p>
                    <a:r>
                      <a:rPr sz="1100">
                        <a:solidFill>
                          <a:srgbClr val="FFFFFF"/>
                        </a:solidFill>
                        <a:latin typeface="Calibri"/>
                      </a:rPr>
                      <a:t>102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42.932</c:v>
                </c:pt>
                <c:pt idx="1">
                  <c:v>45.214</c:v>
                </c:pt>
                <c:pt idx="2">
                  <c:v>47.599</c:v>
                </c:pt>
                <c:pt idx="3">
                  <c:v>50.084</c:v>
                </c:pt>
                <c:pt idx="4">
                  <c:v>52.731</c:v>
                </c:pt>
                <c:pt idx="5">
                  <c:v>55.692</c:v>
                </c:pt>
                <c:pt idx="6">
                  <c:v>59.037</c:v>
                </c:pt>
                <c:pt idx="7">
                  <c:v>62.836</c:v>
                </c:pt>
                <c:pt idx="8">
                  <c:v>67.126</c:v>
                </c:pt>
                <c:pt idx="9">
                  <c:v>71.905</c:v>
                </c:pt>
                <c:pt idx="10">
                  <c:v>77.132</c:v>
                </c:pt>
                <c:pt idx="11">
                  <c:v>82.791</c:v>
                </c:pt>
                <c:pt idx="12">
                  <c:v>88.84</c:v>
                </c:pt>
                <c:pt idx="13">
                  <c:v>95.254</c:v>
                </c:pt>
                <c:pt idx="14">
                  <c:v>101.961</c:v>
                </c:pt>
                <c:pt idx="15">
                  <c:v>108.966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Brazil</c:v>
                </c:pt>
              </c:strCache>
            </c:strRef>
          </c:tx>
          <c:spPr>
            <a:solidFill>
              <a:srgbClr val="3D85C6"/>
            </a:solidFill>
            <a:ln>
              <a:noFill/>
            </a:ln>
          </c:spPr>
          <c:dLbls>
            <c:dLbl>
              <c:idx val="0"/>
              <c:tx>
                <c:rich>
                  <a:bodyPr/>
                  <a:lstStyle/>
                  <a:p>
                    <a:r>
                      <a:rPr sz="1100">
                        <a:solidFill>
                          <a:srgbClr val="FFFFFF"/>
                        </a:solidFill>
                        <a:latin typeface="Calibri"/>
                      </a:rPr>
                      <a:t>575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603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631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662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694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776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883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948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1,098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1,274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1,372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1,477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575.139</c:v>
                </c:pt>
                <c:pt idx="1">
                  <c:v>602.596</c:v>
                </c:pt>
                <c:pt idx="2">
                  <c:v>631.305</c:v>
                </c:pt>
                <c:pt idx="3">
                  <c:v>661.575</c:v>
                </c:pt>
                <c:pt idx="4">
                  <c:v>693.718</c:v>
                </c:pt>
                <c:pt idx="5">
                  <c:v>732.339</c:v>
                </c:pt>
                <c:pt idx="6">
                  <c:v>776.33</c:v>
                </c:pt>
                <c:pt idx="7">
                  <c:v>826.422</c:v>
                </c:pt>
                <c:pt idx="8">
                  <c:v>883.352</c:v>
                </c:pt>
                <c:pt idx="9">
                  <c:v>947.562</c:v>
                </c:pt>
                <c:pt idx="10">
                  <c:v>1018.992</c:v>
                </c:pt>
                <c:pt idx="11">
                  <c:v>1097.558</c:v>
                </c:pt>
                <c:pt idx="12">
                  <c:v>1182.57</c:v>
                </c:pt>
                <c:pt idx="13">
                  <c:v>1274.178</c:v>
                </c:pt>
                <c:pt idx="14">
                  <c:v>1372.337</c:v>
                </c:pt>
                <c:pt idx="15">
                  <c:v>1477.105</c:v>
                </c:pt>
              </c:numCache>
            </c:numRef>
          </c:val>
        </c:ser>
        <c:ser>
          <c:idx val="1"/>
          <c:order val="1"/>
          <c:tx>
            <c:strRef>
              <c:f>Sheet1!$C$1</c:f>
              <c:strCache>
                <c:ptCount val="1"/>
                <c:pt idx="0">
                  <c:v>Mexico</c:v>
                </c:pt>
              </c:strCache>
            </c:strRef>
          </c:tx>
          <c:spPr>
            <a:solidFill>
              <a:srgbClr val="9E7E0A"/>
            </a:solidFill>
            <a:ln>
              <a:noFill/>
            </a:ln>
          </c:spPr>
          <c:dLbls>
            <c:dLbl>
              <c:idx val="0"/>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287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381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411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444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480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518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559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209.067</c:v>
                </c:pt>
                <c:pt idx="1">
                  <c:v>219.707</c:v>
                </c:pt>
                <c:pt idx="2">
                  <c:v>230.855</c:v>
                </c:pt>
                <c:pt idx="3">
                  <c:v>242.6</c:v>
                </c:pt>
                <c:pt idx="4">
                  <c:v>255.127</c:v>
                </c:pt>
                <c:pt idx="5">
                  <c:v>270.038</c:v>
                </c:pt>
                <c:pt idx="6">
                  <c:v>286.966</c:v>
                </c:pt>
                <c:pt idx="7">
                  <c:v>306.331</c:v>
                </c:pt>
                <c:pt idx="8">
                  <c:v>328.423</c:v>
                </c:pt>
                <c:pt idx="9">
                  <c:v>353.361</c:v>
                </c:pt>
                <c:pt idx="10">
                  <c:v>381.021</c:v>
                </c:pt>
                <c:pt idx="11">
                  <c:v>411.413</c:v>
                </c:pt>
                <c:pt idx="12">
                  <c:v>444.426</c:v>
                </c:pt>
                <c:pt idx="13">
                  <c:v>480.098</c:v>
                </c:pt>
                <c:pt idx="14">
                  <c:v>518.334</c:v>
                </c:pt>
                <c:pt idx="15">
                  <c:v>559.21</c:v>
                </c:pt>
              </c:numCache>
            </c:numRef>
          </c:val>
        </c:ser>
        <c:ser>
          <c:idx val="2"/>
          <c:order val="2"/>
          <c:tx>
            <c:strRef>
              <c:f>Sheet1!$D$1</c:f>
              <c:strCache>
                <c:ptCount val="1"/>
                <c:pt idx="0">
                  <c:v>Rest of Latin America</c:v>
                </c:pt>
              </c:strCache>
            </c:strRef>
          </c:tx>
          <c:spPr>
            <a:solidFill>
              <a:srgbClr val="008189"/>
            </a:solidFill>
            <a:ln>
              <a:noFill/>
            </a:ln>
          </c:spPr>
          <c:dLbls>
            <c:dLbl>
              <c:idx val="0"/>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341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370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519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565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207.479</c:v>
                </c:pt>
                <c:pt idx="1">
                  <c:v>219.101</c:v>
                </c:pt>
                <c:pt idx="2">
                  <c:v>231.331</c:v>
                </c:pt>
                <c:pt idx="3">
                  <c:v>244.275</c:v>
                </c:pt>
                <c:pt idx="4">
                  <c:v>258.148</c:v>
                </c:pt>
                <c:pt idx="5">
                  <c:v>274.747</c:v>
                </c:pt>
                <c:pt idx="6">
                  <c:v>293.757</c:v>
                </c:pt>
                <c:pt idx="7">
                  <c:v>315.685</c:v>
                </c:pt>
                <c:pt idx="8">
                  <c:v>340.86</c:v>
                </c:pt>
                <c:pt idx="9">
                  <c:v>369.626</c:v>
                </c:pt>
                <c:pt idx="10">
                  <c:v>401.792</c:v>
                </c:pt>
                <c:pt idx="11">
                  <c:v>437.44</c:v>
                </c:pt>
                <c:pt idx="12">
                  <c:v>476.444</c:v>
                </c:pt>
                <c:pt idx="13">
                  <c:v>518.954</c:v>
                </c:pt>
                <c:pt idx="14">
                  <c:v>564.837</c:v>
                </c:pt>
                <c:pt idx="15">
                  <c:v>614.385</c:v>
                </c:pt>
              </c:numCache>
            </c:numRef>
          </c:val>
        </c:ser>
        <c:ser>
          <c:idx val="3"/>
          <c:order val="3"/>
          <c:tx>
            <c:strRef>
              <c:f>Sheet1!$E$1</c:f>
              <c:strCache>
                <c:ptCount val="1"/>
                <c:pt idx="0">
                  <c:v>Colombia</c:v>
                </c:pt>
              </c:strCache>
            </c:strRef>
          </c:tx>
          <c:spPr>
            <a:solidFill>
              <a:srgbClr val="40315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54.842</c:v>
                </c:pt>
                <c:pt idx="1">
                  <c:v>58.031</c:v>
                </c:pt>
                <c:pt idx="2">
                  <c:v>61.387</c:v>
                </c:pt>
                <c:pt idx="3">
                  <c:v>64.931</c:v>
                </c:pt>
                <c:pt idx="4">
                  <c:v>68.733</c:v>
                </c:pt>
                <c:pt idx="5">
                  <c:v>73.241</c:v>
                </c:pt>
                <c:pt idx="6">
                  <c:v>78.402</c:v>
                </c:pt>
                <c:pt idx="7">
                  <c:v>84.343</c:v>
                </c:pt>
                <c:pt idx="8">
                  <c:v>91.169</c:v>
                </c:pt>
                <c:pt idx="9">
                  <c:v>98.939</c:v>
                </c:pt>
                <c:pt idx="10">
                  <c:v>107.615</c:v>
                </c:pt>
                <c:pt idx="11">
                  <c:v>117.227</c:v>
                </c:pt>
                <c:pt idx="12">
                  <c:v>127.741</c:v>
                </c:pt>
                <c:pt idx="13">
                  <c:v>139.178</c:v>
                </c:pt>
                <c:pt idx="14">
                  <c:v>151.504</c:v>
                </c:pt>
                <c:pt idx="15">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9.890450034898189</c:v>
                </c:pt>
                <c:pt idx="1">
                  <c:v>9.715849144328606</c:v>
                </c:pt>
                <c:pt idx="2">
                  <c:v>9.823287276586255</c:v>
                </c:pt>
                <c:pt idx="3">
                  <c:v>8.589430954853611</c:v>
                </c:pt>
              </c:numCache>
            </c:numRef>
          </c:val>
        </c:ser>
        <c:ser>
          <c:idx val="1"/>
          <c:order val="1"/>
          <c:tx>
            <c:strRef>
              <c:f>Sheet1!$C$1</c:f>
              <c:strCache>
                <c:ptCount val="1"/>
                <c:pt idx="0">
                  <c:v>Mousses and Foams</c:v>
                </c:pt>
              </c:strCache>
            </c:strRef>
          </c:tx>
          <c:spPr>
            <a:solidFill>
              <a:srgbClr val="9E7E0A"/>
            </a:solidFill>
            <a:ln>
              <a:noFill/>
            </a:ln>
          </c:spPr>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6.315661699996966</c:v>
                </c:pt>
                <c:pt idx="1">
                  <c:v>6.406358970690795</c:v>
                </c:pt>
                <c:pt idx="2">
                  <c:v>6.262176771318405</c:v>
                </c:pt>
                <c:pt idx="3">
                  <c:v>5.885088815562323</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9.457105574606258</c:v>
                </c:pt>
                <c:pt idx="1">
                  <c:v>10.192593122440584</c:v>
                </c:pt>
                <c:pt idx="2">
                  <c:v>8.787946359542113</c:v>
                </c:pt>
                <c:pt idx="3">
                  <c:v>8.878103534885106</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13.388158892968777</c:v>
                </c:pt>
                <c:pt idx="1">
                  <c:v>12.821122655174264</c:v>
                </c:pt>
                <c:pt idx="2">
                  <c:v>13.532675658827417</c:v>
                </c:pt>
                <c:pt idx="3">
                  <c:v>14.06737228066232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14.292477164446332</c:v>
                </c:pt>
                <c:pt idx="1">
                  <c:v>17.770604960569372</c:v>
                </c:pt>
                <c:pt idx="2">
                  <c:v>15.732591998203088</c:v>
                </c:pt>
                <c:pt idx="3">
                  <c:v>14.339526073281133</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10.520438199860408</c:v>
                </c:pt>
                <c:pt idx="1">
                  <c:v>11.12229752686826</c:v>
                </c:pt>
                <c:pt idx="2">
                  <c:v>10.280165433187877</c:v>
                </c:pt>
                <c:pt idx="3">
                  <c:v>10.05784283592376</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Sheet1!$H$2:$H$5</c:f>
              <c:numCache>
                <c:formatCode>General</c:formatCode>
                <c:ptCount val="4"/>
                <c:pt idx="0">
                  <c:v>20.491002336661307</c:v>
                </c:pt>
                <c:pt idx="1">
                  <c:v>17.531338853024803</c:v>
                </c:pt>
                <c:pt idx="2">
                  <c:v>20.921992164547753</c:v>
                </c:pt>
                <c:pt idx="3">
                  <c:v>23.280590560189996</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Sheet1!$I$2:$I$5</c:f>
              <c:numCache>
                <c:formatCode>General</c:formatCode>
                <c:ptCount val="4"/>
                <c:pt idx="0">
                  <c:v>15.644706096561773</c:v>
                </c:pt>
                <c:pt idx="1">
                  <c:v>14.439834766903308</c:v>
                </c:pt>
                <c:pt idx="2">
                  <c:v>14.659164337787095</c:v>
                </c:pt>
                <c:pt idx="3">
                  <c:v>14.902044944641752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77.40650648057607</c:v>
                </c:pt>
              </c:numCache>
            </c:numRef>
          </c:xVal>
          <c:yVal>
            <c:numRef>
              <c:f>Sheet1!$B$2:$B$2</c:f>
              <c:numCache>
                <c:formatCode>General</c:formatCode>
                <c:ptCount val="1"/>
                <c:pt idx="0">
                  <c:v>86.09642578117767</c:v>
                </c:pt>
              </c:numCache>
            </c:numRef>
          </c:yVal>
          <c:bubbleSize>
            <c:numRef>
              <c:f>Sheet1!$C$2:$C$2</c:f>
              <c:numCache>
                <c:formatCode>General</c:formatCode>
                <c:ptCount val="1"/>
                <c:pt idx="0">
                  <c:v>257.85299999999995</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81.08534549981262</c:v>
                </c:pt>
              </c:numCache>
            </c:numRef>
          </c:xVal>
          <c:yVal>
            <c:numRef>
              <c:f>Sheet1!$B$5:$B$5</c:f>
              <c:numCache>
                <c:formatCode>General</c:formatCode>
                <c:ptCount val="1"/>
                <c:pt idx="0">
                  <c:v>55.81187308616558</c:v>
                </c:pt>
              </c:numCache>
            </c:numRef>
          </c:yVal>
          <c:bubbleSize>
            <c:numRef>
              <c:f>Sheet1!$C$5:$C$5</c:f>
              <c:numCache>
                <c:formatCode>General</c:formatCode>
                <c:ptCount val="1"/>
                <c:pt idx="0">
                  <c:v>171.633</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82.65907475981787</c:v>
                </c:pt>
              </c:numCache>
            </c:numRef>
          </c:xVal>
          <c:yVal>
            <c:numRef>
              <c:f>Sheet1!$B$8:$B$8</c:f>
              <c:numCache>
                <c:formatCode>General</c:formatCode>
                <c:ptCount val="1"/>
                <c:pt idx="0">
                  <c:v>82.86174478752041</c:v>
                </c:pt>
              </c:numCache>
            </c:numRef>
          </c:yVal>
          <c:bubbleSize>
            <c:numRef>
              <c:f>Sheet1!$C$8:$C$8</c:f>
              <c:numCache>
                <c:formatCode>General</c:formatCode>
                <c:ptCount val="1"/>
                <c:pt idx="0">
                  <c:v>257.711</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95.34269652315122</c:v>
                </c:pt>
              </c:numCache>
            </c:numRef>
          </c:xVal>
          <c:yVal>
            <c:numRef>
              <c:f>Sheet1!$B$11:$B$11</c:f>
              <c:numCache>
                <c:formatCode>General</c:formatCode>
                <c:ptCount val="1"/>
                <c:pt idx="0">
                  <c:v>112.97982397351826</c:v>
                </c:pt>
              </c:numCache>
            </c:numRef>
          </c:yVal>
          <c:bubbleSize>
            <c:numRef>
              <c:f>Sheet1!$C$11:$C$11</c:f>
              <c:numCache>
                <c:formatCode>General</c:formatCode>
                <c:ptCount val="1"/>
                <c:pt idx="0">
                  <c:v>384.688</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96.58057431934944</c:v>
                </c:pt>
              </c:numCache>
            </c:numRef>
          </c:xVal>
          <c:yVal>
            <c:numRef>
              <c:f>Sheet1!$B$14:$B$14</c:f>
              <c:numCache>
                <c:formatCode>General</c:formatCode>
                <c:ptCount val="1"/>
                <c:pt idx="0">
                  <c:v>125.58737822736813</c:v>
                </c:pt>
              </c:numCache>
            </c:numRef>
          </c:yVal>
          <c:bubbleSize>
            <c:numRef>
              <c:f>Sheet1!$C$14:$C$14</c:f>
              <c:numCache>
                <c:formatCode>General</c:formatCode>
                <c:ptCount val="1"/>
                <c:pt idx="0">
                  <c:v>431.393</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109.57783034540472</c:v>
                </c:pt>
              </c:numCache>
            </c:numRef>
          </c:xVal>
          <c:yVal>
            <c:numRef>
              <c:f>Sheet1!$B$17:$B$17</c:f>
              <c:numCache>
                <c:formatCode>General</c:formatCode>
                <c:ptCount val="1"/>
                <c:pt idx="0">
                  <c:v>77.34797628789252</c:v>
                </c:pt>
              </c:numCache>
            </c:numRef>
          </c:yVal>
          <c:bubbleSize>
            <c:numRef>
              <c:f>Sheet1!$C$17:$C$17</c:f>
              <c:numCache>
                <c:formatCode>General</c:formatCode>
                <c:ptCount val="1"/>
                <c:pt idx="0">
                  <c:v>291.257</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110.61092527192582</c:v>
                </c:pt>
              </c:numCache>
            </c:numRef>
          </c:xVal>
          <c:yVal>
            <c:numRef>
              <c:f>Sheet1!$B$20:$B$20</c:f>
              <c:numCache>
                <c:formatCode>General</c:formatCode>
                <c:ptCount val="1"/>
                <c:pt idx="0">
                  <c:v>159.29856001895783</c:v>
                </c:pt>
              </c:numCache>
            </c:numRef>
          </c:yVal>
          <c:bubbleSize>
            <c:numRef>
              <c:f>Sheet1!$C$20:$C$20</c:f>
              <c:numCache>
                <c:formatCode>General</c:formatCode>
                <c:ptCount val="1"/>
                <c:pt idx="0">
                  <c:v>604.22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124.0281818730091</c:v>
                </c:pt>
              </c:numCache>
            </c:numRef>
          </c:xVal>
          <c:yVal>
            <c:numRef>
              <c:f>Sheet1!$B$23:$B$23</c:f>
              <c:numCache>
                <c:formatCode>General</c:formatCode>
                <c:ptCount val="1"/>
                <c:pt idx="0">
                  <c:v>100.01621783739951</c:v>
                </c:pt>
              </c:numCache>
            </c:numRef>
          </c:yVal>
          <c:bubbleSize>
            <c:numRef>
              <c:f>Sheet1!$C$23:$C$23</c:f>
              <c:numCache>
                <c:formatCode>General</c:formatCode>
                <c:ptCount val="1"/>
                <c:pt idx="0">
                  <c:v>416.709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145.327</c:v>
                </c:pt>
                <c:pt idx="2">
                  <c:v>160.379</c:v>
                </c:pt>
                <c:pt idx="3">
                  <c:v>179.48700000000002</c:v>
                </c:pt>
                <c:pt idx="4">
                  <c:v>202.171</c:v>
                </c:pt>
                <c:pt idx="5">
                  <c:v>228.37400000000002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145.327</c:v>
                </c:pt>
                <c:pt idx="1">
                  <c:v>15.051999999999992</c:v>
                </c:pt>
                <c:pt idx="2">
                  <c:v>19.108000000000033</c:v>
                </c:pt>
                <c:pt idx="3">
                  <c:v>22.68399999999997</c:v>
                </c:pt>
                <c:pt idx="4">
                  <c:v>26.20300000000003</c:v>
                </c:pt>
                <c:pt idx="5">
                  <c:v>29.478999999999928</c:v>
                </c:pt>
                <c:pt idx="6">
                  <c:v>257.85299999999995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94.208</c:v>
                </c:pt>
                <c:pt idx="2">
                  <c:v>105.21600000000001</c:v>
                </c:pt>
                <c:pt idx="3">
                  <c:v>118.481</c:v>
                </c:pt>
                <c:pt idx="4">
                  <c:v>133.79</c:v>
                </c:pt>
                <c:pt idx="5">
                  <c:v>151.565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94.208</c:v>
                </c:pt>
                <c:pt idx="1">
                  <c:v>11.00800000000001</c:v>
                </c:pt>
                <c:pt idx="2">
                  <c:v>13.264999999999986</c:v>
                </c:pt>
                <c:pt idx="3">
                  <c:v>15.308999999999997</c:v>
                </c:pt>
                <c:pt idx="4">
                  <c:v>17.775000000000006</c:v>
                </c:pt>
                <c:pt idx="5">
                  <c:v>20.068000000000012</c:v>
                </c:pt>
                <c:pt idx="6">
                  <c:v>171.633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139.867</c:v>
                </c:pt>
                <c:pt idx="2">
                  <c:v>157.119</c:v>
                </c:pt>
                <c:pt idx="3">
                  <c:v>177.591</c:v>
                </c:pt>
                <c:pt idx="4">
                  <c:v>201.162</c:v>
                </c:pt>
                <c:pt idx="5">
                  <c:v>227.909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139.867</c:v>
                </c:pt>
                <c:pt idx="1">
                  <c:v>17.25200000000001</c:v>
                </c:pt>
                <c:pt idx="2">
                  <c:v>20.47200000000001</c:v>
                </c:pt>
                <c:pt idx="3">
                  <c:v>23.570999999999998</c:v>
                </c:pt>
                <c:pt idx="4">
                  <c:v>26.746999999999986</c:v>
                </c:pt>
                <c:pt idx="5">
                  <c:v>29.80200000000002</c:v>
                </c:pt>
                <c:pt idx="6">
                  <c:v>257.711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190.705</c:v>
                </c:pt>
                <c:pt idx="2">
                  <c:v>213.037</c:v>
                </c:pt>
                <c:pt idx="3">
                  <c:v>243.931</c:v>
                </c:pt>
                <c:pt idx="4">
                  <c:v>283.257</c:v>
                </c:pt>
                <c:pt idx="5">
                  <c:v>330.488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190.705</c:v>
                </c:pt>
                <c:pt idx="1">
                  <c:v>22.331999999999994</c:v>
                </c:pt>
                <c:pt idx="2">
                  <c:v>30.894000000000005</c:v>
                </c:pt>
                <c:pt idx="3">
                  <c:v>39.32599999999999</c:v>
                </c:pt>
                <c:pt idx="4">
                  <c:v>47.230999999999995</c:v>
                </c:pt>
                <c:pt idx="5">
                  <c:v>54.19999999999999</c:v>
                </c:pt>
                <c:pt idx="6">
                  <c:v>384.688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211.986</c:v>
                </c:pt>
                <c:pt idx="2">
                  <c:v>241.383</c:v>
                </c:pt>
                <c:pt idx="3">
                  <c:v>278.005</c:v>
                </c:pt>
                <c:pt idx="4">
                  <c:v>320.706</c:v>
                </c:pt>
                <c:pt idx="5">
                  <c:v>371.699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211.986</c:v>
                </c:pt>
                <c:pt idx="1">
                  <c:v>29.39700000000002</c:v>
                </c:pt>
                <c:pt idx="2">
                  <c:v>36.621999999999986</c:v>
                </c:pt>
                <c:pt idx="3">
                  <c:v>42.70100000000002</c:v>
                </c:pt>
                <c:pt idx="4">
                  <c:v>50.992999999999995</c:v>
                </c:pt>
                <c:pt idx="5">
                  <c:v>59.69399999999996</c:v>
                </c:pt>
                <c:pt idx="6">
                  <c:v>431.393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130.56</c:v>
                </c:pt>
                <c:pt idx="2">
                  <c:v>149.14</c:v>
                </c:pt>
                <c:pt idx="3">
                  <c:v>173.959</c:v>
                </c:pt>
                <c:pt idx="4">
                  <c:v>207.291</c:v>
                </c:pt>
                <c:pt idx="5">
                  <c:v>246.537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130.56</c:v>
                </c:pt>
                <c:pt idx="1">
                  <c:v>18.579999999999984</c:v>
                </c:pt>
                <c:pt idx="2">
                  <c:v>24.819000000000017</c:v>
                </c:pt>
                <c:pt idx="3">
                  <c:v>33.331999999999994</c:v>
                </c:pt>
                <c:pt idx="4">
                  <c:v>39.24600000000001</c:v>
                </c:pt>
                <c:pt idx="5">
                  <c:v>44.72</c:v>
                </c:pt>
                <c:pt idx="6">
                  <c:v>291.257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268.889</c:v>
                </c:pt>
                <c:pt idx="2">
                  <c:v>309.903</c:v>
                </c:pt>
                <c:pt idx="3">
                  <c:v>365.17</c:v>
                </c:pt>
                <c:pt idx="4">
                  <c:v>433.999</c:v>
                </c:pt>
                <c:pt idx="5">
                  <c:v>512.95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268.889</c:v>
                </c:pt>
                <c:pt idx="1">
                  <c:v>41.01400000000001</c:v>
                </c:pt>
                <c:pt idx="2">
                  <c:v>55.266999999999996</c:v>
                </c:pt>
                <c:pt idx="3">
                  <c:v>68.82900000000001</c:v>
                </c:pt>
                <c:pt idx="4">
                  <c:v>78.95100000000002</c:v>
                </c:pt>
                <c:pt idx="5">
                  <c:v>91.26999999999998</c:v>
                </c:pt>
                <c:pt idx="6">
                  <c:v>604.22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168.823</c:v>
                </c:pt>
                <c:pt idx="2">
                  <c:v>196.604</c:v>
                </c:pt>
                <c:pt idx="3">
                  <c:v>232.866</c:v>
                </c:pt>
                <c:pt idx="4">
                  <c:v>281.262</c:v>
                </c:pt>
                <c:pt idx="5">
                  <c:v>342.886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168.823</c:v>
                </c:pt>
                <c:pt idx="1">
                  <c:v>27.781000000000006</c:v>
                </c:pt>
                <c:pt idx="2">
                  <c:v>36.262</c:v>
                </c:pt>
                <c:pt idx="3">
                  <c:v>48.39599999999999</c:v>
                </c:pt>
                <c:pt idx="4">
                  <c:v>61.624000000000024</c:v>
                </c:pt>
                <c:pt idx="5">
                  <c:v>73.82299999999998</c:v>
                </c:pt>
                <c:pt idx="6">
                  <c:v>416.709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18.990928080143256</c:v>
                </c:pt>
                <c:pt idx="1">
                  <c:v>19.91232000236973</c:v>
                </c:pt>
                <c:pt idx="2">
                  <c:v>21.460760997121614</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15.311325280021709</c:v>
                </c:pt>
                <c:pt idx="1">
                  <c:v>15.698422278421017</c:v>
                </c:pt>
                <c:pt idx="2">
                  <c:v>15.322270148011127</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11.829233100754305</c:v>
                </c:pt>
                <c:pt idx="1">
                  <c:v>12.502027229674939</c:v>
                </c:pt>
                <c:pt idx="2">
                  <c:v>14.800722012428501</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15.009087208535671</c:v>
                </c:pt>
                <c:pt idx="1">
                  <c:v>14.122477996689783</c:v>
                </c:pt>
                <c:pt idx="2">
                  <c:v>13.663396157791396</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9.828422800771314</c:v>
                </c:pt>
                <c:pt idx="1">
                  <c:v>9.668497035986565</c:v>
                </c:pt>
                <c:pt idx="2">
                  <c:v>10.344902296743982</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11.420929819230482</c:v>
                </c:pt>
                <c:pt idx="1">
                  <c:v>10.762053222647209</c:v>
                </c:pt>
                <c:pt idx="2">
                  <c:v>9.158454876354305</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10.468349567999265</c:v>
                </c:pt>
                <c:pt idx="1">
                  <c:v>10.357718098440051</c:v>
                </c:pt>
                <c:pt idx="2">
                  <c:v>9.153411302719553</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7.141724142543997</c:v>
                </c:pt>
                <c:pt idx="1">
                  <c:v>6.976484135770698</c:v>
                </c:pt>
                <c:pt idx="2">
                  <c:v>6.096082208829523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20.032410189180823</c:v>
                </c:pt>
                <c:pt idx="1">
                  <c:v>20.04027116874013</c:v>
                </c:pt>
                <c:pt idx="2">
                  <c:v>20.035124498279586</c:v>
                </c:pt>
                <c:pt idx="3">
                  <c:v>20.044614296207786</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22.188840941230737</c:v>
                </c:pt>
                <c:pt idx="1">
                  <c:v>22.206724140705887</c:v>
                </c:pt>
                <c:pt idx="2">
                  <c:v>22.194516151084176</c:v>
                </c:pt>
                <c:pt idx="3">
                  <c:v>22.216836311568915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22.017079077220007</c:v>
                </c:pt>
                <c:pt idx="1">
                  <c:v>22.016097738055002</c:v>
                </c:pt>
                <c:pt idx="2">
                  <c:v>22.016777726054958</c:v>
                </c:pt>
                <c:pt idx="3">
                  <c:v>22.015428828688552</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19.77325006221057</c:v>
                </c:pt>
                <c:pt idx="1">
                  <c:v>19.763451589656103</c:v>
                </c:pt>
                <c:pt idx="2">
                  <c:v>19.769981737865123</c:v>
                </c:pt>
                <c:pt idx="3">
                  <c:v>19.758040220566585</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15.988419730157863</c:v>
                </c:pt>
                <c:pt idx="1">
                  <c:v>15.973455362842873</c:v>
                </c:pt>
                <c:pt idx="2">
                  <c:v>15.983599886716169</c:v>
                </c:pt>
                <c:pt idx="3">
                  <c:v>15.965080342968175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107.93303222345969</c:v>
                </c:pt>
              </c:numCache>
            </c:numRef>
          </c:xVal>
          <c:yVal>
            <c:numRef>
              <c:f>Sheet1!$B$2:$B$2</c:f>
              <c:numCache>
                <c:formatCode>General</c:formatCode>
                <c:ptCount val="1"/>
                <c:pt idx="0">
                  <c:v>94.74364338530692</c:v>
                </c:pt>
              </c:numCache>
            </c:numRef>
          </c:yVal>
          <c:bubbleSize>
            <c:numRef>
              <c:f>Sheet1!$C$2:$C$2</c:f>
              <c:numCache>
                <c:formatCode>General</c:formatCode>
                <c:ptCount val="1"/>
                <c:pt idx="0">
                  <c:v>564.246</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113.58962900794208</c:v>
                </c:pt>
              </c:numCache>
            </c:numRef>
          </c:xVal>
          <c:yVal>
            <c:numRef>
              <c:f>Sheet1!$B$5:$B$5</c:f>
              <c:numCache>
                <c:formatCode>General</c:formatCode>
                <c:ptCount val="1"/>
                <c:pt idx="0">
                  <c:v>100.89642430009663</c:v>
                </c:pt>
              </c:numCache>
            </c:numRef>
          </c:yVal>
          <c:bubbleSize>
            <c:numRef>
              <c:f>Sheet1!$C$5:$C$5</c:f>
              <c:numCache>
                <c:formatCode>General</c:formatCode>
                <c:ptCount val="1"/>
                <c:pt idx="0">
                  <c:v>625.267</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98.73916579317759</c:v>
                </c:pt>
              </c:numCache>
            </c:numRef>
          </c:xVal>
          <c:yVal>
            <c:numRef>
              <c:f>Sheet1!$B$8:$B$8</c:f>
              <c:numCache>
                <c:formatCode>General</c:formatCode>
                <c:ptCount val="1"/>
                <c:pt idx="0">
                  <c:v>111.06774834952029</c:v>
                </c:pt>
              </c:numCache>
            </c:numRef>
          </c:yVal>
          <c:bubbleSize>
            <c:numRef>
              <c:f>Sheet1!$C$8:$C$8</c:f>
              <c:numCache>
                <c:formatCode>General</c:formatCode>
                <c:ptCount val="1"/>
                <c:pt idx="0">
                  <c:v>619.851</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91.78952993976645</c:v>
                </c:pt>
              </c:numCache>
            </c:numRef>
          </c:xVal>
          <c:yVal>
            <c:numRef>
              <c:f>Sheet1!$B$11:$B$11</c:f>
              <c:numCache>
                <c:formatCode>General</c:formatCode>
                <c:ptCount val="1"/>
                <c:pt idx="0">
                  <c:v>104.74871608787252</c:v>
                </c:pt>
              </c:numCache>
            </c:numRef>
          </c:yVal>
          <c:bubbleSize>
            <c:numRef>
              <c:f>Sheet1!$C$11:$C$11</c:f>
              <c:numCache>
                <c:formatCode>General</c:formatCode>
                <c:ptCount val="1"/>
                <c:pt idx="0">
                  <c:v>556.41</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85.50599631746486</c:v>
                </c:pt>
              </c:numCache>
            </c:numRef>
          </c:xVal>
          <c:yVal>
            <c:numRef>
              <c:f>Sheet1!$B$14:$B$14</c:f>
              <c:numCache>
                <c:formatCode>General</c:formatCode>
                <c:ptCount val="1"/>
                <c:pt idx="0">
                  <c:v>88.54346787720355</c:v>
                </c:pt>
              </c:numCache>
            </c:numRef>
          </c:yVal>
          <c:bubbleSize>
            <c:numRef>
              <c:f>Sheet1!$C$14:$C$14</c:f>
              <c:numCache>
                <c:formatCode>General</c:formatCode>
                <c:ptCount val="1"/>
                <c:pt idx="0">
                  <c:v>449.691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255.877</c:v>
                </c:pt>
                <c:pt idx="2">
                  <c:v>289.049</c:v>
                </c:pt>
                <c:pt idx="3">
                  <c:v>336.049</c:v>
                </c:pt>
                <c:pt idx="4">
                  <c:v>398.057</c:v>
                </c:pt>
                <c:pt idx="5">
                  <c:v>474.13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255.877</c:v>
                </c:pt>
                <c:pt idx="1">
                  <c:v>33.17199999999997</c:v>
                </c:pt>
                <c:pt idx="2">
                  <c:v>47.0</c:v>
                </c:pt>
                <c:pt idx="3">
                  <c:v>62.00800000000004</c:v>
                </c:pt>
                <c:pt idx="4">
                  <c:v>76.07299999999998</c:v>
                </c:pt>
                <c:pt idx="5">
                  <c:v>90.11599999999999</c:v>
                </c:pt>
                <c:pt idx="6">
                  <c:v>564.246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272.494</c:v>
                </c:pt>
                <c:pt idx="2">
                  <c:v>311.838</c:v>
                </c:pt>
                <c:pt idx="3">
                  <c:v>365.303</c:v>
                </c:pt>
                <c:pt idx="4">
                  <c:v>438.15</c:v>
                </c:pt>
                <c:pt idx="5">
                  <c:v>524.635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272.494</c:v>
                </c:pt>
                <c:pt idx="1">
                  <c:v>39.343999999999994</c:v>
                </c:pt>
                <c:pt idx="2">
                  <c:v>53.464999999999975</c:v>
                </c:pt>
                <c:pt idx="3">
                  <c:v>72.84699999999998</c:v>
                </c:pt>
                <c:pt idx="4">
                  <c:v>86.48500000000001</c:v>
                </c:pt>
                <c:pt idx="5">
                  <c:v>100.63200000000006</c:v>
                </c:pt>
                <c:pt idx="6">
                  <c:v>625.267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299.964</c:v>
                </c:pt>
                <c:pt idx="2">
                  <c:v>342.787</c:v>
                </c:pt>
                <c:pt idx="3">
                  <c:v>397.118</c:v>
                </c:pt>
                <c:pt idx="4">
                  <c:v>459.753</c:v>
                </c:pt>
                <c:pt idx="5">
                  <c:v>534.423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299.964</c:v>
                </c:pt>
                <c:pt idx="1">
                  <c:v>42.82299999999998</c:v>
                </c:pt>
                <c:pt idx="2">
                  <c:v>54.33100000000002</c:v>
                </c:pt>
                <c:pt idx="3">
                  <c:v>62.63499999999999</c:v>
                </c:pt>
                <c:pt idx="4">
                  <c:v>74.67000000000002</c:v>
                </c:pt>
                <c:pt idx="5">
                  <c:v>85.428</c:v>
                </c:pt>
                <c:pt idx="6">
                  <c:v>619.851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282.898</c:v>
                </c:pt>
                <c:pt idx="2">
                  <c:v>321.08</c:v>
                </c:pt>
                <c:pt idx="3">
                  <c:v>367.428</c:v>
                </c:pt>
                <c:pt idx="4">
                  <c:v>422.314</c:v>
                </c:pt>
                <c:pt idx="5">
                  <c:v>485.14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282.898</c:v>
                </c:pt>
                <c:pt idx="1">
                  <c:v>38.18199999999996</c:v>
                </c:pt>
                <c:pt idx="2">
                  <c:v>46.34800000000001</c:v>
                </c:pt>
                <c:pt idx="3">
                  <c:v>54.886000000000024</c:v>
                </c:pt>
                <c:pt idx="4">
                  <c:v>62.825999999999965</c:v>
                </c:pt>
                <c:pt idx="5">
                  <c:v>71.26999999999998</c:v>
                </c:pt>
                <c:pt idx="6">
                  <c:v>556.41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239.132</c:v>
                </c:pt>
                <c:pt idx="2">
                  <c:v>268.028</c:v>
                </c:pt>
                <c:pt idx="3">
                  <c:v>303.59</c:v>
                </c:pt>
                <c:pt idx="4">
                  <c:v>345.364</c:v>
                </c:pt>
                <c:pt idx="5">
                  <c:v>394.08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239.132</c:v>
                </c:pt>
                <c:pt idx="1">
                  <c:v>28.896000000000015</c:v>
                </c:pt>
                <c:pt idx="2">
                  <c:v>35.561999999999955</c:v>
                </c:pt>
                <c:pt idx="3">
                  <c:v>41.774</c:v>
                </c:pt>
                <c:pt idx="4">
                  <c:v>48.71600000000001</c:v>
                </c:pt>
                <c:pt idx="5">
                  <c:v>55.61099999999999</c:v>
                </c:pt>
                <c:pt idx="6">
                  <c:v>449.691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20.43385365704501</c:v>
                </c:pt>
                <c:pt idx="1">
                  <c:v>20.17928486001933</c:v>
                </c:pt>
                <c:pt idx="2">
                  <c:v>22.20830306894243</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21.203541615704502</c:v>
                </c:pt>
                <c:pt idx="1">
                  <c:v>22.21354966990406</c:v>
                </c:pt>
                <c:pt idx="2">
                  <c:v>22.01593697666282</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19.76363747553816</c:v>
                </c:pt>
                <c:pt idx="1">
                  <c:v>18.94872867706139</c:v>
                </c:pt>
                <c:pt idx="2">
                  <c:v>20.040952382643717</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20.74660209760274</c:v>
                </c:pt>
                <c:pt idx="1">
                  <c:v>20.94974321757451</c:v>
                </c:pt>
                <c:pt idx="2">
                  <c:v>19.762632460357345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17.852365154109588</c:v>
                </c:pt>
                <c:pt idx="1">
                  <c:v>17.708693575440716</c:v>
                </c:pt>
                <c:pt idx="2">
                  <c:v>15.972175111393675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30.998883251195647</c:v>
                </c:pt>
                <c:pt idx="1">
                  <c:v>31.52107437277588</c:v>
                </c:pt>
                <c:pt idx="2">
                  <c:v>31.312450662044157</c:v>
                </c:pt>
                <c:pt idx="3">
                  <c:v>30.987709066044726</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30.384671408802895</c:v>
                </c:pt>
                <c:pt idx="1">
                  <c:v>30.86747375762236</c:v>
                </c:pt>
                <c:pt idx="2">
                  <c:v>30.678157832629378</c:v>
                </c:pt>
                <c:pt idx="3">
                  <c:v>30.06902014413329</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38.616445340001455</c:v>
                </c:pt>
                <c:pt idx="1">
                  <c:v>37.61145186960176</c:v>
                </c:pt>
                <c:pt idx="2">
                  <c:v>38.00939150532647</c:v>
                </c:pt>
                <c:pt idx="3">
                  <c:v>38.94327078982197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98.76898752602591</c:v>
                </c:pt>
              </c:numCache>
            </c:numRef>
          </c:xVal>
          <c:yVal>
            <c:numRef>
              <c:f>Sheet1!$B$2:$B$2</c:f>
              <c:numCache>
                <c:formatCode>General</c:formatCode>
                <c:ptCount val="1"/>
                <c:pt idx="0">
                  <c:v>94.31472231581833</c:v>
                </c:pt>
              </c:numCache>
            </c:numRef>
          </c:yVal>
          <c:bubbleSize>
            <c:numRef>
              <c:f>Sheet1!$C$2:$C$2</c:f>
              <c:numCache>
                <c:formatCode>General</c:formatCode>
                <c:ptCount val="1"/>
                <c:pt idx="0">
                  <c:v>877.444</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91.84232434101207</c:v>
                </c:pt>
              </c:numCache>
            </c:numRef>
          </c:xVal>
          <c:yVal>
            <c:numRef>
              <c:f>Sheet1!$B$5:$B$5</c:f>
              <c:numCache>
                <c:formatCode>General</c:formatCode>
                <c:ptCount val="1"/>
                <c:pt idx="0">
                  <c:v>96.57522225472374</c:v>
                </c:pt>
              </c:numCache>
            </c:numRef>
          </c:yVal>
          <c:bubbleSize>
            <c:numRef>
              <c:f>Sheet1!$C$5:$C$5</c:f>
              <c:numCache>
                <c:formatCode>General</c:formatCode>
                <c:ptCount val="1"/>
                <c:pt idx="0">
                  <c:v>855.311</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107.89387933762673</c:v>
                </c:pt>
              </c:numCache>
            </c:numRef>
          </c:xVal>
          <c:yVal>
            <c:numRef>
              <c:f>Sheet1!$B$8:$B$8</c:f>
              <c:numCache>
                <c:formatCode>General</c:formatCode>
                <c:ptCount val="1"/>
                <c:pt idx="0">
                  <c:v>109.11005542945797</c:v>
                </c:pt>
              </c:numCache>
            </c:numRef>
          </c:yVal>
          <c:bubbleSize>
            <c:numRef>
              <c:f>Sheet1!$C$8:$C$8</c:f>
              <c:numCache>
                <c:formatCode>General</c:formatCode>
                <c:ptCount val="1"/>
                <c:pt idx="0">
                  <c:v>1082.71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424.531</c:v>
                </c:pt>
                <c:pt idx="2">
                  <c:v>484.977</c:v>
                </c:pt>
                <c:pt idx="3">
                  <c:v>561.372</c:v>
                </c:pt>
                <c:pt idx="4">
                  <c:v>650.723</c:v>
                </c:pt>
                <c:pt idx="5">
                  <c:v>756.601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424.531</c:v>
                </c:pt>
                <c:pt idx="1">
                  <c:v>60.44599999999997</c:v>
                </c:pt>
                <c:pt idx="2">
                  <c:v>76.39499999999998</c:v>
                </c:pt>
                <c:pt idx="3">
                  <c:v>89.351</c:v>
                </c:pt>
                <c:pt idx="4">
                  <c:v>105.87800000000004</c:v>
                </c:pt>
                <c:pt idx="5">
                  <c:v>120.84299999999996</c:v>
                </c:pt>
                <c:pt idx="6">
                  <c:v>877.444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434.706</c:v>
                </c:pt>
                <c:pt idx="2">
                  <c:v>493.231</c:v>
                </c:pt>
                <c:pt idx="3">
                  <c:v>563.975</c:v>
                </c:pt>
                <c:pt idx="4">
                  <c:v>649.047</c:v>
                </c:pt>
                <c:pt idx="5">
                  <c:v>745.818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434.706</c:v>
                </c:pt>
                <c:pt idx="1">
                  <c:v>58.52499999999998</c:v>
                </c:pt>
                <c:pt idx="2">
                  <c:v>70.74400000000003</c:v>
                </c:pt>
                <c:pt idx="3">
                  <c:v>85.072</c:v>
                </c:pt>
                <c:pt idx="4">
                  <c:v>96.77099999999996</c:v>
                </c:pt>
                <c:pt idx="5">
                  <c:v>109.49300000000005</c:v>
                </c:pt>
                <c:pt idx="6">
                  <c:v>855.311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491.128</c:v>
                </c:pt>
                <c:pt idx="2">
                  <c:v>554.573</c:v>
                </c:pt>
                <c:pt idx="3">
                  <c:v>644.141</c:v>
                </c:pt>
                <c:pt idx="4">
                  <c:v>763.868</c:v>
                </c:pt>
                <c:pt idx="5">
                  <c:v>909.988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491.128</c:v>
                </c:pt>
                <c:pt idx="1">
                  <c:v>63.44499999999999</c:v>
                </c:pt>
                <c:pt idx="2">
                  <c:v>89.56799999999998</c:v>
                </c:pt>
                <c:pt idx="3">
                  <c:v>119.72700000000009</c:v>
                </c:pt>
                <c:pt idx="4">
                  <c:v>146.12</c:v>
                </c:pt>
                <c:pt idx="5">
                  <c:v>172.72199999999998</c:v>
                </c:pt>
                <c:pt idx="6">
                  <c:v>1082.71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38.00624541340509</c:v>
                </c:pt>
                <c:pt idx="1">
                  <c:v>36.37001847648599</c:v>
                </c:pt>
                <c:pt idx="2">
                  <c:v>38.455814581250344</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30.060925269080236</c:v>
                </c:pt>
                <c:pt idx="1">
                  <c:v>31.43824077193944</c:v>
                </c:pt>
                <c:pt idx="2">
                  <c:v>31.165153891097912</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31.932829317514678</c:v>
                </c:pt>
                <c:pt idx="1">
                  <c:v>32.19174075157458</c:v>
                </c:pt>
                <c:pt idx="2">
                  <c:v>30.37903152765174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19.5656791876817</c:v>
                </c:pt>
                <c:pt idx="1">
                  <c:v>20.69955830546664</c:v>
                </c:pt>
                <c:pt idx="2">
                  <c:v>20.53471444568869</c:v>
                </c:pt>
                <c:pt idx="3">
                  <c:v>18.61802741306311</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15.857322335718576</c:v>
                </c:pt>
                <c:pt idx="1">
                  <c:v>15.933370290230862</c:v>
                </c:pt>
                <c:pt idx="2">
                  <c:v>15.928311935206645</c:v>
                </c:pt>
                <c:pt idx="3">
                  <c:v>15.801709559097315</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18.2322487451673</c:v>
                </c:pt>
                <c:pt idx="1">
                  <c:v>16.894368841758908</c:v>
                </c:pt>
                <c:pt idx="2">
                  <c:v>16.992304487096018</c:v>
                </c:pt>
                <c:pt idx="3">
                  <c:v>19.408830510471155</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14.007999368790323</c:v>
                </c:pt>
                <c:pt idx="1">
                  <c:v>14.263514600954919</c:v>
                </c:pt>
                <c:pt idx="2">
                  <c:v>14.360725539727598</c:v>
                </c:pt>
                <c:pt idx="3">
                  <c:v>14.231070755924083</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18.720222380024644</c:v>
                </c:pt>
                <c:pt idx="1">
                  <c:v>18.69852112801988</c:v>
                </c:pt>
                <c:pt idx="2">
                  <c:v>18.68147608010625</c:v>
                </c:pt>
                <c:pt idx="3">
                  <c:v>18.559399257737766</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13.616527982617455</c:v>
                </c:pt>
                <c:pt idx="1">
                  <c:v>13.510666833568783</c:v>
                </c:pt>
                <c:pt idx="2">
                  <c:v>13.502467512174796</c:v>
                </c:pt>
                <c:pt idx="3">
                  <c:v>13.380962503706574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83.47346421581955</c:v>
                </c:pt>
              </c:numCache>
            </c:numRef>
          </c:xVal>
          <c:yVal>
            <c:numRef>
              <c:f>Sheet1!$B$2:$B$2</c:f>
              <c:numCache>
                <c:formatCode>General</c:formatCode>
                <c:ptCount val="1"/>
                <c:pt idx="0">
                  <c:v>131.65763948440645</c:v>
                </c:pt>
              </c:numCache>
            </c:numRef>
          </c:yVal>
          <c:bubbleSize>
            <c:numRef>
              <c:f>Sheet1!$C$2:$C$2</c:f>
              <c:numCache>
                <c:formatCode>General</c:formatCode>
                <c:ptCount val="1"/>
                <c:pt idx="0">
                  <c:v>549.161</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103.54875079612054</c:v>
                </c:pt>
              </c:numCache>
            </c:numRef>
          </c:xVal>
          <c:yVal>
            <c:numRef>
              <c:f>Sheet1!$B$5:$B$5</c:f>
              <c:numCache>
                <c:formatCode>General</c:formatCode>
                <c:ptCount val="1"/>
                <c:pt idx="0">
                  <c:v>92.79306499126905</c:v>
                </c:pt>
              </c:numCache>
            </c:numRef>
          </c:yVal>
          <c:bubbleSize>
            <c:numRef>
              <c:f>Sheet1!$C$5:$C$5</c:f>
              <c:numCache>
                <c:formatCode>General</c:formatCode>
                <c:ptCount val="1"/>
                <c:pt idx="0">
                  <c:v>446.497</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96.81833206856679</c:v>
                </c:pt>
              </c:numCache>
            </c:numRef>
          </c:xVal>
          <c:yVal>
            <c:numRef>
              <c:f>Sheet1!$B$8:$B$8</c:f>
              <c:numCache>
                <c:formatCode>General</c:formatCode>
                <c:ptCount val="1"/>
                <c:pt idx="0">
                  <c:v>112.38686400575845</c:v>
                </c:pt>
              </c:numCache>
            </c:numRef>
          </c:yVal>
          <c:bubbleSize>
            <c:numRef>
              <c:f>Sheet1!$C$8:$C$8</c:f>
              <c:numCache>
                <c:formatCode>General</c:formatCode>
                <c:ptCount val="1"/>
                <c:pt idx="0">
                  <c:v>515.602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90.58719327714132</c:v>
                </c:pt>
              </c:numCache>
            </c:numRef>
          </c:xVal>
          <c:yVal>
            <c:numRef>
              <c:f>Sheet1!$B$11:$B$11</c:f>
              <c:numCache>
                <c:formatCode>General</c:formatCode>
                <c:ptCount val="1"/>
                <c:pt idx="0">
                  <c:v>91.43387792642885</c:v>
                </c:pt>
              </c:numCache>
            </c:numRef>
          </c:yVal>
          <c:bubbleSize>
            <c:numRef>
              <c:f>Sheet1!$C$11:$C$11</c:f>
              <c:numCache>
                <c:formatCode>General</c:formatCode>
                <c:ptCount val="1"/>
                <c:pt idx="0">
                  <c:v>401.282</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118.58041740540055</c:v>
                </c:pt>
              </c:numCache>
            </c:numRef>
          </c:xVal>
          <c:yVal>
            <c:numRef>
              <c:f>Sheet1!$B$14:$B$14</c:f>
              <c:numCache>
                <c:formatCode>General</c:formatCode>
                <c:ptCount val="1"/>
                <c:pt idx="0">
                  <c:v>98.04186420570423</c:v>
                </c:pt>
              </c:numCache>
            </c:numRef>
          </c:yVal>
          <c:bubbleSize>
            <c:numRef>
              <c:f>Sheet1!$C$14:$C$14</c:f>
              <c:numCache>
                <c:formatCode>General</c:formatCode>
                <c:ptCount val="1"/>
                <c:pt idx="0">
                  <c:v>524.326</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112.86086153345465</c:v>
                </c:pt>
              </c:numCache>
            </c:numRef>
          </c:xVal>
          <c:yVal>
            <c:numRef>
              <c:f>Sheet1!$B$17:$B$17</c:f>
              <c:numCache>
                <c:formatCode>General</c:formatCode>
                <c:ptCount val="1"/>
                <c:pt idx="0">
                  <c:v>73.68668938643303</c:v>
                </c:pt>
              </c:numCache>
            </c:numRef>
          </c:yVal>
          <c:bubbleSize>
            <c:numRef>
              <c:f>Sheet1!$C$17:$C$17</c:f>
              <c:numCache>
                <c:formatCode>General</c:formatCode>
                <c:ptCount val="1"/>
                <c:pt idx="0">
                  <c:v>378.596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296.31</c:v>
                </c:pt>
                <c:pt idx="2">
                  <c:v>331.208</c:v>
                </c:pt>
                <c:pt idx="3">
                  <c:v>374.683</c:v>
                </c:pt>
                <c:pt idx="4">
                  <c:v>424.39</c:v>
                </c:pt>
                <c:pt idx="5">
                  <c:v>483.023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296.31</c:v>
                </c:pt>
                <c:pt idx="1">
                  <c:v>34.898000000000025</c:v>
                </c:pt>
                <c:pt idx="2">
                  <c:v>43.474999999999966</c:v>
                </c:pt>
                <c:pt idx="3">
                  <c:v>49.706999999999994</c:v>
                </c:pt>
                <c:pt idx="4">
                  <c:v>58.63300000000004</c:v>
                </c:pt>
                <c:pt idx="5">
                  <c:v>66.13799999999992</c:v>
                </c:pt>
                <c:pt idx="6">
                  <c:v>549.161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208.841</c:v>
                </c:pt>
                <c:pt idx="2">
                  <c:v>240.455</c:v>
                </c:pt>
                <c:pt idx="3">
                  <c:v>279.596</c:v>
                </c:pt>
                <c:pt idx="4">
                  <c:v>326.916</c:v>
                </c:pt>
                <c:pt idx="5">
                  <c:v>382.492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208.841</c:v>
                </c:pt>
                <c:pt idx="1">
                  <c:v>31.614000000000004</c:v>
                </c:pt>
                <c:pt idx="2">
                  <c:v>39.14099999999999</c:v>
                </c:pt>
                <c:pt idx="3">
                  <c:v>47.31999999999999</c:v>
                </c:pt>
                <c:pt idx="4">
                  <c:v>55.57600000000002</c:v>
                </c:pt>
                <c:pt idx="5">
                  <c:v>64.005</c:v>
                </c:pt>
                <c:pt idx="6">
                  <c:v>446.497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252.939</c:v>
                </c:pt>
                <c:pt idx="2">
                  <c:v>287.853</c:v>
                </c:pt>
                <c:pt idx="3">
                  <c:v>331.253</c:v>
                </c:pt>
                <c:pt idx="4">
                  <c:v>382.96</c:v>
                </c:pt>
                <c:pt idx="5">
                  <c:v>444.51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252.939</c:v>
                </c:pt>
                <c:pt idx="1">
                  <c:v>34.914000000000016</c:v>
                </c:pt>
                <c:pt idx="2">
                  <c:v>43.39999999999998</c:v>
                </c:pt>
                <c:pt idx="3">
                  <c:v>51.706999999999994</c:v>
                </c:pt>
                <c:pt idx="4">
                  <c:v>61.55000000000001</c:v>
                </c:pt>
                <c:pt idx="5">
                  <c:v>71.09199999999998</c:v>
                </c:pt>
                <c:pt idx="6">
                  <c:v>515.602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205.782</c:v>
                </c:pt>
                <c:pt idx="2">
                  <c:v>230.897</c:v>
                </c:pt>
                <c:pt idx="3">
                  <c:v>264.089</c:v>
                </c:pt>
                <c:pt idx="4">
                  <c:v>304.613</c:v>
                </c:pt>
                <c:pt idx="5">
                  <c:v>349.995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205.782</c:v>
                </c:pt>
                <c:pt idx="1">
                  <c:v>25.11499999999998</c:v>
                </c:pt>
                <c:pt idx="2">
                  <c:v>33.19200000000001</c:v>
                </c:pt>
                <c:pt idx="3">
                  <c:v>40.524</c:v>
                </c:pt>
                <c:pt idx="4">
                  <c:v>45.382000000000005</c:v>
                </c:pt>
                <c:pt idx="5">
                  <c:v>51.28699999999998</c:v>
                </c:pt>
                <c:pt idx="6">
                  <c:v>401.282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220.654</c:v>
                </c:pt>
                <c:pt idx="2">
                  <c:v>253.875</c:v>
                </c:pt>
                <c:pt idx="3">
                  <c:v>299.225</c:v>
                </c:pt>
                <c:pt idx="4">
                  <c:v>361.524</c:v>
                </c:pt>
                <c:pt idx="5">
                  <c:v>436.484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220.654</c:v>
                </c:pt>
                <c:pt idx="1">
                  <c:v>33.221000000000004</c:v>
                </c:pt>
                <c:pt idx="2">
                  <c:v>45.35000000000002</c:v>
                </c:pt>
                <c:pt idx="3">
                  <c:v>62.29899999999998</c:v>
                </c:pt>
                <c:pt idx="4">
                  <c:v>74.95999999999998</c:v>
                </c:pt>
                <c:pt idx="5">
                  <c:v>87.84200000000004</c:v>
                </c:pt>
                <c:pt idx="6">
                  <c:v>524.326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165.84</c:v>
                </c:pt>
                <c:pt idx="2">
                  <c:v>188.494</c:v>
                </c:pt>
                <c:pt idx="3">
                  <c:v>220.642</c:v>
                </c:pt>
                <c:pt idx="4">
                  <c:v>263.235</c:v>
                </c:pt>
                <c:pt idx="5">
                  <c:v>315.903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165.84</c:v>
                </c:pt>
                <c:pt idx="1">
                  <c:v>22.653999999999996</c:v>
                </c:pt>
                <c:pt idx="2">
                  <c:v>32.147999999999996</c:v>
                </c:pt>
                <c:pt idx="3">
                  <c:v>42.59300000000002</c:v>
                </c:pt>
                <c:pt idx="4">
                  <c:v>52.668000000000006</c:v>
                </c:pt>
                <c:pt idx="5">
                  <c:v>62.692999999999984</c:v>
                </c:pt>
                <c:pt idx="6">
                  <c:v>378.596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Mass Retail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22.198301809988475</c:v>
                </c:pt>
                <c:pt idx="1">
                  <c:v>21.94293991406774</c:v>
                </c:pt>
                <c:pt idx="2">
                  <c:v>19.505168597431897</c:v>
                </c:pt>
              </c:numCache>
            </c:numRef>
          </c:val>
        </c:ser>
        <c:ser>
          <c:idx val="1"/>
          <c:order val="1"/>
          <c:tx>
            <c:strRef>
              <c:f>Sheet1!$C$1</c:f>
              <c:strCache>
                <c:ptCount val="1"/>
                <c:pt idx="0">
                  <c:v>Online Marketplaces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16.44087198980245</c:v>
                </c:pt>
                <c:pt idx="1">
                  <c:v>16.340310700950706</c:v>
                </c:pt>
                <c:pt idx="2">
                  <c:v>18.623075983212715</c:v>
                </c:pt>
              </c:numCache>
            </c:numRef>
          </c:val>
        </c:ser>
        <c:ser>
          <c:idx val="2"/>
          <c:order val="2"/>
          <c:tx>
            <c:strRef>
              <c:f>Sheet1!$D$1</c:f>
              <c:strCache>
                <c:ptCount val="1"/>
                <c:pt idx="0">
                  <c:v>Salon and Professional Distribution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18.308288566170354</c:v>
                </c:pt>
                <c:pt idx="1">
                  <c:v>18.73114400095974</c:v>
                </c:pt>
                <c:pt idx="2">
                  <c:v>18.313215867793016</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14.927006113560484</c:v>
                </c:pt>
                <c:pt idx="1">
                  <c:v>15.465510831878174</c:v>
                </c:pt>
                <c:pt idx="2">
                  <c:v>15.858735895752885</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15.453605548261582</c:v>
                </c:pt>
                <c:pt idx="1">
                  <c:v>15.238979654404808</c:v>
                </c:pt>
                <c:pt idx="2">
                  <c:v>14.252783910573887</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12.67192597221665</c:v>
                </c:pt>
                <c:pt idx="1">
                  <c:v>12.281114897738837</c:v>
                </c:pt>
                <c:pt idx="2">
                  <c:v>13.4470197452356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12.593239987133032</c:v>
                </c:pt>
                <c:pt idx="1">
                  <c:v>12.880647912862944</c:v>
                </c:pt>
                <c:pt idx="2">
                  <c:v>12.769822229022147</c:v>
                </c:pt>
                <c:pt idx="3">
                  <c:v>11.703501105202404</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19.46067988565394</c:v>
                </c:pt>
                <c:pt idx="1">
                  <c:v>15.395977546936667</c:v>
                </c:pt>
                <c:pt idx="2">
                  <c:v>19.143339854749296</c:v>
                </c:pt>
                <c:pt idx="3">
                  <c:v>21.079476408244506</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12.286132202011373</c:v>
                </c:pt>
                <c:pt idx="1">
                  <c:v>12.517815279027058</c:v>
                </c:pt>
                <c:pt idx="2">
                  <c:v>12.390907344893927</c:v>
                </c:pt>
                <c:pt idx="3">
                  <c:v>11.414625229756854</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12.740117623495568</c:v>
                </c:pt>
                <c:pt idx="1">
                  <c:v>13.187330006026349</c:v>
                </c:pt>
                <c:pt idx="2">
                  <c:v>13.049939288981196</c:v>
                </c:pt>
                <c:pt idx="3">
                  <c:v>12.028190277603827</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18.61097455132524</c:v>
                </c:pt>
                <c:pt idx="1">
                  <c:v>18.90180987140811</c:v>
                </c:pt>
                <c:pt idx="2">
                  <c:v>18.11239188392965</c:v>
                </c:pt>
                <c:pt idx="3">
                  <c:v>18.799543702038786</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Sheet1!$G$2:$G$5</c:f>
              <c:numCache>
                <c:formatCode>General</c:formatCode>
                <c:ptCount val="4"/>
                <c:pt idx="0">
                  <c:v>9.973112895492312</c:v>
                </c:pt>
                <c:pt idx="1">
                  <c:v>10.182203139780869</c:v>
                </c:pt>
                <c:pt idx="2">
                  <c:v>10.069402623106647</c:v>
                </c:pt>
                <c:pt idx="3">
                  <c:v>11.628624911566881</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Sheet1!$H$2:$H$5</c:f>
              <c:numCache>
                <c:formatCode>General</c:formatCode>
                <c:ptCount val="4"/>
                <c:pt idx="0">
                  <c:v>14.335742854888537</c:v>
                </c:pt>
                <c:pt idx="1">
                  <c:v>16.934216243958</c:v>
                </c:pt>
                <c:pt idx="2">
                  <c:v>14.464196775317149</c:v>
                </c:pt>
                <c:pt idx="3">
                  <c:v>13.346038365586738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77.52310422229097</c:v>
                </c:pt>
              </c:numCache>
            </c:numRef>
          </c:xVal>
          <c:yVal>
            <c:numRef>
              <c:f>Sheet1!$B$2:$B$2</c:f>
              <c:numCache>
                <c:formatCode>General</c:formatCode>
                <c:ptCount val="1"/>
                <c:pt idx="0">
                  <c:v>100.45032269053182</c:v>
                </c:pt>
              </c:numCache>
            </c:numRef>
          </c:yVal>
          <c:bubbleSize>
            <c:numRef>
              <c:f>Sheet1!$C$2:$C$2</c:f>
              <c:numCache>
                <c:formatCode>General</c:formatCode>
                <c:ptCount val="1"/>
                <c:pt idx="0">
                  <c:v>344.108</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118.85200951778386</c:v>
                </c:pt>
              </c:numCache>
            </c:numRef>
          </c:xVal>
          <c:yVal>
            <c:numRef>
              <c:f>Sheet1!$B$5:$B$5</c:f>
              <c:numCache>
                <c:formatCode>General</c:formatCode>
                <c:ptCount val="1"/>
                <c:pt idx="0">
                  <c:v>119.13267894236003</c:v>
                </c:pt>
              </c:numCache>
            </c:numRef>
          </c:yVal>
          <c:bubbleSize>
            <c:numRef>
              <c:f>Sheet1!$C$5:$C$5</c:f>
              <c:numCache>
                <c:formatCode>General</c:formatCode>
                <c:ptCount val="1"/>
                <c:pt idx="0">
                  <c:v>547.14</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90.69375364883456</c:v>
                </c:pt>
              </c:numCache>
            </c:numRef>
          </c:xVal>
          <c:yVal>
            <c:numRef>
              <c:f>Sheet1!$B$8:$B$8</c:f>
              <c:numCache>
                <c:formatCode>General</c:formatCode>
                <c:ptCount val="1"/>
                <c:pt idx="0">
                  <c:v>88.97964624379337</c:v>
                </c:pt>
              </c:numCache>
            </c:numRef>
          </c:yVal>
          <c:bubbleSize>
            <c:numRef>
              <c:f>Sheet1!$C$8:$C$8</c:f>
              <c:numCache>
                <c:formatCode>General</c:formatCode>
                <c:ptCount val="1"/>
                <c:pt idx="0">
                  <c:v>334.978</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97.8646217743751</c:v>
                </c:pt>
              </c:numCache>
            </c:numRef>
          </c:xVal>
          <c:yVal>
            <c:numRef>
              <c:f>Sheet1!$B$11:$B$11</c:f>
              <c:numCache>
                <c:formatCode>General</c:formatCode>
                <c:ptCount val="1"/>
                <c:pt idx="0">
                  <c:v>88.99830786491061</c:v>
                </c:pt>
              </c:numCache>
            </c:numRef>
          </c:yVal>
          <c:bubbleSize>
            <c:numRef>
              <c:f>Sheet1!$C$11:$C$11</c:f>
              <c:numCache>
                <c:formatCode>General</c:formatCode>
                <c:ptCount val="1"/>
                <c:pt idx="0">
                  <c:v>352.581</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106.53299505813337</c:v>
                </c:pt>
              </c:numCache>
            </c:numRef>
          </c:xVal>
          <c:yVal>
            <c:numRef>
              <c:f>Sheet1!$B$14:$B$14</c:f>
              <c:numCache>
                <c:formatCode>General</c:formatCode>
                <c:ptCount val="1"/>
                <c:pt idx="0">
                  <c:v>124.71872419679124</c:v>
                </c:pt>
              </c:numCache>
            </c:numRef>
          </c:yVal>
          <c:bubbleSize>
            <c:numRef>
              <c:f>Sheet1!$C$14:$C$14</c:f>
              <c:numCache>
                <c:formatCode>General</c:formatCode>
                <c:ptCount val="1"/>
                <c:pt idx="0">
                  <c:v>525.335</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84.14995382810608</c:v>
                </c:pt>
              </c:numCache>
            </c:numRef>
          </c:xVal>
          <c:yVal>
            <c:numRef>
              <c:f>Sheet1!$B$17:$B$17</c:f>
              <c:numCache>
                <c:formatCode>General</c:formatCode>
                <c:ptCount val="1"/>
                <c:pt idx="0">
                  <c:v>85.45363660936118</c:v>
                </c:pt>
              </c:numCache>
            </c:numRef>
          </c:yVal>
          <c:bubbleSize>
            <c:numRef>
              <c:f>Sheet1!$C$17:$C$17</c:f>
              <c:numCache>
                <c:formatCode>General</c:formatCode>
                <c:ptCount val="1"/>
                <c:pt idx="0">
                  <c:v>307.003</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112.15194385546671</c:v>
                </c:pt>
              </c:numCache>
            </c:numRef>
          </c:xVal>
          <c:yVal>
            <c:numRef>
              <c:f>Sheet1!$B$20:$B$20</c:f>
              <c:numCache>
                <c:formatCode>General</c:formatCode>
                <c:ptCount val="1"/>
                <c:pt idx="0">
                  <c:v>92.26668345225181</c:v>
                </c:pt>
              </c:numCache>
            </c:numRef>
          </c:yVal>
          <c:bubbleSize>
            <c:numRef>
              <c:f>Sheet1!$C$20:$C$20</c:f>
              <c:numCache>
                <c:formatCode>General</c:formatCode>
                <c:ptCount val="1"/>
                <c:pt idx="0">
                  <c:v>404.318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193.778</c:v>
                </c:pt>
                <c:pt idx="2">
                  <c:v>215.595</c:v>
                </c:pt>
                <c:pt idx="3">
                  <c:v>242.316</c:v>
                </c:pt>
                <c:pt idx="4">
                  <c:v>271.839</c:v>
                </c:pt>
                <c:pt idx="5">
                  <c:v>305.994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193.778</c:v>
                </c:pt>
                <c:pt idx="1">
                  <c:v>21.817000000000007</c:v>
                </c:pt>
                <c:pt idx="2">
                  <c:v>26.721000000000004</c:v>
                </c:pt>
                <c:pt idx="3">
                  <c:v>29.522999999999996</c:v>
                </c:pt>
                <c:pt idx="4">
                  <c:v>34.15500000000003</c:v>
                </c:pt>
                <c:pt idx="5">
                  <c:v>38.113999999999976</c:v>
                </c:pt>
                <c:pt idx="6">
                  <c:v>344.108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229.818</c:v>
                </c:pt>
                <c:pt idx="2">
                  <c:v>265.371</c:v>
                </c:pt>
                <c:pt idx="3">
                  <c:v>313.587</c:v>
                </c:pt>
                <c:pt idx="4">
                  <c:v>378.751</c:v>
                </c:pt>
                <c:pt idx="5">
                  <c:v>456.462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229.818</c:v>
                </c:pt>
                <c:pt idx="1">
                  <c:v>35.55299999999997</c:v>
                </c:pt>
                <c:pt idx="2">
                  <c:v>48.21600000000001</c:v>
                </c:pt>
                <c:pt idx="3">
                  <c:v>65.16399999999999</c:v>
                </c:pt>
                <c:pt idx="4">
                  <c:v>77.71100000000001</c:v>
                </c:pt>
                <c:pt idx="5">
                  <c:v>90.678</c:v>
                </c:pt>
                <c:pt idx="6">
                  <c:v>547.14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171.65</c:v>
                </c:pt>
                <c:pt idx="2">
                  <c:v>195.105</c:v>
                </c:pt>
                <c:pt idx="3">
                  <c:v>223.281</c:v>
                </c:pt>
                <c:pt idx="4">
                  <c:v>255.899</c:v>
                </c:pt>
                <c:pt idx="5">
                  <c:v>293.053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171.65</c:v>
                </c:pt>
                <c:pt idx="1">
                  <c:v>23.454999999999984</c:v>
                </c:pt>
                <c:pt idx="2">
                  <c:v>28.176000000000016</c:v>
                </c:pt>
                <c:pt idx="3">
                  <c:v>32.617999999999995</c:v>
                </c:pt>
                <c:pt idx="4">
                  <c:v>37.153999999999996</c:v>
                </c:pt>
                <c:pt idx="5">
                  <c:v>41.92500000000001</c:v>
                </c:pt>
                <c:pt idx="6">
                  <c:v>334.978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171.686</c:v>
                </c:pt>
                <c:pt idx="2">
                  <c:v>196.343</c:v>
                </c:pt>
                <c:pt idx="3">
                  <c:v>226.829</c:v>
                </c:pt>
                <c:pt idx="4">
                  <c:v>262.323</c:v>
                </c:pt>
                <c:pt idx="5">
                  <c:v>304.26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171.686</c:v>
                </c:pt>
                <c:pt idx="1">
                  <c:v>24.656999999999982</c:v>
                </c:pt>
                <c:pt idx="2">
                  <c:v>30.48600000000002</c:v>
                </c:pt>
                <c:pt idx="3">
                  <c:v>35.49399999999997</c:v>
                </c:pt>
                <c:pt idx="4">
                  <c:v>41.93700000000001</c:v>
                </c:pt>
                <c:pt idx="5">
                  <c:v>48.321000000000026</c:v>
                </c:pt>
                <c:pt idx="6">
                  <c:v>352.581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240.594</c:v>
                </c:pt>
                <c:pt idx="2">
                  <c:v>272.086</c:v>
                </c:pt>
                <c:pt idx="3">
                  <c:v>316.208</c:v>
                </c:pt>
                <c:pt idx="4">
                  <c:v>373.321</c:v>
                </c:pt>
                <c:pt idx="5">
                  <c:v>443.096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240.594</c:v>
                </c:pt>
                <c:pt idx="1">
                  <c:v>31.49200000000002</c:v>
                </c:pt>
                <c:pt idx="2">
                  <c:v>44.122000000000014</c:v>
                </c:pt>
                <c:pt idx="3">
                  <c:v>57.113</c:v>
                </c:pt>
                <c:pt idx="4">
                  <c:v>69.77499999999998</c:v>
                </c:pt>
                <c:pt idx="5">
                  <c:v>82.23900000000003</c:v>
                </c:pt>
                <c:pt idx="6">
                  <c:v>525.335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164.848</c:v>
                </c:pt>
                <c:pt idx="2">
                  <c:v>183.997</c:v>
                </c:pt>
                <c:pt idx="3">
                  <c:v>208.976</c:v>
                </c:pt>
                <c:pt idx="4">
                  <c:v>238.577</c:v>
                </c:pt>
                <c:pt idx="5">
                  <c:v>270.918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164.848</c:v>
                </c:pt>
                <c:pt idx="1">
                  <c:v>19.149</c:v>
                </c:pt>
                <c:pt idx="2">
                  <c:v>24.978999999999985</c:v>
                </c:pt>
                <c:pt idx="3">
                  <c:v>29.601</c:v>
                </c:pt>
                <c:pt idx="4">
                  <c:v>32.34100000000001</c:v>
                </c:pt>
                <c:pt idx="5">
                  <c:v>36.08499999999998</c:v>
                </c:pt>
                <c:pt idx="6">
                  <c:v>307.003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177.991</c:v>
                </c:pt>
                <c:pt idx="2">
                  <c:v>204.284</c:v>
                </c:pt>
                <c:pt idx="3">
                  <c:v>238.292</c:v>
                </c:pt>
                <c:pt idx="4">
                  <c:v>282.928</c:v>
                </c:pt>
                <c:pt idx="5">
                  <c:v>338.625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177.991</c:v>
                </c:pt>
                <c:pt idx="1">
                  <c:v>26.292999999999978</c:v>
                </c:pt>
                <c:pt idx="2">
                  <c:v>34.00800000000001</c:v>
                </c:pt>
                <c:pt idx="3">
                  <c:v>44.635999999999996</c:v>
                </c:pt>
                <c:pt idx="4">
                  <c:v>55.697</c:v>
                </c:pt>
                <c:pt idx="5">
                  <c:v>65.69299999999998</c:v>
                </c:pt>
                <c:pt idx="6">
                  <c:v>404.318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 Definition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16.90744720394218</c:v>
                </c:pt>
                <c:pt idx="1">
                  <c:v>17.018954134622863</c:v>
                </c:pt>
                <c:pt idx="2">
                  <c:v>19.43339337082391</c:v>
                </c:pt>
              </c:numCache>
            </c:numRef>
          </c:val>
        </c:ser>
        <c:ser>
          <c:idx val="1"/>
          <c:order val="1"/>
          <c:tx>
            <c:strRef>
              <c:f>Sheet1!$C$1</c:f>
              <c:strCache>
                <c:ptCount val="1"/>
                <c:pt idx="0">
                  <c:v>Smoothing and Frizz Control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18.50377486677362</c:v>
                </c:pt>
                <c:pt idx="1">
                  <c:v>17.816960599541602</c:v>
                </c:pt>
                <c:pt idx="2">
                  <c:v>18.65892039781734</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12.80081641467444</c:v>
                </c:pt>
                <c:pt idx="1">
                  <c:v>13.180954778893113</c:v>
                </c:pt>
                <c:pt idx="2">
                  <c:v>14.360622036233469</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12.20312519409437</c:v>
                </c:pt>
                <c:pt idx="1">
                  <c:v>12.714043980701515</c:v>
                </c:pt>
                <c:pt idx="2">
                  <c:v>12.523020192415954</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14.598954446469131</c:v>
                </c:pt>
                <c:pt idx="1">
                  <c:v>14.3500460986474</c:v>
                </c:pt>
                <c:pt idx="2">
                  <c:v>12.222075019277467</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12.52437825302166</c:v>
                </c:pt>
                <c:pt idx="1">
                  <c:v>12.711378034827622</c:v>
                </c:pt>
                <c:pt idx="2">
                  <c:v>11.897794430258894</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12.461503621024589</c:v>
                </c:pt>
                <c:pt idx="1">
                  <c:v>12.207662372765883</c:v>
                </c:pt>
                <c:pt idx="2">
                  <c:v>10.90417455317296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17.43099220703552</c:v>
                </c:pt>
                <c:pt idx="1">
                  <c:v>18.57653014693917</c:v>
                </c:pt>
                <c:pt idx="2">
                  <c:v>17.803820080242843</c:v>
                </c:pt>
                <c:pt idx="3">
                  <c:v>15.94645204880354</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18.535602437425652</c:v>
                </c:pt>
                <c:pt idx="1">
                  <c:v>19.620322203962367</c:v>
                </c:pt>
                <c:pt idx="2">
                  <c:v>18.754526884608186</c:v>
                </c:pt>
                <c:pt idx="3">
                  <c:v>16.919300307493167</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22.975285863416765</c:v>
                </c:pt>
                <c:pt idx="1">
                  <c:v>21.92964730665169</c:v>
                </c:pt>
                <c:pt idx="2">
                  <c:v>22.162813219723787</c:v>
                </c:pt>
                <c:pt idx="3">
                  <c:v>23.557077149507215</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21.75232453691341</c:v>
                </c:pt>
                <c:pt idx="1">
                  <c:v>19.538599920244774</c:v>
                </c:pt>
                <c:pt idx="2">
                  <c:v>21.671264760695657</c:v>
                </c:pt>
                <c:pt idx="3">
                  <c:v>26.01837647399713</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Sheet1!$F$2:$F$5</c:f>
              <c:numCache>
                <c:formatCode>General</c:formatCode>
                <c:ptCount val="4"/>
                <c:pt idx="0">
                  <c:v>19.305794955208665</c:v>
                </c:pt>
                <c:pt idx="1">
                  <c:v>20.334900422201997</c:v>
                </c:pt>
                <c:pt idx="2">
                  <c:v>19.607575054729526</c:v>
                </c:pt>
                <c:pt idx="3">
                  <c:v>17.55879402019896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85.19573063923089</c:v>
                </c:pt>
              </c:numCache>
            </c:numRef>
          </c:xVal>
          <c:yVal>
            <c:numRef>
              <c:f>Sheet1!$B$2:$B$2</c:f>
              <c:numCache>
                <c:formatCode>General</c:formatCode>
                <c:ptCount val="1"/>
                <c:pt idx="0">
                  <c:v>94.23422129144437</c:v>
                </c:pt>
              </c:numCache>
            </c:numRef>
          </c:yVal>
          <c:bubbleSize>
            <c:numRef>
              <c:f>Sheet1!$C$2:$C$2</c:f>
              <c:numCache>
                <c:formatCode>General</c:formatCode>
                <c:ptCount val="1"/>
                <c:pt idx="0">
                  <c:v>477.531</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98.344890315645</c:v>
                </c:pt>
              </c:numCache>
            </c:numRef>
          </c:xVal>
          <c:yVal>
            <c:numRef>
              <c:f>Sheet1!$B$5:$B$5</c:f>
              <c:numCache>
                <c:formatCode>General</c:formatCode>
                <c:ptCount val="1"/>
                <c:pt idx="0">
                  <c:v>90.8136620940724</c:v>
                </c:pt>
              </c:numCache>
            </c:numRef>
          </c:yVal>
          <c:bubbleSize>
            <c:numRef>
              <c:f>Sheet1!$C$5:$C$5</c:f>
              <c:numCache>
                <c:formatCode>General</c:formatCode>
                <c:ptCount val="1"/>
                <c:pt idx="0">
                  <c:v>505.401</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107.37046878637085</c:v>
                </c:pt>
              </c:numCache>
            </c:numRef>
          </c:xVal>
          <c:yVal>
            <c:numRef>
              <c:f>Sheet1!$B$8:$B$8</c:f>
              <c:numCache>
                <c:formatCode>General</c:formatCode>
                <c:ptCount val="1"/>
                <c:pt idx="0">
                  <c:v>108.6684775364272</c:v>
                </c:pt>
              </c:numCache>
            </c:numRef>
          </c:yVal>
          <c:bubbleSize>
            <c:numRef>
              <c:f>Sheet1!$C$8:$C$8</c:f>
              <c:numCache>
                <c:formatCode>General</c:formatCode>
                <c:ptCount val="1"/>
                <c:pt idx="0">
                  <c:v>644.615</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112.65272640336809</c:v>
                </c:pt>
              </c:numCache>
            </c:numRef>
          </c:xVal>
          <c:yVal>
            <c:numRef>
              <c:f>Sheet1!$B$11:$B$11</c:f>
              <c:numCache>
                <c:formatCode>General</c:formatCode>
                <c:ptCount val="1"/>
                <c:pt idx="0">
                  <c:v>107.62061192389606</c:v>
                </c:pt>
              </c:numCache>
            </c:numRef>
          </c:yVal>
          <c:bubbleSize>
            <c:numRef>
              <c:f>Sheet1!$C$11:$C$11</c:f>
              <c:numCache>
                <c:formatCode>General</c:formatCode>
                <c:ptCount val="1"/>
                <c:pt idx="0">
                  <c:v>662.566</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92.12857516885387</c:v>
                </c:pt>
              </c:numCache>
            </c:numRef>
          </c:xVal>
          <c:yVal>
            <c:numRef>
              <c:f>Sheet1!$B$14:$B$14</c:f>
              <c:numCache>
                <c:formatCode>General</c:formatCode>
                <c:ptCount val="1"/>
                <c:pt idx="0">
                  <c:v>98.6630271541599</c:v>
                </c:pt>
              </c:numCache>
            </c:numRef>
          </c:yVal>
          <c:bubbleSize>
            <c:numRef>
              <c:f>Sheet1!$C$14:$C$14</c:f>
              <c:numCache>
                <c:formatCode>General</c:formatCode>
                <c:ptCount val="1"/>
                <c:pt idx="0">
                  <c:v>525.351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254.501</c:v>
                </c:pt>
                <c:pt idx="2">
                  <c:v>285.645</c:v>
                </c:pt>
                <c:pt idx="3">
                  <c:v>324.421</c:v>
                </c:pt>
                <c:pt idx="4">
                  <c:v>368.265</c:v>
                </c:pt>
                <c:pt idx="5">
                  <c:v>419.63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254.501</c:v>
                </c:pt>
                <c:pt idx="1">
                  <c:v>31.143999999999977</c:v>
                </c:pt>
                <c:pt idx="2">
                  <c:v>38.77600000000001</c:v>
                </c:pt>
                <c:pt idx="3">
                  <c:v>43.843999999999994</c:v>
                </c:pt>
                <c:pt idx="4">
                  <c:v>51.36500000000001</c:v>
                </c:pt>
                <c:pt idx="5">
                  <c:v>57.90100000000001</c:v>
                </c:pt>
                <c:pt idx="6">
                  <c:v>477.531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245.263</c:v>
                </c:pt>
                <c:pt idx="2">
                  <c:v>281.269</c:v>
                </c:pt>
                <c:pt idx="3">
                  <c:v>325.164</c:v>
                </c:pt>
                <c:pt idx="4">
                  <c:v>377.129</c:v>
                </c:pt>
                <c:pt idx="5">
                  <c:v>437.057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245.263</c:v>
                </c:pt>
                <c:pt idx="1">
                  <c:v>36.006</c:v>
                </c:pt>
                <c:pt idx="2">
                  <c:v>43.89499999999998</c:v>
                </c:pt>
                <c:pt idx="3">
                  <c:v>51.96500000000003</c:v>
                </c:pt>
                <c:pt idx="4">
                  <c:v>59.928</c:v>
                </c:pt>
                <c:pt idx="5">
                  <c:v>68.344</c:v>
                </c:pt>
                <c:pt idx="6">
                  <c:v>505.401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293.484</c:v>
                </c:pt>
                <c:pt idx="2">
                  <c:v>331.6</c:v>
                </c:pt>
                <c:pt idx="3">
                  <c:v>385.397</c:v>
                </c:pt>
                <c:pt idx="4">
                  <c:v>455.919</c:v>
                </c:pt>
                <c:pt idx="5">
                  <c:v>542.37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293.484</c:v>
                </c:pt>
                <c:pt idx="1">
                  <c:v>38.11600000000004</c:v>
                </c:pt>
                <c:pt idx="2">
                  <c:v>53.79699999999997</c:v>
                </c:pt>
                <c:pt idx="3">
                  <c:v>70.52199999999999</c:v>
                </c:pt>
                <c:pt idx="4">
                  <c:v>86.45100000000002</c:v>
                </c:pt>
                <c:pt idx="5">
                  <c:v>102.245</c:v>
                </c:pt>
                <c:pt idx="6">
                  <c:v>644.615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290.654</c:v>
                </c:pt>
                <c:pt idx="2">
                  <c:v>332.564</c:v>
                </c:pt>
                <c:pt idx="3">
                  <c:v>389.263</c:v>
                </c:pt>
                <c:pt idx="4">
                  <c:v>466.005</c:v>
                </c:pt>
                <c:pt idx="5">
                  <c:v>556.963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290.654</c:v>
                </c:pt>
                <c:pt idx="1">
                  <c:v>41.910000000000025</c:v>
                </c:pt>
                <c:pt idx="2">
                  <c:v>56.698999999999955</c:v>
                </c:pt>
                <c:pt idx="3">
                  <c:v>76.74200000000002</c:v>
                </c:pt>
                <c:pt idx="4">
                  <c:v>90.95799999999997</c:v>
                </c:pt>
                <c:pt idx="5">
                  <c:v>105.60300000000007</c:v>
                </c:pt>
                <c:pt idx="6">
                  <c:v>662.566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266.462</c:v>
                </c:pt>
                <c:pt idx="2">
                  <c:v>301.703</c:v>
                </c:pt>
                <c:pt idx="3">
                  <c:v>345.243</c:v>
                </c:pt>
                <c:pt idx="4">
                  <c:v>396.321</c:v>
                </c:pt>
                <c:pt idx="5">
                  <c:v>456.388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266.462</c:v>
                </c:pt>
                <c:pt idx="1">
                  <c:v>35.240999999999985</c:v>
                </c:pt>
                <c:pt idx="2">
                  <c:v>43.54000000000002</c:v>
                </c:pt>
                <c:pt idx="3">
                  <c:v>51.07800000000003</c:v>
                </c:pt>
                <c:pt idx="4">
                  <c:v>60.06699999999995</c:v>
                </c:pt>
                <c:pt idx="5">
                  <c:v>68.96300000000002</c:v>
                </c:pt>
                <c:pt idx="6">
                  <c:v>525.351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21.7449301452707</c:v>
                </c:pt>
                <c:pt idx="1">
                  <c:v>21.524122384779215</c:v>
                </c:pt>
                <c:pt idx="2">
                  <c:v>23.533101471018632</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22.60128481867201</c:v>
                </c:pt>
                <c:pt idx="1">
                  <c:v>21.733695507285443</c:v>
                </c:pt>
                <c:pt idx="2">
                  <c:v>22.89551562371247</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19.37461838133487</c:v>
                </c:pt>
                <c:pt idx="1">
                  <c:v>19.73260543083198</c:v>
                </c:pt>
                <c:pt idx="2">
                  <c:v>18.659482060505837</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17.528229031398077</c:v>
                </c:pt>
                <c:pt idx="1">
                  <c:v>18.162732418814482</c:v>
                </c:pt>
                <c:pt idx="2">
                  <c:v>17.95089548294704</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18.750937623324344</c:v>
                </c:pt>
                <c:pt idx="1">
                  <c:v>18.846844258288876</c:v>
                </c:pt>
                <c:pt idx="2">
                  <c:v>16.961005361816028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Sheet1!$B$2:$B$5</c:f>
              <c:numCache>
                <c:formatCode>General</c:formatCode>
                <c:ptCount val="4"/>
                <c:pt idx="0">
                  <c:v>23.273894782840912</c:v>
                </c:pt>
                <c:pt idx="1">
                  <c:v>24.296282785148307</c:v>
                </c:pt>
                <c:pt idx="2">
                  <c:v>23.814019199656244</c:v>
                </c:pt>
                <c:pt idx="3">
                  <c:v>24.340297852693038</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Sheet1!$C$2:$C$5</c:f>
              <c:numCache>
                <c:formatCode>General</c:formatCode>
                <c:ptCount val="4"/>
                <c:pt idx="0">
                  <c:v>25.876405039935907</c:v>
                </c:pt>
                <c:pt idx="1">
                  <c:v>25.894969501563814</c:v>
                </c:pt>
                <c:pt idx="2">
                  <c:v>26.20193168464125</c:v>
                </c:pt>
                <c:pt idx="3">
                  <c:v>26.493968611595918</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Sheet1!$D$2:$D$5</c:f>
              <c:numCache>
                <c:formatCode>General</c:formatCode>
                <c:ptCount val="4"/>
                <c:pt idx="0">
                  <c:v>24.398533660265592</c:v>
                </c:pt>
                <c:pt idx="1">
                  <c:v>24.44649495984507</c:v>
                </c:pt>
                <c:pt idx="2">
                  <c:v>23.981503484779928</c:v>
                </c:pt>
                <c:pt idx="3">
                  <c:v>23.949601450403694</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Colombia  ·  165</c:v>
                </c:pt>
                <c:pt idx="1">
                  <c:v>Mexico  ·  559</c:v>
                </c:pt>
                <c:pt idx="2">
                  <c:v>Rest of Latin America  ·  614</c:v>
                </c:pt>
                <c:pt idx="3">
                  <c:v>Brazil  ·  1,477</c:v>
                </c:pt>
              </c:strCache>
            </c:strRef>
          </c:cat>
          <c:val>
            <c:numRef>
              <c:f>Sheet1!$E$2:$E$5</c:f>
              <c:numCache>
                <c:formatCode>General</c:formatCode>
                <c:ptCount val="4"/>
                <c:pt idx="0">
                  <c:v>26.45116651695758</c:v>
                </c:pt>
                <c:pt idx="1">
                  <c:v>25.36225275344281</c:v>
                </c:pt>
                <c:pt idx="2">
                  <c:v>26.00254563092258</c:v>
                </c:pt>
                <c:pt idx="3">
                  <c:v>25.21613208530735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89.7632748577434</c:v>
                </c:pt>
              </c:numCache>
            </c:numRef>
          </c:xVal>
          <c:yVal>
            <c:numRef>
              <c:f>Sheet1!$B$2:$B$2</c:f>
              <c:numCache>
                <c:formatCode>General</c:formatCode>
                <c:ptCount val="1"/>
                <c:pt idx="0">
                  <c:v>103.91153792607031</c:v>
                </c:pt>
              </c:numCache>
            </c:numRef>
          </c:yVal>
          <c:bubbleSize>
            <c:numRef>
              <c:f>Sheet1!$C$2:$C$2</c:f>
              <c:numCache>
                <c:formatCode>General</c:formatCode>
                <c:ptCount val="1"/>
                <c:pt idx="0">
                  <c:v>680.057</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106.27968118501565</c:v>
                </c:pt>
              </c:numCache>
            </c:numRef>
          </c:xVal>
          <c:yVal>
            <c:numRef>
              <c:f>Sheet1!$B$5:$B$5</c:f>
              <c:numCache>
                <c:formatCode>General</c:formatCode>
                <c:ptCount val="1"/>
                <c:pt idx="0">
                  <c:v>100.53733659961313</c:v>
                </c:pt>
              </c:numCache>
            </c:numRef>
          </c:yVal>
          <c:bubbleSize>
            <c:numRef>
              <c:f>Sheet1!$C$5:$C$5</c:f>
              <c:numCache>
                <c:formatCode>General</c:formatCode>
                <c:ptCount val="1"/>
                <c:pt idx="0">
                  <c:v>739.7669999999999</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95.01585987991402</c:v>
                </c:pt>
              </c:numCache>
            </c:numRef>
          </c:xVal>
          <c:yVal>
            <c:numRef>
              <c:f>Sheet1!$B$8:$B$8</c:f>
              <c:numCache>
                <c:formatCode>General</c:formatCode>
                <c:ptCount val="1"/>
                <c:pt idx="0">
                  <c:v>99.79412958283838</c:v>
                </c:pt>
              </c:numCache>
            </c:numRef>
          </c:yVal>
          <c:bubbleSize>
            <c:numRef>
              <c:f>Sheet1!$C$8:$C$8</c:f>
              <c:numCache>
                <c:formatCode>General</c:formatCode>
                <c:ptCount val="1"/>
                <c:pt idx="0">
                  <c:v>678.0070000000001</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108.8828616920698</c:v>
                </c:pt>
              </c:numCache>
            </c:numRef>
          </c:xVal>
          <c:yVal>
            <c:numRef>
              <c:f>Sheet1!$B$11:$B$11</c:f>
              <c:numCache>
                <c:formatCode>General</c:formatCode>
                <c:ptCount val="1"/>
                <c:pt idx="0">
                  <c:v>95.75699589147814</c:v>
                </c:pt>
              </c:numCache>
            </c:numRef>
          </c:yVal>
          <c:bubbleSize>
            <c:numRef>
              <c:f>Sheet1!$C$11:$C$11</c:f>
              <c:numCache>
                <c:formatCode>General</c:formatCode>
                <c:ptCount val="1"/>
                <c:pt idx="0">
                  <c:v>717.636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350.796</c:v>
                </c:pt>
                <c:pt idx="2">
                  <c:v>393.889</c:v>
                </c:pt>
                <c:pt idx="3">
                  <c:v>448.895</c:v>
                </c:pt>
                <c:pt idx="4">
                  <c:v>514.997</c:v>
                </c:pt>
                <c:pt idx="5">
                  <c:v>592.075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350.796</c:v>
                </c:pt>
                <c:pt idx="1">
                  <c:v>43.09300000000002</c:v>
                </c:pt>
                <c:pt idx="2">
                  <c:v>55.00599999999997</c:v>
                </c:pt>
                <c:pt idx="3">
                  <c:v>66.10199999999998</c:v>
                </c:pt>
                <c:pt idx="4">
                  <c:v>77.07800000000009</c:v>
                </c:pt>
                <c:pt idx="5">
                  <c:v>87.98199999999997</c:v>
                </c:pt>
                <c:pt idx="6">
                  <c:v>680.057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339.405</c:v>
                </c:pt>
                <c:pt idx="2">
                  <c:v>387.553</c:v>
                </c:pt>
                <c:pt idx="3">
                  <c:v>450.823</c:v>
                </c:pt>
                <c:pt idx="4">
                  <c:v>530.1220000000001</c:v>
                </c:pt>
                <c:pt idx="5">
                  <c:v>626.633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339.405</c:v>
                </c:pt>
                <c:pt idx="1">
                  <c:v>48.148000000000025</c:v>
                </c:pt>
                <c:pt idx="2">
                  <c:v>63.26999999999998</c:v>
                </c:pt>
                <c:pt idx="3">
                  <c:v>79.29900000000009</c:v>
                </c:pt>
                <c:pt idx="4">
                  <c:v>96.51099999999997</c:v>
                </c:pt>
                <c:pt idx="5">
                  <c:v>113.1339999999999</c:v>
                </c:pt>
                <c:pt idx="6">
                  <c:v>739.7669999999999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336.89599999999996</c:v>
                </c:pt>
                <c:pt idx="2">
                  <c:v>382.73900000000003</c:v>
                </c:pt>
                <c:pt idx="3">
                  <c:v>439.548</c:v>
                </c:pt>
                <c:pt idx="4">
                  <c:v>507.03000000000003</c:v>
                </c:pt>
                <c:pt idx="5">
                  <c:v>586.7719999999999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336.89599999999996</c:v>
                </c:pt>
                <c:pt idx="1">
                  <c:v>45.843000000000075</c:v>
                </c:pt>
                <c:pt idx="2">
                  <c:v>56.80899999999997</c:v>
                </c:pt>
                <c:pt idx="3">
                  <c:v>67.48200000000003</c:v>
                </c:pt>
                <c:pt idx="4">
                  <c:v>79.7419999999999</c:v>
                </c:pt>
                <c:pt idx="5">
                  <c:v>91.23500000000013</c:v>
                </c:pt>
                <c:pt idx="6">
                  <c:v>678.0070000000001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323.267</c:v>
                </c:pt>
                <c:pt idx="2">
                  <c:v>368.601</c:v>
                </c:pt>
                <c:pt idx="3">
                  <c:v>430.222</c:v>
                </c:pt>
                <c:pt idx="4">
                  <c:v>511.489</c:v>
                </c:pt>
                <c:pt idx="5">
                  <c:v>606.9269999999999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323.267</c:v>
                </c:pt>
                <c:pt idx="1">
                  <c:v>45.334</c:v>
                </c:pt>
                <c:pt idx="2">
                  <c:v>61.62099999999998</c:v>
                </c:pt>
                <c:pt idx="3">
                  <c:v>81.267</c:v>
                </c:pt>
                <c:pt idx="4">
                  <c:v>95.43799999999993</c:v>
                </c:pt>
                <c:pt idx="5">
                  <c:v>110.70900000000006</c:v>
                </c:pt>
                <c:pt idx="6">
                  <c:v>717.636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24.99087456976702</c:v>
                </c:pt>
                <c:pt idx="1">
                  <c:v>25.13433414990328</c:v>
                </c:pt>
                <c:pt idx="2">
                  <c:v>26.275108179211475</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24.09237802023074</c:v>
                </c:pt>
                <c:pt idx="1">
                  <c:v>23.939248972869535</c:v>
                </c:pt>
                <c:pt idx="2">
                  <c:v>25.48905741036922</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26.27407250273763</c:v>
                </c:pt>
                <c:pt idx="1">
                  <c:v>25.977884481517577</c:v>
                </c:pt>
                <c:pt idx="2">
                  <c:v>24.154323243710547</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24.642674907264606</c:v>
                </c:pt>
                <c:pt idx="1">
                  <c:v>24.948532395709595</c:v>
                </c:pt>
                <c:pt idx="2">
                  <c:v>24.081511166708758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3.5062147886085526</c:v>
                </c:pt>
                <c:pt idx="1">
                  <c:v>4.646744386955093</c:v>
                </c:pt>
                <c:pt idx="2">
                  <c:v>4.265178267237069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133702590780722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1140.112</c:v>
                </c:pt>
                <c:pt idx="2">
                  <c:v>0.0</c:v>
                </c:pt>
                <c:pt idx="3">
                  <c:v>1354.502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1140.112</c:v>
                </c:pt>
                <c:pt idx="1">
                  <c:v>214.38999999999987</c:v>
                </c:pt>
                <c:pt idx="2">
                  <c:v>1354.502</c:v>
                </c:pt>
                <c:pt idx="3">
                  <c:v>778.7240000000002</c:v>
                </c:pt>
                <c:pt idx="4">
                  <c:v>2133.226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4.172837014034947</c:v>
                </c:pt>
                <c:pt idx="1">
                  <c:v>6.255449919419975</c:v>
                </c:pt>
                <c:pt idx="2">
                  <c:v>5.556660095028998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25719389363436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2291.316</c:v>
                </c:pt>
                <c:pt idx="2">
                  <c:v>0.0</c:v>
                </c:pt>
                <c:pt idx="3">
                  <c:v>2810.978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2291.316</c:v>
                </c:pt>
                <c:pt idx="1">
                  <c:v>519.6620000000003</c:v>
                </c:pt>
                <c:pt idx="2">
                  <c:v>2810.978</c:v>
                </c:pt>
                <c:pt idx="3">
                  <c:v>2345.6949999999997</c:v>
                </c:pt>
                <c:pt idx="4">
                  <c:v>5156.673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2291.316</c:v>
                </c:pt>
                <c:pt idx="1">
                  <c:v>2382.434</c:v>
                </c:pt>
                <c:pt idx="2">
                  <c:v>2477.4</c:v>
                </c:pt>
                <c:pt idx="3">
                  <c:v>2577.3199999999997</c:v>
                </c:pt>
                <c:pt idx="4">
                  <c:v>2683.233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1140.112</c:v>
                </c:pt>
                <c:pt idx="1">
                  <c:v>1179.652</c:v>
                </c:pt>
                <c:pt idx="2">
                  <c:v>1220.382</c:v>
                </c:pt>
                <c:pt idx="3">
                  <c:v>1262.2</c:v>
                </c:pt>
                <c:pt idx="4">
                  <c:v>1306.133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166"/>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79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2810.978</c:v>
                </c:pt>
                <c:pt idx="1">
                  <c:v>2954.88</c:v>
                </c:pt>
                <c:pt idx="2">
                  <c:v>3117.55</c:v>
                </c:pt>
                <c:pt idx="3">
                  <c:v>3301.1639999999998</c:v>
                </c:pt>
                <c:pt idx="4">
                  <c:v>3506.6540000000005</c:v>
                </c:pt>
                <c:pt idx="5">
                  <c:v>3733.05</c:v>
                </c:pt>
                <c:pt idx="6">
                  <c:v>3980.397</c:v>
                </c:pt>
                <c:pt idx="7">
                  <c:v>4246.713000000001</c:v>
                </c:pt>
                <c:pt idx="8">
                  <c:v>4532.054</c:v>
                </c:pt>
                <c:pt idx="9">
                  <c:v>4835.113</c:v>
                </c:pt>
                <c:pt idx="10">
                  <c:v>5156.673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1354.502</c:v>
                </c:pt>
                <c:pt idx="1">
                  <c:v>1408.191</c:v>
                </c:pt>
                <c:pt idx="2">
                  <c:v>1468.0610000000001</c:v>
                </c:pt>
                <c:pt idx="3">
                  <c:v>1534.505</c:v>
                </c:pt>
                <c:pt idx="4">
                  <c:v>1607.2510000000002</c:v>
                </c:pt>
                <c:pt idx="5">
                  <c:v>1685.4279999999999</c:v>
                </c:pt>
                <c:pt idx="6">
                  <c:v>1768.496</c:v>
                </c:pt>
                <c:pt idx="7">
                  <c:v>1855.453</c:v>
                </c:pt>
                <c:pt idx="8">
                  <c:v>1945.798</c:v>
                </c:pt>
                <c:pt idx="9">
                  <c:v>2038.3870000000002</c:v>
                </c:pt>
                <c:pt idx="10">
                  <c:v>2133.226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085"/>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33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Switzerland</c:v>
                </c:pt>
                <c:pt idx="1">
                  <c:v>U.K.</c:v>
                </c:pt>
                <c:pt idx="2">
                  <c:v>Russia</c:v>
                </c:pt>
                <c:pt idx="3">
                  <c:v>France</c:v>
                </c:pt>
                <c:pt idx="4">
                  <c:v>Nordic</c:v>
                </c:pt>
                <c:pt idx="5">
                  <c:v>Italy</c:v>
                </c:pt>
                <c:pt idx="6">
                  <c:v>Spain</c:v>
                </c:pt>
                <c:pt idx="7">
                  <c:v>Belgium</c:v>
                </c:pt>
                <c:pt idx="8">
                  <c:v>Poland</c:v>
                </c:pt>
                <c:pt idx="9">
                  <c:v>Netherlands</c:v>
                </c:pt>
              </c:strCache>
            </c:strRef>
          </c:cat>
          <c:val>
            <c:numRef>
              <c:f>Sheet1!$B$2:$B$11</c:f>
              <c:numCache>
                <c:formatCode>General</c:formatCode>
                <c:ptCount val="10"/>
                <c:pt idx="0">
                  <c:v>84.61870562951506</c:v>
                </c:pt>
                <c:pt idx="1">
                  <c:v>92.20195738856788</c:v>
                </c:pt>
                <c:pt idx="2">
                  <c:v>100.01059498334706</c:v>
                </c:pt>
                <c:pt idx="3">
                  <c:v>100.14800976547858</c:v>
                </c:pt>
                <c:pt idx="4">
                  <c:v>100.66546771161016</c:v>
                </c:pt>
                <c:pt idx="5">
                  <c:v>102.9603997886444</c:v>
                </c:pt>
                <c:pt idx="6">
                  <c:v>112.68804249642454</c:v>
                </c:pt>
                <c:pt idx="7">
                  <c:v>119.97406401861257</c:v>
                </c:pt>
                <c:pt idx="8">
                  <c:v>123.60168812220206</c:v>
                </c:pt>
                <c:pt idx="9">
                  <c:v>124.09164511155133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Switzerland</c:v>
                </c:pt>
                <c:pt idx="1">
                  <c:v>Poland</c:v>
                </c:pt>
                <c:pt idx="2">
                  <c:v>Netherlands</c:v>
                </c:pt>
                <c:pt idx="3">
                  <c:v>Russia</c:v>
                </c:pt>
                <c:pt idx="4">
                  <c:v>Spain</c:v>
                </c:pt>
                <c:pt idx="5">
                  <c:v>Nordic</c:v>
                </c:pt>
                <c:pt idx="6">
                  <c:v>Italy</c:v>
                </c:pt>
                <c:pt idx="7">
                  <c:v>Germany</c:v>
                </c:pt>
                <c:pt idx="8">
                  <c:v>France</c:v>
                </c:pt>
                <c:pt idx="9">
                  <c:v>U.K.</c:v>
                </c:pt>
              </c:strCache>
            </c:strRef>
          </c:cat>
          <c:val>
            <c:numRef>
              <c:f>Sheet1!$B$2:$B$11</c:f>
              <c:numCache>
                <c:formatCode>General</c:formatCode>
                <c:ptCount val="10"/>
                <c:pt idx="0">
                  <c:v>2.990158567077135</c:v>
                </c:pt>
                <c:pt idx="1">
                  <c:v>3.6162842995359585</c:v>
                </c:pt>
                <c:pt idx="2">
                  <c:v>4.80910774844982</c:v>
                </c:pt>
                <c:pt idx="3">
                  <c:v>6.035737809050198</c:v>
                </c:pt>
                <c:pt idx="4">
                  <c:v>7.373678163614622</c:v>
                </c:pt>
                <c:pt idx="5">
                  <c:v>7.705818531394747</c:v>
                </c:pt>
                <c:pt idx="6">
                  <c:v>9.641023236183734</c:v>
                </c:pt>
                <c:pt idx="7">
                  <c:v>11.572050074711337</c:v>
                </c:pt>
                <c:pt idx="8">
                  <c:v>13.888037447323715</c:v>
                </c:pt>
                <c:pt idx="9">
                  <c:v>14.896693730429577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12.2%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6.4%</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11.4%</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16.2%</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11.3%</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19.4%</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627.603</c:v>
                </c:pt>
                <c:pt idx="1">
                  <c:v>330.214</c:v>
                </c:pt>
                <c:pt idx="2">
                  <c:v>432.107</c:v>
                </c:pt>
                <c:pt idx="3">
                  <c:v>586.092</c:v>
                </c:pt>
                <c:pt idx="4">
                  <c:v>833.222</c:v>
                </c:pt>
                <c:pt idx="5">
                  <c:v>584.235</c:v>
                </c:pt>
                <c:pt idx="6">
                  <c:v>998.122</c:v>
                </c:pt>
                <c:pt idx="7">
                  <c:v>765.078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0.08352008737919091</c:v>
                </c:pt>
                <c:pt idx="1">
                  <c:v>0.08129783643247704</c:v>
                </c:pt>
                <c:pt idx="2">
                  <c:v>0.0790365986270489</c:v>
                </c:pt>
                <c:pt idx="3">
                  <c:v>0.07654143966933506</c:v>
                </c:pt>
                <c:pt idx="4">
                  <c:v>0.07524930378051899</c:v>
                </c:pt>
                <c:pt idx="5">
                  <c:v>0.07518803871682511</c:v>
                </c:pt>
                <c:pt idx="6">
                  <c:v>0.07573385473882502</c:v>
                </c:pt>
                <c:pt idx="7">
                  <c:v>0.0755890464064577</c:v>
                </c:pt>
                <c:pt idx="8">
                  <c:v>0.07425792365892733</c:v>
                </c:pt>
                <c:pt idx="9">
                  <c:v>0.07298249642384594</c:v>
                </c:pt>
                <c:pt idx="10">
                  <c:v>0.07191314258482573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0.05833733760014704</c:v>
                </c:pt>
                <c:pt idx="1">
                  <c:v>0.06100733760014704</c:v>
                </c:pt>
                <c:pt idx="2">
                  <c:v>0.06333733760014704</c:v>
                </c:pt>
                <c:pt idx="3">
                  <c:v>0.06533733760014704</c:v>
                </c:pt>
                <c:pt idx="4">
                  <c:v>0.06567733760014703</c:v>
                </c:pt>
                <c:pt idx="5">
                  <c:v>0.06500733760014704</c:v>
                </c:pt>
                <c:pt idx="6">
                  <c:v>0.06300733760014704</c:v>
                </c:pt>
                <c:pt idx="7">
                  <c:v>0.06067733760014704</c:v>
                </c:pt>
                <c:pt idx="8">
                  <c:v>0.05910733760014704</c:v>
                </c:pt>
                <c:pt idx="9">
                  <c:v>0.057277337600147034</c:v>
                </c:pt>
                <c:pt idx="10">
                  <c:v>0.05434733760014704</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0.046905851012515994</c:v>
                </c:pt>
                <c:pt idx="1">
                  <c:v>0.04751585101251599</c:v>
                </c:pt>
                <c:pt idx="2">
                  <c:v>0.04957585101251599</c:v>
                </c:pt>
                <c:pt idx="3">
                  <c:v>0.051055851012515995</c:v>
                </c:pt>
                <c:pt idx="4">
                  <c:v>0.049885851012516</c:v>
                </c:pt>
                <c:pt idx="5">
                  <c:v>0.048025851012515997</c:v>
                </c:pt>
                <c:pt idx="6">
                  <c:v>0.045375851012516</c:v>
                </c:pt>
                <c:pt idx="7">
                  <c:v>0.043555851012515995</c:v>
                </c:pt>
                <c:pt idx="8">
                  <c:v>0.042315851012516</c:v>
                </c:pt>
                <c:pt idx="9">
                  <c:v>0.040925851012515994</c:v>
                </c:pt>
                <c:pt idx="10">
                  <c:v>0.03976585101251599</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Rest of Europe</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15.472095669038755</c:v>
                </c:pt>
                <c:pt idx="1">
                  <c:v>16.324993226221697</c:v>
                </c:pt>
              </c:numCache>
            </c:numRef>
          </c:val>
        </c:ser>
        <c:ser>
          <c:idx val="1"/>
          <c:order val="1"/>
          <c:tx>
            <c:strRef>
              <c:f>Sheet1!$C$1</c:f>
              <c:strCache>
                <c:ptCount val="1"/>
                <c:pt idx="0">
                  <c:v>U.K.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14.752865073019402</c:v>
                </c:pt>
                <c:pt idx="1">
                  <c:v>14.167978451415836</c:v>
                </c:pt>
              </c:numCache>
            </c:numRef>
          </c:val>
        </c:ser>
        <c:ser>
          <c:idx val="2"/>
          <c:order val="2"/>
          <c:tx>
            <c:strRef>
              <c:f>Sheet1!$D$1</c:f>
              <c:strCache>
                <c:ptCount val="1"/>
                <c:pt idx="0">
                  <c:v>Germany</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15.080365270508816</c:v>
                </c:pt>
                <c:pt idx="1">
                  <c:v>13.685469800199321</c:v>
                </c:pt>
              </c:numCache>
            </c:numRef>
          </c:val>
        </c:ser>
        <c:ser>
          <c:idx val="3"/>
          <c:order val="3"/>
          <c:tx>
            <c:strRef>
              <c:f>Sheet1!$E$1</c:f>
              <c:strCache>
                <c:ptCount val="1"/>
                <c:pt idx="0">
                  <c:v>France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12.28162654493936</c:v>
                </c:pt>
                <c:pt idx="1">
                  <c:v>12.047762403045901</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9.410831869696857</c:v>
                </c:pt>
                <c:pt idx="1">
                  <c:v>9.498759156320052</c:v>
                </c:pt>
              </c:numCache>
            </c:numRef>
          </c:val>
        </c:ser>
        <c:ser>
          <c:idx val="5"/>
          <c:order val="5"/>
          <c:tx>
            <c:strRef>
              <c:f>Sheet1!$G$1</c:f>
              <c:strCache>
                <c:ptCount val="1"/>
                <c:pt idx="0">
                  <c:v>Russia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9.082888705303716</c:v>
                </c:pt>
                <c:pt idx="1">
                  <c:v>8.869055599359843</c:v>
                </c:pt>
              </c:numCache>
            </c:numRef>
          </c:val>
        </c:ser>
        <c:ser>
          <c:idx val="6"/>
          <c:order val="6"/>
          <c:tx>
            <c:strRef>
              <c:f>Sheet1!$H$1</c:f>
              <c:strCache>
                <c:ptCount val="1"/>
                <c:pt idx="0">
                  <c:v>Spain</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6.832469178731978</c:v>
                </c:pt>
                <c:pt idx="1">
                  <c:v>7.243536315420869</c:v>
                </c:pt>
              </c:numCache>
            </c:numRef>
          </c:val>
        </c:ser>
        <c:ser>
          <c:idx val="7"/>
          <c:order val="7"/>
          <c:tx>
            <c:strRef>
              <c:f>Sheet1!$I$1</c:f>
              <c:strCache>
                <c:ptCount val="1"/>
                <c:pt idx="0">
                  <c:v>Nordic</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5.797772319441154</c:v>
                </c:pt>
                <c:pt idx="1">
                  <c:v>5.7555552013710685</c:v>
                </c:pt>
              </c:numCache>
            </c:numRef>
          </c:val>
        </c:ser>
        <c:ser>
          <c:idx val="8"/>
          <c:order val="8"/>
          <c:tx>
            <c:strRef>
              <c:f>Sheet1!$J$1</c:f>
              <c:strCache>
                <c:ptCount val="1"/>
                <c:pt idx="0">
                  <c:v>Poland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3.646503551487151</c:v>
                </c:pt>
                <c:pt idx="1">
                  <c:v>4.231103502394964</c:v>
                </c:pt>
              </c:numCache>
            </c:numRef>
          </c:val>
        </c:ser>
        <c:ser>
          <c:idx val="9"/>
          <c:order val="9"/>
          <c:tx>
            <c:strRef>
              <c:f>Sheet1!$K$1</c:f>
              <c:strCache>
                <c:ptCount val="1"/>
                <c:pt idx="0">
                  <c:v>Netherlands</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3.3331782949170288</c:v>
                </c:pt>
                <c:pt idx="1">
                  <c:v>3.7441415021193247</c:v>
                </c:pt>
              </c:numCache>
            </c:numRef>
          </c:val>
        </c:ser>
        <c:ser>
          <c:idx val="10"/>
          <c:order val="10"/>
          <c:tx>
            <c:strRef>
              <c:f>Sheet1!$L$1</c:f>
              <c:strCache>
                <c:ptCount val="1"/>
                <c:pt idx="0">
                  <c:v>Belgium</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2.1193751508856016</c:v>
                </c:pt>
                <c:pt idx="1">
                  <c:v>2.3611187937893128</c:v>
                </c:pt>
              </c:numCache>
            </c:numRef>
          </c:val>
        </c:ser>
        <c:ser>
          <c:idx val="11"/>
          <c:order val="11"/>
          <c:tx>
            <c:strRef>
              <c:f>Sheet1!$M$1</c:f>
              <c:strCache>
                <c:ptCount val="1"/>
                <c:pt idx="0">
                  <c:v>Switzerland</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2.190028372030184</c:v>
                </c:pt>
                <c:pt idx="1">
                  <c:v>2.070526048341807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16.53100806907774</c:v>
                </c:pt>
                <c:pt idx="1">
                  <c:v>15.787607935429659</c:v>
                </c:pt>
              </c:numCache>
            </c:numRef>
          </c:val>
        </c:ser>
        <c:ser>
          <c:idx val="1"/>
          <c:order val="1"/>
          <c:tx>
            <c:strRef>
              <c:f>Sheet1!$C$1</c:f>
              <c:strCache>
                <c:ptCount val="1"/>
                <c:pt idx="0">
                  <c:v>France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13.86147454729279</c:v>
                </c:pt>
                <c:pt idx="1">
                  <c:v>13.873563002177178</c:v>
                </c:pt>
              </c:numCache>
            </c:numRef>
          </c:val>
        </c:ser>
        <c:ser>
          <c:idx val="2"/>
          <c:order val="2"/>
          <c:tx>
            <c:strRef>
              <c:f>Sheet1!$D$1</c:f>
              <c:strCache>
                <c:ptCount val="1"/>
                <c:pt idx="0">
                  <c:v>Rest of 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13.066021861430436</c:v>
                </c:pt>
                <c:pt idx="1">
                  <c:v>13.771578601776222</c:v>
                </c:pt>
              </c:numCache>
            </c:numRef>
          </c:val>
        </c:ser>
        <c:ser>
          <c:idx val="3"/>
          <c:order val="3"/>
          <c:tx>
            <c:strRef>
              <c:f>Sheet1!$E$1</c:f>
              <c:strCache>
                <c:ptCount val="1"/>
                <c:pt idx="0">
                  <c:v>Germany</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15.003639302762242</c:v>
                </c:pt>
                <c:pt idx="1">
                  <c:v>13.44268424338105</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9.282569980981707</c:v>
                </c:pt>
                <c:pt idx="1">
                  <c:v>9.445628778721774</c:v>
                </c:pt>
              </c:numCache>
            </c:numRef>
          </c:val>
        </c:ser>
        <c:ser>
          <c:idx val="5"/>
          <c:order val="5"/>
          <c:tx>
            <c:strRef>
              <c:f>Sheet1!$G$1</c:f>
              <c:strCache>
                <c:ptCount val="1"/>
                <c:pt idx="0">
                  <c:v>Nordic</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7.6398676901775815</c:v>
                </c:pt>
                <c:pt idx="1">
                  <c:v>7.669890128728399</c:v>
                </c:pt>
              </c:numCache>
            </c:numRef>
          </c:val>
        </c:ser>
        <c:ser>
          <c:idx val="6"/>
          <c:order val="6"/>
          <c:tx>
            <c:strRef>
              <c:f>Sheet1!$H$1</c:f>
              <c:strCache>
                <c:ptCount val="1"/>
                <c:pt idx="0">
                  <c:v>Spain</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6.303073165282688</c:v>
                </c:pt>
                <c:pt idx="1">
                  <c:v>6.790097720021307</c:v>
                </c:pt>
              </c:numCache>
            </c:numRef>
          </c:val>
        </c:ser>
        <c:ser>
          <c:idx val="7"/>
          <c:order val="7"/>
          <c:tx>
            <c:strRef>
              <c:f>Sheet1!$I$1</c:f>
              <c:strCache>
                <c:ptCount val="1"/>
                <c:pt idx="0">
                  <c:v>Russia</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6.0349102696641514</c:v>
                </c:pt>
                <c:pt idx="1">
                  <c:v>6.035289045975592</c:v>
                </c:pt>
              </c:numCache>
            </c:numRef>
          </c:val>
        </c:ser>
        <c:ser>
          <c:idx val="8"/>
          <c:order val="8"/>
          <c:tx>
            <c:strRef>
              <c:f>Sheet1!$J$1</c:f>
              <c:strCache>
                <c:ptCount val="1"/>
                <c:pt idx="0">
                  <c:v>Netherlands</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3.60920647546868</c:v>
                </c:pt>
                <c:pt idx="1">
                  <c:v>4.155006204584314</c:v>
                </c:pt>
              </c:numCache>
            </c:numRef>
          </c:val>
        </c:ser>
        <c:ser>
          <c:idx val="9"/>
          <c:order val="9"/>
          <c:tx>
            <c:strRef>
              <c:f>Sheet1!$K$1</c:f>
              <c:strCache>
                <c:ptCount val="1"/>
                <c:pt idx="0">
                  <c:v>Switzerland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3.696862800064604</c:v>
                </c:pt>
                <c:pt idx="1">
                  <c:v>3.3753753148106593</c:v>
                </c:pt>
              </c:numCache>
            </c:numRef>
          </c:val>
        </c:ser>
        <c:ser>
          <c:idx val="10"/>
          <c:order val="10"/>
          <c:tx>
            <c:strRef>
              <c:f>Sheet1!$L$1</c:f>
              <c:strCache>
                <c:ptCount val="1"/>
                <c:pt idx="0">
                  <c:v>Poland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2.7286588511187206</c:v>
                </c:pt>
                <c:pt idx="1">
                  <c:v>3.1324666630855447</c:v>
                </c:pt>
              </c:numCache>
            </c:numRef>
          </c:val>
        </c:ser>
        <c:ser>
          <c:idx val="11"/>
          <c:order val="11"/>
          <c:tx>
            <c:strRef>
              <c:f>Sheet1!$M$1</c:f>
              <c:strCache>
                <c:ptCount val="1"/>
                <c:pt idx="0">
                  <c:v>Belgium</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2.2427069866786575</c:v>
                </c:pt>
                <c:pt idx="1">
                  <c:v>2.520812361308294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Germany</c:v>
                </c:pt>
              </c:strCache>
            </c:strRef>
          </c:tx>
          <c:spPr>
            <a:solidFill>
              <a:srgbClr val="3D85C6"/>
            </a:solidFill>
            <a:ln>
              <a:noFill/>
            </a:ln>
          </c:spPr>
          <c:dLbls>
            <c:dLbl>
              <c:idx val="0"/>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262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272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292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178.523</c:v>
                </c:pt>
                <c:pt idx="1">
                  <c:v>183.339</c:v>
                </c:pt>
                <c:pt idx="2">
                  <c:v>188.266</c:v>
                </c:pt>
                <c:pt idx="3">
                  <c:v>193.289</c:v>
                </c:pt>
                <c:pt idx="4">
                  <c:v>198.532</c:v>
                </c:pt>
                <c:pt idx="5">
                  <c:v>204.264</c:v>
                </c:pt>
                <c:pt idx="6">
                  <c:v>210.578</c:v>
                </c:pt>
                <c:pt idx="7">
                  <c:v>217.563</c:v>
                </c:pt>
                <c:pt idx="8">
                  <c:v>225.252</c:v>
                </c:pt>
                <c:pt idx="9">
                  <c:v>233.599</c:v>
                </c:pt>
                <c:pt idx="10">
                  <c:v>242.492</c:v>
                </c:pt>
                <c:pt idx="11">
                  <c:v>251.854</c:v>
                </c:pt>
                <c:pt idx="12">
                  <c:v>261.556</c:v>
                </c:pt>
                <c:pt idx="13">
                  <c:v>271.537</c:v>
                </c:pt>
                <c:pt idx="14">
                  <c:v>281.666</c:v>
                </c:pt>
                <c:pt idx="15">
                  <c:v>291.942</c:v>
                </c:pt>
              </c:numCache>
            </c:numRef>
          </c:val>
        </c:ser>
        <c:ser>
          <c:idx val="1"/>
          <c:order val="1"/>
          <c:tx>
            <c:strRef>
              <c:f>Sheet1!$C$1</c:f>
              <c:strCache>
                <c:ptCount val="1"/>
                <c:pt idx="0">
                  <c:v>Rest of Europe</c:v>
                </c:pt>
              </c:strCache>
            </c:strRef>
          </c:tx>
          <c:spPr>
            <a:solidFill>
              <a:srgbClr val="9E7E0A"/>
            </a:solidFill>
            <a:ln>
              <a:noFill/>
            </a:ln>
          </c:spPr>
          <c:dLbls>
            <c:dLbl>
              <c:idx val="0"/>
              <c:tx>
                <c:rich>
                  <a:bodyPr/>
                  <a:lstStyle/>
                  <a:p>
                    <a:r>
                      <a:rPr sz="1100">
                        <a:solidFill>
                          <a:srgbClr val="FFFFFF"/>
                        </a:solidFill>
                        <a:latin typeface="Calibri"/>
                      </a:rPr>
                      <a:t>172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331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348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172.47</c:v>
                </c:pt>
                <c:pt idx="1">
                  <c:v>179.257</c:v>
                </c:pt>
                <c:pt idx="2">
                  <c:v>186.278</c:v>
                </c:pt>
                <c:pt idx="3">
                  <c:v>193.514</c:v>
                </c:pt>
                <c:pt idx="4">
                  <c:v>201.145</c:v>
                </c:pt>
                <c:pt idx="5">
                  <c:v>209.57</c:v>
                </c:pt>
                <c:pt idx="6">
                  <c:v>218.953</c:v>
                </c:pt>
                <c:pt idx="7">
                  <c:v>229.451</c:v>
                </c:pt>
                <c:pt idx="8">
                  <c:v>241.139</c:v>
                </c:pt>
                <c:pt idx="9">
                  <c:v>253.976</c:v>
                </c:pt>
                <c:pt idx="10">
                  <c:v>267.827</c:v>
                </c:pt>
                <c:pt idx="11">
                  <c:v>282.607</c:v>
                </c:pt>
                <c:pt idx="12">
                  <c:v>298.151</c:v>
                </c:pt>
                <c:pt idx="13">
                  <c:v>314.375</c:v>
                </c:pt>
                <c:pt idx="14">
                  <c:v>331.074</c:v>
                </c:pt>
                <c:pt idx="15">
                  <c:v>348.249</c:v>
                </c:pt>
              </c:numCache>
            </c:numRef>
          </c:val>
        </c:ser>
        <c:ser>
          <c:idx val="2"/>
          <c:order val="2"/>
          <c:tx>
            <c:strRef>
              <c:f>Sheet1!$D$1</c:f>
              <c:strCache>
                <c:ptCount val="1"/>
                <c:pt idx="0">
                  <c:v>U.K.</c:v>
                </c:pt>
              </c:strCache>
            </c:strRef>
          </c:tx>
          <c:spPr>
            <a:solidFill>
              <a:srgbClr val="008189"/>
            </a:solidFill>
            <a:ln>
              <a:noFill/>
            </a:ln>
          </c:spPr>
          <c:dLbls>
            <c:dLbl>
              <c:idx val="0"/>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244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278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290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302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170.738</c:v>
                </c:pt>
                <c:pt idx="1">
                  <c:v>176.141</c:v>
                </c:pt>
                <c:pt idx="2">
                  <c:v>181.689</c:v>
                </c:pt>
                <c:pt idx="3">
                  <c:v>187.365</c:v>
                </c:pt>
                <c:pt idx="4">
                  <c:v>193.308</c:v>
                </c:pt>
                <c:pt idx="5">
                  <c:v>199.828</c:v>
                </c:pt>
                <c:pt idx="6">
                  <c:v>207.039</c:v>
                </c:pt>
                <c:pt idx="7">
                  <c:v>215.048</c:v>
                </c:pt>
                <c:pt idx="8">
                  <c:v>223.903</c:v>
                </c:pt>
                <c:pt idx="9">
                  <c:v>233.561</c:v>
                </c:pt>
                <c:pt idx="10">
                  <c:v>243.899</c:v>
                </c:pt>
                <c:pt idx="11">
                  <c:v>254.834</c:v>
                </c:pt>
                <c:pt idx="12">
                  <c:v>266.22</c:v>
                </c:pt>
                <c:pt idx="13">
                  <c:v>277.993</c:v>
                </c:pt>
                <c:pt idx="14">
                  <c:v>289.998</c:v>
                </c:pt>
                <c:pt idx="15">
                  <c:v>302.235</c:v>
                </c:pt>
              </c:numCache>
            </c:numRef>
          </c:val>
        </c:ser>
        <c:ser>
          <c:idx val="3"/>
          <c:order val="3"/>
          <c:tx>
            <c:strRef>
              <c:f>Sheet1!$E$1</c:f>
              <c:strCache>
                <c:ptCount val="1"/>
                <c:pt idx="0">
                  <c:v>France</c:v>
                </c:pt>
              </c:strCache>
            </c:strRef>
          </c:tx>
          <c:spPr>
            <a:solidFill>
              <a:srgbClr val="40315E"/>
            </a:solidFill>
            <a:ln>
              <a:noFill/>
            </a:ln>
          </c:spPr>
          <c:dLbls>
            <c:dLbl>
              <c:idx val="0"/>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246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257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140.947</c:v>
                </c:pt>
                <c:pt idx="1">
                  <c:v>145.672</c:v>
                </c:pt>
                <c:pt idx="2">
                  <c:v>150.517</c:v>
                </c:pt>
                <c:pt idx="3">
                  <c:v>155.47</c:v>
                </c:pt>
                <c:pt idx="4">
                  <c:v>160.654</c:v>
                </c:pt>
                <c:pt idx="5">
                  <c:v>166.355</c:v>
                </c:pt>
                <c:pt idx="6">
                  <c:v>172.674</c:v>
                </c:pt>
                <c:pt idx="7">
                  <c:v>179.712</c:v>
                </c:pt>
                <c:pt idx="8">
                  <c:v>187.516</c:v>
                </c:pt>
                <c:pt idx="9">
                  <c:v>196.048</c:v>
                </c:pt>
                <c:pt idx="10">
                  <c:v>205.19</c:v>
                </c:pt>
                <c:pt idx="11">
                  <c:v>214.871</c:v>
                </c:pt>
                <c:pt idx="12">
                  <c:v>224.966</c:v>
                </c:pt>
                <c:pt idx="13">
                  <c:v>235.418</c:v>
                </c:pt>
                <c:pt idx="14">
                  <c:v>246.098</c:v>
                </c:pt>
                <c:pt idx="15">
                  <c:v>257.006</c:v>
                </c:pt>
              </c:numCache>
            </c:numRef>
          </c:val>
        </c:ser>
        <c:ser>
          <c:idx val="4"/>
          <c:order val="4"/>
          <c:tx>
            <c:strRef>
              <c:f>Sheet1!$F$1</c:f>
              <c:strCache>
                <c:ptCount val="1"/>
                <c:pt idx="0">
                  <c:v>Italy</c:v>
                </c:pt>
              </c:strCache>
            </c:strRef>
          </c:tx>
          <c:spPr>
            <a:solidFill>
              <a:srgbClr val="A35313"/>
            </a:solidFill>
            <a:ln>
              <a:noFill/>
            </a:ln>
          </c:spPr>
          <c:dLbls>
            <c:dLbl>
              <c:idx val="6"/>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185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193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203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106.67</c:v>
                </c:pt>
                <c:pt idx="1">
                  <c:v>110.5</c:v>
                </c:pt>
                <c:pt idx="2">
                  <c:v>114.451</c:v>
                </c:pt>
                <c:pt idx="3">
                  <c:v>118.51</c:v>
                </c:pt>
                <c:pt idx="4">
                  <c:v>122.777</c:v>
                </c:pt>
                <c:pt idx="5">
                  <c:v>127.47</c:v>
                </c:pt>
                <c:pt idx="6">
                  <c:v>132.673</c:v>
                </c:pt>
                <c:pt idx="7">
                  <c:v>138.468</c:v>
                </c:pt>
                <c:pt idx="8">
                  <c:v>144.889</c:v>
                </c:pt>
                <c:pt idx="9">
                  <c:v>151.906</c:v>
                </c:pt>
                <c:pt idx="10">
                  <c:v>159.443</c:v>
                </c:pt>
                <c:pt idx="11">
                  <c:v>167.452</c:v>
                </c:pt>
                <c:pt idx="12">
                  <c:v>175.839</c:v>
                </c:pt>
                <c:pt idx="13">
                  <c:v>184.555</c:v>
                </c:pt>
                <c:pt idx="14">
                  <c:v>193.485</c:v>
                </c:pt>
                <c:pt idx="15">
                  <c:v>202.63</c:v>
                </c:pt>
              </c:numCache>
            </c:numRef>
          </c:val>
        </c:ser>
        <c:ser>
          <c:idx val="5"/>
          <c:order val="5"/>
          <c:tx>
            <c:strRef>
              <c:f>Sheet1!$G$1</c:f>
              <c:strCache>
                <c:ptCount val="1"/>
                <c:pt idx="0">
                  <c:v>Russia</c:v>
                </c:pt>
              </c:strCache>
            </c:strRef>
          </c:tx>
          <c:spPr>
            <a:solidFill>
              <a:srgbClr val="808080"/>
            </a:solidFill>
            <a:ln>
              <a:noFill/>
            </a:ln>
          </c:spPr>
          <c:dLbls>
            <c:dLbl>
              <c:idx val="7"/>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181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189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104.482</c:v>
                </c:pt>
                <c:pt idx="1">
                  <c:v>107.917</c:v>
                </c:pt>
                <c:pt idx="2">
                  <c:v>111.447</c:v>
                </c:pt>
                <c:pt idx="3">
                  <c:v>115.065</c:v>
                </c:pt>
                <c:pt idx="4">
                  <c:v>118.858</c:v>
                </c:pt>
                <c:pt idx="5">
                  <c:v>123.028</c:v>
                </c:pt>
                <c:pt idx="6">
                  <c:v>127.648</c:v>
                </c:pt>
                <c:pt idx="7">
                  <c:v>132.789</c:v>
                </c:pt>
                <c:pt idx="8">
                  <c:v>138.484</c:v>
                </c:pt>
                <c:pt idx="9">
                  <c:v>144.709</c:v>
                </c:pt>
                <c:pt idx="10">
                  <c:v>151.381</c:v>
                </c:pt>
                <c:pt idx="11">
                  <c:v>158.449</c:v>
                </c:pt>
                <c:pt idx="12">
                  <c:v>165.819</c:v>
                </c:pt>
                <c:pt idx="13">
                  <c:v>173.449</c:v>
                </c:pt>
                <c:pt idx="14">
                  <c:v>181.242</c:v>
                </c:pt>
                <c:pt idx="15">
                  <c:v>189.197</c:v>
                </c:pt>
              </c:numCache>
            </c:numRef>
          </c:val>
        </c:ser>
        <c:ser>
          <c:idx val="6"/>
          <c:order val="6"/>
          <c:tx>
            <c:strRef>
              <c:f>Sheet1!$H$1</c:f>
              <c:strCache>
                <c:ptCount val="1"/>
                <c:pt idx="0">
                  <c:v>Spain</c:v>
                </c:pt>
              </c:strCache>
            </c:strRef>
          </c:tx>
          <c:spPr>
            <a:solidFill>
              <a:srgbClr val="0E72AE"/>
            </a:solidFill>
            <a:ln>
              <a:noFill/>
            </a:ln>
          </c:spPr>
          <c:dLbls>
            <c:dLbl>
              <c:idx val="12"/>
              <c:tx>
                <c:rich>
                  <a:bodyPr/>
                  <a:lstStyle/>
                  <a:p>
                    <a:r>
                      <a:rPr sz="1100">
                        <a:solidFill>
                          <a:srgbClr val="FFFFFF"/>
                        </a:solidFill>
                        <a:latin typeface="Calibri"/>
                      </a:rPr>
                      <a:t>132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147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155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76.144</c:v>
                </c:pt>
                <c:pt idx="1">
                  <c:v>79.147</c:v>
                </c:pt>
                <c:pt idx="2">
                  <c:v>82.249</c:v>
                </c:pt>
                <c:pt idx="3">
                  <c:v>85.446</c:v>
                </c:pt>
                <c:pt idx="4">
                  <c:v>88.817</c:v>
                </c:pt>
                <c:pt idx="5">
                  <c:v>92.546</c:v>
                </c:pt>
                <c:pt idx="6">
                  <c:v>96.706</c:v>
                </c:pt>
                <c:pt idx="7">
                  <c:v>101.371</c:v>
                </c:pt>
                <c:pt idx="8">
                  <c:v>106.575</c:v>
                </c:pt>
                <c:pt idx="9">
                  <c:v>112.302</c:v>
                </c:pt>
                <c:pt idx="10">
                  <c:v>118.49</c:v>
                </c:pt>
                <c:pt idx="11">
                  <c:v>125.102</c:v>
                </c:pt>
                <c:pt idx="12">
                  <c:v>132.063</c:v>
                </c:pt>
                <c:pt idx="13">
                  <c:v>139.332</c:v>
                </c:pt>
                <c:pt idx="14">
                  <c:v>146.818</c:v>
                </c:pt>
                <c:pt idx="15">
                  <c:v>154.521</c:v>
                </c:pt>
              </c:numCache>
            </c:numRef>
          </c:val>
        </c:ser>
        <c:ser>
          <c:idx val="7"/>
          <c:order val="7"/>
          <c:tx>
            <c:strRef>
              <c:f>Sheet1!$I$1</c:f>
              <c:strCache>
                <c:ptCount val="1"/>
                <c:pt idx="0">
                  <c:v>Nordic</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66.228</c:v>
                </c:pt>
                <c:pt idx="1">
                  <c:v>68.497</c:v>
                </c:pt>
                <c:pt idx="2">
                  <c:v>70.834</c:v>
                </c:pt>
                <c:pt idx="3">
                  <c:v>73.234</c:v>
                </c:pt>
                <c:pt idx="4">
                  <c:v>75.756</c:v>
                </c:pt>
                <c:pt idx="5">
                  <c:v>78.531</c:v>
                </c:pt>
                <c:pt idx="6">
                  <c:v>81.606</c:v>
                </c:pt>
                <c:pt idx="7">
                  <c:v>85.028</c:v>
                </c:pt>
                <c:pt idx="8">
                  <c:v>88.821</c:v>
                </c:pt>
                <c:pt idx="9">
                  <c:v>92.971</c:v>
                </c:pt>
                <c:pt idx="10">
                  <c:v>97.426</c:v>
                </c:pt>
                <c:pt idx="11">
                  <c:v>102.153</c:v>
                </c:pt>
                <c:pt idx="12">
                  <c:v>107.087</c:v>
                </c:pt>
                <c:pt idx="13">
                  <c:v>112.202</c:v>
                </c:pt>
                <c:pt idx="14">
                  <c:v>117.433</c:v>
                </c:pt>
                <c:pt idx="15">
                  <c:v>122.779</c:v>
                </c:pt>
              </c:numCache>
            </c:numRef>
          </c:val>
        </c:ser>
        <c:ser>
          <c:idx val="8"/>
          <c:order val="8"/>
          <c:tx>
            <c:strRef>
              <c:f>Sheet1!$J$1</c:f>
              <c:strCache>
                <c:ptCount val="1"/>
                <c:pt idx="0">
                  <c:v>Poland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39.087</c:v>
                </c:pt>
                <c:pt idx="1">
                  <c:v>40.942</c:v>
                </c:pt>
                <c:pt idx="2">
                  <c:v>42.877</c:v>
                </c:pt>
                <c:pt idx="3">
                  <c:v>44.887</c:v>
                </c:pt>
                <c:pt idx="4">
                  <c:v>47.021</c:v>
                </c:pt>
                <c:pt idx="5">
                  <c:v>49.392</c:v>
                </c:pt>
                <c:pt idx="6">
                  <c:v>52.049</c:v>
                </c:pt>
                <c:pt idx="7">
                  <c:v>55.045</c:v>
                </c:pt>
                <c:pt idx="8">
                  <c:v>58.403</c:v>
                </c:pt>
                <c:pt idx="9">
                  <c:v>62.117</c:v>
                </c:pt>
                <c:pt idx="10">
                  <c:v>66.154</c:v>
                </c:pt>
                <c:pt idx="11">
                  <c:v>70.498</c:v>
                </c:pt>
                <c:pt idx="12">
                  <c:v>75.112</c:v>
                </c:pt>
                <c:pt idx="13">
                  <c:v>79.972</c:v>
                </c:pt>
                <c:pt idx="14">
                  <c:v>85.021</c:v>
                </c:pt>
                <c:pt idx="15">
                  <c:v>90.259</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36.203</c:v>
                </c:pt>
                <c:pt idx="1">
                  <c:v>37.827</c:v>
                </c:pt>
                <c:pt idx="2">
                  <c:v>39.513</c:v>
                </c:pt>
                <c:pt idx="3">
                  <c:v>41.257</c:v>
                </c:pt>
                <c:pt idx="4">
                  <c:v>43.102</c:v>
                </c:pt>
                <c:pt idx="5">
                  <c:v>45.148</c:v>
                </c:pt>
                <c:pt idx="6">
                  <c:v>47.436</c:v>
                </c:pt>
                <c:pt idx="7">
                  <c:v>50.01</c:v>
                </c:pt>
                <c:pt idx="8">
                  <c:v>52.89</c:v>
                </c:pt>
                <c:pt idx="9">
                  <c:v>56.069</c:v>
                </c:pt>
                <c:pt idx="10">
                  <c:v>59.514</c:v>
                </c:pt>
                <c:pt idx="11">
                  <c:v>63.21</c:v>
                </c:pt>
                <c:pt idx="12">
                  <c:v>67.12</c:v>
                </c:pt>
                <c:pt idx="13">
                  <c:v>71.225</c:v>
                </c:pt>
                <c:pt idx="14">
                  <c:v>75.475</c:v>
                </c:pt>
                <c:pt idx="15">
                  <c:v>79.871</c:v>
                </c:pt>
              </c:numCache>
            </c:numRef>
          </c:val>
        </c:ser>
        <c:ser>
          <c:idx val="10"/>
          <c:order val="10"/>
          <c:tx>
            <c:strRef>
              <c:f>Sheet1!$L$1</c:f>
              <c:strCache>
                <c:ptCount val="1"/>
                <c:pt idx="0">
                  <c:v>Switzerland</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25.498</c:v>
                </c:pt>
                <c:pt idx="1">
                  <c:v>26.277</c:v>
                </c:pt>
                <c:pt idx="2">
                  <c:v>27.075</c:v>
                </c:pt>
                <c:pt idx="3">
                  <c:v>27.887</c:v>
                </c:pt>
                <c:pt idx="4">
                  <c:v>28.735</c:v>
                </c:pt>
                <c:pt idx="5">
                  <c:v>29.664</c:v>
                </c:pt>
                <c:pt idx="6">
                  <c:v>30.691</c:v>
                </c:pt>
                <c:pt idx="7">
                  <c:v>31.832</c:v>
                </c:pt>
                <c:pt idx="8">
                  <c:v>33.093</c:v>
                </c:pt>
                <c:pt idx="9">
                  <c:v>34.467</c:v>
                </c:pt>
                <c:pt idx="10">
                  <c:v>35.936</c:v>
                </c:pt>
                <c:pt idx="11">
                  <c:v>37.485</c:v>
                </c:pt>
                <c:pt idx="12">
                  <c:v>39.095</c:v>
                </c:pt>
                <c:pt idx="13">
                  <c:v>40.757</c:v>
                </c:pt>
                <c:pt idx="14">
                  <c:v>42.448</c:v>
                </c:pt>
                <c:pt idx="15">
                  <c:v>44.169</c:v>
                </c:pt>
              </c:numCache>
            </c:numRef>
          </c:val>
        </c:ser>
        <c:ser>
          <c:idx val="11"/>
          <c:order val="11"/>
          <c:tx>
            <c:strRef>
              <c:f>Sheet1!$M$1</c:f>
              <c:strCache>
                <c:ptCount val="1"/>
                <c:pt idx="0">
                  <c:v>Belgium</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23.121</c:v>
                </c:pt>
                <c:pt idx="1">
                  <c:v>24.135</c:v>
                </c:pt>
                <c:pt idx="2">
                  <c:v>25.187</c:v>
                </c:pt>
                <c:pt idx="3">
                  <c:v>26.276</c:v>
                </c:pt>
                <c:pt idx="4">
                  <c:v>27.429</c:v>
                </c:pt>
                <c:pt idx="5">
                  <c:v>28.707</c:v>
                </c:pt>
                <c:pt idx="6">
                  <c:v>30.136</c:v>
                </c:pt>
                <c:pt idx="7">
                  <c:v>31.744</c:v>
                </c:pt>
                <c:pt idx="8">
                  <c:v>33.542</c:v>
                </c:pt>
                <c:pt idx="9">
                  <c:v>35.526</c:v>
                </c:pt>
                <c:pt idx="10">
                  <c:v>37.677</c:v>
                </c:pt>
                <c:pt idx="11">
                  <c:v>39.984</c:v>
                </c:pt>
                <c:pt idx="12">
                  <c:v>42.423</c:v>
                </c:pt>
                <c:pt idx="13">
                  <c:v>44.983</c:v>
                </c:pt>
                <c:pt idx="14">
                  <c:v>47.631</c:v>
                </c:pt>
                <c:pt idx="15">
                  <c:v>50.368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U.K.</c:v>
                </c:pt>
              </c:strCache>
            </c:strRef>
          </c:tx>
          <c:spPr>
            <a:solidFill>
              <a:srgbClr val="3D85C6"/>
            </a:solidFill>
            <a:ln>
              <a:noFill/>
            </a:ln>
          </c:spPr>
          <c:dLbls>
            <c:dLbl>
              <c:idx val="0"/>
              <c:tx>
                <c:rich>
                  <a:bodyPr/>
                  <a:lstStyle/>
                  <a:p>
                    <a:r>
                      <a:rPr sz="1100">
                        <a:solidFill>
                          <a:srgbClr val="FFFFFF"/>
                        </a:solidFill>
                        <a:latin typeface="Calibri"/>
                      </a:rPr>
                      <a:t>385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399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445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465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487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539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570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604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641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680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722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767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814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384.611</c:v>
                </c:pt>
                <c:pt idx="1">
                  <c:v>398.738</c:v>
                </c:pt>
                <c:pt idx="2">
                  <c:v>413.427</c:v>
                </c:pt>
                <c:pt idx="3">
                  <c:v>428.831</c:v>
                </c:pt>
                <c:pt idx="4">
                  <c:v>445.119</c:v>
                </c:pt>
                <c:pt idx="5">
                  <c:v>464.683</c:v>
                </c:pt>
                <c:pt idx="6">
                  <c:v>486.654</c:v>
                </c:pt>
                <c:pt idx="7">
                  <c:v>511.358</c:v>
                </c:pt>
                <c:pt idx="8">
                  <c:v>539.04</c:v>
                </c:pt>
                <c:pt idx="9">
                  <c:v>569.9</c:v>
                </c:pt>
                <c:pt idx="10">
                  <c:v>603.725</c:v>
                </c:pt>
                <c:pt idx="11">
                  <c:v>640.584</c:v>
                </c:pt>
                <c:pt idx="12">
                  <c:v>680.145</c:v>
                </c:pt>
                <c:pt idx="13">
                  <c:v>722.363</c:v>
                </c:pt>
                <c:pt idx="14">
                  <c:v>766.956</c:v>
                </c:pt>
                <c:pt idx="15">
                  <c:v>814.115</c:v>
                </c:pt>
              </c:numCache>
            </c:numRef>
          </c:val>
        </c:ser>
        <c:ser>
          <c:idx val="1"/>
          <c:order val="1"/>
          <c:tx>
            <c:strRef>
              <c:f>Sheet1!$C$1</c:f>
              <c:strCache>
                <c:ptCount val="1"/>
                <c:pt idx="0">
                  <c:v>Germany</c:v>
                </c:pt>
              </c:strCache>
            </c:strRef>
          </c:tx>
          <c:spPr>
            <a:solidFill>
              <a:srgbClr val="9E7E0A"/>
            </a:solidFill>
            <a:ln>
              <a:noFill/>
            </a:ln>
          </c:spPr>
          <c:dLbls>
            <c:dLbl>
              <c:idx val="0"/>
              <c:tx>
                <c:rich>
                  <a:bodyPr/>
                  <a:lstStyle/>
                  <a:p>
                    <a:r>
                      <a:rPr sz="1100">
                        <a:solidFill>
                          <a:srgbClr val="FFFFFF"/>
                        </a:solidFill>
                        <a:latin typeface="Calibri"/>
                      </a:rPr>
                      <a:t>358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369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381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439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459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505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560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591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624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658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693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357.869</c:v>
                </c:pt>
                <c:pt idx="1">
                  <c:v>369.187</c:v>
                </c:pt>
                <c:pt idx="2">
                  <c:v>380.897</c:v>
                </c:pt>
                <c:pt idx="3">
                  <c:v>393.158</c:v>
                </c:pt>
                <c:pt idx="4">
                  <c:v>406.085</c:v>
                </c:pt>
                <c:pt idx="5">
                  <c:v>421.749</c:v>
                </c:pt>
                <c:pt idx="6">
                  <c:v>439.251</c:v>
                </c:pt>
                <c:pt idx="7">
                  <c:v>458.873</c:v>
                </c:pt>
                <c:pt idx="8">
                  <c:v>480.862</c:v>
                </c:pt>
                <c:pt idx="9">
                  <c:v>505.221</c:v>
                </c:pt>
                <c:pt idx="10">
                  <c:v>531.785</c:v>
                </c:pt>
                <c:pt idx="11">
                  <c:v>560.491</c:v>
                </c:pt>
                <c:pt idx="12">
                  <c:v>591.078</c:v>
                </c:pt>
                <c:pt idx="13">
                  <c:v>623.502</c:v>
                </c:pt>
                <c:pt idx="14">
                  <c:v>657.535</c:v>
                </c:pt>
                <c:pt idx="15">
                  <c:v>693.195</c:v>
                </c:pt>
              </c:numCache>
            </c:numRef>
          </c:val>
        </c:ser>
        <c:ser>
          <c:idx val="2"/>
          <c:order val="2"/>
          <c:tx>
            <c:strRef>
              <c:f>Sheet1!$D$1</c:f>
              <c:strCache>
                <c:ptCount val="1"/>
                <c:pt idx="0">
                  <c:v>France</c:v>
                </c:pt>
              </c:strCache>
            </c:strRef>
          </c:tx>
          <c:spPr>
            <a:solidFill>
              <a:srgbClr val="008189"/>
            </a:solidFill>
            <a:ln>
              <a:noFill/>
            </a:ln>
          </c:spPr>
          <c:dLbls>
            <c:dLbl>
              <c:idx val="0"/>
              <c:tx>
                <c:rich>
                  <a:bodyPr/>
                  <a:lstStyle/>
                  <a:p>
                    <a:r>
                      <a:rPr sz="1100">
                        <a:solidFill>
                          <a:srgbClr val="FFFFFF"/>
                        </a:solidFill>
                        <a:latin typeface="Calibri"/>
                      </a:rPr>
                      <a:t>317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372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390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410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432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458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486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552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589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629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317.464</c:v>
                </c:pt>
                <c:pt idx="1">
                  <c:v>330.144</c:v>
                </c:pt>
                <c:pt idx="2">
                  <c:v>343.343</c:v>
                </c:pt>
                <c:pt idx="3">
                  <c:v>357.226</c:v>
                </c:pt>
                <c:pt idx="4">
                  <c:v>371.873</c:v>
                </c:pt>
                <c:pt idx="5">
                  <c:v>389.643</c:v>
                </c:pt>
                <c:pt idx="6">
                  <c:v>409.685</c:v>
                </c:pt>
                <c:pt idx="7">
                  <c:v>432.29</c:v>
                </c:pt>
                <c:pt idx="8">
                  <c:v>457.907</c:v>
                </c:pt>
                <c:pt idx="9">
                  <c:v>486.464</c:v>
                </c:pt>
                <c:pt idx="10">
                  <c:v>517.979</c:v>
                </c:pt>
                <c:pt idx="11">
                  <c:v>552.399</c:v>
                </c:pt>
                <c:pt idx="12">
                  <c:v>589.344</c:v>
                </c:pt>
                <c:pt idx="13">
                  <c:v>628.976</c:v>
                </c:pt>
                <c:pt idx="14">
                  <c:v>670.977</c:v>
                </c:pt>
                <c:pt idx="15">
                  <c:v>715.414</c:v>
                </c:pt>
              </c:numCache>
            </c:numRef>
          </c:val>
        </c:ser>
        <c:ser>
          <c:idx val="3"/>
          <c:order val="3"/>
          <c:tx>
            <c:strRef>
              <c:f>Sheet1!$E$1</c:f>
              <c:strCache>
                <c:ptCount val="1"/>
                <c:pt idx="0">
                  <c:v>Rest of Europe</c:v>
                </c:pt>
              </c:strCache>
            </c:strRef>
          </c:tx>
          <c:spPr>
            <a:solidFill>
              <a:srgbClr val="40315E"/>
            </a:solidFill>
            <a:ln>
              <a:noFill/>
            </a:ln>
          </c:spPr>
          <c:dLbls>
            <c:dLbl>
              <c:idx val="2"/>
              <c:tx>
                <c:rich>
                  <a:bodyPr/>
                  <a:lstStyle/>
                  <a:p>
                    <a:r>
                      <a:rPr sz="1100">
                        <a:solidFill>
                          <a:srgbClr val="FFFFFF"/>
                        </a:solidFill>
                        <a:latin typeface="Calibri"/>
                      </a:rPr>
                      <a:t>320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367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388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438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468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500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618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662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292.932</c:v>
                </c:pt>
                <c:pt idx="1">
                  <c:v>305.928</c:v>
                </c:pt>
                <c:pt idx="2">
                  <c:v>319.511</c:v>
                </c:pt>
                <c:pt idx="3">
                  <c:v>333.817</c:v>
                </c:pt>
                <c:pt idx="4">
                  <c:v>349.026</c:v>
                </c:pt>
                <c:pt idx="5">
                  <c:v>367.283</c:v>
                </c:pt>
                <c:pt idx="6">
                  <c:v>387.867</c:v>
                </c:pt>
                <c:pt idx="7">
                  <c:v>411.278</c:v>
                </c:pt>
                <c:pt idx="8">
                  <c:v>437.747</c:v>
                </c:pt>
                <c:pt idx="9">
                  <c:v>467.516</c:v>
                </c:pt>
                <c:pt idx="10">
                  <c:v>500.476</c:v>
                </c:pt>
                <c:pt idx="11">
                  <c:v>536.567</c:v>
                </c:pt>
                <c:pt idx="12">
                  <c:v>575.648</c:v>
                </c:pt>
                <c:pt idx="13">
                  <c:v>617.615</c:v>
                </c:pt>
                <c:pt idx="14">
                  <c:v>662.395</c:v>
                </c:pt>
                <c:pt idx="15">
                  <c:v>710.155</c:v>
                </c:pt>
              </c:numCache>
            </c:numRef>
          </c:val>
        </c:ser>
        <c:ser>
          <c:idx val="4"/>
          <c:order val="4"/>
          <c:tx>
            <c:strRef>
              <c:f>Sheet1!$F$1</c:f>
              <c:strCache>
                <c:ptCount val="1"/>
                <c:pt idx="0">
                  <c:v>Italy</c:v>
                </c:pt>
              </c:strCache>
            </c:strRef>
          </c:tx>
          <c:spPr>
            <a:solidFill>
              <a:srgbClr val="A35313"/>
            </a:solidFill>
            <a:ln>
              <a:noFill/>
            </a:ln>
          </c:spPr>
          <c:dLbls>
            <c:dLbl>
              <c:idx val="9"/>
              <c:tx>
                <c:rich>
                  <a:bodyPr/>
                  <a:lstStyle/>
                  <a:p>
                    <a:r>
                      <a:rPr sz="1100">
                        <a:solidFill>
                          <a:srgbClr val="FFFFFF"/>
                        </a:solidFill>
                        <a:latin typeface="Calibri"/>
                      </a:rPr>
                      <a:t>328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350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399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456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487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210.797</c:v>
                </c:pt>
                <c:pt idx="1">
                  <c:v>219.54</c:v>
                </c:pt>
                <c:pt idx="2">
                  <c:v>228.678</c:v>
                </c:pt>
                <c:pt idx="3">
                  <c:v>238.324</c:v>
                </c:pt>
                <c:pt idx="4">
                  <c:v>248.572</c:v>
                </c:pt>
                <c:pt idx="5">
                  <c:v>260.931</c:v>
                </c:pt>
                <c:pt idx="6">
                  <c:v>274.86</c:v>
                </c:pt>
                <c:pt idx="7">
                  <c:v>290.577</c:v>
                </c:pt>
                <c:pt idx="8">
                  <c:v>308.242</c:v>
                </c:pt>
                <c:pt idx="9">
                  <c:v>328.011</c:v>
                </c:pt>
                <c:pt idx="10">
                  <c:v>349.81</c:v>
                </c:pt>
                <c:pt idx="11">
                  <c:v>373.671</c:v>
                </c:pt>
                <c:pt idx="12">
                  <c:v>399.35</c:v>
                </c:pt>
                <c:pt idx="13">
                  <c:v>426.863</c:v>
                </c:pt>
                <c:pt idx="14">
                  <c:v>456.09</c:v>
                </c:pt>
                <c:pt idx="15">
                  <c:v>487.08</c:v>
                </c:pt>
              </c:numCache>
            </c:numRef>
          </c:val>
        </c:ser>
        <c:ser>
          <c:idx val="5"/>
          <c:order val="5"/>
          <c:tx>
            <c:strRef>
              <c:f>Sheet1!$G$1</c:f>
              <c:strCache>
                <c:ptCount val="1"/>
                <c:pt idx="0">
                  <c:v>Nordic</c:v>
                </c:pt>
              </c:strCache>
            </c:strRef>
          </c:tx>
          <c:spPr>
            <a:solidFill>
              <a:srgbClr val="808080"/>
            </a:solidFill>
            <a:ln>
              <a:noFill/>
            </a:ln>
          </c:spPr>
          <c:dLbls>
            <c:dLbl>
              <c:idx val="12"/>
              <c:tx>
                <c:rich>
                  <a:bodyPr/>
                  <a:lstStyle/>
                  <a:p>
                    <a:r>
                      <a:rPr sz="1100">
                        <a:solidFill>
                          <a:srgbClr val="FFFFFF"/>
                        </a:solidFill>
                        <a:latin typeface="Calibri"/>
                      </a:rPr>
                      <a:t>326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396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174.613</c:v>
                </c:pt>
                <c:pt idx="1">
                  <c:v>181.628</c:v>
                </c:pt>
                <c:pt idx="2">
                  <c:v>188.95</c:v>
                </c:pt>
                <c:pt idx="3">
                  <c:v>196.664</c:v>
                </c:pt>
                <c:pt idx="4">
                  <c:v>204.848</c:v>
                </c:pt>
                <c:pt idx="5">
                  <c:v>214.755</c:v>
                </c:pt>
                <c:pt idx="6">
                  <c:v>225.883</c:v>
                </c:pt>
                <c:pt idx="7">
                  <c:v>238.446</c:v>
                </c:pt>
                <c:pt idx="8">
                  <c:v>252.653</c:v>
                </c:pt>
                <c:pt idx="9">
                  <c:v>268.584</c:v>
                </c:pt>
                <c:pt idx="10">
                  <c:v>286.064</c:v>
                </c:pt>
                <c:pt idx="11">
                  <c:v>305.111</c:v>
                </c:pt>
                <c:pt idx="12">
                  <c:v>325.592</c:v>
                </c:pt>
                <c:pt idx="13">
                  <c:v>347.481</c:v>
                </c:pt>
                <c:pt idx="14">
                  <c:v>370.775</c:v>
                </c:pt>
                <c:pt idx="15">
                  <c:v>395.511</c:v>
                </c:pt>
              </c:numCache>
            </c:numRef>
          </c:val>
        </c:ser>
        <c:ser>
          <c:idx val="6"/>
          <c:order val="6"/>
          <c:tx>
            <c:strRef>
              <c:f>Sheet1!$H$1</c:f>
              <c:strCache>
                <c:ptCount val="1"/>
                <c:pt idx="0">
                  <c:v>Spain</c:v>
                </c:pt>
              </c:strCache>
            </c:strRef>
          </c:tx>
          <c:spPr>
            <a:solidFill>
              <a:srgbClr val="0E72AE"/>
            </a:solidFill>
            <a:ln>
              <a:noFill/>
            </a:ln>
          </c:spPr>
          <c:dLbls>
            <c:dLbl>
              <c:idx val="14"/>
              <c:tx>
                <c:rich>
                  <a:bodyPr/>
                  <a:lstStyle/>
                  <a:p>
                    <a:r>
                      <a:rPr sz="1100">
                        <a:solidFill>
                          <a:srgbClr val="FFFFFF"/>
                        </a:solidFill>
                        <a:latin typeface="Calibri"/>
                      </a:rPr>
                      <a:t>326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350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140.741</c:v>
                </c:pt>
                <c:pt idx="1">
                  <c:v>147.059</c:v>
                </c:pt>
                <c:pt idx="2">
                  <c:v>153.664</c:v>
                </c:pt>
                <c:pt idx="3">
                  <c:v>160.655</c:v>
                </c:pt>
                <c:pt idx="4">
                  <c:v>168.119</c:v>
                </c:pt>
                <c:pt idx="5">
                  <c:v>177.178</c:v>
                </c:pt>
                <c:pt idx="6">
                  <c:v>187.421</c:v>
                </c:pt>
                <c:pt idx="7">
                  <c:v>199.079</c:v>
                </c:pt>
                <c:pt idx="8">
                  <c:v>212.309</c:v>
                </c:pt>
                <c:pt idx="9">
                  <c:v>227.233</c:v>
                </c:pt>
                <c:pt idx="10">
                  <c:v>243.802</c:v>
                </c:pt>
                <c:pt idx="11">
                  <c:v>262.027</c:v>
                </c:pt>
                <c:pt idx="12">
                  <c:v>281.795</c:v>
                </c:pt>
                <c:pt idx="13">
                  <c:v>303.122</c:v>
                </c:pt>
                <c:pt idx="14">
                  <c:v>325.857</c:v>
                </c:pt>
                <c:pt idx="15">
                  <c:v>350.143</c:v>
                </c:pt>
              </c:numCache>
            </c:numRef>
          </c:val>
        </c:ser>
        <c:ser>
          <c:idx val="7"/>
          <c:order val="7"/>
          <c:tx>
            <c:strRef>
              <c:f>Sheet1!$I$1</c:f>
              <c:strCache>
                <c:ptCount val="1"/>
                <c:pt idx="0">
                  <c:v>Russia</c:v>
                </c:pt>
              </c:strCache>
            </c:strRef>
          </c:tx>
          <c:spPr>
            <a:solidFill>
              <a:srgbClr val="A86F00"/>
            </a:solidFill>
            <a:ln>
              <a:noFill/>
            </a:ln>
          </c:spPr>
          <c:dLbls>
            <c:dLbl>
              <c:idx val="15"/>
              <c:tx>
                <c:rich>
                  <a:bodyPr/>
                  <a:lstStyle/>
                  <a:p>
                    <a:r>
                      <a:rPr sz="1100">
                        <a:solidFill>
                          <a:srgbClr val="FFFFFF"/>
                        </a:solidFill>
                        <a:latin typeface="Calibri"/>
                      </a:rPr>
                      <a:t>311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138.805</c:v>
                </c:pt>
                <c:pt idx="1">
                  <c:v>144.192</c:v>
                </c:pt>
                <c:pt idx="2">
                  <c:v>149.805</c:v>
                </c:pt>
                <c:pt idx="3">
                  <c:v>155.725</c:v>
                </c:pt>
                <c:pt idx="4">
                  <c:v>161.995</c:v>
                </c:pt>
                <c:pt idx="5">
                  <c:v>169.64</c:v>
                </c:pt>
                <c:pt idx="6">
                  <c:v>178.276</c:v>
                </c:pt>
                <c:pt idx="7">
                  <c:v>188.057</c:v>
                </c:pt>
                <c:pt idx="8">
                  <c:v>199.092</c:v>
                </c:pt>
                <c:pt idx="9">
                  <c:v>211.457</c:v>
                </c:pt>
                <c:pt idx="10">
                  <c:v>225.049</c:v>
                </c:pt>
                <c:pt idx="11">
                  <c:v>239.909</c:v>
                </c:pt>
                <c:pt idx="12">
                  <c:v>255.931</c:v>
                </c:pt>
                <c:pt idx="13">
                  <c:v>273.144</c:v>
                </c:pt>
                <c:pt idx="14">
                  <c:v>291.572</c:v>
                </c:pt>
                <c:pt idx="15">
                  <c:v>311.22</c:v>
                </c:pt>
              </c:numCache>
            </c:numRef>
          </c:val>
        </c:ser>
        <c:ser>
          <c:idx val="8"/>
          <c:order val="8"/>
          <c:tx>
            <c:strRef>
              <c:f>Sheet1!$J$1</c:f>
              <c:strCache>
                <c:ptCount val="1"/>
                <c:pt idx="0">
                  <c:v>Switzerland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86.984</c:v>
                </c:pt>
                <c:pt idx="1">
                  <c:v>90.039</c:v>
                </c:pt>
                <c:pt idx="2">
                  <c:v>93.19</c:v>
                </c:pt>
                <c:pt idx="3">
                  <c:v>96.458</c:v>
                </c:pt>
                <c:pt idx="4">
                  <c:v>99.881</c:v>
                </c:pt>
                <c:pt idx="5">
                  <c:v>103.918</c:v>
                </c:pt>
                <c:pt idx="6">
                  <c:v>108.439</c:v>
                </c:pt>
                <c:pt idx="7">
                  <c:v>113.506</c:v>
                </c:pt>
                <c:pt idx="8">
                  <c:v>119.195</c:v>
                </c:pt>
                <c:pt idx="9">
                  <c:v>125.511</c:v>
                </c:pt>
                <c:pt idx="10">
                  <c:v>132.411</c:v>
                </c:pt>
                <c:pt idx="11">
                  <c:v>139.863</c:v>
                </c:pt>
                <c:pt idx="12">
                  <c:v>147.772</c:v>
                </c:pt>
                <c:pt idx="13">
                  <c:v>156.135</c:v>
                </c:pt>
                <c:pt idx="14">
                  <c:v>164.885</c:v>
                </c:pt>
                <c:pt idx="15">
                  <c:v>174.057</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78.323</c:v>
                </c:pt>
                <c:pt idx="1">
                  <c:v>82.326</c:v>
                </c:pt>
                <c:pt idx="2">
                  <c:v>86.533</c:v>
                </c:pt>
                <c:pt idx="3">
                  <c:v>90.989</c:v>
                </c:pt>
                <c:pt idx="4">
                  <c:v>95.74</c:v>
                </c:pt>
                <c:pt idx="5">
                  <c:v>101.454</c:v>
                </c:pt>
                <c:pt idx="6">
                  <c:v>107.954</c:v>
                </c:pt>
                <c:pt idx="7">
                  <c:v>115.38</c:v>
                </c:pt>
                <c:pt idx="8">
                  <c:v>123.87</c:v>
                </c:pt>
                <c:pt idx="9">
                  <c:v>133.466</c:v>
                </c:pt>
                <c:pt idx="10">
                  <c:v>144.173</c:v>
                </c:pt>
                <c:pt idx="11">
                  <c:v>156.016</c:v>
                </c:pt>
                <c:pt idx="12">
                  <c:v>168.928</c:v>
                </c:pt>
                <c:pt idx="13">
                  <c:v>182.942</c:v>
                </c:pt>
                <c:pt idx="14">
                  <c:v>198.043</c:v>
                </c:pt>
                <c:pt idx="15">
                  <c:v>214.26</c:v>
                </c:pt>
              </c:numCache>
            </c:numRef>
          </c:val>
        </c:ser>
        <c:ser>
          <c:idx val="10"/>
          <c:order val="10"/>
          <c:tx>
            <c:strRef>
              <c:f>Sheet1!$L$1</c:f>
              <c:strCache>
                <c:ptCount val="1"/>
                <c:pt idx="0">
                  <c:v>Poland</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59.027</c:v>
                </c:pt>
                <c:pt idx="1">
                  <c:v>62.091</c:v>
                </c:pt>
                <c:pt idx="2">
                  <c:v>65.309</c:v>
                </c:pt>
                <c:pt idx="3">
                  <c:v>68.708</c:v>
                </c:pt>
                <c:pt idx="4">
                  <c:v>72.353</c:v>
                </c:pt>
                <c:pt idx="5">
                  <c:v>76.702</c:v>
                </c:pt>
                <c:pt idx="6">
                  <c:v>81.657</c:v>
                </c:pt>
                <c:pt idx="7">
                  <c:v>87.319</c:v>
                </c:pt>
                <c:pt idx="8">
                  <c:v>93.777</c:v>
                </c:pt>
                <c:pt idx="9">
                  <c:v>101.075</c:v>
                </c:pt>
                <c:pt idx="10">
                  <c:v>109.177</c:v>
                </c:pt>
                <c:pt idx="11">
                  <c:v>118.116</c:v>
                </c:pt>
                <c:pt idx="12">
                  <c:v>127.828</c:v>
                </c:pt>
                <c:pt idx="13">
                  <c:v>138.327</c:v>
                </c:pt>
                <c:pt idx="14">
                  <c:v>149.55</c:v>
                </c:pt>
                <c:pt idx="15">
                  <c:v>161.531</c:v>
                </c:pt>
              </c:numCache>
            </c:numRef>
          </c:val>
        </c:ser>
        <c:ser>
          <c:idx val="11"/>
          <c:order val="11"/>
          <c:tx>
            <c:strRef>
              <c:f>Sheet1!$M$1</c:f>
              <c:strCache>
                <c:ptCount val="1"/>
                <c:pt idx="0">
                  <c:v>Belgium</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49.151</c:v>
                </c:pt>
                <c:pt idx="1">
                  <c:v>51.563</c:v>
                </c:pt>
                <c:pt idx="2">
                  <c:v>54.094</c:v>
                </c:pt>
                <c:pt idx="3">
                  <c:v>56.767</c:v>
                </c:pt>
                <c:pt idx="4">
                  <c:v>59.622</c:v>
                </c:pt>
                <c:pt idx="5">
                  <c:v>63.042</c:v>
                </c:pt>
                <c:pt idx="6">
                  <c:v>66.934</c:v>
                </c:pt>
                <c:pt idx="7">
                  <c:v>71.387</c:v>
                </c:pt>
                <c:pt idx="8">
                  <c:v>76.468</c:v>
                </c:pt>
                <c:pt idx="9">
                  <c:v>82.214</c:v>
                </c:pt>
                <c:pt idx="10">
                  <c:v>88.598</c:v>
                </c:pt>
                <c:pt idx="11">
                  <c:v>95.642</c:v>
                </c:pt>
                <c:pt idx="12">
                  <c:v>103.3</c:v>
                </c:pt>
                <c:pt idx="13">
                  <c:v>111.588</c:v>
                </c:pt>
                <c:pt idx="14">
                  <c:v>120.478</c:v>
                </c:pt>
                <c:pt idx="15">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11.976213737874161</c:v>
                </c:pt>
                <c:pt idx="1">
                  <c:v>12.653377081656657</c:v>
                </c:pt>
                <c:pt idx="2">
                  <c:v>11.233166337270763</c:v>
                </c:pt>
                <c:pt idx="3">
                  <c:v>11.992905815364512</c:v>
                </c:pt>
                <c:pt idx="4">
                  <c:v>14.173253646937855</c:v>
                </c:pt>
                <c:pt idx="5">
                  <c:v>11.30706223725096</c:v>
                </c:pt>
                <c:pt idx="6">
                  <c:v>12.096755842441805</c:v>
                </c:pt>
                <c:pt idx="7">
                  <c:v>10.051942186088528</c:v>
                </c:pt>
                <c:pt idx="8">
                  <c:v>13.662100851852651</c:v>
                </c:pt>
                <c:pt idx="9">
                  <c:v>12.381258149640782</c:v>
                </c:pt>
                <c:pt idx="10">
                  <c:v>11.488313060689334</c:v>
                </c:pt>
                <c:pt idx="11">
                  <c:v>12.408458766217016</c:v>
                </c:pt>
              </c:numCache>
            </c:numRef>
          </c:val>
        </c:ser>
        <c:ser>
          <c:idx val="1"/>
          <c:order val="1"/>
          <c:tx>
            <c:strRef>
              <c:f>Sheet1!$C$1</c:f>
              <c:strCache>
                <c:ptCount val="1"/>
                <c:pt idx="0">
                  <c:v>Mousses and Foams</c:v>
                </c:pt>
              </c:strCache>
            </c:strRef>
          </c:tx>
          <c:spPr>
            <a:solidFill>
              <a:srgbClr val="9E7E0A"/>
            </a:solidFill>
            <a:ln>
              <a:noFill/>
            </a:ln>
          </c:spPr>
          <c:dLbls>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6.8181643344539244</c:v>
                </c:pt>
                <c:pt idx="1">
                  <c:v>6.792546276233518</c:v>
                </c:pt>
                <c:pt idx="2">
                  <c:v>6.387024865560509</c:v>
                </c:pt>
                <c:pt idx="3">
                  <c:v>6.083730047605713</c:v>
                </c:pt>
                <c:pt idx="4">
                  <c:v>6.791337317653108</c:v>
                </c:pt>
                <c:pt idx="5">
                  <c:v>6.2585679034911355</c:v>
                </c:pt>
                <c:pt idx="6">
                  <c:v>6.189208391169904</c:v>
                </c:pt>
                <c:pt idx="7">
                  <c:v>6.242095754290876</c:v>
                </c:pt>
                <c:pt idx="8">
                  <c:v>7.501929471505131</c:v>
                </c:pt>
                <c:pt idx="9">
                  <c:v>6.541961321065572</c:v>
                </c:pt>
                <c:pt idx="10">
                  <c:v>5.657283754581263</c:v>
                </c:pt>
                <c:pt idx="11">
                  <c:v>6.063032941332541</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8.357501673192761</c:v>
                </c:pt>
                <c:pt idx="1">
                  <c:v>9.970284157741597</c:v>
                </c:pt>
                <c:pt idx="2">
                  <c:v>7.746357494139818</c:v>
                </c:pt>
                <c:pt idx="3">
                  <c:v>8.056566788014562</c:v>
                </c:pt>
                <c:pt idx="4">
                  <c:v>8.405629458261037</c:v>
                </c:pt>
                <c:pt idx="5">
                  <c:v>8.197198866751965</c:v>
                </c:pt>
                <c:pt idx="6">
                  <c:v>7.895355628541305</c:v>
                </c:pt>
                <c:pt idx="7">
                  <c:v>9.204853412170486</c:v>
                </c:pt>
                <c:pt idx="8">
                  <c:v>8.403407410613175</c:v>
                </c:pt>
                <c:pt idx="9">
                  <c:v>8.67980747837793</c:v>
                </c:pt>
                <c:pt idx="10">
                  <c:v>8.050163961007192</c:v>
                </c:pt>
                <c:pt idx="11">
                  <c:v>8.1052530726655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11.707733612327008</c:v>
                </c:pt>
                <c:pt idx="1">
                  <c:v>10.960812233021729</c:v>
                </c:pt>
                <c:pt idx="2">
                  <c:v>11.602013145194649</c:v>
                </c:pt>
                <c:pt idx="3">
                  <c:v>12.234668160179222</c:v>
                </c:pt>
                <c:pt idx="4">
                  <c:v>10.951738320159372</c:v>
                </c:pt>
                <c:pt idx="5">
                  <c:v>13.186860263205997</c:v>
                </c:pt>
                <c:pt idx="6">
                  <c:v>10.781242493887655</c:v>
                </c:pt>
                <c:pt idx="7">
                  <c:v>11.55313295557198</c:v>
                </c:pt>
                <c:pt idx="8">
                  <c:v>10.66482014440381</c:v>
                </c:pt>
                <c:pt idx="9">
                  <c:v>10.851167493247944</c:v>
                </c:pt>
                <c:pt idx="10">
                  <c:v>12.888201796442338</c:v>
                </c:pt>
                <c:pt idx="11">
                  <c:v>10.366607133644672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15.70954912263157</c:v>
                </c:pt>
                <c:pt idx="1">
                  <c:v>15.249798798984706</c:v>
                </c:pt>
                <c:pt idx="2">
                  <c:v>16.362549983913222</c:v>
                </c:pt>
                <c:pt idx="3">
                  <c:v>15.13628302062914</c:v>
                </c:pt>
                <c:pt idx="4">
                  <c:v>14.072039072039072</c:v>
                </c:pt>
                <c:pt idx="5">
                  <c:v>14.454624383110948</c:v>
                </c:pt>
                <c:pt idx="6">
                  <c:v>16.43064288983113</c:v>
                </c:pt>
                <c:pt idx="7">
                  <c:v>17.21934795105527</c:v>
                </c:pt>
                <c:pt idx="8">
                  <c:v>15.546707636379372</c:v>
                </c:pt>
                <c:pt idx="9">
                  <c:v>15.98639168405726</c:v>
                </c:pt>
                <c:pt idx="10">
                  <c:v>15.41848496115536</c:v>
                </c:pt>
                <c:pt idx="11">
                  <c:v>18.718508710082368</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11.416944249986539</c:v>
                </c:pt>
                <c:pt idx="1">
                  <c:v>11.365071503745435</c:v>
                </c:pt>
                <c:pt idx="2">
                  <c:v>10.62474146251781</c:v>
                </c:pt>
                <c:pt idx="3">
                  <c:v>11.147671053859797</c:v>
                </c:pt>
                <c:pt idx="4">
                  <c:v>11.78491099543731</c:v>
                </c:pt>
                <c:pt idx="5">
                  <c:v>11.839129044050448</c:v>
                </c:pt>
                <c:pt idx="6">
                  <c:v>11.670724708035934</c:v>
                </c:pt>
                <c:pt idx="7">
                  <c:v>10.93619118009362</c:v>
                </c:pt>
                <c:pt idx="8">
                  <c:v>11.767972936908084</c:v>
                </c:pt>
                <c:pt idx="9">
                  <c:v>10.656139372586791</c:v>
                </c:pt>
                <c:pt idx="10">
                  <c:v>10.837221524879302</c:v>
                </c:pt>
                <c:pt idx="11">
                  <c:v>11.831144041252207</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Sheet1!$H$2:$H$13</c:f>
              <c:numCache>
                <c:formatCode>General</c:formatCode>
                <c:ptCount val="12"/>
                <c:pt idx="0">
                  <c:v>18.078174642859892</c:v>
                </c:pt>
                <c:pt idx="1">
                  <c:v>18.59283105305516</c:v>
                </c:pt>
                <c:pt idx="2">
                  <c:v>21.668888173921037</c:v>
                </c:pt>
                <c:pt idx="3">
                  <c:v>19.780640343507887</c:v>
                </c:pt>
                <c:pt idx="4">
                  <c:v>18.658826553563394</c:v>
                </c:pt>
                <c:pt idx="5">
                  <c:v>19.663338512154997</c:v>
                </c:pt>
                <c:pt idx="6">
                  <c:v>19.265456586542477</c:v>
                </c:pt>
                <c:pt idx="7">
                  <c:v>18.922558922558924</c:v>
                </c:pt>
                <c:pt idx="8">
                  <c:v>18.49623843218719</c:v>
                </c:pt>
                <c:pt idx="9">
                  <c:v>19.569135708592786</c:v>
                </c:pt>
                <c:pt idx="10">
                  <c:v>22.589717282580438</c:v>
                </c:pt>
                <c:pt idx="11">
                  <c:v>17.24697032602314</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Sheet1!$I$2:$I$13</c:f>
              <c:numCache>
                <c:formatCode>General</c:formatCode>
                <c:ptCount val="12"/>
                <c:pt idx="0">
                  <c:v>15.935718626674156</c:v>
                </c:pt>
                <c:pt idx="1">
                  <c:v>14.415278895561196</c:v>
                </c:pt>
                <c:pt idx="2">
                  <c:v>14.375258537482189</c:v>
                </c:pt>
                <c:pt idx="3">
                  <c:v>15.567534770839167</c:v>
                </c:pt>
                <c:pt idx="4">
                  <c:v>15.162264635948846</c:v>
                </c:pt>
                <c:pt idx="5">
                  <c:v>15.093218789983547</c:v>
                </c:pt>
                <c:pt idx="6">
                  <c:v>15.670613459549799</c:v>
                </c:pt>
                <c:pt idx="7">
                  <c:v>15.869877638170324</c:v>
                </c:pt>
                <c:pt idx="8">
                  <c:v>13.956823116150577</c:v>
                </c:pt>
                <c:pt idx="9">
                  <c:v>15.334138792430938</c:v>
                </c:pt>
                <c:pt idx="10">
                  <c:v>13.070613658664772</c:v>
                </c:pt>
                <c:pt idx="11">
                  <c:v>15.260025008782552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70.95948448134718</c:v>
                </c:pt>
              </c:numCache>
            </c:numRef>
          </c:xVal>
          <c:yVal>
            <c:numRef>
              <c:f>Sheet1!$B$2:$B$2</c:f>
              <c:numCache>
                <c:formatCode>General</c:formatCode>
                <c:ptCount val="1"/>
                <c:pt idx="0">
                  <c:v>115.69041095305619</c:v>
                </c:pt>
              </c:numCache>
            </c:numRef>
          </c:yVal>
          <c:bubbleSize>
            <c:numRef>
              <c:f>Sheet1!$C$2:$C$2</c:f>
              <c:numCache>
                <c:formatCode>General</c:formatCode>
                <c:ptCount val="1"/>
                <c:pt idx="0">
                  <c:v>627.603</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74.09969884375026</c:v>
                </c:pt>
              </c:numCache>
            </c:numRef>
          </c:xVal>
          <c:yVal>
            <c:numRef>
              <c:f>Sheet1!$B$5:$B$5</c:f>
              <c:numCache>
                <c:formatCode>General</c:formatCode>
                <c:ptCount val="1"/>
                <c:pt idx="0">
                  <c:v>59.73750061366543</c:v>
                </c:pt>
              </c:numCache>
            </c:numRef>
          </c:yVal>
          <c:bubbleSize>
            <c:numRef>
              <c:f>Sheet1!$C$5:$C$5</c:f>
              <c:numCache>
                <c:formatCode>General</c:formatCode>
                <c:ptCount val="1"/>
                <c:pt idx="0">
                  <c:v>330.214</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88.71584424187822</c:v>
                </c:pt>
              </c:numCache>
            </c:numRef>
          </c:xVal>
          <c:yVal>
            <c:numRef>
              <c:f>Sheet1!$B$8:$B$8</c:f>
              <c:numCache>
                <c:formatCode>General</c:formatCode>
                <c:ptCount val="1"/>
                <c:pt idx="0">
                  <c:v>71.65705316797214</c:v>
                </c:pt>
              </c:numCache>
            </c:numRef>
          </c:yVal>
          <c:bubbleSize>
            <c:numRef>
              <c:f>Sheet1!$C$8:$C$8</c:f>
              <c:numCache>
                <c:formatCode>General</c:formatCode>
                <c:ptCount val="1"/>
                <c:pt idx="0">
                  <c:v>432.107</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100.2060707293011</c:v>
                </c:pt>
              </c:numCache>
            </c:numRef>
          </c:xVal>
          <c:yVal>
            <c:numRef>
              <c:f>Sheet1!$B$11:$B$11</c:f>
              <c:numCache>
                <c:formatCode>General</c:formatCode>
                <c:ptCount val="1"/>
                <c:pt idx="0">
                  <c:v>90.81536746285457</c:v>
                </c:pt>
              </c:numCache>
            </c:numRef>
          </c:yVal>
          <c:bubbleSize>
            <c:numRef>
              <c:f>Sheet1!$C$11:$C$11</c:f>
              <c:numCache>
                <c:formatCode>General</c:formatCode>
                <c:ptCount val="1"/>
                <c:pt idx="0">
                  <c:v>586.092</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96.34008170930309</c:v>
                </c:pt>
              </c:numCache>
            </c:numRef>
          </c:xVal>
          <c:yVal>
            <c:numRef>
              <c:f>Sheet1!$B$14:$B$14</c:f>
              <c:numCache>
                <c:formatCode>General</c:formatCode>
                <c:ptCount val="1"/>
                <c:pt idx="0">
                  <c:v>132.08356664477628</c:v>
                </c:pt>
              </c:numCache>
            </c:numRef>
          </c:yVal>
          <c:bubbleSize>
            <c:numRef>
              <c:f>Sheet1!$C$14:$C$14</c:f>
              <c:numCache>
                <c:formatCode>General</c:formatCode>
                <c:ptCount val="1"/>
                <c:pt idx="0">
                  <c:v>833.222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117.96040365598179</c:v>
                </c:pt>
              </c:numCache>
            </c:numRef>
          </c:xVal>
          <c:yVal>
            <c:numRef>
              <c:f>Sheet1!$B$17:$B$17</c:f>
              <c:numCache>
                <c:formatCode>General</c:formatCode>
                <c:ptCount val="1"/>
                <c:pt idx="0">
                  <c:v>81.58840090530768</c:v>
                </c:pt>
              </c:numCache>
            </c:numRef>
          </c:yVal>
          <c:bubbleSize>
            <c:numRef>
              <c:f>Sheet1!$C$17:$C$17</c:f>
              <c:numCache>
                <c:formatCode>General</c:formatCode>
                <c:ptCount val="1"/>
                <c:pt idx="0">
                  <c:v>584.235</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109.36508015015225</c:v>
                </c:pt>
              </c:numCache>
            </c:numRef>
          </c:xVal>
          <c:yVal>
            <c:numRef>
              <c:f>Sheet1!$B$20:$B$20</c:f>
              <c:numCache>
                <c:formatCode>General</c:formatCode>
                <c:ptCount val="1"/>
                <c:pt idx="0">
                  <c:v>146.56336691357953</c:v>
                </c:pt>
              </c:numCache>
            </c:numRef>
          </c:yVal>
          <c:bubbleSize>
            <c:numRef>
              <c:f>Sheet1!$C$20:$C$20</c:f>
              <c:numCache>
                <c:formatCode>General</c:formatCode>
                <c:ptCount val="1"/>
                <c:pt idx="0">
                  <c:v>998.122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126.17138871518756</c:v>
                </c:pt>
              </c:numCache>
            </c:numRef>
          </c:xVal>
          <c:yVal>
            <c:numRef>
              <c:f>Sheet1!$B$23:$B$23</c:f>
              <c:numCache>
                <c:formatCode>General</c:formatCode>
                <c:ptCount val="1"/>
                <c:pt idx="0">
                  <c:v>101.86433333878813</c:v>
                </c:pt>
              </c:numCache>
            </c:numRef>
          </c:yVal>
          <c:bubbleSize>
            <c:numRef>
              <c:f>Sheet1!$C$23:$C$23</c:f>
              <c:numCache>
                <c:formatCode>General</c:formatCode>
                <c:ptCount val="1"/>
                <c:pt idx="0">
                  <c:v>765.078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406.504</c:v>
                </c:pt>
                <c:pt idx="2">
                  <c:v>437.175</c:v>
                </c:pt>
                <c:pt idx="3">
                  <c:v>475.404</c:v>
                </c:pt>
                <c:pt idx="4">
                  <c:v>520.0219999999999</c:v>
                </c:pt>
                <c:pt idx="5">
                  <c:v>570.818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406.504</c:v>
                </c:pt>
                <c:pt idx="1">
                  <c:v>30.670999999999992</c:v>
                </c:pt>
                <c:pt idx="2">
                  <c:v>38.228999999999985</c:v>
                </c:pt>
                <c:pt idx="3">
                  <c:v>44.61799999999994</c:v>
                </c:pt>
                <c:pt idx="4">
                  <c:v>50.79600000000005</c:v>
                </c:pt>
                <c:pt idx="5">
                  <c:v>56.78499999999997</c:v>
                </c:pt>
                <c:pt idx="6">
                  <c:v>627.603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209.901</c:v>
                </c:pt>
                <c:pt idx="2">
                  <c:v>227.937</c:v>
                </c:pt>
                <c:pt idx="3">
                  <c:v>249.188</c:v>
                </c:pt>
                <c:pt idx="4">
                  <c:v>273.094</c:v>
                </c:pt>
                <c:pt idx="5">
                  <c:v>300.18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209.901</c:v>
                </c:pt>
                <c:pt idx="1">
                  <c:v>18.036</c:v>
                </c:pt>
                <c:pt idx="2">
                  <c:v>21.250999999999976</c:v>
                </c:pt>
                <c:pt idx="3">
                  <c:v>23.906000000000006</c:v>
                </c:pt>
                <c:pt idx="4">
                  <c:v>27.086000000000013</c:v>
                </c:pt>
                <c:pt idx="5">
                  <c:v>30.033999999999992</c:v>
                </c:pt>
                <c:pt idx="6">
                  <c:v>330.214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251.783</c:v>
                </c:pt>
                <c:pt idx="2">
                  <c:v>278.636</c:v>
                </c:pt>
                <c:pt idx="3">
                  <c:v>310.201</c:v>
                </c:pt>
                <c:pt idx="4">
                  <c:v>346.132</c:v>
                </c:pt>
                <c:pt idx="5">
                  <c:v>386.731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251.783</c:v>
                </c:pt>
                <c:pt idx="1">
                  <c:v>26.853000000000037</c:v>
                </c:pt>
                <c:pt idx="2">
                  <c:v>31.564999999999998</c:v>
                </c:pt>
                <c:pt idx="3">
                  <c:v>35.93099999999998</c:v>
                </c:pt>
                <c:pt idx="4">
                  <c:v>40.59899999999999</c:v>
                </c:pt>
                <c:pt idx="5">
                  <c:v>45.37600000000003</c:v>
                </c:pt>
                <c:pt idx="6">
                  <c:v>432.107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319.1</c:v>
                </c:pt>
                <c:pt idx="2">
                  <c:v>350.791</c:v>
                </c:pt>
                <c:pt idx="3">
                  <c:v>394.047</c:v>
                </c:pt>
                <c:pt idx="4">
                  <c:v>448.418</c:v>
                </c:pt>
                <c:pt idx="5">
                  <c:v>512.89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319.1</c:v>
                </c:pt>
                <c:pt idx="1">
                  <c:v>31.690999999999974</c:v>
                </c:pt>
                <c:pt idx="2">
                  <c:v>43.25600000000003</c:v>
                </c:pt>
                <c:pt idx="3">
                  <c:v>54.37099999999998</c:v>
                </c:pt>
                <c:pt idx="4">
                  <c:v>64.47199999999998</c:v>
                </c:pt>
                <c:pt idx="5">
                  <c:v>73.202</c:v>
                </c:pt>
                <c:pt idx="6">
                  <c:v>586.092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464.105</c:v>
                </c:pt>
                <c:pt idx="2">
                  <c:v>516.298</c:v>
                </c:pt>
                <c:pt idx="3">
                  <c:v>579.44</c:v>
                </c:pt>
                <c:pt idx="4">
                  <c:v>651.818</c:v>
                </c:pt>
                <c:pt idx="5">
                  <c:v>736.835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464.105</c:v>
                </c:pt>
                <c:pt idx="1">
                  <c:v>52.192999999999984</c:v>
                </c:pt>
                <c:pt idx="2">
                  <c:v>63.14200000000005</c:v>
                </c:pt>
                <c:pt idx="3">
                  <c:v>72.37799999999993</c:v>
                </c:pt>
                <c:pt idx="4">
                  <c:v>85.01700000000005</c:v>
                </c:pt>
                <c:pt idx="5">
                  <c:v>96.38699999999994</c:v>
                </c:pt>
                <c:pt idx="6">
                  <c:v>833.222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286.679</c:v>
                </c:pt>
                <c:pt idx="2">
                  <c:v>322.134</c:v>
                </c:pt>
                <c:pt idx="3">
                  <c:v>368.951</c:v>
                </c:pt>
                <c:pt idx="4">
                  <c:v>430.763</c:v>
                </c:pt>
                <c:pt idx="5">
                  <c:v>502.809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286.679</c:v>
                </c:pt>
                <c:pt idx="1">
                  <c:v>35.45500000000004</c:v>
                </c:pt>
                <c:pt idx="2">
                  <c:v>46.81700000000001</c:v>
                </c:pt>
                <c:pt idx="3">
                  <c:v>61.811999999999955</c:v>
                </c:pt>
                <c:pt idx="4">
                  <c:v>72.04600000000005</c:v>
                </c:pt>
                <c:pt idx="5">
                  <c:v>81.42599999999999</c:v>
                </c:pt>
                <c:pt idx="6">
                  <c:v>584.235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514.983</c:v>
                </c:pt>
                <c:pt idx="2">
                  <c:v>576.081</c:v>
                </c:pt>
                <c:pt idx="3">
                  <c:v>653.899</c:v>
                </c:pt>
                <c:pt idx="4">
                  <c:v>751.539</c:v>
                </c:pt>
                <c:pt idx="5">
                  <c:v>867.024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514.983</c:v>
                </c:pt>
                <c:pt idx="1">
                  <c:v>61.09800000000007</c:v>
                </c:pt>
                <c:pt idx="2">
                  <c:v>77.81799999999998</c:v>
                </c:pt>
                <c:pt idx="3">
                  <c:v>97.63999999999999</c:v>
                </c:pt>
                <c:pt idx="4">
                  <c:v>115.48500000000001</c:v>
                </c:pt>
                <c:pt idx="5">
                  <c:v>131.09799999999996</c:v>
                </c:pt>
                <c:pt idx="6">
                  <c:v>998.122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357.923</c:v>
                </c:pt>
                <c:pt idx="2">
                  <c:v>408.498</c:v>
                </c:pt>
                <c:pt idx="3">
                  <c:v>475.524</c:v>
                </c:pt>
                <c:pt idx="4">
                  <c:v>558.611</c:v>
                </c:pt>
                <c:pt idx="5">
                  <c:v>654.767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357.923</c:v>
                </c:pt>
                <c:pt idx="1">
                  <c:v>50.57499999999999</c:v>
                </c:pt>
                <c:pt idx="2">
                  <c:v>67.02600000000001</c:v>
                </c:pt>
                <c:pt idx="3">
                  <c:v>83.08699999999999</c:v>
                </c:pt>
                <c:pt idx="4">
                  <c:v>96.15600000000006</c:v>
                </c:pt>
                <c:pt idx="5">
                  <c:v>110.31099999999992</c:v>
                </c:pt>
                <c:pt idx="6">
                  <c:v>765.078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17.8459016565153</c:v>
                </c:pt>
                <c:pt idx="1">
                  <c:v>18.32042086419744</c:v>
                </c:pt>
                <c:pt idx="2">
                  <c:v>19.35592968567136</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16.152420704957326</c:v>
                </c:pt>
                <c:pt idx="1">
                  <c:v>16.510445830597035</c:v>
                </c:pt>
                <c:pt idx="2">
                  <c:v>16.158131415352493</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11.80845418091612</c:v>
                </c:pt>
                <c:pt idx="1">
                  <c:v>12.733041667348516</c:v>
                </c:pt>
                <c:pt idx="2">
                  <c:v>14.8366592180656</c:v>
                </c:pt>
              </c:numCache>
            </c:numRef>
          </c:val>
        </c:ser>
        <c:ser>
          <c:idx val="3"/>
          <c:order val="3"/>
          <c:tx>
            <c:strRef>
              <c:f>Sheet1!$E$1</c:f>
              <c:strCache>
                <c:ptCount val="1"/>
                <c:pt idx="0">
                  <c:v>Sprays and Mists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15.448633012644262</c:v>
                </c:pt>
                <c:pt idx="1">
                  <c:v>14.461301369132023</c:v>
                </c:pt>
                <c:pt idx="2">
                  <c:v>12.170696105803101</c:v>
                </c:pt>
              </c:numCache>
            </c:numRef>
          </c:val>
        </c:ser>
        <c:ser>
          <c:idx val="4"/>
          <c:order val="4"/>
          <c:tx>
            <c:strRef>
              <c:f>Sheet1!$F$1</c:f>
              <c:strCache>
                <c:ptCount val="1"/>
                <c:pt idx="0">
                  <c:v>Creams and Lotions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11.836734872012416</c:v>
                </c:pt>
                <c:pt idx="1">
                  <c:v>11.351920932856821</c:v>
                </c:pt>
                <c:pt idx="2">
                  <c:v>11.365700326547756</c:v>
                </c:pt>
              </c:numCache>
            </c:numRef>
          </c:val>
        </c:ser>
        <c:ser>
          <c:idx val="5"/>
          <c:order val="5"/>
          <c:tx>
            <c:strRef>
              <c:f>Sheet1!$G$1</c:f>
              <c:strCache>
                <c:ptCount val="1"/>
                <c:pt idx="0">
                  <c:v>Powders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10.186722390102457</c:v>
                </c:pt>
                <c:pt idx="1">
                  <c:v>10.19855011316346</c:v>
                </c:pt>
                <c:pt idx="2">
                  <c:v>11.329688735353201</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8.970172599501772</c:v>
                </c:pt>
                <c:pt idx="1">
                  <c:v>8.957131645996517</c:v>
                </c:pt>
                <c:pt idx="2">
                  <c:v>8.379569540283049</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7.750960583350354</c:v>
                </c:pt>
                <c:pt idx="1">
                  <c:v>7.467187576708179</c:v>
                </c:pt>
                <c:pt idx="2">
                  <c:v>6.403624972923434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20.042156764699097</c:v>
                </c:pt>
                <c:pt idx="1">
                  <c:v>17.501903659359503</c:v>
                </c:pt>
                <c:pt idx="2">
                  <c:v>20.057222633964734</c:v>
                </c:pt>
                <c:pt idx="3">
                  <c:v>20.041165131919776</c:v>
                </c:pt>
                <c:pt idx="4">
                  <c:v>16.491870702397023</c:v>
                </c:pt>
                <c:pt idx="5">
                  <c:v>20.046381050028135</c:v>
                </c:pt>
                <c:pt idx="6">
                  <c:v>20.05253962595225</c:v>
                </c:pt>
                <c:pt idx="7">
                  <c:v>18.22349511373902</c:v>
                </c:pt>
                <c:pt idx="8">
                  <c:v>17.523063495841722</c:v>
                </c:pt>
                <c:pt idx="9">
                  <c:v>20.046440500397093</c:v>
                </c:pt>
                <c:pt idx="10">
                  <c:v>20.05342361206239</c:v>
                </c:pt>
                <c:pt idx="11">
                  <c:v>20.055151913427462</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22.210768437814927</c:v>
                </c:pt>
                <c:pt idx="1">
                  <c:v>21.533947044220614</c:v>
                </c:pt>
                <c:pt idx="2">
                  <c:v>22.246160740447092</c:v>
                </c:pt>
                <c:pt idx="3">
                  <c:v>22.208635343206122</c:v>
                </c:pt>
                <c:pt idx="4">
                  <c:v>21.388728230833497</c:v>
                </c:pt>
                <c:pt idx="5">
                  <c:v>22.22120676409353</c:v>
                </c:pt>
                <c:pt idx="6">
                  <c:v>22.235791166364525</c:v>
                </c:pt>
                <c:pt idx="7">
                  <c:v>21.863554241603023</c:v>
                </c:pt>
                <c:pt idx="8">
                  <c:v>21.586999329193084</c:v>
                </c:pt>
                <c:pt idx="9">
                  <c:v>22.221173939247148</c:v>
                </c:pt>
                <c:pt idx="10">
                  <c:v>22.23761346576947</c:v>
                </c:pt>
                <c:pt idx="11">
                  <c:v>22.241820872972493</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22.015370294866567</c:v>
                </c:pt>
                <c:pt idx="1">
                  <c:v>21.425608706687882</c:v>
                </c:pt>
                <c:pt idx="2">
                  <c:v>22.013478343301333</c:v>
                </c:pt>
                <c:pt idx="3">
                  <c:v>22.01587797945477</c:v>
                </c:pt>
                <c:pt idx="4">
                  <c:v>21.16316432105906</c:v>
                </c:pt>
                <c:pt idx="5">
                  <c:v>22.015290895434152</c:v>
                </c:pt>
                <c:pt idx="6">
                  <c:v>22.014305543967172</c:v>
                </c:pt>
                <c:pt idx="7">
                  <c:v>21.59029317565903</c:v>
                </c:pt>
                <c:pt idx="8">
                  <c:v>21.424707333434316</c:v>
                </c:pt>
                <c:pt idx="9">
                  <c:v>22.015162865623893</c:v>
                </c:pt>
                <c:pt idx="10">
                  <c:v>22.0141065173452</c:v>
                </c:pt>
                <c:pt idx="11">
                  <c:v>22.01384325310306</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19.761368094714253</c:v>
                </c:pt>
                <c:pt idx="1">
                  <c:v>21.766100624647898</c:v>
                </c:pt>
                <c:pt idx="2">
                  <c:v>19.74238324227121</c:v>
                </c:pt>
                <c:pt idx="3">
                  <c:v>19.76253039545597</c:v>
                </c:pt>
                <c:pt idx="4">
                  <c:v>22.64250369513528</c:v>
                </c:pt>
                <c:pt idx="5">
                  <c:v>19.755642694556226</c:v>
                </c:pt>
                <c:pt idx="6">
                  <c:v>19.747870476421642</c:v>
                </c:pt>
                <c:pt idx="7">
                  <c:v>21.14560236511456</c:v>
                </c:pt>
                <c:pt idx="8">
                  <c:v>21.73832759901615</c:v>
                </c:pt>
                <c:pt idx="9">
                  <c:v>19.75565931992407</c:v>
                </c:pt>
                <c:pt idx="10">
                  <c:v>19.746887816005838</c:v>
                </c:pt>
                <c:pt idx="11">
                  <c:v>19.74463067257083</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15.970336407905167</c:v>
                </c:pt>
                <c:pt idx="1">
                  <c:v>17.7724399650841</c:v>
                </c:pt>
                <c:pt idx="2">
                  <c:v>15.940755040015626</c:v>
                </c:pt>
                <c:pt idx="3">
                  <c:v>15.97179114996336</c:v>
                </c:pt>
                <c:pt idx="4">
                  <c:v>18.31373305057516</c:v>
                </c:pt>
                <c:pt idx="5">
                  <c:v>15.961478595887964</c:v>
                </c:pt>
                <c:pt idx="6">
                  <c:v>15.949493187294411</c:v>
                </c:pt>
                <c:pt idx="7">
                  <c:v>17.177055103884374</c:v>
                </c:pt>
                <c:pt idx="8">
                  <c:v>17.726902242514736</c:v>
                </c:pt>
                <c:pt idx="9">
                  <c:v>15.961563374807788</c:v>
                </c:pt>
                <c:pt idx="10">
                  <c:v>15.947968588817105</c:v>
                </c:pt>
                <c:pt idx="11">
                  <c:v>15.944553287926153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109.70883869363479</c:v>
                </c:pt>
              </c:numCache>
            </c:numRef>
          </c:xVal>
          <c:yVal>
            <c:numRef>
              <c:f>Sheet1!$B$2:$B$2</c:f>
              <c:numCache>
                <c:formatCode>General</c:formatCode>
                <c:ptCount val="1"/>
                <c:pt idx="0">
                  <c:v>90.88758432118641</c:v>
                </c:pt>
              </c:numCache>
            </c:numRef>
          </c:yVal>
          <c:bubbleSize>
            <c:numRef>
              <c:f>Sheet1!$C$2:$C$2</c:f>
              <c:numCache>
                <c:formatCode>General</c:formatCode>
                <c:ptCount val="1"/>
                <c:pt idx="0">
                  <c:v>992.331</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116.72224848191972</c:v>
                </c:pt>
              </c:numCache>
            </c:numRef>
          </c:xVal>
          <c:yVal>
            <c:numRef>
              <c:f>Sheet1!$B$5:$B$5</c:f>
              <c:numCache>
                <c:formatCode>General</c:formatCode>
                <c:ptCount val="1"/>
                <c:pt idx="0">
                  <c:v>99.9031298003755</c:v>
                </c:pt>
              </c:numCache>
            </c:numRef>
          </c:yVal>
          <c:bubbleSize>
            <c:numRef>
              <c:f>Sheet1!$C$5:$C$5</c:f>
              <c:numCache>
                <c:formatCode>General</c:formatCode>
                <c:ptCount val="1"/>
                <c:pt idx="0">
                  <c:v>1136.382</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98.95255765800688</c:v>
                </c:pt>
              </c:numCache>
            </c:numRef>
          </c:xVal>
          <c:yVal>
            <c:numRef>
              <c:f>Sheet1!$B$8:$B$8</c:f>
              <c:numCache>
                <c:formatCode>General</c:formatCode>
                <c:ptCount val="1"/>
                <c:pt idx="0">
                  <c:v>109.80181986482995</c:v>
                </c:pt>
              </c:numCache>
            </c:numRef>
          </c:yVal>
          <c:bubbleSize>
            <c:numRef>
              <c:f>Sheet1!$C$8:$C$8</c:f>
              <c:numCache>
                <c:formatCode>General</c:formatCode>
                <c:ptCount val="1"/>
                <c:pt idx="0">
                  <c:v>1125.46</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90.36423834028086</c:v>
                </c:pt>
              </c:numCache>
            </c:numRef>
          </c:xVal>
          <c:yVal>
            <c:numRef>
              <c:f>Sheet1!$B$11:$B$11</c:f>
              <c:numCache>
                <c:formatCode>General</c:formatCode>
                <c:ptCount val="1"/>
                <c:pt idx="0">
                  <c:v>107.90265878993004</c:v>
                </c:pt>
              </c:numCache>
            </c:numRef>
          </c:yVal>
          <c:bubbleSize>
            <c:numRef>
              <c:f>Sheet1!$C$11:$C$11</c:f>
              <c:numCache>
                <c:formatCode>General</c:formatCode>
                <c:ptCount val="1"/>
                <c:pt idx="0">
                  <c:v>1051.296</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82.56380614000462</c:v>
                </c:pt>
              </c:numCache>
            </c:numRef>
          </c:xVal>
          <c:yVal>
            <c:numRef>
              <c:f>Sheet1!$B$14:$B$14</c:f>
              <c:numCache>
                <c:formatCode>General</c:formatCode>
                <c:ptCount val="1"/>
                <c:pt idx="0">
                  <c:v>91.50480722367801</c:v>
                </c:pt>
              </c:numCache>
            </c:numRef>
          </c:yVal>
          <c:bubbleSize>
            <c:numRef>
              <c:f>Sheet1!$C$14:$C$14</c:f>
              <c:numCache>
                <c:formatCode>General</c:formatCode>
                <c:ptCount val="1"/>
                <c:pt idx="0">
                  <c:v>851.202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510.966</c:v>
                </c:pt>
                <c:pt idx="2">
                  <c:v>565.746</c:v>
                </c:pt>
                <c:pt idx="3">
                  <c:v>641.539</c:v>
                </c:pt>
                <c:pt idx="4">
                  <c:v>739.188</c:v>
                </c:pt>
                <c:pt idx="5">
                  <c:v>856.531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510.966</c:v>
                </c:pt>
                <c:pt idx="1">
                  <c:v>54.77999999999997</c:v>
                </c:pt>
                <c:pt idx="2">
                  <c:v>75.793</c:v>
                </c:pt>
                <c:pt idx="3">
                  <c:v>97.649</c:v>
                </c:pt>
                <c:pt idx="4">
                  <c:v>117.34299999999996</c:v>
                </c:pt>
                <c:pt idx="5">
                  <c:v>135.80000000000007</c:v>
                </c:pt>
                <c:pt idx="6">
                  <c:v>992.331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561.651</c:v>
                </c:pt>
                <c:pt idx="2">
                  <c:v>629.351</c:v>
                </c:pt>
                <c:pt idx="3">
                  <c:v>719.293</c:v>
                </c:pt>
                <c:pt idx="4">
                  <c:v>838.853</c:v>
                </c:pt>
                <c:pt idx="5">
                  <c:v>977.997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561.651</c:v>
                </c:pt>
                <c:pt idx="1">
                  <c:v>67.70000000000005</c:v>
                </c:pt>
                <c:pt idx="2">
                  <c:v>89.94200000000001</c:v>
                </c:pt>
                <c:pt idx="3">
                  <c:v>119.55999999999995</c:v>
                </c:pt>
                <c:pt idx="4">
                  <c:v>139.144</c:v>
                </c:pt>
                <c:pt idx="5">
                  <c:v>158.3850000000001</c:v>
                </c:pt>
                <c:pt idx="6">
                  <c:v>1136.382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617.301</c:v>
                </c:pt>
                <c:pt idx="2">
                  <c:v>688.507</c:v>
                </c:pt>
                <c:pt idx="3">
                  <c:v>776.827</c:v>
                </c:pt>
                <c:pt idx="4">
                  <c:v>876.784</c:v>
                </c:pt>
                <c:pt idx="5">
                  <c:v>993.945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617.301</c:v>
                </c:pt>
                <c:pt idx="1">
                  <c:v>71.2059999999999</c:v>
                </c:pt>
                <c:pt idx="2">
                  <c:v>88.32000000000005</c:v>
                </c:pt>
                <c:pt idx="3">
                  <c:v>99.957</c:v>
                </c:pt>
                <c:pt idx="4">
                  <c:v>117.16100000000006</c:v>
                </c:pt>
                <c:pt idx="5">
                  <c:v>131.515</c:v>
                </c:pt>
                <c:pt idx="6">
                  <c:v>1125.46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606.624</c:v>
                </c:pt>
                <c:pt idx="2">
                  <c:v>671.363</c:v>
                </c:pt>
                <c:pt idx="3">
                  <c:v>748.34</c:v>
                </c:pt>
                <c:pt idx="4">
                  <c:v>837.825</c:v>
                </c:pt>
                <c:pt idx="5">
                  <c:v>938.777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606.624</c:v>
                </c:pt>
                <c:pt idx="1">
                  <c:v>64.73900000000003</c:v>
                </c:pt>
                <c:pt idx="2">
                  <c:v>76.97699999999998</c:v>
                </c:pt>
                <c:pt idx="3">
                  <c:v>89.48500000000001</c:v>
                </c:pt>
                <c:pt idx="4">
                  <c:v>100.952</c:v>
                </c:pt>
                <c:pt idx="5">
                  <c:v>112.519</c:v>
                </c:pt>
                <c:pt idx="6">
                  <c:v>1051.296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514.436</c:v>
                </c:pt>
                <c:pt idx="2">
                  <c:v>562.584</c:v>
                </c:pt>
                <c:pt idx="3">
                  <c:v>620.653</c:v>
                </c:pt>
                <c:pt idx="4">
                  <c:v>687.746</c:v>
                </c:pt>
                <c:pt idx="5">
                  <c:v>764.806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514.436</c:v>
                </c:pt>
                <c:pt idx="1">
                  <c:v>48.14799999999991</c:v>
                </c:pt>
                <c:pt idx="2">
                  <c:v>58.069000000000074</c:v>
                </c:pt>
                <c:pt idx="3">
                  <c:v>67.09299999999996</c:v>
                </c:pt>
                <c:pt idx="4">
                  <c:v>77.06000000000006</c:v>
                </c:pt>
                <c:pt idx="5">
                  <c:v>86.39599999999996</c:v>
                </c:pt>
                <c:pt idx="6">
                  <c:v>851.202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20.028490177697012</c:v>
                </c:pt>
                <c:pt idx="1">
                  <c:v>19.980625960075105</c:v>
                </c:pt>
                <c:pt idx="2">
                  <c:v>22.037124338550974</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21.15068371189308</c:v>
                </c:pt>
                <c:pt idx="1">
                  <c:v>21.960363972965993</c:v>
                </c:pt>
                <c:pt idx="2">
                  <c:v>21.825321025909933</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21.51313917416891</c:v>
                </c:pt>
                <c:pt idx="1">
                  <c:v>21.58053175798601</c:v>
                </c:pt>
                <c:pt idx="2">
                  <c:v>20.387106332748395</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18.711735963088465</c:v>
                </c:pt>
                <c:pt idx="1">
                  <c:v>18.177516864237287</c:v>
                </c:pt>
                <c:pt idx="2">
                  <c:v>19.24363605900008</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18.595950973152547</c:v>
                </c:pt>
                <c:pt idx="1">
                  <c:v>18.300961444735606</c:v>
                </c:pt>
                <c:pt idx="2">
                  <c:v>16.506812243790613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32.13145525459455</c:v>
                </c:pt>
                <c:pt idx="1">
                  <c:v>33.09519534949948</c:v>
                </c:pt>
                <c:pt idx="2">
                  <c:v>31.754722618007996</c:v>
                </c:pt>
                <c:pt idx="3">
                  <c:v>35.19025860982633</c:v>
                </c:pt>
                <c:pt idx="4">
                  <c:v>33.09459546301651</c:v>
                </c:pt>
                <c:pt idx="5">
                  <c:v>31.310921537771712</c:v>
                </c:pt>
                <c:pt idx="6">
                  <c:v>36.09558267658801</c:v>
                </c:pt>
                <c:pt idx="7">
                  <c:v>30.780980537078094</c:v>
                </c:pt>
                <c:pt idx="8">
                  <c:v>33.09448725753541</c:v>
                </c:pt>
                <c:pt idx="9">
                  <c:v>33.09502855010526</c:v>
                </c:pt>
                <c:pt idx="10">
                  <c:v>31.754620401613607</c:v>
                </c:pt>
                <c:pt idx="11">
                  <c:v>37.59009772563124</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33.917732766114575</c:v>
                </c:pt>
                <c:pt idx="1">
                  <c:v>32.369018949922925</c:v>
                </c:pt>
                <c:pt idx="2">
                  <c:v>34.768695132601</c:v>
                </c:pt>
                <c:pt idx="3">
                  <c:v>31.219400637540197</c:v>
                </c:pt>
                <c:pt idx="4">
                  <c:v>32.3391812865497</c:v>
                </c:pt>
                <c:pt idx="5">
                  <c:v>30.65718863435796</c:v>
                </c:pt>
                <c:pt idx="6">
                  <c:v>30.919494021658057</c:v>
                </c:pt>
                <c:pt idx="7">
                  <c:v>29.956680627412336</c:v>
                </c:pt>
                <c:pt idx="8">
                  <c:v>32.32745811417872</c:v>
                </c:pt>
                <c:pt idx="9">
                  <c:v>32.35251459188487</c:v>
                </c:pt>
                <c:pt idx="10">
                  <c:v>34.77552857506283</c:v>
                </c:pt>
                <c:pt idx="11">
                  <c:v>30.057018901483328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33.950811979290876</c:v>
                </c:pt>
                <c:pt idx="1">
                  <c:v>34.5357857005776</c:v>
                </c:pt>
                <c:pt idx="2">
                  <c:v>33.476582249391</c:v>
                </c:pt>
                <c:pt idx="3">
                  <c:v>33.590340752633466</c:v>
                </c:pt>
                <c:pt idx="4">
                  <c:v>34.56622325043377</c:v>
                </c:pt>
                <c:pt idx="5">
                  <c:v>38.03188982787033</c:v>
                </c:pt>
                <c:pt idx="6">
                  <c:v>32.98492330175393</c:v>
                </c:pt>
                <c:pt idx="7">
                  <c:v>39.26233883550957</c:v>
                </c:pt>
                <c:pt idx="8">
                  <c:v>34.578054628285884</c:v>
                </c:pt>
                <c:pt idx="9">
                  <c:v>34.552456858009876</c:v>
                </c:pt>
                <c:pt idx="10">
                  <c:v>33.46985102332356</c:v>
                </c:pt>
                <c:pt idx="11">
                  <c:v>32.35288337288544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99.06607065677653</c:v>
                </c:pt>
              </c:numCache>
            </c:numRef>
          </c:xVal>
          <c:yVal>
            <c:numRef>
              <c:f>Sheet1!$B$2:$B$2</c:f>
              <c:numCache>
                <c:formatCode>General</c:formatCode>
                <c:ptCount val="1"/>
                <c:pt idx="0">
                  <c:v>101.13451617195155</c:v>
                </c:pt>
              </c:numCache>
            </c:numRef>
          </c:yVal>
          <c:bubbleSize>
            <c:numRef>
              <c:f>Sheet1!$C$2:$C$2</c:f>
              <c:numCache>
                <c:formatCode>General</c:formatCode>
                <c:ptCount val="1"/>
                <c:pt idx="0">
                  <c:v>1728.857</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90.81040792324082</c:v>
                </c:pt>
              </c:numCache>
            </c:numRef>
          </c:xVal>
          <c:yVal>
            <c:numRef>
              <c:f>Sheet1!$B$5:$B$5</c:f>
              <c:numCache>
                <c:formatCode>General</c:formatCode>
                <c:ptCount val="1"/>
                <c:pt idx="0">
                  <c:v>101.17805973579301</c:v>
                </c:pt>
              </c:numCache>
            </c:numRef>
          </c:yVal>
          <c:bubbleSize>
            <c:numRef>
              <c:f>Sheet1!$C$5:$C$5</c:f>
              <c:numCache>
                <c:formatCode>General</c:formatCode>
                <c:ptCount val="1"/>
                <c:pt idx="0">
                  <c:v>1647.309</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109.98570068518237</c:v>
                </c:pt>
              </c:numCache>
            </c:numRef>
          </c:xVal>
          <c:yVal>
            <c:numRef>
              <c:f>Sheet1!$B$8:$B$8</c:f>
              <c:numCache>
                <c:formatCode>General</c:formatCode>
                <c:ptCount val="1"/>
                <c:pt idx="0">
                  <c:v>97.68742409225543</c:v>
                </c:pt>
              </c:numCache>
            </c:numRef>
          </c:yVal>
          <c:bubbleSize>
            <c:numRef>
              <c:f>Sheet1!$C$8:$C$8</c:f>
              <c:numCache>
                <c:formatCode>General</c:formatCode>
                <c:ptCount val="1"/>
                <c:pt idx="0">
                  <c:v>1780.505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947.623</c:v>
                </c:pt>
                <c:pt idx="2">
                  <c:v>1056.031</c:v>
                </c:pt>
                <c:pt idx="3">
                  <c:v>1190.473</c:v>
                </c:pt>
                <c:pt idx="4">
                  <c:v>1345.465</c:v>
                </c:pt>
                <c:pt idx="5">
                  <c:v>1526.216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947.623</c:v>
                </c:pt>
                <c:pt idx="1">
                  <c:v>108.4079999999999</c:v>
                </c:pt>
                <c:pt idx="2">
                  <c:v>134.442</c:v>
                </c:pt>
                <c:pt idx="3">
                  <c:v>154.99199999999996</c:v>
                </c:pt>
                <c:pt idx="4">
                  <c:v>180.75099999999998</c:v>
                </c:pt>
                <c:pt idx="5">
                  <c:v>202.64100000000008</c:v>
                </c:pt>
                <c:pt idx="6">
                  <c:v>1728.857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948.031</c:v>
                </c:pt>
                <c:pt idx="2">
                  <c:v>1048.732</c:v>
                </c:pt>
                <c:pt idx="3">
                  <c:v>1168.468</c:v>
                </c:pt>
                <c:pt idx="4">
                  <c:v>1310.491</c:v>
                </c:pt>
                <c:pt idx="5">
                  <c:v>1469.891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948.031</c:v>
                </c:pt>
                <c:pt idx="1">
                  <c:v>100.70100000000002</c:v>
                </c:pt>
                <c:pt idx="2">
                  <c:v>119.7360000000001</c:v>
                </c:pt>
                <c:pt idx="3">
                  <c:v>142.0229999999999</c:v>
                </c:pt>
                <c:pt idx="4">
                  <c:v>159.4000000000001</c:v>
                </c:pt>
                <c:pt idx="5">
                  <c:v>177.4179999999999</c:v>
                </c:pt>
                <c:pt idx="6">
                  <c:v>1647.309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915.324</c:v>
                </c:pt>
                <c:pt idx="2">
                  <c:v>1012.787</c:v>
                </c:pt>
                <c:pt idx="3">
                  <c:v>1147.711</c:v>
                </c:pt>
                <c:pt idx="4">
                  <c:v>1324.441</c:v>
                </c:pt>
                <c:pt idx="5">
                  <c:v>1535.95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915.324</c:v>
                </c:pt>
                <c:pt idx="1">
                  <c:v>97.46300000000008</c:v>
                </c:pt>
                <c:pt idx="2">
                  <c:v>134.92399999999998</c:v>
                </c:pt>
                <c:pt idx="3">
                  <c:v>176.73000000000002</c:v>
                </c:pt>
                <c:pt idx="4">
                  <c:v>211.50900000000001</c:v>
                </c:pt>
                <c:pt idx="5">
                  <c:v>244.55500000000006</c:v>
                </c:pt>
                <c:pt idx="6">
                  <c:v>1780.505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33.65333880326363</c:v>
                </c:pt>
                <c:pt idx="1">
                  <c:v>32.56247469741847</c:v>
                </c:pt>
                <c:pt idx="2">
                  <c:v>34.528186886462215</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32.61162258353828</c:v>
                </c:pt>
                <c:pt idx="1">
                  <c:v>33.711505390650515</c:v>
                </c:pt>
                <c:pt idx="2">
                  <c:v>33.52661048183993</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33.7350386131981</c:v>
                </c:pt>
                <c:pt idx="1">
                  <c:v>33.726019911931004</c:v>
                </c:pt>
                <c:pt idx="2">
                  <c:v>31.94520263169785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17.03515655050388</c:v>
                </c:pt>
                <c:pt idx="1">
                  <c:v>21.1137250046431</c:v>
                </c:pt>
                <c:pt idx="2">
                  <c:v>15.96267867812658</c:v>
                </c:pt>
                <c:pt idx="3">
                  <c:v>16.032315727080523</c:v>
                </c:pt>
                <c:pt idx="4">
                  <c:v>20.427029111239637</c:v>
                </c:pt>
                <c:pt idx="5">
                  <c:v>17.2390058890393</c:v>
                </c:pt>
                <c:pt idx="6">
                  <c:v>16.86876757215963</c:v>
                </c:pt>
                <c:pt idx="7">
                  <c:v>16.79231337767923</c:v>
                </c:pt>
                <c:pt idx="8">
                  <c:v>18.58014388406182</c:v>
                </c:pt>
                <c:pt idx="9">
                  <c:v>17.201995054607718</c:v>
                </c:pt>
                <c:pt idx="10">
                  <c:v>16.06300687434129</c:v>
                </c:pt>
                <c:pt idx="11">
                  <c:v>16.715574580986715</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15.82044772674821</c:v>
                </c:pt>
                <c:pt idx="1">
                  <c:v>15.453476134464186</c:v>
                </c:pt>
                <c:pt idx="2">
                  <c:v>17.386358413384198</c:v>
                </c:pt>
                <c:pt idx="3">
                  <c:v>15.54505953019915</c:v>
                </c:pt>
                <c:pt idx="4">
                  <c:v>15.652593021014072</c:v>
                </c:pt>
                <c:pt idx="5">
                  <c:v>16.16801183519829</c:v>
                </c:pt>
                <c:pt idx="6">
                  <c:v>15.776512469912415</c:v>
                </c:pt>
                <c:pt idx="7">
                  <c:v>17.306397306397304</c:v>
                </c:pt>
                <c:pt idx="8">
                  <c:v>16.120814140857505</c:v>
                </c:pt>
                <c:pt idx="9">
                  <c:v>16.030421484856845</c:v>
                </c:pt>
                <c:pt idx="10">
                  <c:v>17.698283790923856</c:v>
                </c:pt>
                <c:pt idx="11">
                  <c:v>15.598779042272895</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16.968228325255787</c:v>
                </c:pt>
                <c:pt idx="1">
                  <c:v>16.445242369838418</c:v>
                </c:pt>
                <c:pt idx="2">
                  <c:v>20.783540929356068</c:v>
                </c:pt>
                <c:pt idx="3">
                  <c:v>16.516771600991316</c:v>
                </c:pt>
                <c:pt idx="4">
                  <c:v>16.81575734207313</c:v>
                </c:pt>
                <c:pt idx="5">
                  <c:v>18.959736335543866</c:v>
                </c:pt>
                <c:pt idx="6">
                  <c:v>16.910738485810796</c:v>
                </c:pt>
                <c:pt idx="7">
                  <c:v>19.840888560400753</c:v>
                </c:pt>
                <c:pt idx="8">
                  <c:v>17.247333730526822</c:v>
                </c:pt>
                <c:pt idx="9">
                  <c:v>17.94380389660863</c:v>
                </c:pt>
                <c:pt idx="10">
                  <c:v>20.596326043381875</c:v>
                </c:pt>
                <c:pt idx="11">
                  <c:v>18.68986568236674</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15.455804292637895</c:v>
                </c:pt>
                <c:pt idx="1">
                  <c:v>15.61072246641491</c:v>
                </c:pt>
                <c:pt idx="2">
                  <c:v>13.508296180539595</c:v>
                </c:pt>
                <c:pt idx="3">
                  <c:v>13.534427637320837</c:v>
                </c:pt>
                <c:pt idx="4">
                  <c:v>15.481652850073901</c:v>
                </c:pt>
                <c:pt idx="5">
                  <c:v>14.557807975050121</c:v>
                </c:pt>
                <c:pt idx="6">
                  <c:v>14.195270939946194</c:v>
                </c:pt>
                <c:pt idx="7">
                  <c:v>14.184733514001804</c:v>
                </c:pt>
                <c:pt idx="8">
                  <c:v>15.60826143217585</c:v>
                </c:pt>
                <c:pt idx="9">
                  <c:v>14.434011681940307</c:v>
                </c:pt>
                <c:pt idx="10">
                  <c:v>13.516089984260862</c:v>
                </c:pt>
                <c:pt idx="11">
                  <c:v>14.03118724013192</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21.3039464574198</c:v>
                </c:pt>
                <c:pt idx="1">
                  <c:v>18.163189500402403</c:v>
                </c:pt>
                <c:pt idx="2">
                  <c:v>17.827595716321184</c:v>
                </c:pt>
                <c:pt idx="3">
                  <c:v>23.627258343795653</c:v>
                </c:pt>
                <c:pt idx="4">
                  <c:v>18.185849238480817</c:v>
                </c:pt>
                <c:pt idx="5">
                  <c:v>19.080830063231492</c:v>
                </c:pt>
                <c:pt idx="6">
                  <c:v>22.862011772082766</c:v>
                </c:pt>
                <c:pt idx="7">
                  <c:v>18.52447236593578</c:v>
                </c:pt>
                <c:pt idx="8">
                  <c:v>18.716468767175858</c:v>
                </c:pt>
                <c:pt idx="9">
                  <c:v>20.749947898771538</c:v>
                </c:pt>
                <c:pt idx="10">
                  <c:v>17.595266517009733</c:v>
                </c:pt>
                <c:pt idx="11">
                  <c:v>21.768791878297293</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13.416416647434417</c:v>
                </c:pt>
                <c:pt idx="1">
                  <c:v>13.213644524236983</c:v>
                </c:pt>
                <c:pt idx="2">
                  <c:v>14.53153008227237</c:v>
                </c:pt>
                <c:pt idx="3">
                  <c:v>14.744167160612525</c:v>
                </c:pt>
                <c:pt idx="4">
                  <c:v>13.437118437118437</c:v>
                </c:pt>
                <c:pt idx="5">
                  <c:v>13.994607901936929</c:v>
                </c:pt>
                <c:pt idx="6">
                  <c:v>13.386698760088187</c:v>
                </c:pt>
                <c:pt idx="7">
                  <c:v>13.35119487558512</c:v>
                </c:pt>
                <c:pt idx="8">
                  <c:v>13.72697804520216</c:v>
                </c:pt>
                <c:pt idx="9">
                  <c:v>13.639819983214954</c:v>
                </c:pt>
                <c:pt idx="10">
                  <c:v>14.531026790082386</c:v>
                </c:pt>
                <c:pt idx="11">
                  <c:v>13.19580157594443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79.07584249032905</c:v>
                </c:pt>
              </c:numCache>
            </c:numRef>
          </c:xVal>
          <c:yVal>
            <c:numRef>
              <c:f>Sheet1!$B$2:$B$2</c:f>
              <c:numCache>
                <c:formatCode>General</c:formatCode>
                <c:ptCount val="1"/>
                <c:pt idx="0">
                  <c:v>117.58721783407134</c:v>
                </c:pt>
              </c:numCache>
            </c:numRef>
          </c:yVal>
          <c:bubbleSize>
            <c:numRef>
              <c:f>Sheet1!$C$2:$C$2</c:f>
              <c:numCache>
                <c:formatCode>General</c:formatCode>
                <c:ptCount val="1"/>
                <c:pt idx="0">
                  <c:v>892.787</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103.60445949737387</c:v>
                </c:pt>
              </c:numCache>
            </c:numRef>
          </c:xVal>
          <c:yVal>
            <c:numRef>
              <c:f>Sheet1!$B$5:$B$5</c:f>
              <c:numCache>
                <c:formatCode>General</c:formatCode>
                <c:ptCount val="1"/>
                <c:pt idx="0">
                  <c:v>95.72302034273469</c:v>
                </c:pt>
              </c:numCache>
            </c:numRef>
          </c:yVal>
          <c:bubbleSize>
            <c:numRef>
              <c:f>Sheet1!$C$5:$C$5</c:f>
              <c:numCache>
                <c:formatCode>General</c:formatCode>
                <c:ptCount val="1"/>
                <c:pt idx="0">
                  <c:v>840.312</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95.69824412713113</c:v>
                </c:pt>
              </c:numCache>
            </c:numRef>
          </c:xVal>
          <c:yVal>
            <c:numRef>
              <c:f>Sheet1!$B$8:$B$8</c:f>
              <c:numCache>
                <c:formatCode>General</c:formatCode>
                <c:ptCount val="1"/>
                <c:pt idx="0">
                  <c:v>113.2465237200278</c:v>
                </c:pt>
              </c:numCache>
            </c:numRef>
          </c:yVal>
          <c:bubbleSize>
            <c:numRef>
              <c:f>Sheet1!$C$8:$C$8</c:f>
              <c:numCache>
                <c:formatCode>General</c:formatCode>
                <c:ptCount val="1"/>
                <c:pt idx="0">
                  <c:v>948.922</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87.72572801262308</c:v>
                </c:pt>
              </c:numCache>
            </c:numRef>
          </c:xVal>
          <c:yVal>
            <c:numRef>
              <c:f>Sheet1!$B$11:$B$11</c:f>
              <c:numCache>
                <c:formatCode>General</c:formatCode>
                <c:ptCount val="1"/>
                <c:pt idx="0">
                  <c:v>93.05811249390335</c:v>
                </c:pt>
              </c:numCache>
            </c:numRef>
          </c:yVal>
          <c:bubbleSize>
            <c:numRef>
              <c:f>Sheet1!$C$11:$C$11</c:f>
              <c:numCache>
                <c:formatCode>General</c:formatCode>
                <c:ptCount val="1"/>
                <c:pt idx="0">
                  <c:v>743.834</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121.86798488758714</c:v>
                </c:pt>
              </c:numCache>
            </c:numRef>
          </c:xVal>
          <c:yVal>
            <c:numRef>
              <c:f>Sheet1!$B$14:$B$14</c:f>
              <c:numCache>
                <c:formatCode>General</c:formatCode>
                <c:ptCount val="1"/>
                <c:pt idx="0">
                  <c:v>104.732052427286</c:v>
                </c:pt>
              </c:numCache>
            </c:numRef>
          </c:yVal>
          <c:bubbleSize>
            <c:numRef>
              <c:f>Sheet1!$C$14:$C$14</c:f>
              <c:numCache>
                <c:formatCode>General</c:formatCode>
                <c:ptCount val="1"/>
                <c:pt idx="0">
                  <c:v>1022.945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114.49747283845603</c:v>
                </c:pt>
              </c:numCache>
            </c:numRef>
          </c:xVal>
          <c:yVal>
            <c:numRef>
              <c:f>Sheet1!$B$17:$B$17</c:f>
              <c:numCache>
                <c:formatCode>General</c:formatCode>
                <c:ptCount val="1"/>
                <c:pt idx="0">
                  <c:v>75.65307318197682</c:v>
                </c:pt>
              </c:numCache>
            </c:numRef>
          </c:yVal>
          <c:bubbleSize>
            <c:numRef>
              <c:f>Sheet1!$C$17:$C$17</c:f>
              <c:numCache>
                <c:formatCode>General</c:formatCode>
                <c:ptCount val="1"/>
                <c:pt idx="0">
                  <c:v>707.871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550.892</c:v>
                </c:pt>
                <c:pt idx="2">
                  <c:v>600.294</c:v>
                </c:pt>
                <c:pt idx="3">
                  <c:v>660.39</c:v>
                </c:pt>
                <c:pt idx="4">
                  <c:v>727.789</c:v>
                </c:pt>
                <c:pt idx="5">
                  <c:v>806.055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550.892</c:v>
                </c:pt>
                <c:pt idx="1">
                  <c:v>49.40199999999993</c:v>
                </c:pt>
                <c:pt idx="2">
                  <c:v>60.096000000000004</c:v>
                </c:pt>
                <c:pt idx="3">
                  <c:v>67.399</c:v>
                </c:pt>
                <c:pt idx="4">
                  <c:v>78.26599999999996</c:v>
                </c:pt>
                <c:pt idx="5">
                  <c:v>86.73200000000008</c:v>
                </c:pt>
                <c:pt idx="6">
                  <c:v>892.787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448.459</c:v>
                </c:pt>
                <c:pt idx="2">
                  <c:v>503.638</c:v>
                </c:pt>
                <c:pt idx="3">
                  <c:v>570.151</c:v>
                </c:pt>
                <c:pt idx="4">
                  <c:v>648.439</c:v>
                </c:pt>
                <c:pt idx="5">
                  <c:v>738.642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448.459</c:v>
                </c:pt>
                <c:pt idx="1">
                  <c:v>55.178999999999974</c:v>
                </c:pt>
                <c:pt idx="2">
                  <c:v>66.51299999999998</c:v>
                </c:pt>
                <c:pt idx="3">
                  <c:v>78.28800000000001</c:v>
                </c:pt>
                <c:pt idx="4">
                  <c:v>90.20300000000009</c:v>
                </c:pt>
                <c:pt idx="5">
                  <c:v>101.66999999999996</c:v>
                </c:pt>
                <c:pt idx="6">
                  <c:v>840.312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530.556</c:v>
                </c:pt>
                <c:pt idx="2">
                  <c:v>589.062</c:v>
                </c:pt>
                <c:pt idx="3">
                  <c:v>660.114</c:v>
                </c:pt>
                <c:pt idx="4">
                  <c:v>742.778</c:v>
                </c:pt>
                <c:pt idx="5">
                  <c:v>839.501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530.556</c:v>
                </c:pt>
                <c:pt idx="1">
                  <c:v>58.50599999999997</c:v>
                </c:pt>
                <c:pt idx="2">
                  <c:v>71.05200000000002</c:v>
                </c:pt>
                <c:pt idx="3">
                  <c:v>82.66399999999999</c:v>
                </c:pt>
                <c:pt idx="4">
                  <c:v>96.72299999999996</c:v>
                </c:pt>
                <c:pt idx="5">
                  <c:v>109.42100000000005</c:v>
                </c:pt>
                <c:pt idx="6">
                  <c:v>948.922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435.974</c:v>
                </c:pt>
                <c:pt idx="2">
                  <c:v>477.609</c:v>
                </c:pt>
                <c:pt idx="3">
                  <c:v>531.287</c:v>
                </c:pt>
                <c:pt idx="4">
                  <c:v>595.227</c:v>
                </c:pt>
                <c:pt idx="5">
                  <c:v>665.699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435.974</c:v>
                </c:pt>
                <c:pt idx="1">
                  <c:v>41.63499999999999</c:v>
                </c:pt>
                <c:pt idx="2">
                  <c:v>53.678000000000054</c:v>
                </c:pt>
                <c:pt idx="3">
                  <c:v>63.93999999999994</c:v>
                </c:pt>
                <c:pt idx="4">
                  <c:v>70.47199999999998</c:v>
                </c:pt>
                <c:pt idx="5">
                  <c:v>78.13499999999999</c:v>
                </c:pt>
                <c:pt idx="6">
                  <c:v>743.834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490.666</c:v>
                </c:pt>
                <c:pt idx="2">
                  <c:v>552.539</c:v>
                </c:pt>
                <c:pt idx="3">
                  <c:v>634.962</c:v>
                </c:pt>
                <c:pt idx="4">
                  <c:v>745.039</c:v>
                </c:pt>
                <c:pt idx="5">
                  <c:v>874.631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490.666</c:v>
                </c:pt>
                <c:pt idx="1">
                  <c:v>61.87299999999999</c:v>
                </c:pt>
                <c:pt idx="2">
                  <c:v>82.423</c:v>
                </c:pt>
                <c:pt idx="3">
                  <c:v>110.077</c:v>
                </c:pt>
                <c:pt idx="4">
                  <c:v>129.59199999999998</c:v>
                </c:pt>
                <c:pt idx="5">
                  <c:v>148.31400000000008</c:v>
                </c:pt>
                <c:pt idx="6">
                  <c:v>1022.945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354.432</c:v>
                </c:pt>
                <c:pt idx="2">
                  <c:v>394.409</c:v>
                </c:pt>
                <c:pt idx="3">
                  <c:v>449.749</c:v>
                </c:pt>
                <c:pt idx="4">
                  <c:v>521.124</c:v>
                </c:pt>
                <c:pt idx="5">
                  <c:v>607.53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354.432</c:v>
                </c:pt>
                <c:pt idx="1">
                  <c:v>39.976999999999975</c:v>
                </c:pt>
                <c:pt idx="2">
                  <c:v>55.34000000000003</c:v>
                </c:pt>
                <c:pt idx="3">
                  <c:v>71.375</c:v>
                </c:pt>
                <c:pt idx="4">
                  <c:v>86.40599999999995</c:v>
                </c:pt>
                <c:pt idx="5">
                  <c:v>100.34100000000001</c:v>
                </c:pt>
                <c:pt idx="6">
                  <c:v>707.871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17.363776973581995</c:v>
                </c:pt>
                <c:pt idx="1">
                  <c:v>17.455342071214332</c:v>
                </c:pt>
                <c:pt idx="2">
                  <c:v>19.837313646730614</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18.547332624570338</c:v>
                </c:pt>
                <c:pt idx="1">
                  <c:v>18.87442062000463</c:v>
                </c:pt>
                <c:pt idx="2">
                  <c:v>18.401833275770358</c:v>
                </c:pt>
              </c:numCache>
            </c:numRef>
          </c:val>
        </c:ser>
        <c:ser>
          <c:idx val="2"/>
          <c:order val="2"/>
          <c:tx>
            <c:strRef>
              <c:f>Sheet1!$D$1</c:f>
              <c:strCache>
                <c:ptCount val="1"/>
                <c:pt idx="0">
                  <c:v>Mass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20.017928561577712</c:v>
                </c:pt>
                <c:pt idx="1">
                  <c:v>19.59786963901189</c:v>
                </c:pt>
                <c:pt idx="2">
                  <c:v>17.313243369608028</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15.437198535688662</c:v>
                </c:pt>
                <c:pt idx="1">
                  <c:v>15.953836723789113</c:v>
                </c:pt>
                <c:pt idx="2">
                  <c:v>16.29562948654277</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15.775606681924275</c:v>
                </c:pt>
                <c:pt idx="1">
                  <c:v>15.509685415650559</c:v>
                </c:pt>
                <c:pt idx="2">
                  <c:v>14.424693760761546</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12.858156622657024</c:v>
                </c:pt>
                <c:pt idx="1">
                  <c:v>12.608845530329468</c:v>
                </c:pt>
                <c:pt idx="2">
                  <c:v>13.727286460586683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13.690389186777342</c:v>
                </c:pt>
                <c:pt idx="1">
                  <c:v>13.701394778711206</c:v>
                </c:pt>
                <c:pt idx="2">
                  <c:v>13.653494812074134</c:v>
                </c:pt>
                <c:pt idx="3">
                  <c:v>13.692306974269458</c:v>
                </c:pt>
                <c:pt idx="4">
                  <c:v>13.66176229600378</c:v>
                </c:pt>
                <c:pt idx="5">
                  <c:v>13.325089106196305</c:v>
                </c:pt>
                <c:pt idx="6">
                  <c:v>13.664348147080613</c:v>
                </c:pt>
                <c:pt idx="7">
                  <c:v>13.314267295448992</c:v>
                </c:pt>
                <c:pt idx="8">
                  <c:v>13.64608804160445</c:v>
                </c:pt>
                <c:pt idx="9">
                  <c:v>13.679990537263748</c:v>
                </c:pt>
                <c:pt idx="10">
                  <c:v>13.217940940490399</c:v>
                </c:pt>
                <c:pt idx="11">
                  <c:v>13.233404658315667</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16.387540484194815</c:v>
                </c:pt>
                <c:pt idx="1">
                  <c:v>16.37642310144802</c:v>
                </c:pt>
                <c:pt idx="2">
                  <c:v>16.426133817463143</c:v>
                </c:pt>
                <c:pt idx="3">
                  <c:v>16.38624281827134</c:v>
                </c:pt>
                <c:pt idx="4">
                  <c:v>16.417378116374643</c:v>
                </c:pt>
                <c:pt idx="5">
                  <c:v>15.915737525132517</c:v>
                </c:pt>
                <c:pt idx="6">
                  <c:v>16.414714129316252</c:v>
                </c:pt>
                <c:pt idx="7">
                  <c:v>16.044214593525894</c:v>
                </c:pt>
                <c:pt idx="8">
                  <c:v>16.433471101205285</c:v>
                </c:pt>
                <c:pt idx="9">
                  <c:v>16.398696620732967</c:v>
                </c:pt>
                <c:pt idx="10">
                  <c:v>15.927980162535258</c:v>
                </c:pt>
                <c:pt idx="11">
                  <c:v>15.84077905551311</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13.319588580572203</c:v>
                </c:pt>
                <c:pt idx="1">
                  <c:v>13.323139211668348</c:v>
                </c:pt>
                <c:pt idx="2">
                  <c:v>13.305909524411403</c:v>
                </c:pt>
                <c:pt idx="3">
                  <c:v>13.319860542614311</c:v>
                </c:pt>
                <c:pt idx="4">
                  <c:v>13.30895607273335</c:v>
                </c:pt>
                <c:pt idx="5">
                  <c:v>12.923254432462073</c:v>
                </c:pt>
                <c:pt idx="6">
                  <c:v>13.309870016257452</c:v>
                </c:pt>
                <c:pt idx="7">
                  <c:v>13.013905341843929</c:v>
                </c:pt>
                <c:pt idx="8">
                  <c:v>13.303327346561932</c:v>
                </c:pt>
                <c:pt idx="9">
                  <c:v>13.315421725428568</c:v>
                </c:pt>
                <c:pt idx="10">
                  <c:v>12.91224381966246</c:v>
                </c:pt>
                <c:pt idx="11">
                  <c:v>12.835917328531385</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14.032725846033125</c:v>
                </c:pt>
                <c:pt idx="1">
                  <c:v>14.033838705883081</c:v>
                </c:pt>
                <c:pt idx="2">
                  <c:v>14.030380677705132</c:v>
                </c:pt>
                <c:pt idx="3">
                  <c:v>14.033016116009128</c:v>
                </c:pt>
                <c:pt idx="4">
                  <c:v>14.031277010722354</c:v>
                </c:pt>
                <c:pt idx="5">
                  <c:v>13.61896819594224</c:v>
                </c:pt>
                <c:pt idx="6">
                  <c:v>14.031468151328284</c:v>
                </c:pt>
                <c:pt idx="7">
                  <c:v>13.718308529006586</c:v>
                </c:pt>
                <c:pt idx="8">
                  <c:v>14.030251228009433</c:v>
                </c:pt>
                <c:pt idx="9">
                  <c:v>14.0323084852018</c:v>
                </c:pt>
                <c:pt idx="10">
                  <c:v>13.612956973165186</c:v>
                </c:pt>
                <c:pt idx="11">
                  <c:v>16.519430939647272</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16.668333474370908</c:v>
                </c:pt>
                <c:pt idx="1">
                  <c:v>16.66491261739233</c:v>
                </c:pt>
                <c:pt idx="2">
                  <c:v>16.67949763871813</c:v>
                </c:pt>
                <c:pt idx="3">
                  <c:v>16.667677903845345</c:v>
                </c:pt>
                <c:pt idx="4">
                  <c:v>16.677002368107345</c:v>
                </c:pt>
                <c:pt idx="5">
                  <c:v>18.43327316761104</c:v>
                </c:pt>
                <c:pt idx="6">
                  <c:v>16.676148071735046</c:v>
                </c:pt>
                <c:pt idx="7">
                  <c:v>18.1237540522174</c:v>
                </c:pt>
                <c:pt idx="8">
                  <c:v>16.681741789828255</c:v>
                </c:pt>
                <c:pt idx="9">
                  <c:v>16.671454360603473</c:v>
                </c:pt>
                <c:pt idx="10">
                  <c:v>18.642212760723158</c:v>
                </c:pt>
                <c:pt idx="11">
                  <c:v>16.154739999557805</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Sheet1!$G$2:$G$13</c:f>
              <c:numCache>
                <c:formatCode>General</c:formatCode>
                <c:ptCount val="12"/>
                <c:pt idx="0">
                  <c:v>10.667056443237504</c:v>
                </c:pt>
                <c:pt idx="1">
                  <c:v>10.672254861295974</c:v>
                </c:pt>
                <c:pt idx="2">
                  <c:v>10.647025704075652</c:v>
                </c:pt>
                <c:pt idx="3">
                  <c:v>10.667463210413565</c:v>
                </c:pt>
                <c:pt idx="4">
                  <c:v>10.651341981048715</c:v>
                </c:pt>
                <c:pt idx="5">
                  <c:v>10.559655456040943</c:v>
                </c:pt>
                <c:pt idx="6">
                  <c:v>10.652801059894669</c:v>
                </c:pt>
                <c:pt idx="7">
                  <c:v>10.55372947714847</c:v>
                </c:pt>
                <c:pt idx="8">
                  <c:v>10.643036952084188</c:v>
                </c:pt>
                <c:pt idx="9">
                  <c:v>10.66106788105115</c:v>
                </c:pt>
                <c:pt idx="10">
                  <c:v>10.456882308705168</c:v>
                </c:pt>
                <c:pt idx="11">
                  <c:v>10.380855752388488</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Sheet1!$H$2:$H$13</c:f>
              <c:numCache>
                <c:formatCode>General</c:formatCode>
                <c:ptCount val="12"/>
                <c:pt idx="0">
                  <c:v>15.234365984814099</c:v>
                </c:pt>
                <c:pt idx="1">
                  <c:v>15.22803672360104</c:v>
                </c:pt>
                <c:pt idx="2">
                  <c:v>15.257557825552398</c:v>
                </c:pt>
                <c:pt idx="3">
                  <c:v>15.233432434576844</c:v>
                </c:pt>
                <c:pt idx="4">
                  <c:v>15.252282155009816</c:v>
                </c:pt>
                <c:pt idx="5">
                  <c:v>15.224022116614877</c:v>
                </c:pt>
                <c:pt idx="6">
                  <c:v>15.25065042438769</c:v>
                </c:pt>
                <c:pt idx="7">
                  <c:v>15.231820710808716</c:v>
                </c:pt>
                <c:pt idx="8">
                  <c:v>15.262083540706437</c:v>
                </c:pt>
                <c:pt idx="9">
                  <c:v>15.241060389718283</c:v>
                </c:pt>
                <c:pt idx="10">
                  <c:v>15.22978303471836</c:v>
                </c:pt>
                <c:pt idx="11">
                  <c:v>15.034872266046278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73.79453850285805</c:v>
                </c:pt>
              </c:numCache>
            </c:numRef>
          </c:xVal>
          <c:yVal>
            <c:numRef>
              <c:f>Sheet1!$B$2:$B$2</c:f>
              <c:numCache>
                <c:formatCode>General</c:formatCode>
                <c:ptCount val="1"/>
                <c:pt idx="0">
                  <c:v>110.23654400710359</c:v>
                </c:pt>
              </c:numCache>
            </c:numRef>
          </c:yVal>
          <c:bubbleSize>
            <c:numRef>
              <c:f>Sheet1!$C$2:$C$2</c:f>
              <c:numCache>
                <c:formatCode>General</c:formatCode>
                <c:ptCount val="1"/>
                <c:pt idx="0">
                  <c:v>695.142</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124.36948023146958</c:v>
                </c:pt>
              </c:numCache>
            </c:numRef>
          </c:xVal>
          <c:yVal>
            <c:numRef>
              <c:f>Sheet1!$B$5:$B$5</c:f>
              <c:numCache>
                <c:formatCode>General</c:formatCode>
                <c:ptCount val="1"/>
                <c:pt idx="0">
                  <c:v>98.25601623349597</c:v>
                </c:pt>
              </c:numCache>
            </c:numRef>
          </c:yVal>
          <c:bubbleSize>
            <c:numRef>
              <c:f>Sheet1!$C$5:$C$5</c:f>
              <c:numCache>
                <c:formatCode>General</c:formatCode>
                <c:ptCount val="1"/>
                <c:pt idx="0">
                  <c:v>834.632</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89.92122059142582</c:v>
                </c:pt>
              </c:numCache>
            </c:numRef>
          </c:xVal>
          <c:yVal>
            <c:numRef>
              <c:f>Sheet1!$B$8:$B$8</c:f>
              <c:numCache>
                <c:formatCode>General</c:formatCode>
                <c:ptCount val="1"/>
                <c:pt idx="0">
                  <c:v>97.5191552548615</c:v>
                </c:pt>
              </c:numCache>
            </c:numRef>
          </c:yVal>
          <c:bubbleSize>
            <c:numRef>
              <c:f>Sheet1!$C$8:$C$8</c:f>
              <c:numCache>
                <c:formatCode>General</c:formatCode>
                <c:ptCount val="1"/>
                <c:pt idx="0">
                  <c:v>676.886</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98.27755110423432</c:v>
                </c:pt>
              </c:numCache>
            </c:numRef>
          </c:xVal>
          <c:yVal>
            <c:numRef>
              <c:f>Sheet1!$B$11:$B$11</c:f>
              <c:numCache>
                <c:formatCode>General</c:formatCode>
                <c:ptCount val="1"/>
                <c:pt idx="0">
                  <c:v>101.18229313783318</c:v>
                </c:pt>
              </c:numCache>
            </c:numRef>
          </c:yVal>
          <c:bubbleSize>
            <c:numRef>
              <c:f>Sheet1!$C$11:$C$11</c:f>
              <c:numCache>
                <c:formatCode>General</c:formatCode>
                <c:ptCount val="1"/>
                <c:pt idx="0">
                  <c:v>737.853</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109.03175720694576</c:v>
                </c:pt>
              </c:numCache>
            </c:numRef>
          </c:xVal>
          <c:yVal>
            <c:numRef>
              <c:f>Sheet1!$B$14:$B$14</c:f>
              <c:numCache>
                <c:formatCode>General</c:formatCode>
                <c:ptCount val="1"/>
                <c:pt idx="0">
                  <c:v>113.66385649407434</c:v>
                </c:pt>
              </c:numCache>
            </c:numRef>
          </c:yVal>
          <c:bubbleSize>
            <c:numRef>
              <c:f>Sheet1!$C$14:$C$14</c:f>
              <c:numCache>
                <c:formatCode>General</c:formatCode>
                <c:ptCount val="1"/>
                <c:pt idx="0">
                  <c:v>882.927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82.44189198054993</c:v>
                </c:pt>
              </c:numCache>
            </c:numRef>
          </c:xVal>
          <c:yVal>
            <c:numRef>
              <c:f>Sheet1!$B$17:$B$17</c:f>
              <c:numCache>
                <c:formatCode>General</c:formatCode>
                <c:ptCount val="1"/>
                <c:pt idx="0">
                  <c:v>82.07694973066315</c:v>
                </c:pt>
              </c:numCache>
            </c:numRef>
          </c:yVal>
          <c:bubbleSize>
            <c:numRef>
              <c:f>Sheet1!$C$17:$C$17</c:f>
              <c:numCache>
                <c:formatCode>General</c:formatCode>
                <c:ptCount val="1"/>
                <c:pt idx="0">
                  <c:v>544.963</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115.76836657451115</c:v>
                </c:pt>
              </c:numCache>
            </c:numRef>
          </c:xVal>
          <c:yVal>
            <c:numRef>
              <c:f>Sheet1!$B$20:$B$20</c:f>
              <c:numCache>
                <c:formatCode>General</c:formatCode>
                <c:ptCount val="1"/>
                <c:pt idx="0">
                  <c:v>97.06518514196839</c:v>
                </c:pt>
              </c:numCache>
            </c:numRef>
          </c:yVal>
          <c:bubbleSize>
            <c:numRef>
              <c:f>Sheet1!$C$20:$C$20</c:f>
              <c:numCache>
                <c:formatCode>General</c:formatCode>
                <c:ptCount val="1"/>
                <c:pt idx="0">
                  <c:v>784.269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442.675</c:v>
                </c:pt>
                <c:pt idx="2">
                  <c:v>480.422</c:v>
                </c:pt>
                <c:pt idx="3">
                  <c:v>525.904</c:v>
                </c:pt>
                <c:pt idx="4">
                  <c:v>575.789</c:v>
                </c:pt>
                <c:pt idx="5">
                  <c:v>632.642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442.675</c:v>
                </c:pt>
                <c:pt idx="1">
                  <c:v>37.747000000000014</c:v>
                </c:pt>
                <c:pt idx="2">
                  <c:v>45.48199999999997</c:v>
                </c:pt>
                <c:pt idx="3">
                  <c:v>49.88499999999999</c:v>
                </c:pt>
                <c:pt idx="4">
                  <c:v>56.853000000000065</c:v>
                </c:pt>
                <c:pt idx="5">
                  <c:v>62.5</c:v>
                </c:pt>
                <c:pt idx="6">
                  <c:v>695.142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394.565</c:v>
                </c:pt>
                <c:pt idx="2">
                  <c:v>446.262</c:v>
                </c:pt>
                <c:pt idx="3">
                  <c:v>515.101</c:v>
                </c:pt>
                <c:pt idx="4">
                  <c:v>606.278</c:v>
                </c:pt>
                <c:pt idx="5">
                  <c:v>712.873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394.565</c:v>
                </c:pt>
                <c:pt idx="1">
                  <c:v>51.697</c:v>
                </c:pt>
                <c:pt idx="2">
                  <c:v>68.839</c:v>
                </c:pt>
                <c:pt idx="3">
                  <c:v>91.17700000000002</c:v>
                </c:pt>
                <c:pt idx="4">
                  <c:v>106.59500000000003</c:v>
                </c:pt>
                <c:pt idx="5">
                  <c:v>121.7589999999999</c:v>
                </c:pt>
                <c:pt idx="6">
                  <c:v>834.632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391.606</c:v>
                </c:pt>
                <c:pt idx="2">
                  <c:v>434.043</c:v>
                </c:pt>
                <c:pt idx="3">
                  <c:v>484.163</c:v>
                </c:pt>
                <c:pt idx="4">
                  <c:v>541.401</c:v>
                </c:pt>
                <c:pt idx="5">
                  <c:v>605.636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391.606</c:v>
                </c:pt>
                <c:pt idx="1">
                  <c:v>42.43700000000001</c:v>
                </c:pt>
                <c:pt idx="2">
                  <c:v>50.120000000000005</c:v>
                </c:pt>
                <c:pt idx="3">
                  <c:v>57.23799999999994</c:v>
                </c:pt>
                <c:pt idx="4">
                  <c:v>64.23500000000001</c:v>
                </c:pt>
                <c:pt idx="5">
                  <c:v>71.25</c:v>
                </c:pt>
                <c:pt idx="6">
                  <c:v>676.886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406.316</c:v>
                </c:pt>
                <c:pt idx="2">
                  <c:v>453.36</c:v>
                </c:pt>
                <c:pt idx="3">
                  <c:v>510.454</c:v>
                </c:pt>
                <c:pt idx="4">
                  <c:v>575.946</c:v>
                </c:pt>
                <c:pt idx="5">
                  <c:v>651.97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406.316</c:v>
                </c:pt>
                <c:pt idx="1">
                  <c:v>47.04400000000004</c:v>
                </c:pt>
                <c:pt idx="2">
                  <c:v>57.093999999999994</c:v>
                </c:pt>
                <c:pt idx="3">
                  <c:v>65.49200000000002</c:v>
                </c:pt>
                <c:pt idx="4">
                  <c:v>76.024</c:v>
                </c:pt>
                <c:pt idx="5">
                  <c:v>85.88299999999992</c:v>
                </c:pt>
                <c:pt idx="6">
                  <c:v>737.853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456.438</c:v>
                </c:pt>
                <c:pt idx="2">
                  <c:v>505.966</c:v>
                </c:pt>
                <c:pt idx="3">
                  <c:v>574.002</c:v>
                </c:pt>
                <c:pt idx="4">
                  <c:v>660.395</c:v>
                </c:pt>
                <c:pt idx="5">
                  <c:v>763.781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456.438</c:v>
                </c:pt>
                <c:pt idx="1">
                  <c:v>49.52800000000002</c:v>
                </c:pt>
                <c:pt idx="2">
                  <c:v>68.03599999999994</c:v>
                </c:pt>
                <c:pt idx="3">
                  <c:v>86.39300000000003</c:v>
                </c:pt>
                <c:pt idx="4">
                  <c:v>103.38599999999997</c:v>
                </c:pt>
                <c:pt idx="5">
                  <c:v>119.14600000000007</c:v>
                </c:pt>
                <c:pt idx="6">
                  <c:v>882.927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329.595</c:v>
                </c:pt>
                <c:pt idx="2">
                  <c:v>359.663</c:v>
                </c:pt>
                <c:pt idx="3">
                  <c:v>398.153</c:v>
                </c:pt>
                <c:pt idx="4">
                  <c:v>443.103</c:v>
                </c:pt>
                <c:pt idx="5">
                  <c:v>491.638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329.595</c:v>
                </c:pt>
                <c:pt idx="1">
                  <c:v>30.067999999999984</c:v>
                </c:pt>
                <c:pt idx="2">
                  <c:v>38.49000000000001</c:v>
                </c:pt>
                <c:pt idx="3">
                  <c:v>44.94999999999999</c:v>
                </c:pt>
                <c:pt idx="4">
                  <c:v>48.53499999999997</c:v>
                </c:pt>
                <c:pt idx="5">
                  <c:v>53.32499999999999</c:v>
                </c:pt>
                <c:pt idx="6">
                  <c:v>544.963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389.783</c:v>
                </c:pt>
                <c:pt idx="2">
                  <c:v>437.835</c:v>
                </c:pt>
                <c:pt idx="3">
                  <c:v>498.877</c:v>
                </c:pt>
                <c:pt idx="4">
                  <c:v>577.482</c:v>
                </c:pt>
                <c:pt idx="5">
                  <c:v>673.516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389.783</c:v>
                </c:pt>
                <c:pt idx="1">
                  <c:v>48.051999999999964</c:v>
                </c:pt>
                <c:pt idx="2">
                  <c:v>61.04200000000003</c:v>
                </c:pt>
                <c:pt idx="3">
                  <c:v>78.60499999999996</c:v>
                </c:pt>
                <c:pt idx="4">
                  <c:v>96.03399999999999</c:v>
                </c:pt>
                <c:pt idx="5">
                  <c:v>110.75300000000004</c:v>
                </c:pt>
                <c:pt idx="6">
                  <c:v>784.269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16.66915432005014</c:v>
                </c:pt>
                <c:pt idx="1">
                  <c:v>16.23769378486776</c:v>
                </c:pt>
                <c:pt idx="2">
                  <c:v>17.122031418713465</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13.817736183049393</c:v>
                </c:pt>
                <c:pt idx="1">
                  <c:v>14.036573747642278</c:v>
                </c:pt>
                <c:pt idx="2">
                  <c:v>16.185477765504576</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13.44611568199236</c:v>
                </c:pt>
                <c:pt idx="1">
                  <c:v>13.8664550202812</c:v>
                </c:pt>
                <c:pt idx="2">
                  <c:v>15.208820727787225</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14.005313976771431</c:v>
                </c:pt>
                <c:pt idx="1">
                  <c:v>14.454613305404736</c:v>
                </c:pt>
                <c:pt idx="2">
                  <c:v>14.308705304506471</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16.212866317871477</c:v>
                </c:pt>
                <c:pt idx="1">
                  <c:v>15.748077715300512</c:v>
                </c:pt>
                <c:pt idx="2">
                  <c:v>13.48043854641133</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13.837811982284418</c:v>
                </c:pt>
                <c:pt idx="1">
                  <c:v>13.93130789355164</c:v>
                </c:pt>
                <c:pt idx="2">
                  <c:v>13.126411763245752</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12.011001537980794</c:v>
                </c:pt>
                <c:pt idx="1">
                  <c:v>11.725278532951878</c:v>
                </c:pt>
                <c:pt idx="2">
                  <c:v>10.568114473831185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19.047619047619047</c:v>
                </c:pt>
                <c:pt idx="1">
                  <c:v>19.057642186329556</c:v>
                </c:pt>
                <c:pt idx="2">
                  <c:v>19.01514455117893</c:v>
                </c:pt>
                <c:pt idx="3">
                  <c:v>19.049663727883285</c:v>
                </c:pt>
                <c:pt idx="4">
                  <c:v>19.022938830855445</c:v>
                </c:pt>
                <c:pt idx="5">
                  <c:v>19.038452750868213</c:v>
                </c:pt>
                <c:pt idx="6">
                  <c:v>19.025056256478976</c:v>
                </c:pt>
                <c:pt idx="7">
                  <c:v>19.02894602312972</c:v>
                </c:pt>
                <c:pt idx="8">
                  <c:v>19.009225398336685</c:v>
                </c:pt>
                <c:pt idx="9">
                  <c:v>19.038264939717298</c:v>
                </c:pt>
                <c:pt idx="10">
                  <c:v>19.02294472439074</c:v>
                </c:pt>
                <c:pt idx="11">
                  <c:v>19.01905750416096</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20.146934379567657</c:v>
                </c:pt>
                <c:pt idx="1">
                  <c:v>20.14659724758715</c:v>
                </c:pt>
                <c:pt idx="2">
                  <c:v>20.146964195431355</c:v>
                </c:pt>
                <c:pt idx="3">
                  <c:v>20.14645689136147</c:v>
                </c:pt>
                <c:pt idx="4">
                  <c:v>20.14658488074314</c:v>
                </c:pt>
                <c:pt idx="5">
                  <c:v>20.146568269055017</c:v>
                </c:pt>
                <c:pt idx="6">
                  <c:v>20.146646102500572</c:v>
                </c:pt>
                <c:pt idx="7">
                  <c:v>20.146629191568515</c:v>
                </c:pt>
                <c:pt idx="8">
                  <c:v>20.146567704614142</c:v>
                </c:pt>
                <c:pt idx="9">
                  <c:v>20.14661608608837</c:v>
                </c:pt>
                <c:pt idx="10">
                  <c:v>20.146628180846086</c:v>
                </c:pt>
                <c:pt idx="11">
                  <c:v>20.14666232657548</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20.16539733825679</c:v>
                </c:pt>
                <c:pt idx="1">
                  <c:v>20.160216924305548</c:v>
                </c:pt>
                <c:pt idx="2">
                  <c:v>20.182010387461506</c:v>
                </c:pt>
                <c:pt idx="3">
                  <c:v>20.16419227017516</c:v>
                </c:pt>
                <c:pt idx="4">
                  <c:v>20.17807396078003</c:v>
                </c:pt>
                <c:pt idx="5">
                  <c:v>20.169987205264118</c:v>
                </c:pt>
                <c:pt idx="6">
                  <c:v>20.176986675431724</c:v>
                </c:pt>
                <c:pt idx="7">
                  <c:v>20.17496135123871</c:v>
                </c:pt>
                <c:pt idx="8">
                  <c:v>20.185229264492673</c:v>
                </c:pt>
                <c:pt idx="9">
                  <c:v>20.170132112189748</c:v>
                </c:pt>
                <c:pt idx="10">
                  <c:v>20.17807845795797</c:v>
                </c:pt>
                <c:pt idx="11">
                  <c:v>20.180072839832206</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19.900761597045925</c:v>
                </c:pt>
                <c:pt idx="1">
                  <c:v>19.8909187710099</c:v>
                </c:pt>
                <c:pt idx="2">
                  <c:v>19.93438893229765</c:v>
                </c:pt>
                <c:pt idx="3">
                  <c:v>19.89909502896001</c:v>
                </c:pt>
                <c:pt idx="4">
                  <c:v>19.926482637628165</c:v>
                </c:pt>
                <c:pt idx="5">
                  <c:v>19.910665326265764</c:v>
                </c:pt>
                <c:pt idx="6">
                  <c:v>19.92440140577988</c:v>
                </c:pt>
                <c:pt idx="7">
                  <c:v>19.92038252521665</c:v>
                </c:pt>
                <c:pt idx="8">
                  <c:v>19.94056506466434</c:v>
                </c:pt>
                <c:pt idx="9">
                  <c:v>19.91075175243679</c:v>
                </c:pt>
                <c:pt idx="10">
                  <c:v>19.92647624106288</c:v>
                </c:pt>
                <c:pt idx="11">
                  <c:v>19.93047665256137</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Sheet1!$F$2:$F$13</c:f>
              <c:numCache>
                <c:formatCode>General</c:formatCode>
                <c:ptCount val="12"/>
                <c:pt idx="0">
                  <c:v>20.739287637510575</c:v>
                </c:pt>
                <c:pt idx="1">
                  <c:v>20.74462487076784</c:v>
                </c:pt>
                <c:pt idx="2">
                  <c:v>20.721491933630553</c:v>
                </c:pt>
                <c:pt idx="3">
                  <c:v>20.74059208162008</c:v>
                </c:pt>
                <c:pt idx="4">
                  <c:v>20.725919689993223</c:v>
                </c:pt>
                <c:pt idx="5">
                  <c:v>20.73432644854688</c:v>
                </c:pt>
                <c:pt idx="6">
                  <c:v>20.726909559808856</c:v>
                </c:pt>
                <c:pt idx="7">
                  <c:v>20.72908090884641</c:v>
                </c:pt>
                <c:pt idx="8">
                  <c:v>20.71841256789215</c:v>
                </c:pt>
                <c:pt idx="9">
                  <c:v>20.73423510956778</c:v>
                </c:pt>
                <c:pt idx="10">
                  <c:v>20.725872395742336</c:v>
                </c:pt>
                <c:pt idx="11">
                  <c:v>20.723730676869977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83.26374315998731</c:v>
                </c:pt>
              </c:numCache>
            </c:numRef>
          </c:xVal>
          <c:yVal>
            <c:numRef>
              <c:f>Sheet1!$B$2:$B$2</c:f>
              <c:numCache>
                <c:formatCode>General</c:formatCode>
                <c:ptCount val="1"/>
                <c:pt idx="0">
                  <c:v>105.03693020720901</c:v>
                </c:pt>
              </c:numCache>
            </c:numRef>
          </c:yVal>
          <c:bubbleSize>
            <c:numRef>
              <c:f>Sheet1!$C$2:$C$2</c:f>
              <c:numCache>
                <c:formatCode>General</c:formatCode>
                <c:ptCount val="1"/>
                <c:pt idx="0">
                  <c:v>981.157</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99.36815424903267</c:v>
                </c:pt>
              </c:numCache>
            </c:numRef>
          </c:xVal>
          <c:yVal>
            <c:numRef>
              <c:f>Sheet1!$B$5:$B$5</c:f>
              <c:numCache>
                <c:formatCode>General</c:formatCode>
                <c:ptCount val="1"/>
                <c:pt idx="0">
                  <c:v>101.10858213760477</c:v>
                </c:pt>
              </c:numCache>
            </c:numRef>
          </c:yVal>
          <c:bubbleSize>
            <c:numRef>
              <c:f>Sheet1!$C$5:$C$5</c:f>
              <c:numCache>
                <c:formatCode>General</c:formatCode>
                <c:ptCount val="1"/>
                <c:pt idx="0">
                  <c:v>1038.895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110.21943738897342</c:v>
                </c:pt>
              </c:numCache>
            </c:numRef>
          </c:xVal>
          <c:yVal>
            <c:numRef>
              <c:f>Sheet1!$B$8:$B$8</c:f>
              <c:numCache>
                <c:formatCode>General</c:formatCode>
                <c:ptCount val="1"/>
                <c:pt idx="0">
                  <c:v>95.00679123066776</c:v>
                </c:pt>
              </c:numCache>
            </c:numRef>
          </c:yVal>
          <c:bubbleSize>
            <c:numRef>
              <c:f>Sheet1!$C$8:$C$8</c:f>
              <c:numCache>
                <c:formatCode>General</c:formatCode>
                <c:ptCount val="1"/>
                <c:pt idx="0">
                  <c:v>1040.41</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117.38820354239712</c:v>
                </c:pt>
              </c:numCache>
            </c:numRef>
          </c:xVal>
          <c:yVal>
            <c:numRef>
              <c:f>Sheet1!$B$11:$B$11</c:f>
              <c:numCache>
                <c:formatCode>General</c:formatCode>
                <c:ptCount val="1"/>
                <c:pt idx="0">
                  <c:v>89.96637469236684</c:v>
                </c:pt>
              </c:numCache>
            </c:numRef>
          </c:yVal>
          <c:bubbleSize>
            <c:numRef>
              <c:f>Sheet1!$C$11:$C$11</c:f>
              <c:numCache>
                <c:formatCode>General</c:formatCode>
                <c:ptCount val="1"/>
                <c:pt idx="0">
                  <c:v>1027.333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91.64073085506324</c:v>
                </c:pt>
              </c:numCache>
            </c:numRef>
          </c:xVal>
          <c:yVal>
            <c:numRef>
              <c:f>Sheet1!$B$14:$B$14</c:f>
              <c:numCache>
                <c:formatCode>General</c:formatCode>
                <c:ptCount val="1"/>
                <c:pt idx="0">
                  <c:v>108.88132173215158</c:v>
                </c:pt>
              </c:numCache>
            </c:numRef>
          </c:yVal>
          <c:bubbleSize>
            <c:numRef>
              <c:f>Sheet1!$C$14:$C$14</c:f>
              <c:numCache>
                <c:formatCode>General</c:formatCode>
                <c:ptCount val="1"/>
                <c:pt idx="0">
                  <c:v>1068.876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590.513</c:v>
                </c:pt>
                <c:pt idx="2">
                  <c:v>646.654</c:v>
                </c:pt>
                <c:pt idx="3">
                  <c:v>715.485</c:v>
                </c:pt>
                <c:pt idx="4">
                  <c:v>792.807</c:v>
                </c:pt>
                <c:pt idx="5">
                  <c:v>882.1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590.513</c:v>
                </c:pt>
                <c:pt idx="1">
                  <c:v>56.14099999999996</c:v>
                </c:pt>
                <c:pt idx="2">
                  <c:v>68.83100000000002</c:v>
                </c:pt>
                <c:pt idx="3">
                  <c:v>77.322</c:v>
                </c:pt>
                <c:pt idx="4">
                  <c:v>89.293</c:v>
                </c:pt>
                <c:pt idx="5">
                  <c:v>99.05700000000002</c:v>
                </c:pt>
                <c:pt idx="6">
                  <c:v>981.157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568.428</c:v>
                </c:pt>
                <c:pt idx="2">
                  <c:v>635.807</c:v>
                </c:pt>
                <c:pt idx="3">
                  <c:v>716.618</c:v>
                </c:pt>
                <c:pt idx="4">
                  <c:v>811.102</c:v>
                </c:pt>
                <c:pt idx="5">
                  <c:v>918.521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568.428</c:v>
                </c:pt>
                <c:pt idx="1">
                  <c:v>67.37900000000002</c:v>
                </c:pt>
                <c:pt idx="2">
                  <c:v>80.81100000000004</c:v>
                </c:pt>
                <c:pt idx="3">
                  <c:v>94.48399999999992</c:v>
                </c:pt>
                <c:pt idx="4">
                  <c:v>107.41899999999998</c:v>
                </c:pt>
                <c:pt idx="5">
                  <c:v>120.37400000000002</c:v>
                </c:pt>
                <c:pt idx="6">
                  <c:v>1038.895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534.124</c:v>
                </c:pt>
                <c:pt idx="2">
                  <c:v>591.618</c:v>
                </c:pt>
                <c:pt idx="3">
                  <c:v>671.321</c:v>
                </c:pt>
                <c:pt idx="4">
                  <c:v>774.026</c:v>
                </c:pt>
                <c:pt idx="5">
                  <c:v>897.521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534.124</c:v>
                </c:pt>
                <c:pt idx="1">
                  <c:v>57.49400000000003</c:v>
                </c:pt>
                <c:pt idx="2">
                  <c:v>79.70299999999997</c:v>
                </c:pt>
                <c:pt idx="3">
                  <c:v>102.70499999999993</c:v>
                </c:pt>
                <c:pt idx="4">
                  <c:v>123.495</c:v>
                </c:pt>
                <c:pt idx="5">
                  <c:v>142.88900000000012</c:v>
                </c:pt>
                <c:pt idx="6">
                  <c:v>1040.41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505.787</c:v>
                </c:pt>
                <c:pt idx="2">
                  <c:v>567.076</c:v>
                </c:pt>
                <c:pt idx="3">
                  <c:v>648.661</c:v>
                </c:pt>
                <c:pt idx="4">
                  <c:v>757.151</c:v>
                </c:pt>
                <c:pt idx="5">
                  <c:v>883.512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505.787</c:v>
                </c:pt>
                <c:pt idx="1">
                  <c:v>61.289000000000044</c:v>
                </c:pt>
                <c:pt idx="2">
                  <c:v>81.58499999999992</c:v>
                </c:pt>
                <c:pt idx="3">
                  <c:v>108.49000000000001</c:v>
                </c:pt>
                <c:pt idx="4">
                  <c:v>126.36099999999999</c:v>
                </c:pt>
                <c:pt idx="5">
                  <c:v>143.82100000000014</c:v>
                </c:pt>
                <c:pt idx="6">
                  <c:v>1027.333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612.126</c:v>
                </c:pt>
                <c:pt idx="2">
                  <c:v>676.394</c:v>
                </c:pt>
                <c:pt idx="3">
                  <c:v>754.568</c:v>
                </c:pt>
                <c:pt idx="4">
                  <c:v>845.311</c:v>
                </c:pt>
                <c:pt idx="5">
                  <c:v>950.404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612.126</c:v>
                </c:pt>
                <c:pt idx="1">
                  <c:v>64.26800000000003</c:v>
                </c:pt>
                <c:pt idx="2">
                  <c:v>78.17399999999998</c:v>
                </c:pt>
                <c:pt idx="3">
                  <c:v>90.74300000000005</c:v>
                </c:pt>
                <c:pt idx="4">
                  <c:v>105.09299999999996</c:v>
                </c:pt>
                <c:pt idx="5">
                  <c:v>118.47199999999998</c:v>
                </c:pt>
                <c:pt idx="6">
                  <c:v>1068.876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All Hair Types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21.592787725481777</c:v>
                </c:pt>
                <c:pt idx="1">
                  <c:v>21.776264346430317</c:v>
                </c:pt>
                <c:pt idx="2">
                  <c:v>20.728023951886787</c:v>
                </c:pt>
              </c:numCache>
            </c:numRef>
          </c:val>
        </c:ser>
        <c:ser>
          <c:idx val="1"/>
          <c:order val="1"/>
          <c:tx>
            <c:strRef>
              <c:f>Sheet1!$C$1</c:f>
              <c:strCache>
                <c:ptCount val="1"/>
                <c:pt idx="0">
                  <c:v>Curly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19.546670996056413</c:v>
                </c:pt>
                <c:pt idx="1">
                  <c:v>19.001358246133552</c:v>
                </c:pt>
                <c:pt idx="2">
                  <c:v>20.1760011449247</c:v>
                </c:pt>
              </c:numCache>
            </c:numRef>
          </c:val>
        </c:ser>
        <c:ser>
          <c:idx val="2"/>
          <c:order val="2"/>
          <c:tx>
            <c:strRef>
              <c:f>Sheet1!$D$1</c:f>
              <c:strCache>
                <c:ptCount val="1"/>
                <c:pt idx="0">
                  <c:v>Wavy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19.683186430854587</c:v>
                </c:pt>
                <c:pt idx="1">
                  <c:v>20.221716427520956</c:v>
                </c:pt>
                <c:pt idx="2">
                  <c:v>20.14662172552796</c:v>
                </c:pt>
              </c:numCache>
            </c:numRef>
          </c:val>
        </c:ser>
        <c:ser>
          <c:idx val="3"/>
          <c:order val="3"/>
          <c:tx>
            <c:strRef>
              <c:f>Sheet1!$E$1</c:f>
              <c:strCache>
                <c:ptCount val="1"/>
                <c:pt idx="0">
                  <c:v>Coily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18.017026023472976</c:v>
                </c:pt>
                <c:pt idx="1">
                  <c:v>17.99327493847337</c:v>
                </c:pt>
                <c:pt idx="2">
                  <c:v>19.92240730502295</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21.160328824134254</c:v>
                </c:pt>
                <c:pt idx="1">
                  <c:v>21.007386041441805</c:v>
                </c:pt>
                <c:pt idx="2">
                  <c:v>19.026945872637597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Sheet1!$B$2:$B$13</c:f>
              <c:numCache>
                <c:formatCode>General</c:formatCode>
                <c:ptCount val="12"/>
                <c:pt idx="0">
                  <c:v>24.364181860143084</c:v>
                </c:pt>
                <c:pt idx="1">
                  <c:v>24.17183079408906</c:v>
                </c:pt>
                <c:pt idx="2">
                  <c:v>24.456930775550536</c:v>
                </c:pt>
                <c:pt idx="3">
                  <c:v>23.573228787454493</c:v>
                </c:pt>
                <c:pt idx="4">
                  <c:v>23.77731579809846</c:v>
                </c:pt>
                <c:pt idx="5">
                  <c:v>24.175767684152806</c:v>
                </c:pt>
                <c:pt idx="6">
                  <c:v>24.417334580668</c:v>
                </c:pt>
                <c:pt idx="7">
                  <c:v>24.2693192083436</c:v>
                </c:pt>
                <c:pt idx="8">
                  <c:v>23.78479360064628</c:v>
                </c:pt>
                <c:pt idx="9">
                  <c:v>23.967691605788026</c:v>
                </c:pt>
                <c:pt idx="10">
                  <c:v>23.403166828810093</c:v>
                </c:pt>
                <c:pt idx="11">
                  <c:v>23.889376807944824</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Sheet1!$C$2:$C$13</c:f>
              <c:numCache>
                <c:formatCode>General</c:formatCode>
                <c:ptCount val="12"/>
                <c:pt idx="0">
                  <c:v>26.118162935610428</c:v>
                </c:pt>
                <c:pt idx="1">
                  <c:v>25.606230383022456</c:v>
                </c:pt>
                <c:pt idx="2">
                  <c:v>25.24747640140873</c:v>
                </c:pt>
                <c:pt idx="3">
                  <c:v>26.087463828992814</c:v>
                </c:pt>
                <c:pt idx="4">
                  <c:v>26.010455592649596</c:v>
                </c:pt>
                <c:pt idx="5">
                  <c:v>25.470377901663316</c:v>
                </c:pt>
                <c:pt idx="6">
                  <c:v>25.702005006194533</c:v>
                </c:pt>
                <c:pt idx="7">
                  <c:v>25.957953518929134</c:v>
                </c:pt>
                <c:pt idx="8">
                  <c:v>25.907572905170984</c:v>
                </c:pt>
                <c:pt idx="9">
                  <c:v>25.946834216707316</c:v>
                </c:pt>
                <c:pt idx="10">
                  <c:v>26.142272468046567</c:v>
                </c:pt>
                <c:pt idx="11">
                  <c:v>25.664433157477756</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Sheet1!$D$2:$D$13</c:f>
              <c:numCache>
                <c:formatCode>General</c:formatCode>
                <c:ptCount val="12"/>
                <c:pt idx="0">
                  <c:v>24.071082390953148</c:v>
                </c:pt>
                <c:pt idx="1">
                  <c:v>24.338362295782233</c:v>
                </c:pt>
                <c:pt idx="2">
                  <c:v>23.94617855070465</c:v>
                </c:pt>
                <c:pt idx="3">
                  <c:v>23.85372911416037</c:v>
                </c:pt>
                <c:pt idx="4">
                  <c:v>24.68374563413137</c:v>
                </c:pt>
                <c:pt idx="5">
                  <c:v>24.305714220435018</c:v>
                </c:pt>
                <c:pt idx="6">
                  <c:v>24.387499683952367</c:v>
                </c:pt>
                <c:pt idx="7">
                  <c:v>23.835920177383592</c:v>
                </c:pt>
                <c:pt idx="8">
                  <c:v>23.932371122122923</c:v>
                </c:pt>
                <c:pt idx="9">
                  <c:v>24.660637944338994</c:v>
                </c:pt>
                <c:pt idx="10">
                  <c:v>24.565427667259332</c:v>
                </c:pt>
                <c:pt idx="11">
                  <c:v>24.063676507618705</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Belgium  ·  130</c:v>
                </c:pt>
                <c:pt idx="1">
                  <c:v>Poland  ·  162</c:v>
                </c:pt>
                <c:pt idx="2">
                  <c:v>Switzerland  ·  174</c:v>
                </c:pt>
                <c:pt idx="3">
                  <c:v>Netherlands  ·  214</c:v>
                </c:pt>
                <c:pt idx="4">
                  <c:v>Russia  ·  311</c:v>
                </c:pt>
                <c:pt idx="5">
                  <c:v>Spain  ·  350</c:v>
                </c:pt>
                <c:pt idx="6">
                  <c:v>Nordic  ·  396</c:v>
                </c:pt>
                <c:pt idx="7">
                  <c:v>Italy  ·  487</c:v>
                </c:pt>
                <c:pt idx="8">
                  <c:v>Germany  ·  693</c:v>
                </c:pt>
                <c:pt idx="9">
                  <c:v>Rest of Europe  ·  710</c:v>
                </c:pt>
                <c:pt idx="10">
                  <c:v>France  ·  715</c:v>
                </c:pt>
                <c:pt idx="11">
                  <c:v>U.K.  ·  814</c:v>
                </c:pt>
              </c:strCache>
            </c:strRef>
          </c:cat>
          <c:val>
            <c:numRef>
              <c:f>Sheet1!$E$2:$E$13</c:f>
              <c:numCache>
                <c:formatCode>General</c:formatCode>
                <c:ptCount val="12"/>
                <c:pt idx="0">
                  <c:v>25.446572813293333</c:v>
                </c:pt>
                <c:pt idx="1">
                  <c:v>25.88357652710625</c:v>
                </c:pt>
                <c:pt idx="2">
                  <c:v>26.34941427233607</c:v>
                </c:pt>
                <c:pt idx="3">
                  <c:v>26.485578269392327</c:v>
                </c:pt>
                <c:pt idx="4">
                  <c:v>25.528482975120575</c:v>
                </c:pt>
                <c:pt idx="5">
                  <c:v>26.048140193748853</c:v>
                </c:pt>
                <c:pt idx="6">
                  <c:v>25.493160729185107</c:v>
                </c:pt>
                <c:pt idx="7">
                  <c:v>25.936807095343685</c:v>
                </c:pt>
                <c:pt idx="8">
                  <c:v>26.375262372059805</c:v>
                </c:pt>
                <c:pt idx="9">
                  <c:v>25.42483623316567</c:v>
                </c:pt>
                <c:pt idx="10">
                  <c:v>25.889133035884015</c:v>
                </c:pt>
                <c:pt idx="11">
                  <c:v>26.38251352695872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86.33724931973083</c:v>
                </c:pt>
              </c:numCache>
            </c:numRef>
          </c:xVal>
          <c:yVal>
            <c:numRef>
              <c:f>Sheet1!$B$2:$B$2</c:f>
              <c:numCache>
                <c:formatCode>General</c:formatCode>
                <c:ptCount val="1"/>
                <c:pt idx="0">
                  <c:v>103.7907433673464</c:v>
                </c:pt>
              </c:numCache>
            </c:numRef>
          </c:yVal>
          <c:bubbleSize>
            <c:numRef>
              <c:f>Sheet1!$C$2:$C$2</c:f>
              <c:numCache>
                <c:formatCode>General</c:formatCode>
                <c:ptCount val="1"/>
                <c:pt idx="0">
                  <c:v>1234.225</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104.90382526831132</c:v>
                </c:pt>
              </c:numCache>
            </c:numRef>
          </c:xVal>
          <c:yVal>
            <c:numRef>
              <c:f>Sheet1!$B$5:$B$5</c:f>
              <c:numCache>
                <c:formatCode>General</c:formatCode>
                <c:ptCount val="1"/>
                <c:pt idx="0">
                  <c:v>100.4761686231025</c:v>
                </c:pt>
              </c:numCache>
            </c:numRef>
          </c:yVal>
          <c:bubbleSize>
            <c:numRef>
              <c:f>Sheet1!$C$5:$C$5</c:f>
              <c:numCache>
                <c:formatCode>General</c:formatCode>
                <c:ptCount val="1"/>
                <c:pt idx="0">
                  <c:v>1333.191</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95.24824770030828</c:v>
                </c:pt>
              </c:numCache>
            </c:numRef>
          </c:xVal>
          <c:yVal>
            <c:numRef>
              <c:f>Sheet1!$B$8:$B$8</c:f>
              <c:numCache>
                <c:formatCode>General</c:formatCode>
                <c:ptCount val="1"/>
                <c:pt idx="0">
                  <c:v>99.76054605886418</c:v>
                </c:pt>
              </c:numCache>
            </c:numRef>
          </c:yVal>
          <c:bubbleSize>
            <c:numRef>
              <c:f>Sheet1!$C$8:$C$8</c:f>
              <c:numCache>
                <c:formatCode>General</c:formatCode>
                <c:ptCount val="1"/>
                <c:pt idx="0">
                  <c:v>1250.5529999999999</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113.43990858307187</c:v>
                </c:pt>
              </c:numCache>
            </c:numRef>
          </c:xVal>
          <c:yVal>
            <c:numRef>
              <c:f>Sheet1!$B$11:$B$11</c:f>
              <c:numCache>
                <c:formatCode>General</c:formatCode>
                <c:ptCount val="1"/>
                <c:pt idx="0">
                  <c:v>95.97254195068695</c:v>
                </c:pt>
              </c:numCache>
            </c:numRef>
          </c:yVal>
          <c:bubbleSize>
            <c:numRef>
              <c:f>Sheet1!$C$11:$C$11</c:f>
              <c:numCache>
                <c:formatCode>General</c:formatCode>
                <c:ptCount val="1"/>
                <c:pt idx="0">
                  <c:v>1338.702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729.384</c:v>
                </c:pt>
                <c:pt idx="2">
                  <c:v>798.367</c:v>
                </c:pt>
                <c:pt idx="3">
                  <c:v>884.629</c:v>
                </c:pt>
                <c:pt idx="4">
                  <c:v>986.548</c:v>
                </c:pt>
                <c:pt idx="5">
                  <c:v>1103.391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729.384</c:v>
                </c:pt>
                <c:pt idx="1">
                  <c:v>68.98299999999995</c:v>
                </c:pt>
                <c:pt idx="2">
                  <c:v>86.26200000000006</c:v>
                </c:pt>
                <c:pt idx="3">
                  <c:v>101.91899999999998</c:v>
                </c:pt>
                <c:pt idx="4">
                  <c:v>116.84300000000007</c:v>
                </c:pt>
                <c:pt idx="5">
                  <c:v>130.83399999999983</c:v>
                </c:pt>
                <c:pt idx="6">
                  <c:v>1234.225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706.091</c:v>
                </c:pt>
                <c:pt idx="2">
                  <c:v>786.144</c:v>
                </c:pt>
                <c:pt idx="3">
                  <c:v>888.484</c:v>
                </c:pt>
                <c:pt idx="4">
                  <c:v>1013.6120000000001</c:v>
                </c:pt>
                <c:pt idx="5">
                  <c:v>1162.637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706.091</c:v>
                </c:pt>
                <c:pt idx="1">
                  <c:v>80.053</c:v>
                </c:pt>
                <c:pt idx="2">
                  <c:v>102.34000000000003</c:v>
                </c:pt>
                <c:pt idx="3">
                  <c:v>125.12800000000004</c:v>
                </c:pt>
                <c:pt idx="4">
                  <c:v>149.02499999999986</c:v>
                </c:pt>
                <c:pt idx="5">
                  <c:v>170.5540000000001</c:v>
                </c:pt>
                <c:pt idx="6">
                  <c:v>1333.191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701.0619999999999</c:v>
                </c:pt>
                <c:pt idx="2">
                  <c:v>778.1800000000001</c:v>
                </c:pt>
                <c:pt idx="3">
                  <c:v>871.764</c:v>
                </c:pt>
                <c:pt idx="4">
                  <c:v>980.808</c:v>
                </c:pt>
                <c:pt idx="5">
                  <c:v>1107.827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701.0619999999999</c:v>
                </c:pt>
                <c:pt idx="1">
                  <c:v>77.11800000000017</c:v>
                </c:pt>
                <c:pt idx="2">
                  <c:v>93.58399999999995</c:v>
                </c:pt>
                <c:pt idx="3">
                  <c:v>109.04399999999998</c:v>
                </c:pt>
                <c:pt idx="4">
                  <c:v>127.019</c:v>
                </c:pt>
                <c:pt idx="5">
                  <c:v>142.72599999999989</c:v>
                </c:pt>
                <c:pt idx="6">
                  <c:v>1250.5529999999999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674.442</c:v>
                </c:pt>
                <c:pt idx="2">
                  <c:v>754.858</c:v>
                </c:pt>
                <c:pt idx="3">
                  <c:v>861.7750000000001</c:v>
                </c:pt>
                <c:pt idx="4">
                  <c:v>999.429</c:v>
                </c:pt>
                <c:pt idx="5">
                  <c:v>1158.203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674.442</c:v>
                </c:pt>
                <c:pt idx="1">
                  <c:v>80.41599999999994</c:v>
                </c:pt>
                <c:pt idx="2">
                  <c:v>106.91700000000014</c:v>
                </c:pt>
                <c:pt idx="3">
                  <c:v>137.65399999999988</c:v>
                </c:pt>
                <c:pt idx="4">
                  <c:v>158.774</c:v>
                </c:pt>
                <c:pt idx="5">
                  <c:v>180.49900000000002</c:v>
                </c:pt>
                <c:pt idx="6">
                  <c:v>1338.702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23.809854249697555</c:v>
                </c:pt>
                <c:pt idx="1">
                  <c:v>23.993135487671736</c:v>
                </c:pt>
                <c:pt idx="2">
                  <c:v>25.96058581204812</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25.044559545693396</c:v>
                </c:pt>
                <c:pt idx="1">
                  <c:v>25.119042155775624</c:v>
                </c:pt>
                <c:pt idx="2">
                  <c:v>25.853714537925725</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24.676517774065214</c:v>
                </c:pt>
                <c:pt idx="1">
                  <c:v>24.940136514716045</c:v>
                </c:pt>
                <c:pt idx="2">
                  <c:v>24.25116901970282</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26.469068430543846</c:v>
                </c:pt>
                <c:pt idx="1">
                  <c:v>25.9476858418366</c:v>
                </c:pt>
                <c:pt idx="2">
                  <c:v>23.93453063032332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3.797006935734526</c:v>
                </c:pt>
                <c:pt idx="1">
                  <c:v>4.965990071672111</c:v>
                </c:pt>
                <c:pt idx="2">
                  <c:v>4.574873486472808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5510689460718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1756.666</c:v>
                </c:pt>
                <c:pt idx="2">
                  <c:v>0.0</c:v>
                </c:pt>
                <c:pt idx="3">
                  <c:v>2116.476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1756.666</c:v>
                </c:pt>
                <c:pt idx="1">
                  <c:v>359.8100000000002</c:v>
                </c:pt>
                <c:pt idx="2">
                  <c:v>2116.476</c:v>
                </c:pt>
                <c:pt idx="3">
                  <c:v>1319.8899999999999</c:v>
                </c:pt>
                <c:pt idx="4">
                  <c:v>3436.366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4.3393726969571444</c:v>
                </c:pt>
                <c:pt idx="1">
                  <c:v>6.543619249267518</c:v>
                </c:pt>
                <c:pt idx="2">
                  <c:v>5.8037443503560215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63757740903312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3338.585</c:v>
                </c:pt>
                <c:pt idx="2">
                  <c:v>0.0</c:v>
                </c:pt>
                <c:pt idx="3">
                  <c:v>4128.607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3338.585</c:v>
                </c:pt>
                <c:pt idx="1">
                  <c:v>790.0219999999999</c:v>
                </c:pt>
                <c:pt idx="2">
                  <c:v>4128.607</c:v>
                </c:pt>
                <c:pt idx="3">
                  <c:v>3653.156</c:v>
                </c:pt>
                <c:pt idx="4">
                  <c:v>7781.763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3338.585</c:v>
                </c:pt>
                <c:pt idx="1">
                  <c:v>3477.228</c:v>
                </c:pt>
                <c:pt idx="2">
                  <c:v>3621.819</c:v>
                </c:pt>
                <c:pt idx="3">
                  <c:v>3773.847</c:v>
                </c:pt>
                <c:pt idx="4">
                  <c:v>3934.7920000000004</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1756.666</c:v>
                </c:pt>
                <c:pt idx="1">
                  <c:v>1822.857</c:v>
                </c:pt>
                <c:pt idx="2">
                  <c:v>1891.1470000000002</c:v>
                </c:pt>
                <c:pt idx="3">
                  <c:v>1961.3260000000002</c:v>
                </c:pt>
                <c:pt idx="4">
                  <c:v>2035.137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64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776"/>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4128.607</c:v>
                </c:pt>
                <c:pt idx="1">
                  <c:v>4347.319</c:v>
                </c:pt>
                <c:pt idx="2">
                  <c:v>4595.447</c:v>
                </c:pt>
                <c:pt idx="3">
                  <c:v>4876.824</c:v>
                </c:pt>
                <c:pt idx="4">
                  <c:v>5192.4529999999995</c:v>
                </c:pt>
                <c:pt idx="5">
                  <c:v>5541.866</c:v>
                </c:pt>
                <c:pt idx="6">
                  <c:v>5925.436</c:v>
                </c:pt>
                <c:pt idx="7">
                  <c:v>6341.06</c:v>
                </c:pt>
                <c:pt idx="8">
                  <c:v>6788.848</c:v>
                </c:pt>
                <c:pt idx="9">
                  <c:v>7268.562</c:v>
                </c:pt>
                <c:pt idx="10">
                  <c:v>7781.763</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2116.476</c:v>
                </c:pt>
                <c:pt idx="1">
                  <c:v>2206.875</c:v>
                </c:pt>
                <c:pt idx="2">
                  <c:v>2307.835</c:v>
                </c:pt>
                <c:pt idx="3">
                  <c:v>2419.918</c:v>
                </c:pt>
                <c:pt idx="4">
                  <c:v>2542.5969999999998</c:v>
                </c:pt>
                <c:pt idx="5">
                  <c:v>2674.565</c:v>
                </c:pt>
                <c:pt idx="6">
                  <c:v>2815.059</c:v>
                </c:pt>
                <c:pt idx="7">
                  <c:v>2962.584</c:v>
                </c:pt>
                <c:pt idx="8">
                  <c:v>3116.3050000000003</c:v>
                </c:pt>
                <c:pt idx="9">
                  <c:v>3274.227</c:v>
                </c:pt>
                <c:pt idx="10">
                  <c:v>3436.366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918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5349"/>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Japan</c:v>
                </c:pt>
                <c:pt idx="1">
                  <c:v>South Korea</c:v>
                </c:pt>
                <c:pt idx="2">
                  <c:v>China</c:v>
                </c:pt>
              </c:strCache>
            </c:strRef>
          </c:cat>
          <c:val>
            <c:numRef>
              <c:f>Sheet1!$B$2:$B$4</c:f>
              <c:numCache>
                <c:formatCode>General</c:formatCode>
                <c:ptCount val="3"/>
                <c:pt idx="0">
                  <c:v>84.2286916443084</c:v>
                </c:pt>
                <c:pt idx="1">
                  <c:v>92.68197250668979</c:v>
                </c:pt>
                <c:pt idx="2">
                  <c:v>114.2027507871249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South Korea</c:v>
                </c:pt>
                <c:pt idx="1">
                  <c:v>Japan</c:v>
                </c:pt>
                <c:pt idx="2">
                  <c:v>China</c:v>
                </c:pt>
              </c:strCache>
            </c:strRef>
          </c:cat>
          <c:val>
            <c:numRef>
              <c:f>Sheet1!$B$2:$B$4</c:f>
              <c:numCache>
                <c:formatCode>General</c:formatCode>
                <c:ptCount val="3"/>
                <c:pt idx="0">
                  <c:v>12.514083712822554</c:v>
                </c:pt>
                <c:pt idx="1">
                  <c:v>31.540837566203038</c:v>
                </c:pt>
                <c:pt idx="2">
                  <c:v>55.94516084174889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11.1%</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19.0%</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18.0%</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866.895</c:v>
                </c:pt>
                <c:pt idx="1">
                  <c:v>475.84799999999996</c:v>
                </c:pt>
                <c:pt idx="2">
                  <c:v>654.482</c:v>
                </c:pt>
                <c:pt idx="3">
                  <c:v>870.038</c:v>
                </c:pt>
                <c:pt idx="4">
                  <c:v>1477.557</c:v>
                </c:pt>
                <c:pt idx="5">
                  <c:v>868.097</c:v>
                </c:pt>
                <c:pt idx="6">
                  <c:v>1400.397</c:v>
                </c:pt>
                <c:pt idx="7">
                  <c:v>1168.449</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302.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0.08730447549121624</c:v>
                </c:pt>
                <c:pt idx="1">
                  <c:v>0.08570981745362084</c:v>
                </c:pt>
                <c:pt idx="2">
                  <c:v>0.08258502511405529</c:v>
                </c:pt>
                <c:pt idx="3">
                  <c:v>0.07946023277448974</c:v>
                </c:pt>
                <c:pt idx="4">
                  <c:v>0.07793009847251958</c:v>
                </c:pt>
                <c:pt idx="5">
                  <c:v>0.07830802320975318</c:v>
                </c:pt>
                <c:pt idx="6">
                  <c:v>0.07941414439190027</c:v>
                </c:pt>
                <c:pt idx="7">
                  <c:v>0.07984737518824121</c:v>
                </c:pt>
                <c:pt idx="8">
                  <c:v>0.07899934894859512</c:v>
                </c:pt>
                <c:pt idx="9">
                  <c:v>0.07610499852197687</c:v>
                </c:pt>
                <c:pt idx="10">
                  <c:v>0.07370840262732482</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0.05691185829306934</c:v>
                </c:pt>
                <c:pt idx="1">
                  <c:v>0.05899525454312436</c:v>
                </c:pt>
                <c:pt idx="2">
                  <c:v>0.0603972884975639</c:v>
                </c:pt>
                <c:pt idx="3">
                  <c:v>0.061321058532965655</c:v>
                </c:pt>
                <c:pt idx="4">
                  <c:v>0.0627951596532876</c:v>
                </c:pt>
                <c:pt idx="5">
                  <c:v>0.0637647906124327</c:v>
                </c:pt>
                <c:pt idx="6">
                  <c:v>0.06456408099767394</c:v>
                </c:pt>
                <c:pt idx="7">
                  <c:v>0.06607749148120447</c:v>
                </c:pt>
                <c:pt idx="8">
                  <c:v>0.06762365976740882</c:v>
                </c:pt>
                <c:pt idx="9">
                  <c:v>0.0698249841070896</c:v>
                </c:pt>
                <c:pt idx="10">
                  <c:v>0.07132529146955059</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0.040620236744460456</c:v>
                </c:pt>
                <c:pt idx="1">
                  <c:v>0.041993969452416395</c:v>
                </c:pt>
                <c:pt idx="2">
                  <c:v>0.043440643720086804</c:v>
                </c:pt>
                <c:pt idx="3">
                  <c:v>0.04412143161075523</c:v>
                </c:pt>
                <c:pt idx="4">
                  <c:v>0.04621242298923682</c:v>
                </c:pt>
                <c:pt idx="5">
                  <c:v>0.04821223741807532</c:v>
                </c:pt>
                <c:pt idx="6">
                  <c:v>0.05021205184691383</c:v>
                </c:pt>
                <c:pt idx="7">
                  <c:v>0.05168303996782239</c:v>
                </c:pt>
                <c:pt idx="8">
                  <c:v>0.05255226022108655</c:v>
                </c:pt>
                <c:pt idx="9">
                  <c:v>0.05400501295206649</c:v>
                </c:pt>
                <c:pt idx="10">
                  <c:v>0.05474658547583032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64.80720783037464</c:v>
                </c:pt>
                <c:pt idx="1">
                  <c:v>67.26113203923332</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24.414356694807786</c:v>
                </c:pt>
                <c:pt idx="1">
                  <c:v>22.202298067871133</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10.778435474817574</c:v>
                </c:pt>
                <c:pt idx="1">
                  <c:v>10.536569892895544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46.88360989554104</c:v>
                </c:pt>
                <c:pt idx="1">
                  <c:v>51.13755727815885</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39.306550611380544</c:v>
                </c:pt>
                <c:pt idx="1">
                  <c:v>35.66088245824018</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13.809839493078416</c:v>
                </c:pt>
                <c:pt idx="1">
                  <c:v>13.20156026360097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1120.954</c:v>
                </c:pt>
                <c:pt idx="1">
                  <c:v>1166.845</c:v>
                </c:pt>
                <c:pt idx="2">
                  <c:v>1214.296</c:v>
                </c:pt>
                <c:pt idx="3">
                  <c:v>1263.174</c:v>
                </c:pt>
                <c:pt idx="4">
                  <c:v>1314.699</c:v>
                </c:pt>
                <c:pt idx="5">
                  <c:v>1371.629</c:v>
                </c:pt>
                <c:pt idx="6">
                  <c:v>1435.084</c:v>
                </c:pt>
                <c:pt idx="7">
                  <c:v>1506.159</c:v>
                </c:pt>
                <c:pt idx="8">
                  <c:v>1585.294</c:v>
                </c:pt>
                <c:pt idx="9">
                  <c:v>1672.157</c:v>
                </c:pt>
                <c:pt idx="10">
                  <c:v>1765.842</c:v>
                </c:pt>
                <c:pt idx="11">
                  <c:v>1865.852</c:v>
                </c:pt>
                <c:pt idx="12">
                  <c:v>1971.163</c:v>
                </c:pt>
                <c:pt idx="13">
                  <c:v>2081.209</c:v>
                </c:pt>
                <c:pt idx="14">
                  <c:v>2194.596</c:v>
                </c:pt>
                <c:pt idx="15">
                  <c:v>2311.338</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444.491</c:v>
                </c:pt>
                <c:pt idx="1">
                  <c:v>457.995</c:v>
                </c:pt>
                <c:pt idx="2">
                  <c:v>471.822</c:v>
                </c:pt>
                <c:pt idx="3">
                  <c:v>485.923</c:v>
                </c:pt>
                <c:pt idx="4">
                  <c:v>500.644</c:v>
                </c:pt>
                <c:pt idx="5">
                  <c:v>516.724</c:v>
                </c:pt>
                <c:pt idx="6">
                  <c:v>534.429</c:v>
                </c:pt>
                <c:pt idx="7">
                  <c:v>554.005</c:v>
                </c:pt>
                <c:pt idx="8">
                  <c:v>575.522</c:v>
                </c:pt>
                <c:pt idx="9">
                  <c:v>598.836</c:v>
                </c:pt>
                <c:pt idx="10">
                  <c:v>623.677</c:v>
                </c:pt>
                <c:pt idx="11">
                  <c:v>649.88</c:v>
                </c:pt>
                <c:pt idx="12">
                  <c:v>677.135</c:v>
                </c:pt>
                <c:pt idx="13">
                  <c:v>705.263</c:v>
                </c:pt>
                <c:pt idx="14">
                  <c:v>733.868</c:v>
                </c:pt>
                <c:pt idx="15">
                  <c:v>762.952</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191.222</c:v>
                </c:pt>
                <c:pt idx="1">
                  <c:v>198.018</c:v>
                </c:pt>
                <c:pt idx="2">
                  <c:v>205.028</c:v>
                </c:pt>
                <c:pt idx="3">
                  <c:v>212.229</c:v>
                </c:pt>
                <c:pt idx="4">
                  <c:v>219.795</c:v>
                </c:pt>
                <c:pt idx="5">
                  <c:v>228.123</c:v>
                </c:pt>
                <c:pt idx="6">
                  <c:v>237.364</c:v>
                </c:pt>
                <c:pt idx="7">
                  <c:v>247.67</c:v>
                </c:pt>
                <c:pt idx="8">
                  <c:v>259.101</c:v>
                </c:pt>
                <c:pt idx="9">
                  <c:v>271.606</c:v>
                </c:pt>
                <c:pt idx="10">
                  <c:v>285.045</c:v>
                </c:pt>
                <c:pt idx="11">
                  <c:v>299.329</c:v>
                </c:pt>
                <c:pt idx="12">
                  <c:v>314.287</c:v>
                </c:pt>
                <c:pt idx="13">
                  <c:v>329.833</c:v>
                </c:pt>
                <c:pt idx="14">
                  <c:v>345.763</c:v>
                </c:pt>
                <c:pt idx="15">
                  <c:v>362.075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1520.843</c:v>
                </c:pt>
                <c:pt idx="1">
                  <c:v>1592.881</c:v>
                </c:pt>
                <c:pt idx="2">
                  <c:v>1668.336</c:v>
                </c:pt>
                <c:pt idx="3">
                  <c:v>1748.024</c:v>
                </c:pt>
                <c:pt idx="4">
                  <c:v>1832.745</c:v>
                </c:pt>
                <c:pt idx="5">
                  <c:v>1935.64</c:v>
                </c:pt>
                <c:pt idx="6">
                  <c:v>2052.516</c:v>
                </c:pt>
                <c:pt idx="7">
                  <c:v>2186.244</c:v>
                </c:pt>
                <c:pt idx="8">
                  <c:v>2339.139</c:v>
                </c:pt>
                <c:pt idx="9">
                  <c:v>2512.08</c:v>
                </c:pt>
                <c:pt idx="10">
                  <c:v>2705.202</c:v>
                </c:pt>
                <c:pt idx="11">
                  <c:v>2918.905</c:v>
                </c:pt>
                <c:pt idx="12">
                  <c:v>3152.89</c:v>
                </c:pt>
                <c:pt idx="13">
                  <c:v>3407.052</c:v>
                </c:pt>
                <c:pt idx="14">
                  <c:v>3682.204</c:v>
                </c:pt>
                <c:pt idx="15">
                  <c:v>3979.403</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1352.244</c:v>
                </c:pt>
                <c:pt idx="1">
                  <c:v>1400.311</c:v>
                </c:pt>
                <c:pt idx="2">
                  <c:v>1450.143</c:v>
                </c:pt>
                <c:pt idx="3">
                  <c:v>1502.264</c:v>
                </c:pt>
                <c:pt idx="4">
                  <c:v>1557.117</c:v>
                </c:pt>
                <c:pt idx="5">
                  <c:v>1622.813</c:v>
                </c:pt>
                <c:pt idx="6">
                  <c:v>1696.254</c:v>
                </c:pt>
                <c:pt idx="7">
                  <c:v>1778.617</c:v>
                </c:pt>
                <c:pt idx="8">
                  <c:v>1870.972</c:v>
                </c:pt>
                <c:pt idx="9">
                  <c:v>1973.231</c:v>
                </c:pt>
                <c:pt idx="10">
                  <c:v>2085.128</c:v>
                </c:pt>
                <c:pt idx="11">
                  <c:v>2206.68</c:v>
                </c:pt>
                <c:pt idx="12">
                  <c:v>2336.523</c:v>
                </c:pt>
                <c:pt idx="13">
                  <c:v>2474.819</c:v>
                </c:pt>
                <c:pt idx="14">
                  <c:v>2620.918</c:v>
                </c:pt>
                <c:pt idx="15">
                  <c:v>2775.045</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465.498</c:v>
                </c:pt>
                <c:pt idx="1">
                  <c:v>484.036</c:v>
                </c:pt>
                <c:pt idx="2">
                  <c:v>503.342</c:v>
                </c:pt>
                <c:pt idx="3">
                  <c:v>523.558</c:v>
                </c:pt>
                <c:pt idx="4">
                  <c:v>544.929</c:v>
                </c:pt>
                <c:pt idx="5">
                  <c:v>570.154</c:v>
                </c:pt>
                <c:pt idx="6">
                  <c:v>598.547</c:v>
                </c:pt>
                <c:pt idx="7">
                  <c:v>630.585</c:v>
                </c:pt>
                <c:pt idx="8">
                  <c:v>666.713</c:v>
                </c:pt>
                <c:pt idx="9">
                  <c:v>707.144</c:v>
                </c:pt>
                <c:pt idx="10">
                  <c:v>751.535</c:v>
                </c:pt>
                <c:pt idx="11">
                  <c:v>799.854</c:v>
                </c:pt>
                <c:pt idx="12">
                  <c:v>851.647</c:v>
                </c:pt>
                <c:pt idx="13">
                  <c:v>906.978</c:v>
                </c:pt>
                <c:pt idx="14">
                  <c:v>965.438</c:v>
                </c:pt>
                <c:pt idx="15">
                  <c:v>1027.314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12.310962979114427</c:v>
                </c:pt>
                <c:pt idx="1">
                  <c:v>9.344090624738742</c:v>
                </c:pt>
                <c:pt idx="2">
                  <c:v>12.090277840601257</c:v>
                </c:pt>
              </c:numCache>
            </c:numRef>
          </c:val>
        </c:ser>
        <c:ser>
          <c:idx val="1"/>
          <c:order val="1"/>
          <c:tx>
            <c:strRef>
              <c:f>Sheet1!$C$1</c:f>
              <c:strCache>
                <c:ptCount val="1"/>
                <c:pt idx="0">
                  <c:v>Mousses and Foams</c:v>
                </c:pt>
              </c:strCache>
            </c:strRef>
          </c:tx>
          <c:spPr>
            <a:solidFill>
              <a:srgbClr val="9E7E0A"/>
            </a:solidFill>
            <a:ln>
              <a:noFill/>
            </a:ln>
          </c:spPr>
          <c:cat>
            <c:strRef>
              <c:f>Sheet1!$A$2:$A$4</c:f>
              <c:strCache>
                <c:ptCount val="3"/>
                <c:pt idx="0">
                  <c:v>South Korea  ·  1,027</c:v>
                </c:pt>
                <c:pt idx="1">
                  <c:v>Japan  ·  2,775</c:v>
                </c:pt>
                <c:pt idx="2">
                  <c:v>China  ·  3,979</c:v>
                </c:pt>
              </c:strCache>
            </c:strRef>
          </c:cat>
          <c:val>
            <c:numRef>
              <c:f>Sheet1!$C$2:$C$4</c:f>
              <c:numCache>
                <c:formatCode>General</c:formatCode>
                <c:ptCount val="3"/>
                <c:pt idx="0">
                  <c:v>6.083546186552868</c:v>
                </c:pt>
                <c:pt idx="1">
                  <c:v>6.0317875582692615</c:v>
                </c:pt>
                <c:pt idx="2">
                  <c:v>6.180975844623969</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8.129954677838866</c:v>
                </c:pt>
                <c:pt idx="1">
                  <c:v>8.44832233532537</c:v>
                </c:pt>
                <c:pt idx="2">
                  <c:v>8.456467350387143</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10.455927702586946</c:v>
                </c:pt>
                <c:pt idx="1">
                  <c:v>11.040890103522532</c:v>
                </c:pt>
                <c:pt idx="2">
                  <c:v>11.464857551532843</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17.78018751849487</c:v>
                </c:pt>
                <c:pt idx="1">
                  <c:v>20.771028104739088</c:v>
                </c:pt>
                <c:pt idx="2">
                  <c:v>18.055291696947585</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12.662852181226347</c:v>
                </c:pt>
                <c:pt idx="1">
                  <c:v>10.869505680622462</c:v>
                </c:pt>
                <c:pt idx="2">
                  <c:v>10.965863229770086</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Sheet1!$H$2:$H$4</c:f>
              <c:numCache>
                <c:formatCode>General</c:formatCode>
                <c:ptCount val="3"/>
                <c:pt idx="0">
                  <c:v>18.132758110486396</c:v>
                </c:pt>
                <c:pt idx="1">
                  <c:v>16.76731357439583</c:v>
                </c:pt>
                <c:pt idx="2">
                  <c:v>18.817290227380784</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Sheet1!$I$2:$I$4</c:f>
              <c:numCache>
                <c:formatCode>General</c:formatCode>
                <c:ptCount val="3"/>
                <c:pt idx="0">
                  <c:v>14.443810643699287</c:v>
                </c:pt>
                <c:pt idx="1">
                  <c:v>16.72706201838671</c:v>
                </c:pt>
                <c:pt idx="2">
                  <c:v>13.968976258756335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72.26774008085826</c:v>
                </c:pt>
              </c:numCache>
            </c:numRef>
          </c:xVal>
          <c:yVal>
            <c:numRef>
              <c:f>Sheet1!$B$2:$B$2</c:f>
              <c:numCache>
                <c:formatCode>General</c:formatCode>
                <c:ptCount val="1"/>
                <c:pt idx="0">
                  <c:v>105.82455535244696</c:v>
                </c:pt>
              </c:numCache>
            </c:numRef>
          </c:yVal>
          <c:bubbleSize>
            <c:numRef>
              <c:f>Sheet1!$C$2:$C$2</c:f>
              <c:numCache>
                <c:formatCode>General</c:formatCode>
                <c:ptCount val="1"/>
                <c:pt idx="0">
                  <c:v>866.895</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80.52440868475753</c:v>
                </c:pt>
              </c:numCache>
            </c:numRef>
          </c:xVal>
          <c:yVal>
            <c:numRef>
              <c:f>Sheet1!$B$5:$B$5</c:f>
              <c:numCache>
                <c:formatCode>General</c:formatCode>
                <c:ptCount val="1"/>
                <c:pt idx="0">
                  <c:v>55.17483257670202</c:v>
                </c:pt>
              </c:numCache>
            </c:numRef>
          </c:yVal>
          <c:bubbleSize>
            <c:numRef>
              <c:f>Sheet1!$C$5:$C$5</c:f>
              <c:numCache>
                <c:formatCode>General</c:formatCode>
                <c:ptCount val="1"/>
                <c:pt idx="0">
                  <c:v>475.84799999999996</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83.70493310996477</c:v>
                </c:pt>
              </c:numCache>
            </c:numRef>
          </c:xVal>
          <c:yVal>
            <c:numRef>
              <c:f>Sheet1!$B$8:$B$8</c:f>
              <c:numCache>
                <c:formatCode>General</c:formatCode>
                <c:ptCount val="1"/>
                <c:pt idx="0">
                  <c:v>74.40340046897174</c:v>
                </c:pt>
              </c:numCache>
            </c:numRef>
          </c:yVal>
          <c:bubbleSize>
            <c:numRef>
              <c:f>Sheet1!$C$8:$C$8</c:f>
              <c:numCache>
                <c:formatCode>General</c:formatCode>
                <c:ptCount val="1"/>
                <c:pt idx="0">
                  <c:v>654.482</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107.74997357288369</c:v>
                </c:pt>
              </c:numCache>
            </c:numRef>
          </c:xVal>
          <c:yVal>
            <c:numRef>
              <c:f>Sheet1!$B$11:$B$11</c:f>
              <c:numCache>
                <c:formatCode>General</c:formatCode>
                <c:ptCount val="1"/>
                <c:pt idx="0">
                  <c:v>85.29579105010478</c:v>
                </c:pt>
              </c:numCache>
            </c:numRef>
          </c:yVal>
          <c:bubbleSize>
            <c:numRef>
              <c:f>Sheet1!$C$11:$C$11</c:f>
              <c:numCache>
                <c:formatCode>General</c:formatCode>
                <c:ptCount val="1"/>
                <c:pt idx="0">
                  <c:v>870.038</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92.16022653476045</c:v>
                </c:pt>
              </c:numCache>
            </c:numRef>
          </c:xVal>
          <c:yVal>
            <c:numRef>
              <c:f>Sheet1!$B$14:$B$14</c:f>
              <c:numCache>
                <c:formatCode>General</c:formatCode>
                <c:ptCount val="1"/>
                <c:pt idx="0">
                  <c:v>159.41086182337045</c:v>
                </c:pt>
              </c:numCache>
            </c:numRef>
          </c:yVal>
          <c:bubbleSize>
            <c:numRef>
              <c:f>Sheet1!$C$14:$C$14</c:f>
              <c:numCache>
                <c:formatCode>General</c:formatCode>
                <c:ptCount val="1"/>
                <c:pt idx="0">
                  <c:v>1477.557</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119.29484175829465</c:v>
                </c:pt>
              </c:numCache>
            </c:numRef>
          </c:xVal>
          <c:yVal>
            <c:numRef>
              <c:f>Sheet1!$B$17:$B$17</c:f>
              <c:numCache>
                <c:formatCode>General</c:formatCode>
                <c:ptCount val="1"/>
                <c:pt idx="0">
                  <c:v>79.32631999122222</c:v>
                </c:pt>
              </c:numCache>
            </c:numRef>
          </c:yVal>
          <c:bubbleSize>
            <c:numRef>
              <c:f>Sheet1!$C$17:$C$17</c:f>
              <c:numCache>
                <c:formatCode>General</c:formatCode>
                <c:ptCount val="1"/>
                <c:pt idx="0">
                  <c:v>868.097</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110.25193369233715</c:v>
                </c:pt>
              </c:numCache>
            </c:numRef>
          </c:xVal>
          <c:yVal>
            <c:numRef>
              <c:f>Sheet1!$B$20:$B$20</c:f>
              <c:numCache>
                <c:formatCode>General</c:formatCode>
                <c:ptCount val="1"/>
                <c:pt idx="0">
                  <c:v>135.20841291021404</c:v>
                </c:pt>
              </c:numCache>
            </c:numRef>
          </c:yVal>
          <c:bubbleSize>
            <c:numRef>
              <c:f>Sheet1!$C$20:$C$20</c:f>
              <c:numCache>
                <c:formatCode>General</c:formatCode>
                <c:ptCount val="1"/>
                <c:pt idx="0">
                  <c:v>1400.397</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121.49664618859015</c:v>
                </c:pt>
              </c:numCache>
            </c:numRef>
          </c:xVal>
          <c:yVal>
            <c:numRef>
              <c:f>Sheet1!$B$23:$B$23</c:f>
              <c:numCache>
                <c:formatCode>General</c:formatCode>
                <c:ptCount val="1"/>
                <c:pt idx="0">
                  <c:v>105.35582582696779</c:v>
                </c:pt>
              </c:numCache>
            </c:numRef>
          </c:yVal>
          <c:bubbleSize>
            <c:numRef>
              <c:f>Sheet1!$C$23:$C$23</c:f>
              <c:numCache>
                <c:formatCode>General</c:formatCode>
                <c:ptCount val="1"/>
                <c:pt idx="0">
                  <c:v>1168.449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546.135</c:v>
                </c:pt>
                <c:pt idx="2">
                  <c:v>590.185</c:v>
                </c:pt>
                <c:pt idx="3">
                  <c:v>645.338</c:v>
                </c:pt>
                <c:pt idx="4">
                  <c:v>710.001</c:v>
                </c:pt>
                <c:pt idx="5">
                  <c:v>783.8870000000001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546.135</c:v>
                </c:pt>
                <c:pt idx="1">
                  <c:v>44.049999999999955</c:v>
                </c:pt>
                <c:pt idx="2">
                  <c:v>55.15300000000002</c:v>
                </c:pt>
                <c:pt idx="3">
                  <c:v>64.66300000000001</c:v>
                </c:pt>
                <c:pt idx="4">
                  <c:v>73.88600000000008</c:v>
                </c:pt>
                <c:pt idx="5">
                  <c:v>83.00799999999992</c:v>
                </c:pt>
                <c:pt idx="6">
                  <c:v>866.895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284.744</c:v>
                </c:pt>
                <c:pt idx="2">
                  <c:v>312.622</c:v>
                </c:pt>
                <c:pt idx="3">
                  <c:v>345.66600000000005</c:v>
                </c:pt>
                <c:pt idx="4">
                  <c:v>383.343</c:v>
                </c:pt>
                <c:pt idx="5">
                  <c:v>426.852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284.744</c:v>
                </c:pt>
                <c:pt idx="1">
                  <c:v>27.877999999999986</c:v>
                </c:pt>
                <c:pt idx="2">
                  <c:v>33.04400000000004</c:v>
                </c:pt>
                <c:pt idx="3">
                  <c:v>37.676999999999964</c:v>
                </c:pt>
                <c:pt idx="4">
                  <c:v>43.50899999999996</c:v>
                </c:pt>
                <c:pt idx="5">
                  <c:v>48.99599999999998</c:v>
                </c:pt>
                <c:pt idx="6">
                  <c:v>475.84799999999996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383.978</c:v>
                </c:pt>
                <c:pt idx="2">
                  <c:v>423.747</c:v>
                </c:pt>
                <c:pt idx="3">
                  <c:v>471.067</c:v>
                </c:pt>
                <c:pt idx="4">
                  <c:v>525.019</c:v>
                </c:pt>
                <c:pt idx="5">
                  <c:v>586.103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383.978</c:v>
                </c:pt>
                <c:pt idx="1">
                  <c:v>39.769000000000005</c:v>
                </c:pt>
                <c:pt idx="2">
                  <c:v>47.31999999999999</c:v>
                </c:pt>
                <c:pt idx="3">
                  <c:v>53.952</c:v>
                </c:pt>
                <c:pt idx="4">
                  <c:v>61.083999999999946</c:v>
                </c:pt>
                <c:pt idx="5">
                  <c:v>68.37900000000002</c:v>
                </c:pt>
                <c:pt idx="6">
                  <c:v>654.482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440.191</c:v>
                </c:pt>
                <c:pt idx="2">
                  <c:v>488.542</c:v>
                </c:pt>
                <c:pt idx="3">
                  <c:v>555.756</c:v>
                </c:pt>
                <c:pt idx="4">
                  <c:v>641.866</c:v>
                </c:pt>
                <c:pt idx="5">
                  <c:v>746.77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440.191</c:v>
                </c:pt>
                <c:pt idx="1">
                  <c:v>48.351</c:v>
                </c:pt>
                <c:pt idx="2">
                  <c:v>67.214</c:v>
                </c:pt>
                <c:pt idx="3">
                  <c:v>86.11000000000001</c:v>
                </c:pt>
                <c:pt idx="4">
                  <c:v>104.904</c:v>
                </c:pt>
                <c:pt idx="5">
                  <c:v>123.26800000000003</c:v>
                </c:pt>
                <c:pt idx="6">
                  <c:v>870.038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822.681</c:v>
                </c:pt>
                <c:pt idx="2">
                  <c:v>915.7</c:v>
                </c:pt>
                <c:pt idx="3">
                  <c:v>1027.333</c:v>
                </c:pt>
                <c:pt idx="4">
                  <c:v>1156.138</c:v>
                </c:pt>
                <c:pt idx="5">
                  <c:v>1306.847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822.681</c:v>
                </c:pt>
                <c:pt idx="1">
                  <c:v>93.019</c:v>
                </c:pt>
                <c:pt idx="2">
                  <c:v>111.63300000000004</c:v>
                </c:pt>
                <c:pt idx="3">
                  <c:v>128.80499999999984</c:v>
                </c:pt>
                <c:pt idx="4">
                  <c:v>150.70900000000006</c:v>
                </c:pt>
                <c:pt idx="5">
                  <c:v>170.71000000000004</c:v>
                </c:pt>
                <c:pt idx="6">
                  <c:v>1477.557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409.384</c:v>
                </c:pt>
                <c:pt idx="2">
                  <c:v>462.574</c:v>
                </c:pt>
                <c:pt idx="3">
                  <c:v>533.408</c:v>
                </c:pt>
                <c:pt idx="4">
                  <c:v>627.336</c:v>
                </c:pt>
                <c:pt idx="5">
                  <c:v>738.661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409.384</c:v>
                </c:pt>
                <c:pt idx="1">
                  <c:v>53.19</c:v>
                </c:pt>
                <c:pt idx="2">
                  <c:v>70.834</c:v>
                </c:pt>
                <c:pt idx="3">
                  <c:v>93.928</c:v>
                </c:pt>
                <c:pt idx="4">
                  <c:v>111.32499999999993</c:v>
                </c:pt>
                <c:pt idx="5">
                  <c:v>129.43600000000004</c:v>
                </c:pt>
                <c:pt idx="6">
                  <c:v>868.097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697.778</c:v>
                </c:pt>
                <c:pt idx="2">
                  <c:v>785.344</c:v>
                </c:pt>
                <c:pt idx="3">
                  <c:v>902.17</c:v>
                </c:pt>
                <c:pt idx="4">
                  <c:v>1046.048</c:v>
                </c:pt>
                <c:pt idx="5">
                  <c:v>1210.88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697.778</c:v>
                </c:pt>
                <c:pt idx="1">
                  <c:v>87.56600000000003</c:v>
                </c:pt>
                <c:pt idx="2">
                  <c:v>116.82599999999991</c:v>
                </c:pt>
                <c:pt idx="3">
                  <c:v>143.87800000000004</c:v>
                </c:pt>
                <c:pt idx="4">
                  <c:v>164.8320000000001</c:v>
                </c:pt>
                <c:pt idx="5">
                  <c:v>189.51699999999983</c:v>
                </c:pt>
                <c:pt idx="6">
                  <c:v>1400.397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543.716</c:v>
                </c:pt>
                <c:pt idx="2">
                  <c:v>616.733</c:v>
                </c:pt>
                <c:pt idx="3">
                  <c:v>711.715</c:v>
                </c:pt>
                <c:pt idx="4">
                  <c:v>835.685</c:v>
                </c:pt>
                <c:pt idx="5">
                  <c:v>988.848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543.716</c:v>
                </c:pt>
                <c:pt idx="1">
                  <c:v>73.01699999999994</c:v>
                </c:pt>
                <c:pt idx="2">
                  <c:v>94.98200000000008</c:v>
                </c:pt>
                <c:pt idx="3">
                  <c:v>123.96999999999991</c:v>
                </c:pt>
                <c:pt idx="4">
                  <c:v>153.163</c:v>
                </c:pt>
                <c:pt idx="5">
                  <c:v>179.6010000000001</c:v>
                </c:pt>
                <c:pt idx="6">
                  <c:v>1168.449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Clays, Pastes and Pomades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19.61555569200724</c:v>
                </c:pt>
                <c:pt idx="1">
                  <c:v>19.926357727921307</c:v>
                </c:pt>
                <c:pt idx="2">
                  <c:v>18.987432539387285</c:v>
                </c:pt>
              </c:numCache>
            </c:numRef>
          </c:val>
        </c:ser>
        <c:ser>
          <c:idx val="1"/>
          <c:order val="1"/>
          <c:tx>
            <c:strRef>
              <c:f>Sheet1!$C$1</c:f>
              <c:strCache>
                <c:ptCount val="1"/>
                <c:pt idx="0">
                  <c:v>Serums and Oils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16.283934660941686</c:v>
                </c:pt>
                <c:pt idx="1">
                  <c:v>16.901051613776755</c:v>
                </c:pt>
                <c:pt idx="2">
                  <c:v>17.99588345211747</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12.566850926365511</c:v>
                </c:pt>
                <c:pt idx="1">
                  <c:v>13.169478228370973</c:v>
                </c:pt>
                <c:pt idx="2">
                  <c:v>15.015222128970004</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11.072984512899925</c:v>
                </c:pt>
                <c:pt idx="1">
                  <c:v>10.661973881263098</c:v>
                </c:pt>
                <c:pt idx="2">
                  <c:v>11.180474141913601</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9.896318350438884</c:v>
                </c:pt>
                <c:pt idx="1">
                  <c:v>9.915789998902778</c:v>
                </c:pt>
                <c:pt idx="2">
                  <c:v>11.15553120803088</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14.115680744986275</c:v>
                </c:pt>
                <c:pt idx="1">
                  <c:v>13.22806941905587</c:v>
                </c:pt>
                <c:pt idx="2">
                  <c:v>11.140084836816541</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9.407458549055962</c:v>
                </c:pt>
                <c:pt idx="1">
                  <c:v>9.300425058621467</c:v>
                </c:pt>
                <c:pt idx="2">
                  <c:v>8.410459172298102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7.0412165633045145</c:v>
                </c:pt>
                <c:pt idx="1">
                  <c:v>6.896854072087753</c:v>
                </c:pt>
                <c:pt idx="2">
                  <c:v>6.11491252046612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20.050851103801865</c:v>
                </c:pt>
                <c:pt idx="1">
                  <c:v>20.058017077200553</c:v>
                </c:pt>
                <c:pt idx="2">
                  <c:v>20.04546913192758</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22.23149127870474</c:v>
                </c:pt>
                <c:pt idx="1">
                  <c:v>22.248540113763926</c:v>
                </c:pt>
                <c:pt idx="2">
                  <c:v>22.218910726056144</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22.014517483960585</c:v>
                </c:pt>
                <c:pt idx="1">
                  <c:v>22.013408791569148</c:v>
                </c:pt>
                <c:pt idx="2">
                  <c:v>22.01528721770577</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19.750163776765213</c:v>
                </c:pt>
                <c:pt idx="1">
                  <c:v>19.741049244246494</c:v>
                </c:pt>
                <c:pt idx="2">
                  <c:v>19.756933389254616</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15.952976356767609</c:v>
                </c:pt>
                <c:pt idx="1">
                  <c:v>15.938984773219897</c:v>
                </c:pt>
                <c:pt idx="2">
                  <c:v>15.963399535055887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1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108.86209863464728</c:v>
                </c:pt>
              </c:numCache>
            </c:numRef>
          </c:xVal>
          <c:yVal>
            <c:numRef>
              <c:f>Sheet1!$B$2:$B$2</c:f>
              <c:numCache>
                <c:formatCode>General</c:formatCode>
                <c:ptCount val="1"/>
                <c:pt idx="0">
                  <c:v>94.95648290089127</c:v>
                </c:pt>
              </c:numCache>
            </c:numRef>
          </c:yVal>
          <c:bubbleSize>
            <c:numRef>
              <c:f>Sheet1!$C$2:$C$2</c:f>
              <c:numCache>
                <c:formatCode>General</c:formatCode>
                <c:ptCount val="1"/>
                <c:pt idx="0">
                  <c:v>1560.294</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115.71004846039799</c:v>
                </c:pt>
              </c:numCache>
            </c:numRef>
          </c:xVal>
          <c:yVal>
            <c:numRef>
              <c:f>Sheet1!$B$5:$B$5</c:f>
              <c:numCache>
                <c:formatCode>General</c:formatCode>
                <c:ptCount val="1"/>
                <c:pt idx="0">
                  <c:v>100.97848983930899</c:v>
                </c:pt>
              </c:numCache>
            </c:numRef>
          </c:yVal>
          <c:bubbleSize>
            <c:numRef>
              <c:f>Sheet1!$C$5:$C$5</c:f>
              <c:numCache>
                <c:formatCode>General</c:formatCode>
                <c:ptCount val="1"/>
                <c:pt idx="0">
                  <c:v>1729.974</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98.68137243472583</c:v>
                </c:pt>
              </c:numCache>
            </c:numRef>
          </c:xVal>
          <c:yVal>
            <c:numRef>
              <c:f>Sheet1!$B$8:$B$8</c:f>
              <c:numCache>
                <c:formatCode>General</c:formatCode>
                <c:ptCount val="1"/>
                <c:pt idx="0">
                  <c:v>110.9679366430372</c:v>
                </c:pt>
              </c:numCache>
            </c:numRef>
          </c:yVal>
          <c:bubbleSize>
            <c:numRef>
              <c:f>Sheet1!$C$8:$C$8</c:f>
              <c:numCache>
                <c:formatCode>General</c:formatCode>
                <c:ptCount val="1"/>
                <c:pt idx="0">
                  <c:v>1713.116</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90.64011414297556</c:v>
                </c:pt>
              </c:numCache>
            </c:numRef>
          </c:xVal>
          <c:yVal>
            <c:numRef>
              <c:f>Sheet1!$B$11:$B$11</c:f>
              <c:numCache>
                <c:formatCode>General</c:formatCode>
                <c:ptCount val="1"/>
                <c:pt idx="0">
                  <c:v>104.61240316649175</c:v>
                </c:pt>
              </c:numCache>
            </c:numRef>
          </c:yVal>
          <c:bubbleSize>
            <c:numRef>
              <c:f>Sheet1!$C$11:$C$11</c:f>
              <c:numCache>
                <c:formatCode>General</c:formatCode>
                <c:ptCount val="1"/>
                <c:pt idx="0">
                  <c:v>1536.927</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83.19886699433802</c:v>
                </c:pt>
              </c:numCache>
            </c:numRef>
          </c:xVal>
          <c:yVal>
            <c:numRef>
              <c:f>Sheet1!$B$14:$B$14</c:f>
              <c:numCache>
                <c:formatCode>General</c:formatCode>
                <c:ptCount val="1"/>
                <c:pt idx="0">
                  <c:v>88.48468745027075</c:v>
                </c:pt>
              </c:numCache>
            </c:numRef>
          </c:yVal>
          <c:bubbleSize>
            <c:numRef>
              <c:f>Sheet1!$C$14:$C$14</c:f>
              <c:numCache>
                <c:formatCode>General</c:formatCode>
                <c:ptCount val="1"/>
                <c:pt idx="0">
                  <c:v>1241.45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784.076</c:v>
                </c:pt>
                <c:pt idx="2">
                  <c:v>870.783</c:v>
                </c:pt>
                <c:pt idx="3">
                  <c:v>991.343</c:v>
                </c:pt>
                <c:pt idx="4">
                  <c:v>1147.685</c:v>
                </c:pt>
                <c:pt idx="5">
                  <c:v>1337.48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784.076</c:v>
                </c:pt>
                <c:pt idx="1">
                  <c:v>86.707</c:v>
                </c:pt>
                <c:pt idx="2">
                  <c:v>120.55999999999995</c:v>
                </c:pt>
                <c:pt idx="3">
                  <c:v>156.34199999999998</c:v>
                </c:pt>
                <c:pt idx="4">
                  <c:v>189.79500000000007</c:v>
                </c:pt>
                <c:pt idx="5">
                  <c:v>222.81400000000008</c:v>
                </c:pt>
                <c:pt idx="6">
                  <c:v>1560.294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833.801</c:v>
                </c:pt>
                <c:pt idx="2">
                  <c:v>937.365</c:v>
                </c:pt>
                <c:pt idx="3">
                  <c:v>1075.726</c:v>
                </c:pt>
                <c:pt idx="4">
                  <c:v>1260.802</c:v>
                </c:pt>
                <c:pt idx="5">
                  <c:v>1478.517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833.801</c:v>
                </c:pt>
                <c:pt idx="1">
                  <c:v>103.56399999999996</c:v>
                </c:pt>
                <c:pt idx="2">
                  <c:v>138.3610000000001</c:v>
                </c:pt>
                <c:pt idx="3">
                  <c:v>185.0759999999998</c:v>
                </c:pt>
                <c:pt idx="4">
                  <c:v>217.71500000000015</c:v>
                </c:pt>
                <c:pt idx="5">
                  <c:v>251.45699999999988</c:v>
                </c:pt>
                <c:pt idx="6">
                  <c:v>1729.974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916.286</c:v>
                </c:pt>
                <c:pt idx="2">
                  <c:v>1025.59</c:v>
                </c:pt>
                <c:pt idx="3">
                  <c:v>1162.086</c:v>
                </c:pt>
                <c:pt idx="4">
                  <c:v>1317.921</c:v>
                </c:pt>
                <c:pt idx="5">
                  <c:v>1502.577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916.286</c:v>
                </c:pt>
                <c:pt idx="1">
                  <c:v>109.30399999999997</c:v>
                </c:pt>
                <c:pt idx="2">
                  <c:v>136.4960000000001</c:v>
                </c:pt>
                <c:pt idx="3">
                  <c:v>155.83500000000004</c:v>
                </c:pt>
                <c:pt idx="4">
                  <c:v>184.65599999999995</c:v>
                </c:pt>
                <c:pt idx="5">
                  <c:v>210.539</c:v>
                </c:pt>
                <c:pt idx="6">
                  <c:v>1713.116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863.807</c:v>
                </c:pt>
                <c:pt idx="2">
                  <c:v>959.655</c:v>
                </c:pt>
                <c:pt idx="3">
                  <c:v>1074.478</c:v>
                </c:pt>
                <c:pt idx="4">
                  <c:v>1209.092</c:v>
                </c:pt>
                <c:pt idx="5">
                  <c:v>1362.798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863.807</c:v>
                </c:pt>
                <c:pt idx="1">
                  <c:v>95.84799999999996</c:v>
                </c:pt>
                <c:pt idx="2">
                  <c:v>114.82300000000009</c:v>
                </c:pt>
                <c:pt idx="3">
                  <c:v>134.61400000000003</c:v>
                </c:pt>
                <c:pt idx="4">
                  <c:v>153.7059999999999</c:v>
                </c:pt>
                <c:pt idx="5">
                  <c:v>174.1289999999999</c:v>
                </c:pt>
                <c:pt idx="6">
                  <c:v>1536.927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730.637</c:v>
                </c:pt>
                <c:pt idx="2">
                  <c:v>802.053</c:v>
                </c:pt>
                <c:pt idx="3">
                  <c:v>888.822</c:v>
                </c:pt>
                <c:pt idx="4">
                  <c:v>989.939</c:v>
                </c:pt>
                <c:pt idx="5">
                  <c:v>1107.478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730.637</c:v>
                </c:pt>
                <c:pt idx="1">
                  <c:v>71.41600000000005</c:v>
                </c:pt>
                <c:pt idx="2">
                  <c:v>86.769</c:v>
                </c:pt>
                <c:pt idx="3">
                  <c:v>101.11699999999996</c:v>
                </c:pt>
                <c:pt idx="4">
                  <c:v>117.5390000000001</c:v>
                </c:pt>
                <c:pt idx="5">
                  <c:v>133.97199999999998</c:v>
                </c:pt>
                <c:pt idx="6">
                  <c:v>1241.45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20.2610626175273</c:v>
                </c:pt>
                <c:pt idx="1">
                  <c:v>20.1956979678618</c:v>
                </c:pt>
                <c:pt idx="2">
                  <c:v>22.231137656373665</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21.36317590740511</c:v>
                </c:pt>
                <c:pt idx="1">
                  <c:v>22.193587328607446</c:v>
                </c:pt>
                <c:pt idx="2">
                  <c:v>22.014502886942942</c:v>
                </c:pt>
              </c:numCache>
            </c:numRef>
          </c:val>
        </c:ser>
        <c:ser>
          <c:idx val="2"/>
          <c:order val="2"/>
          <c:tx>
            <c:strRef>
              <c:f>Sheet1!$D$1</c:f>
              <c:strCache>
                <c:ptCount val="1"/>
                <c:pt idx="0">
                  <c:v>No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19.576431459306427</c:v>
                </c:pt>
                <c:pt idx="1">
                  <c:v>18.991296580178254</c:v>
                </c:pt>
                <c:pt idx="2">
                  <c:v>20.050654344177367</c:v>
                </c:pt>
              </c:numCache>
            </c:numRef>
          </c:val>
        </c:ser>
        <c:ser>
          <c:idx val="3"/>
          <c:order val="3"/>
          <c:tx>
            <c:strRef>
              <c:f>Sheet1!$E$1</c:f>
              <c:strCache>
                <c:ptCount val="1"/>
                <c:pt idx="0">
                  <c:v>Strong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20.83711487438095</c:v>
                </c:pt>
                <c:pt idx="1">
                  <c:v>20.922480633298353</c:v>
                </c:pt>
                <c:pt idx="2">
                  <c:v>19.750375268528547</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17.962215141380213</c:v>
                </c:pt>
                <c:pt idx="1">
                  <c:v>17.69693749005415</c:v>
                </c:pt>
                <c:pt idx="2">
                  <c:v>15.953329843977473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33.09478221340526</c:v>
                </c:pt>
                <c:pt idx="1">
                  <c:v>38.19011943950458</c:v>
                </c:pt>
                <c:pt idx="2">
                  <c:v>33.09498937403425</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32.34428066227138</c:v>
                </c:pt>
                <c:pt idx="1">
                  <c:v>29.76812988618202</c:v>
                </c:pt>
                <c:pt idx="2">
                  <c:v>32.35414960485279</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34.560937124323345</c:v>
                </c:pt>
                <c:pt idx="1">
                  <c:v>32.04175067431339</c:v>
                </c:pt>
                <c:pt idx="2">
                  <c:v>34.550861021112965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2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98.42425389992555</c:v>
                </c:pt>
              </c:numCache>
            </c:numRef>
          </c:xVal>
          <c:yVal>
            <c:numRef>
              <c:f>Sheet1!$B$2:$B$2</c:f>
              <c:numCache>
                <c:formatCode>General</c:formatCode>
                <c:ptCount val="1"/>
                <c:pt idx="0">
                  <c:v>105.75484521659601</c:v>
                </c:pt>
              </c:numCache>
            </c:numRef>
          </c:yVal>
          <c:bubbleSize>
            <c:numRef>
              <c:f>Sheet1!$C$2:$C$2</c:f>
              <c:numCache>
                <c:formatCode>General</c:formatCode>
                <c:ptCount val="1"/>
                <c:pt idx="0">
                  <c:v>2716.764</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91.7161948767179</c:v>
                </c:pt>
              </c:numCache>
            </c:numRef>
          </c:xVal>
          <c:yVal>
            <c:numRef>
              <c:f>Sheet1!$B$5:$B$5</c:f>
              <c:numCache>
                <c:formatCode>General</c:formatCode>
                <c:ptCount val="1"/>
                <c:pt idx="0">
                  <c:v>99.2262283074586</c:v>
                </c:pt>
              </c:numCache>
            </c:numRef>
          </c:yVal>
          <c:bubbleSize>
            <c:numRef>
              <c:f>Sheet1!$C$5:$C$5</c:f>
              <c:numCache>
                <c:formatCode>General</c:formatCode>
                <c:ptCount val="1"/>
                <c:pt idx="0">
                  <c:v>2445.858</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109.92467633985873</c:v>
                </c:pt>
              </c:numCache>
            </c:numRef>
          </c:xVal>
          <c:yVal>
            <c:numRef>
              <c:f>Sheet1!$B$8:$B$8</c:f>
              <c:numCache>
                <c:formatCode>General</c:formatCode>
                <c:ptCount val="1"/>
                <c:pt idx="0">
                  <c:v>95.0189264759454</c:v>
                </c:pt>
              </c:numCache>
            </c:numRef>
          </c:yVal>
          <c:bubbleSize>
            <c:numRef>
              <c:f>Sheet1!$C$8:$C$8</c:f>
              <c:numCache>
                <c:formatCode>General</c:formatCode>
                <c:ptCount val="1"/>
                <c:pt idx="0">
                  <c:v>2619.14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1455.401</c:v>
                </c:pt>
                <c:pt idx="2">
                  <c:v>1626.534</c:v>
                </c:pt>
                <c:pt idx="3">
                  <c:v>1840.413</c:v>
                </c:pt>
                <c:pt idx="4">
                  <c:v>2089.393</c:v>
                </c:pt>
                <c:pt idx="5">
                  <c:v>2382.82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1455.401</c:v>
                </c:pt>
                <c:pt idx="1">
                  <c:v>171.13300000000004</c:v>
                </c:pt>
                <c:pt idx="2">
                  <c:v>213.8789999999999</c:v>
                </c:pt>
                <c:pt idx="3">
                  <c:v>248.98000000000002</c:v>
                </c:pt>
                <c:pt idx="4">
                  <c:v>293.42700000000013</c:v>
                </c:pt>
                <c:pt idx="5">
                  <c:v>333.94399999999996</c:v>
                </c:pt>
                <c:pt idx="6">
                  <c:v>2716.764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1365.554</c:v>
                </c:pt>
                <c:pt idx="2">
                  <c:v>1516.986</c:v>
                </c:pt>
                <c:pt idx="3">
                  <c:v>1698.858</c:v>
                </c:pt>
                <c:pt idx="4">
                  <c:v>1916.913</c:v>
                </c:pt>
                <c:pt idx="5">
                  <c:v>2164.945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1365.554</c:v>
                </c:pt>
                <c:pt idx="1">
                  <c:v>151.43200000000002</c:v>
                </c:pt>
                <c:pt idx="2">
                  <c:v>181.87199999999984</c:v>
                </c:pt>
                <c:pt idx="3">
                  <c:v>218.05500000000006</c:v>
                </c:pt>
                <c:pt idx="4">
                  <c:v>248.03200000000015</c:v>
                </c:pt>
                <c:pt idx="5">
                  <c:v>280.913</c:v>
                </c:pt>
                <c:pt idx="6">
                  <c:v>2445.858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1307.653</c:v>
                </c:pt>
                <c:pt idx="2">
                  <c:v>1451.925</c:v>
                </c:pt>
                <c:pt idx="3">
                  <c:v>1653.183</c:v>
                </c:pt>
                <c:pt idx="4">
                  <c:v>1919.132</c:v>
                </c:pt>
                <c:pt idx="5">
                  <c:v>2241.084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1307.653</c:v>
                </c:pt>
                <c:pt idx="1">
                  <c:v>144.27199999999993</c:v>
                </c:pt>
                <c:pt idx="2">
                  <c:v>201.25800000000004</c:v>
                </c:pt>
                <c:pt idx="3">
                  <c:v>265.94900000000007</c:v>
                </c:pt>
                <c:pt idx="4">
                  <c:v>321.95199999999977</c:v>
                </c:pt>
                <c:pt idx="5">
                  <c:v>378.05600000000004</c:v>
                </c:pt>
                <c:pt idx="6">
                  <c:v>2619.14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Matte</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34.161078971756304</c:v>
                </c:pt>
                <c:pt idx="1">
                  <c:v>35.25161507219867</c:v>
                </c:pt>
                <c:pt idx="2">
                  <c:v>34.911938967036</c:v>
                </c:pt>
              </c:numCache>
            </c:numRef>
          </c:val>
        </c:ser>
        <c:ser>
          <c:idx val="1"/>
          <c:order val="1"/>
          <c:tx>
            <c:strRef>
              <c:f>Sheet1!$C$1</c:f>
              <c:strCache>
                <c:ptCount val="1"/>
                <c:pt idx="0">
                  <c:v>Glossy or Wet-look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32.78307043760442</c:v>
                </c:pt>
                <c:pt idx="1">
                  <c:v>31.672975491981802</c:v>
                </c:pt>
                <c:pt idx="2">
                  <c:v>33.65741589115678</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33.05585059063927</c:v>
                </c:pt>
                <c:pt idx="1">
                  <c:v>33.07540943581953</c:v>
                </c:pt>
                <c:pt idx="2">
                  <c:v>31.43064514180722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15.462166387297364</c:v>
                </c:pt>
                <c:pt idx="1">
                  <c:v>17.300620350300626</c:v>
                </c:pt>
                <c:pt idx="2">
                  <c:v>15.094877296921172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16.89609992660472</c:v>
                </c:pt>
                <c:pt idx="1">
                  <c:v>16.278510798923982</c:v>
                </c:pt>
                <c:pt idx="2">
                  <c:v>15.984231805625114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15.547826662539402</c:v>
                </c:pt>
                <c:pt idx="1">
                  <c:v>18.760740816815584</c:v>
                </c:pt>
                <c:pt idx="2">
                  <c:v>15.657147567109941</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13.007415454281752</c:v>
                </c:pt>
                <c:pt idx="1">
                  <c:v>14.63810496766719</c:v>
                </c:pt>
                <c:pt idx="2">
                  <c:v>12.830417024865287</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24.178586099284153</c:v>
                </c:pt>
                <c:pt idx="1">
                  <c:v>19.228949440459523</c:v>
                </c:pt>
                <c:pt idx="2">
                  <c:v>24.891497543727034</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14.907905469992624</c:v>
                </c:pt>
                <c:pt idx="1">
                  <c:v>13.793073625833093</c:v>
                </c:pt>
                <c:pt idx="2">
                  <c:v>15.541828761751447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76.67146040125343</c:v>
                </c:pt>
              </c:numCache>
            </c:numRef>
          </c:xVal>
          <c:yVal>
            <c:numRef>
              <c:f>Sheet1!$B$2:$B$2</c:f>
              <c:numCache>
                <c:formatCode>General</c:formatCode>
                <c:ptCount val="1"/>
                <c:pt idx="0">
                  <c:v>110.4180659481515</c:v>
                </c:pt>
              </c:numCache>
            </c:numRef>
          </c:yVal>
          <c:bubbleSize>
            <c:numRef>
              <c:f>Sheet1!$C$2:$C$2</c:f>
              <c:numCache>
                <c:formatCode>General</c:formatCode>
                <c:ptCount val="1"/>
                <c:pt idx="0">
                  <c:v>1239.63</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103.93702842610777</c:v>
                </c:pt>
              </c:numCache>
            </c:numRef>
          </c:xVal>
          <c:yVal>
            <c:numRef>
              <c:f>Sheet1!$B$5:$B$5</c:f>
              <c:numCache>
                <c:formatCode>General</c:formatCode>
                <c:ptCount val="1"/>
                <c:pt idx="0">
                  <c:v>94.9366214803201</c:v>
                </c:pt>
              </c:numCache>
            </c:numRef>
          </c:yVal>
          <c:bubbleSize>
            <c:numRef>
              <c:f>Sheet1!$C$5:$C$5</c:f>
              <c:numCache>
                <c:formatCode>General</c:formatCode>
                <c:ptCount val="1"/>
                <c:pt idx="0">
                  <c:v>1261.389</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94.16726582412552</c:v>
                </c:pt>
              </c:numCache>
            </c:numRef>
          </c:xVal>
          <c:yVal>
            <c:numRef>
              <c:f>Sheet1!$B$8:$B$8</c:f>
              <c:numCache>
                <c:formatCode>General</c:formatCode>
                <c:ptCount val="1"/>
                <c:pt idx="0">
                  <c:v>104.1689848416185</c:v>
                </c:pt>
              </c:numCache>
            </c:numRef>
          </c:yVal>
          <c:bubbleSize>
            <c:numRef>
              <c:f>Sheet1!$C$8:$C$8</c:f>
              <c:numCache>
                <c:formatCode>General</c:formatCode>
                <c:ptCount val="1"/>
                <c:pt idx="0">
                  <c:v>1303.405</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85.55375168906653</c:v>
                </c:pt>
              </c:numCache>
            </c:numRef>
          </c:xVal>
          <c:yVal>
            <c:numRef>
              <c:f>Sheet1!$B$11:$B$11</c:f>
              <c:numCache>
                <c:formatCode>General</c:formatCode>
                <c:ptCount val="1"/>
                <c:pt idx="0">
                  <c:v>88.53988766671179</c:v>
                </c:pt>
              </c:numCache>
            </c:numRef>
          </c:yVal>
          <c:bubbleSize>
            <c:numRef>
              <c:f>Sheet1!$C$11:$C$11</c:f>
              <c:numCache>
                <c:formatCode>General</c:formatCode>
                <c:ptCount val="1"/>
                <c:pt idx="0">
                  <c:v>1050.415</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121.61558516302313</c:v>
                </c:pt>
              </c:numCache>
            </c:numRef>
          </c:xVal>
          <c:yVal>
            <c:numRef>
              <c:f>Sheet1!$B$14:$B$14</c:f>
              <c:numCache>
                <c:formatCode>General</c:formatCode>
                <c:ptCount val="1"/>
                <c:pt idx="0">
                  <c:v>119.78209599508985</c:v>
                </c:pt>
              </c:numCache>
            </c:numRef>
          </c:yVal>
          <c:bubbleSize>
            <c:numRef>
              <c:f>Sheet1!$C$14:$C$14</c:f>
              <c:numCache>
                <c:formatCode>General</c:formatCode>
                <c:ptCount val="1"/>
                <c:pt idx="0">
                  <c:v>1772.535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113.09705719970648</c:v>
                </c:pt>
              </c:numCache>
            </c:numRef>
          </c:xVal>
          <c:yVal>
            <c:numRef>
              <c:f>Sheet1!$B$17:$B$17</c:f>
              <c:numCache>
                <c:formatCode>General</c:formatCode>
                <c:ptCount val="1"/>
                <c:pt idx="0">
                  <c:v>82.15434406810817</c:v>
                </c:pt>
              </c:numCache>
            </c:numRef>
          </c:yVal>
          <c:bubbleSize>
            <c:numRef>
              <c:f>Sheet1!$C$17:$C$17</c:f>
              <c:numCache>
                <c:formatCode>General</c:formatCode>
                <c:ptCount val="1"/>
                <c:pt idx="0">
                  <c:v>1154.387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759.788</c:v>
                </c:pt>
                <c:pt idx="2">
                  <c:v>828.642</c:v>
                </c:pt>
                <c:pt idx="3">
                  <c:v>912.318</c:v>
                </c:pt>
                <c:pt idx="4">
                  <c:v>1006.056</c:v>
                </c:pt>
                <c:pt idx="5">
                  <c:v>1116.031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759.788</c:v>
                </c:pt>
                <c:pt idx="1">
                  <c:v>68.85400000000004</c:v>
                </c:pt>
                <c:pt idx="2">
                  <c:v>83.67599999999993</c:v>
                </c:pt>
                <c:pt idx="3">
                  <c:v>93.73800000000006</c:v>
                </c:pt>
                <c:pt idx="4">
                  <c:v>109.97499999999991</c:v>
                </c:pt>
                <c:pt idx="5">
                  <c:v>123.59900000000016</c:v>
                </c:pt>
                <c:pt idx="6">
                  <c:v>1239.63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653.26</c:v>
                </c:pt>
                <c:pt idx="2">
                  <c:v>729.673</c:v>
                </c:pt>
                <c:pt idx="3">
                  <c:v>827.863</c:v>
                </c:pt>
                <c:pt idx="4">
                  <c:v>948.886</c:v>
                </c:pt>
                <c:pt idx="5">
                  <c:v>1093.532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653.26</c:v>
                </c:pt>
                <c:pt idx="1">
                  <c:v>76.41300000000001</c:v>
                </c:pt>
                <c:pt idx="2">
                  <c:v>98.19000000000005</c:v>
                </c:pt>
                <c:pt idx="3">
                  <c:v>121.02299999999991</c:v>
                </c:pt>
                <c:pt idx="4">
                  <c:v>144.64599999999996</c:v>
                </c:pt>
                <c:pt idx="5">
                  <c:v>167.85699999999997</c:v>
                </c:pt>
                <c:pt idx="6">
                  <c:v>1261.389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716.788</c:v>
                </c:pt>
                <c:pt idx="2">
                  <c:v>799.146</c:v>
                </c:pt>
                <c:pt idx="3">
                  <c:v>898.397</c:v>
                </c:pt>
                <c:pt idx="4">
                  <c:v>1014.072</c:v>
                </c:pt>
                <c:pt idx="5">
                  <c:v>1149.232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716.788</c:v>
                </c:pt>
                <c:pt idx="1">
                  <c:v>82.35799999999995</c:v>
                </c:pt>
                <c:pt idx="2">
                  <c:v>99.25100000000009</c:v>
                </c:pt>
                <c:pt idx="3">
                  <c:v>115.67499999999995</c:v>
                </c:pt>
                <c:pt idx="4">
                  <c:v>135.15999999999997</c:v>
                </c:pt>
                <c:pt idx="5">
                  <c:v>154.173</c:v>
                </c:pt>
                <c:pt idx="6">
                  <c:v>1303.405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609.244</c:v>
                </c:pt>
                <c:pt idx="2">
                  <c:v>669.831</c:v>
                </c:pt>
                <c:pt idx="3">
                  <c:v>745.389</c:v>
                </c:pt>
                <c:pt idx="4">
                  <c:v>834.01</c:v>
                </c:pt>
                <c:pt idx="5">
                  <c:v>935.457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609.244</c:v>
                </c:pt>
                <c:pt idx="1">
                  <c:v>60.58699999999999</c:v>
                </c:pt>
                <c:pt idx="2">
                  <c:v>75.55799999999999</c:v>
                </c:pt>
                <c:pt idx="3">
                  <c:v>88.62099999999998</c:v>
                </c:pt>
                <c:pt idx="4">
                  <c:v>101.447</c:v>
                </c:pt>
                <c:pt idx="5">
                  <c:v>114.95799999999997</c:v>
                </c:pt>
                <c:pt idx="6">
                  <c:v>1050.415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824.222</c:v>
                </c:pt>
                <c:pt idx="2">
                  <c:v>932.556</c:v>
                </c:pt>
                <c:pt idx="3">
                  <c:v>1077.422</c:v>
                </c:pt>
                <c:pt idx="4">
                  <c:v>1271.621</c:v>
                </c:pt>
                <c:pt idx="5">
                  <c:v>1503.223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824.222</c:v>
                </c:pt>
                <c:pt idx="1">
                  <c:v>108.33400000000006</c:v>
                </c:pt>
                <c:pt idx="2">
                  <c:v>144.86599999999999</c:v>
                </c:pt>
                <c:pt idx="3">
                  <c:v>194.19900000000007</c:v>
                </c:pt>
                <c:pt idx="4">
                  <c:v>231.60199999999986</c:v>
                </c:pt>
                <c:pt idx="5">
                  <c:v>269.3120000000001</c:v>
                </c:pt>
                <c:pt idx="6">
                  <c:v>1772.535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565.305</c:v>
                </c:pt>
                <c:pt idx="2">
                  <c:v>635.598</c:v>
                </c:pt>
                <c:pt idx="3">
                  <c:v>731.067</c:v>
                </c:pt>
                <c:pt idx="4">
                  <c:v>850.792</c:v>
                </c:pt>
                <c:pt idx="5">
                  <c:v>991.374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565.305</c:v>
                </c:pt>
                <c:pt idx="1">
                  <c:v>70.293</c:v>
                </c:pt>
                <c:pt idx="2">
                  <c:v>95.46900000000005</c:v>
                </c:pt>
                <c:pt idx="3">
                  <c:v>119.72500000000002</c:v>
                </c:pt>
                <c:pt idx="4">
                  <c:v>140.582</c:v>
                </c:pt>
                <c:pt idx="5">
                  <c:v>163.01299999999992</c:v>
                </c:pt>
                <c:pt idx="6">
                  <c:v>1154.387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19.7977527012933</c:v>
                </c:pt>
                <c:pt idx="1">
                  <c:v>19.96368266584831</c:v>
                </c:pt>
                <c:pt idx="2">
                  <c:v>22.778070413624885</c:v>
                </c:pt>
              </c:numCache>
            </c:numRef>
          </c:val>
        </c:ser>
        <c:ser>
          <c:idx val="1"/>
          <c:order val="1"/>
          <c:tx>
            <c:strRef>
              <c:f>Sheet1!$C$1</c:f>
              <c:strCache>
                <c:ptCount val="1"/>
                <c:pt idx="0">
                  <c:v>Salon and Professional Distribution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17.07791861584515</c:v>
                </c:pt>
                <c:pt idx="1">
                  <c:v>17.361497473603084</c:v>
                </c:pt>
                <c:pt idx="2">
                  <c:v>16.74948639517456</c:v>
                </c:pt>
              </c:numCache>
            </c:numRef>
          </c:val>
        </c:ser>
        <c:ser>
          <c:idx val="2"/>
          <c:order val="2"/>
          <c:tx>
            <c:strRef>
              <c:f>Sheet1!$D$1</c:f>
              <c:strCache>
                <c:ptCount val="1"/>
                <c:pt idx="0">
                  <c:v>Beauty Specialty Retail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15.83071396094035</c:v>
                </c:pt>
                <c:pt idx="1">
                  <c:v>15.822770246720019</c:v>
                </c:pt>
                <c:pt idx="2">
                  <c:v>16.209557194059286</c:v>
                </c:pt>
              </c:numCache>
            </c:numRef>
          </c:val>
        </c:ser>
        <c:ser>
          <c:idx val="3"/>
          <c:order val="3"/>
          <c:tx>
            <c:strRef>
              <c:f>Sheet1!$E$1</c:f>
              <c:strCache>
                <c:ptCount val="1"/>
                <c:pt idx="0">
                  <c:v>Mass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18.87062367121889</c:v>
                </c:pt>
                <c:pt idx="1">
                  <c:v>18.403010991358588</c:v>
                </c:pt>
                <c:pt idx="2">
                  <c:v>15.929941821651939</c:v>
                </c:pt>
              </c:numCache>
            </c:numRef>
          </c:val>
        </c:ser>
        <c:ser>
          <c:idx val="4"/>
          <c:order val="4"/>
          <c:tx>
            <c:strRef>
              <c:f>Sheet1!$F$1</c:f>
              <c:strCache>
                <c:ptCount val="1"/>
                <c:pt idx="0">
                  <c:v>Brand-owned Online 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13.470702866423089</c:v>
                </c:pt>
                <c:pt idx="1">
                  <c:v>13.692390678018032</c:v>
                </c:pt>
                <c:pt idx="2">
                  <c:v>14.8345213891817</c:v>
                </c:pt>
              </c:numCache>
            </c:numRef>
          </c:val>
        </c:ser>
        <c:ser>
          <c:idx val="5"/>
          <c:order val="5"/>
          <c:tx>
            <c:strRef>
              <c:f>Sheet1!$G$1</c:f>
              <c:strCache>
                <c:ptCount val="1"/>
                <c:pt idx="0">
                  <c:v>Pharmacies and Drugstores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14.952288184279213</c:v>
                </c:pt>
                <c:pt idx="1">
                  <c:v>14.756647944451966</c:v>
                </c:pt>
                <c:pt idx="2">
                  <c:v>13.498422786307623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12.571923065316998</c:v>
                </c:pt>
                <c:pt idx="1">
                  <c:v>13.054454972802246</c:v>
                </c:pt>
                <c:pt idx="2">
                  <c:v>12.451468838785328</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15.021225274088815</c:v>
                </c:pt>
                <c:pt idx="1">
                  <c:v>15.842373727272893</c:v>
                </c:pt>
                <c:pt idx="2">
                  <c:v>14.953126122970236</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17.285676322600807</c:v>
                </c:pt>
                <c:pt idx="1">
                  <c:v>12.830278427917385</c:v>
                </c:pt>
                <c:pt idx="2">
                  <c:v>14.308456396212296</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12.844186727900844</c:v>
                </c:pt>
                <c:pt idx="1">
                  <c:v>17.111434228994487</c:v>
                </c:pt>
                <c:pt idx="2">
                  <c:v>12.7966965890855</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15.529346946840935</c:v>
                </c:pt>
                <c:pt idx="1">
                  <c:v>16.152098434439804</c:v>
                </c:pt>
                <c:pt idx="2">
                  <c:v>18.184817718843185</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Sheet1!$G$2:$G$4</c:f>
              <c:numCache>
                <c:formatCode>General</c:formatCode>
                <c:ptCount val="3"/>
                <c:pt idx="0">
                  <c:v>9.944096881865605</c:v>
                </c:pt>
                <c:pt idx="1">
                  <c:v>10.195978803947323</c:v>
                </c:pt>
                <c:pt idx="2">
                  <c:v>9.912971848534026</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Sheet1!$H$2:$H$4</c:f>
              <c:numCache>
                <c:formatCode>General</c:formatCode>
                <c:ptCount val="3"/>
                <c:pt idx="0">
                  <c:v>16.803544781386005</c:v>
                </c:pt>
                <c:pt idx="1">
                  <c:v>14.813381404625872</c:v>
                </c:pt>
                <c:pt idx="2">
                  <c:v>17.39246248556944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74.42084825491514</c:v>
                </c:pt>
              </c:numCache>
            </c:numRef>
          </c:xVal>
          <c:yVal>
            <c:numRef>
              <c:f>Sheet1!$B$2:$B$2</c:f>
              <c:numCache>
                <c:formatCode>General</c:formatCode>
                <c:ptCount val="1"/>
                <c:pt idx="0">
                  <c:v>104.00849584581333</c:v>
                </c:pt>
              </c:numCache>
            </c:numRef>
          </c:yVal>
          <c:bubbleSize>
            <c:numRef>
              <c:f>Sheet1!$C$2:$C$2</c:f>
              <c:numCache>
                <c:formatCode>General</c:formatCode>
                <c:ptCount val="1"/>
                <c:pt idx="0">
                  <c:v>986.914</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122.82559037272766</c:v>
                </c:pt>
              </c:numCache>
            </c:numRef>
          </c:xVal>
          <c:yVal>
            <c:numRef>
              <c:f>Sheet1!$B$5:$B$5</c:f>
              <c:numCache>
                <c:formatCode>General</c:formatCode>
                <c:ptCount val="1"/>
                <c:pt idx="0">
                  <c:v>93.05479864147851</c:v>
                </c:pt>
              </c:numCache>
            </c:numRef>
          </c:yVal>
          <c:bubbleSize>
            <c:numRef>
              <c:f>Sheet1!$C$5:$C$5</c:f>
              <c:numCache>
                <c:formatCode>General</c:formatCode>
                <c:ptCount val="1"/>
                <c:pt idx="0">
                  <c:v>1188.992</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90.55099797893072</c:v>
                </c:pt>
              </c:numCache>
            </c:numRef>
          </c:xVal>
          <c:yVal>
            <c:numRef>
              <c:f>Sheet1!$B$8:$B$8</c:f>
              <c:numCache>
                <c:formatCode>General</c:formatCode>
                <c:ptCount val="1"/>
                <c:pt idx="0">
                  <c:v>105.16685292808275</c:v>
                </c:pt>
              </c:numCache>
            </c:numRef>
          </c:yVal>
          <c:bubbleSize>
            <c:numRef>
              <c:f>Sheet1!$C$8:$C$8</c:f>
              <c:numCache>
                <c:formatCode>General</c:formatCode>
                <c:ptCount val="1"/>
                <c:pt idx="0">
                  <c:v>1103.016</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96.66285197918094</c:v>
                </c:pt>
              </c:numCache>
            </c:numRef>
          </c:xVal>
          <c:yVal>
            <c:numRef>
              <c:f>Sheet1!$B$11:$B$11</c:f>
              <c:numCache>
                <c:formatCode>General</c:formatCode>
                <c:ptCount val="1"/>
                <c:pt idx="0">
                  <c:v>102.47255369003486</c:v>
                </c:pt>
              </c:numCache>
            </c:numRef>
          </c:yVal>
          <c:bubbleSize>
            <c:numRef>
              <c:f>Sheet1!$C$11:$C$11</c:f>
              <c:numCache>
                <c:formatCode>General</c:formatCode>
                <c:ptCount val="1"/>
                <c:pt idx="0">
                  <c:v>1116.033</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109.23386089614064</c:v>
                </c:pt>
              </c:numCache>
            </c:numRef>
          </c:xVal>
          <c:yVal>
            <c:numRef>
              <c:f>Sheet1!$B$14:$B$14</c:f>
              <c:numCache>
                <c:formatCode>General</c:formatCode>
                <c:ptCount val="1"/>
                <c:pt idx="0">
                  <c:v>113.18057475089655</c:v>
                </c:pt>
              </c:numCache>
            </c:numRef>
          </c:yVal>
          <c:bubbleSize>
            <c:numRef>
              <c:f>Sheet1!$C$14:$C$14</c:f>
              <c:numCache>
                <c:formatCode>General</c:formatCode>
                <c:ptCount val="1"/>
                <c:pt idx="0">
                  <c:v>1331.41</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82.82354333712459</c:v>
                </c:pt>
              </c:numCache>
            </c:numRef>
          </c:xVal>
          <c:yVal>
            <c:numRef>
              <c:f>Sheet1!$B$17:$B$17</c:f>
              <c:numCache>
                <c:formatCode>General</c:formatCode>
                <c:ptCount val="1"/>
                <c:pt idx="0">
                  <c:v>77.97191110026</c:v>
                </c:pt>
              </c:numCache>
            </c:numRef>
          </c:yVal>
          <c:bubbleSize>
            <c:numRef>
              <c:f>Sheet1!$C$17:$C$17</c:f>
              <c:numCache>
                <c:formatCode>General</c:formatCode>
                <c:ptCount val="1"/>
                <c:pt idx="0">
                  <c:v>779.578</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115.8873579899454</c:v>
                </c:pt>
              </c:numCache>
            </c:numRef>
          </c:xVal>
          <c:yVal>
            <c:numRef>
              <c:f>Sheet1!$B$20:$B$20</c:f>
              <c:numCache>
                <c:formatCode>General</c:formatCode>
                <c:ptCount val="1"/>
                <c:pt idx="0">
                  <c:v>104.14481304343404</c:v>
                </c:pt>
              </c:numCache>
            </c:numRef>
          </c:yVal>
          <c:bubbleSize>
            <c:numRef>
              <c:f>Sheet1!$C$20:$C$20</c:f>
              <c:numCache>
                <c:formatCode>General</c:formatCode>
                <c:ptCount val="1"/>
                <c:pt idx="0">
                  <c:v>1275.818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613.443</c:v>
                </c:pt>
                <c:pt idx="2">
                  <c:v>667.889</c:v>
                </c:pt>
                <c:pt idx="3">
                  <c:v>734.14</c:v>
                </c:pt>
                <c:pt idx="4">
                  <c:v>807.57</c:v>
                </c:pt>
                <c:pt idx="5">
                  <c:v>892.232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613.443</c:v>
                </c:pt>
                <c:pt idx="1">
                  <c:v>54.446000000000026</c:v>
                </c:pt>
                <c:pt idx="2">
                  <c:v>66.25099999999998</c:v>
                </c:pt>
                <c:pt idx="3">
                  <c:v>73.43000000000006</c:v>
                </c:pt>
                <c:pt idx="4">
                  <c:v>84.66199999999992</c:v>
                </c:pt>
                <c:pt idx="5">
                  <c:v>94.68200000000002</c:v>
                </c:pt>
                <c:pt idx="6">
                  <c:v>986.914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548.838</c:v>
                </c:pt>
                <c:pt idx="2">
                  <c:v>622.552</c:v>
                </c:pt>
                <c:pt idx="3">
                  <c:v>721.396</c:v>
                </c:pt>
                <c:pt idx="4">
                  <c:v>853.186</c:v>
                </c:pt>
                <c:pt idx="5">
                  <c:v>1008.791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548.838</c:v>
                </c:pt>
                <c:pt idx="1">
                  <c:v>73.71400000000006</c:v>
                </c:pt>
                <c:pt idx="2">
                  <c:v>98.84399999999994</c:v>
                </c:pt>
                <c:pt idx="3">
                  <c:v>131.79000000000008</c:v>
                </c:pt>
                <c:pt idx="4">
                  <c:v>155.60500000000002</c:v>
                </c:pt>
                <c:pt idx="5">
                  <c:v>180.2009999999999</c:v>
                </c:pt>
                <c:pt idx="6">
                  <c:v>1188.992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620.275</c:v>
                </c:pt>
                <c:pt idx="2">
                  <c:v>690.288</c:v>
                </c:pt>
                <c:pt idx="3">
                  <c:v>773.821</c:v>
                </c:pt>
                <c:pt idx="4">
                  <c:v>870.176</c:v>
                </c:pt>
                <c:pt idx="5">
                  <c:v>979.611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620.275</c:v>
                </c:pt>
                <c:pt idx="1">
                  <c:v>70.01300000000003</c:v>
                </c:pt>
                <c:pt idx="2">
                  <c:v>83.53300000000002</c:v>
                </c:pt>
                <c:pt idx="3">
                  <c:v>96.35500000000002</c:v>
                </c:pt>
                <c:pt idx="4">
                  <c:v>109.43499999999995</c:v>
                </c:pt>
                <c:pt idx="5">
                  <c:v>123.40500000000009</c:v>
                </c:pt>
                <c:pt idx="6">
                  <c:v>1103.016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604.384</c:v>
                </c:pt>
                <c:pt idx="2">
                  <c:v>675.629</c:v>
                </c:pt>
                <c:pt idx="3">
                  <c:v>762.708</c:v>
                </c:pt>
                <c:pt idx="4">
                  <c:v>863.336</c:v>
                </c:pt>
                <c:pt idx="5">
                  <c:v>981.163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604.384</c:v>
                </c:pt>
                <c:pt idx="1">
                  <c:v>71.245</c:v>
                </c:pt>
                <c:pt idx="2">
                  <c:v>87.07899999999995</c:v>
                </c:pt>
                <c:pt idx="3">
                  <c:v>100.62800000000004</c:v>
                </c:pt>
                <c:pt idx="4">
                  <c:v>117.827</c:v>
                </c:pt>
                <c:pt idx="5">
                  <c:v>134.8699999999999</c:v>
                </c:pt>
                <c:pt idx="6">
                  <c:v>1116.033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667.54</c:v>
                </c:pt>
                <c:pt idx="2">
                  <c:v>742.785</c:v>
                </c:pt>
                <c:pt idx="3">
                  <c:v>847.019</c:v>
                </c:pt>
                <c:pt idx="4">
                  <c:v>980.544</c:v>
                </c:pt>
                <c:pt idx="5">
                  <c:v>1142.166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667.54</c:v>
                </c:pt>
                <c:pt idx="1">
                  <c:v>75.245</c:v>
                </c:pt>
                <c:pt idx="2">
                  <c:v>104.23400000000004</c:v>
                </c:pt>
                <c:pt idx="3">
                  <c:v>133.52499999999998</c:v>
                </c:pt>
                <c:pt idx="4">
                  <c:v>161.62199999999996</c:v>
                </c:pt>
                <c:pt idx="5">
                  <c:v>189.24400000000014</c:v>
                </c:pt>
                <c:pt idx="6">
                  <c:v>1331.41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459.879</c:v>
                </c:pt>
                <c:pt idx="2">
                  <c:v>503.445</c:v>
                </c:pt>
                <c:pt idx="3">
                  <c:v>559.709</c:v>
                </c:pt>
                <c:pt idx="4">
                  <c:v>626.029</c:v>
                </c:pt>
                <c:pt idx="5">
                  <c:v>698.551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459.879</c:v>
                </c:pt>
                <c:pt idx="1">
                  <c:v>43.565999999999974</c:v>
                </c:pt>
                <c:pt idx="2">
                  <c:v>56.26399999999995</c:v>
                </c:pt>
                <c:pt idx="3">
                  <c:v>66.32000000000005</c:v>
                </c:pt>
                <c:pt idx="4">
                  <c:v>72.52200000000005</c:v>
                </c:pt>
                <c:pt idx="5">
                  <c:v>81.02699999999993</c:v>
                </c:pt>
                <c:pt idx="6">
                  <c:v>779.578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614.247</c:v>
                </c:pt>
                <c:pt idx="2">
                  <c:v>692.858</c:v>
                </c:pt>
                <c:pt idx="3">
                  <c:v>793.662</c:v>
                </c:pt>
                <c:pt idx="4">
                  <c:v>924.597</c:v>
                </c:pt>
                <c:pt idx="5">
                  <c:v>1086.336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614.247</c:v>
                </c:pt>
                <c:pt idx="1">
                  <c:v>78.61099999999999</c:v>
                </c:pt>
                <c:pt idx="2">
                  <c:v>100.80400000000009</c:v>
                </c:pt>
                <c:pt idx="3">
                  <c:v>130.93499999999995</c:v>
                </c:pt>
                <c:pt idx="4">
                  <c:v>161.73900000000003</c:v>
                </c:pt>
                <c:pt idx="5">
                  <c:v>189.48199999999997</c:v>
                </c:pt>
                <c:pt idx="6">
                  <c:v>1275.818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16.608623114283446</c:v>
                </c:pt>
                <c:pt idx="1">
                  <c:v>16.168653535842363</c:v>
                </c:pt>
                <c:pt idx="2">
                  <c:v>17.109366376068348</c:v>
                </c:pt>
              </c:numCache>
            </c:numRef>
          </c:val>
        </c:ser>
        <c:ser>
          <c:idx val="1"/>
          <c:order val="1"/>
          <c:tx>
            <c:strRef>
              <c:f>Sheet1!$C$1</c:f>
              <c:strCache>
                <c:ptCount val="1"/>
                <c:pt idx="0">
                  <c:v>Heat Styling Support</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14.41311214182056</c:v>
                </c:pt>
                <c:pt idx="1">
                  <c:v>14.87783043477629</c:v>
                </c:pt>
                <c:pt idx="2">
                  <c:v>16.39497794907862</c:v>
                </c:pt>
              </c:numCache>
            </c:numRef>
          </c:val>
        </c:ser>
        <c:ser>
          <c:idx val="2"/>
          <c:order val="2"/>
          <c:tx>
            <c:strRef>
              <c:f>Sheet1!$D$1</c:f>
              <c:strCache>
                <c:ptCount val="1"/>
                <c:pt idx="0">
                  <c:v>Curl Definition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13.11256115989259</c:v>
                </c:pt>
                <c:pt idx="1">
                  <c:v>13.293542663068358</c:v>
                </c:pt>
                <c:pt idx="2">
                  <c:v>15.279215077409855</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14.234144105961057</c:v>
                </c:pt>
                <c:pt idx="1">
                  <c:v>14.63893624143355</c:v>
                </c:pt>
                <c:pt idx="2">
                  <c:v>14.341650945075285</c:v>
                </c:pt>
              </c:numCache>
            </c:numRef>
          </c:val>
        </c:ser>
        <c:ser>
          <c:idx val="4"/>
          <c:order val="4"/>
          <c:tx>
            <c:strRef>
              <c:f>Sheet1!$F$1</c:f>
              <c:strCache>
                <c:ptCount val="1"/>
                <c:pt idx="0">
                  <c:v>Volume and Root Lift</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14.907692929789118</c:v>
                </c:pt>
                <c:pt idx="1">
                  <c:v>15.023836132583249</c:v>
                </c:pt>
                <c:pt idx="2">
                  <c:v>14.174375183200821</c:v>
                </c:pt>
              </c:numCache>
            </c:numRef>
          </c:val>
        </c:ser>
        <c:ser>
          <c:idx val="5"/>
          <c:order val="5"/>
          <c:tx>
            <c:strRef>
              <c:f>Sheet1!$G$1</c:f>
              <c:strCache>
                <c:ptCount val="1"/>
                <c:pt idx="0">
                  <c:v>Hold and Shape</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15.304986992992543</c:v>
                </c:pt>
                <c:pt idx="1">
                  <c:v>14.858356549401904</c:v>
                </c:pt>
                <c:pt idx="2">
                  <c:v>12.682399266695546</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11.418879555260686</c:v>
                </c:pt>
                <c:pt idx="1">
                  <c:v>11.138844442894285</c:v>
                </c:pt>
                <c:pt idx="2">
                  <c:v>10.018015202471522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22.562354413893335</c:v>
                </c:pt>
                <c:pt idx="1">
                  <c:v>24.097879493846044</c:v>
                </c:pt>
                <c:pt idx="2">
                  <c:v>21.92289193200385</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19.23522821184975</c:v>
                </c:pt>
                <c:pt idx="1">
                  <c:v>19.246931130846527</c:v>
                </c:pt>
                <c:pt idx="2">
                  <c:v>19.31956107978033</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19.209627445578906</c:v>
                </c:pt>
                <c:pt idx="1">
                  <c:v>19.33518195200438</c:v>
                </c:pt>
                <c:pt idx="2">
                  <c:v>19.29352701737598</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19.120754823505596</c:v>
                </c:pt>
                <c:pt idx="1">
                  <c:v>19.259471468030245</c:v>
                </c:pt>
                <c:pt idx="2">
                  <c:v>19.316294257277853</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Sheet1!$F$2:$F$4</c:f>
              <c:numCache>
                <c:formatCode>General</c:formatCode>
                <c:ptCount val="3"/>
                <c:pt idx="0">
                  <c:v>19.87203510517243</c:v>
                </c:pt>
                <c:pt idx="1">
                  <c:v>18.060535955272798</c:v>
                </c:pt>
                <c:pt idx="2">
                  <c:v>20.147725713561986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84.07389013778659</c:v>
                </c:pt>
              </c:numCache>
            </c:numRef>
          </c:xVal>
          <c:yVal>
            <c:numRef>
              <c:f>Sheet1!$B$2:$B$2</c:f>
              <c:numCache>
                <c:formatCode>General</c:formatCode>
                <c:ptCount val="1"/>
                <c:pt idx="0">
                  <c:v>125.68064724978667</c:v>
                </c:pt>
              </c:numCache>
            </c:numRef>
          </c:yVal>
          <c:bubbleSize>
            <c:numRef>
              <c:f>Sheet1!$C$2:$C$2</c:f>
              <c:numCache>
                <c:formatCode>General</c:formatCode>
                <c:ptCount val="1"/>
                <c:pt idx="0">
                  <c:v>1772.912</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100.11410060809298</c:v>
                </c:pt>
              </c:numCache>
            </c:numRef>
          </c:xVal>
          <c:yVal>
            <c:numRef>
              <c:f>Sheet1!$B$5:$B$5</c:f>
              <c:numCache>
                <c:formatCode>General</c:formatCode>
                <c:ptCount val="1"/>
                <c:pt idx="0">
                  <c:v>96.34508685374995</c:v>
                </c:pt>
              </c:numCache>
            </c:numRef>
          </c:yVal>
          <c:bubbleSize>
            <c:numRef>
              <c:f>Sheet1!$C$5:$C$5</c:f>
              <c:numCache>
                <c:formatCode>General</c:formatCode>
                <c:ptCount val="1"/>
                <c:pt idx="0">
                  <c:v>1500.52</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110.53230248728153</c:v>
                </c:pt>
              </c:numCache>
            </c:numRef>
          </c:xVal>
          <c:yVal>
            <c:numRef>
              <c:f>Sheet1!$B$8:$B$8</c:f>
              <c:numCache>
                <c:formatCode>General</c:formatCode>
                <c:ptCount val="1"/>
                <c:pt idx="0">
                  <c:v>90.46162543443829</c:v>
                </c:pt>
              </c:numCache>
            </c:numRef>
          </c:yVal>
          <c:bubbleSize>
            <c:numRef>
              <c:f>Sheet1!$C$8:$C$8</c:f>
              <c:numCache>
                <c:formatCode>General</c:formatCode>
                <c:ptCount val="1"/>
                <c:pt idx="0">
                  <c:v>1501.671</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117.4170333323556</c:v>
                </c:pt>
              </c:numCache>
            </c:numRef>
          </c:xVal>
          <c:yVal>
            <c:numRef>
              <c:f>Sheet1!$B$11:$B$11</c:f>
              <c:numCache>
                <c:formatCode>General</c:formatCode>
                <c:ptCount val="1"/>
                <c:pt idx="0">
                  <c:v>86.62570692730017</c:v>
                </c:pt>
              </c:numCache>
            </c:numRef>
          </c:yVal>
          <c:bubbleSize>
            <c:numRef>
              <c:f>Sheet1!$C$11:$C$11</c:f>
              <c:numCache>
                <c:formatCode>General</c:formatCode>
                <c:ptCount val="1"/>
                <c:pt idx="0">
                  <c:v>1499.563</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93.33947309402765</c:v>
                </c:pt>
              </c:numCache>
            </c:numRef>
          </c:xVal>
          <c:yVal>
            <c:numRef>
              <c:f>Sheet1!$B$14:$B$14</c:f>
              <c:numCache>
                <c:formatCode>General</c:formatCode>
                <c:ptCount val="1"/>
                <c:pt idx="0">
                  <c:v>100.88693353472489</c:v>
                </c:pt>
              </c:numCache>
            </c:numRef>
          </c:yVal>
          <c:bubbleSize>
            <c:numRef>
              <c:f>Sheet1!$C$14:$C$14</c:f>
              <c:numCache>
                <c:formatCode>General</c:formatCode>
                <c:ptCount val="1"/>
                <c:pt idx="0">
                  <c:v>1507.095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1037.772</c:v>
                </c:pt>
                <c:pt idx="2">
                  <c:v>1140.657</c:v>
                </c:pt>
                <c:pt idx="3">
                  <c:v>1267.948</c:v>
                </c:pt>
                <c:pt idx="4">
                  <c:v>1412.823</c:v>
                </c:pt>
                <c:pt idx="5">
                  <c:v>1582.032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1037.772</c:v>
                </c:pt>
                <c:pt idx="1">
                  <c:v>102.88499999999999</c:v>
                </c:pt>
                <c:pt idx="2">
                  <c:v>127.29100000000017</c:v>
                </c:pt>
                <c:pt idx="3">
                  <c:v>144.875</c:v>
                </c:pt>
                <c:pt idx="4">
                  <c:v>169.20899999999983</c:v>
                </c:pt>
                <c:pt idx="5">
                  <c:v>190.8800000000001</c:v>
                </c:pt>
                <c:pt idx="6">
                  <c:v>1772.912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795.542</c:v>
                </c:pt>
                <c:pt idx="2">
                  <c:v>893.766</c:v>
                </c:pt>
                <c:pt idx="3">
                  <c:v>1012.757</c:v>
                </c:pt>
                <c:pt idx="4">
                  <c:v>1153.613</c:v>
                </c:pt>
                <c:pt idx="5">
                  <c:v>1315.761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795.542</c:v>
                </c:pt>
                <c:pt idx="1">
                  <c:v>98.22399999999993</c:v>
                </c:pt>
                <c:pt idx="2">
                  <c:v>118.99099999999999</c:v>
                </c:pt>
                <c:pt idx="3">
                  <c:v>140.8560000000001</c:v>
                </c:pt>
                <c:pt idx="4">
                  <c:v>162.1479999999999</c:v>
                </c:pt>
                <c:pt idx="5">
                  <c:v>184.75900000000001</c:v>
                </c:pt>
                <c:pt idx="6">
                  <c:v>1500.52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746.961</c:v>
                </c:pt>
                <c:pt idx="2">
                  <c:v>830.656</c:v>
                </c:pt>
                <c:pt idx="3">
                  <c:v>947.491</c:v>
                </c:pt>
                <c:pt idx="4">
                  <c:v>1099.556</c:v>
                </c:pt>
                <c:pt idx="5">
                  <c:v>1284.433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746.961</c:v>
                </c:pt>
                <c:pt idx="1">
                  <c:v>83.69499999999994</c:v>
                </c:pt>
                <c:pt idx="2">
                  <c:v>116.83500000000004</c:v>
                </c:pt>
                <c:pt idx="3">
                  <c:v>152.06500000000005</c:v>
                </c:pt>
                <c:pt idx="4">
                  <c:v>184.87699999999995</c:v>
                </c:pt>
                <c:pt idx="5">
                  <c:v>217.23800000000006</c:v>
                </c:pt>
                <c:pt idx="6">
                  <c:v>1501.671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715.287</c:v>
                </c:pt>
                <c:pt idx="2">
                  <c:v>805.241</c:v>
                </c:pt>
                <c:pt idx="3">
                  <c:v>925.918</c:v>
                </c:pt>
                <c:pt idx="4">
                  <c:v>1087.895</c:v>
                </c:pt>
                <c:pt idx="5">
                  <c:v>1278.807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715.287</c:v>
                </c:pt>
                <c:pt idx="1">
                  <c:v>89.95399999999995</c:v>
                </c:pt>
                <c:pt idx="2">
                  <c:v>120.67700000000002</c:v>
                </c:pt>
                <c:pt idx="3">
                  <c:v>161.97699999999998</c:v>
                </c:pt>
                <c:pt idx="4">
                  <c:v>190.91200000000003</c:v>
                </c:pt>
                <c:pt idx="5">
                  <c:v>220.75600000000009</c:v>
                </c:pt>
                <c:pt idx="6">
                  <c:v>1499.563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833.045</c:v>
                </c:pt>
                <c:pt idx="2">
                  <c:v>925.126</c:v>
                </c:pt>
                <c:pt idx="3">
                  <c:v>1038.34</c:v>
                </c:pt>
                <c:pt idx="4">
                  <c:v>1171.55</c:v>
                </c:pt>
                <c:pt idx="5">
                  <c:v>1327.816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833.045</c:v>
                </c:pt>
                <c:pt idx="1">
                  <c:v>92.08100000000002</c:v>
                </c:pt>
                <c:pt idx="2">
                  <c:v>113.21399999999994</c:v>
                </c:pt>
                <c:pt idx="3">
                  <c:v>133.21000000000004</c:v>
                </c:pt>
                <c:pt idx="4">
                  <c:v>156.26600000000008</c:v>
                </c:pt>
                <c:pt idx="5">
                  <c:v>179.279</c:v>
                </c:pt>
                <c:pt idx="6">
                  <c:v>1507.095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Straight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25.324441342664628</c:v>
                </c:pt>
                <c:pt idx="1">
                  <c:v>25.136129449957334</c:v>
                </c:pt>
                <c:pt idx="2">
                  <c:v>22.782915075392317</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19.958695075907904</c:v>
                </c:pt>
                <c:pt idx="1">
                  <c:v>20.17738670694498</c:v>
                </c:pt>
                <c:pt idx="2">
                  <c:v>19.367017311377204</c:v>
                </c:pt>
              </c:numCache>
            </c:numRef>
          </c:val>
        </c:ser>
        <c:ser>
          <c:idx val="2"/>
          <c:order val="2"/>
          <c:tx>
            <c:strRef>
              <c:f>Sheet1!$D$1</c:f>
              <c:strCache>
                <c:ptCount val="1"/>
                <c:pt idx="0">
                  <c:v>Curly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18.623878080084825</c:v>
                </c:pt>
                <c:pt idx="1">
                  <c:v>18.09232508688766</c:v>
                </c:pt>
                <c:pt idx="2">
                  <c:v>19.297315864622416</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18.73838767022556</c:v>
                </c:pt>
                <c:pt idx="1">
                  <c:v>19.269017370749992</c:v>
                </c:pt>
                <c:pt idx="2">
                  <c:v>19.282524868085773</c:v>
                </c:pt>
              </c:numCache>
            </c:numRef>
          </c:val>
        </c:ser>
        <c:ser>
          <c:idx val="4"/>
          <c:order val="4"/>
          <c:tx>
            <c:strRef>
              <c:f>Sheet1!$F$1</c:f>
              <c:strCache>
                <c:ptCount val="1"/>
                <c:pt idx="0">
                  <c:v>Coily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17.354597831117076</c:v>
                </c:pt>
                <c:pt idx="1">
                  <c:v>17.325141385460036</c:v>
                </c:pt>
                <c:pt idx="2">
                  <c:v>19.270226880522287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Sheet1!$B$2:$B$4</c:f>
              <c:numCache>
                <c:formatCode>General</c:formatCode>
                <c:ptCount val="3"/>
                <c:pt idx="0">
                  <c:v>24.019966670300747</c:v>
                </c:pt>
                <c:pt idx="1">
                  <c:v>24.57652068595595</c:v>
                </c:pt>
                <c:pt idx="2">
                  <c:v>23.918920481016993</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Sheet1!$C$2:$C$4</c:f>
              <c:numCache>
                <c:formatCode>General</c:formatCode>
                <c:ptCount val="3"/>
                <c:pt idx="0">
                  <c:v>25.735219680097188</c:v>
                </c:pt>
                <c:pt idx="1">
                  <c:v>25.73077140675455</c:v>
                </c:pt>
                <c:pt idx="2">
                  <c:v>25.61073246683798</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Sheet1!$D$2:$D$4</c:f>
              <c:numCache>
                <c:formatCode>General</c:formatCode>
                <c:ptCount val="3"/>
                <c:pt idx="0">
                  <c:v>24.214941517280046</c:v>
                </c:pt>
                <c:pt idx="1">
                  <c:v>23.927162314728363</c:v>
                </c:pt>
                <c:pt idx="2">
                  <c:v>24.316065579702677</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1,027</c:v>
                </c:pt>
                <c:pt idx="1">
                  <c:v>Japan  ·  2,775</c:v>
                </c:pt>
                <c:pt idx="2">
                  <c:v>China  ·  3,979</c:v>
                </c:pt>
              </c:strCache>
            </c:strRef>
          </c:cat>
          <c:val>
            <c:numRef>
              <c:f>Sheet1!$E$2:$E$4</c:f>
              <c:numCache>
                <c:formatCode>General</c:formatCode>
                <c:ptCount val="3"/>
                <c:pt idx="0">
                  <c:v>26.029872132322023</c:v>
                </c:pt>
                <c:pt idx="1">
                  <c:v>25.765545592561136</c:v>
                </c:pt>
                <c:pt idx="2">
                  <c:v>26.154281472442342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88.23813903984265</c:v>
                </c:pt>
              </c:numCache>
            </c:numRef>
          </c:xVal>
          <c:yVal>
            <c:numRef>
              <c:f>Sheet1!$B$2:$B$2</c:f>
              <c:numCache>
                <c:formatCode>General</c:formatCode>
                <c:ptCount val="1"/>
                <c:pt idx="0">
                  <c:v>103.93568581364126</c:v>
                </c:pt>
              </c:numCache>
            </c:numRef>
          </c:yVal>
          <c:bubbleSize>
            <c:numRef>
              <c:f>Sheet1!$C$2:$C$2</c:f>
              <c:numCache>
                <c:formatCode>General</c:formatCode>
                <c:ptCount val="1"/>
                <c:pt idx="0">
                  <c:v>1880.5990000000002</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103.46938726399968</c:v>
                </c:pt>
              </c:numCache>
            </c:numRef>
          </c:xVal>
          <c:yVal>
            <c:numRef>
              <c:f>Sheet1!$B$5:$B$5</c:f>
              <c:numCache>
                <c:formatCode>General</c:formatCode>
                <c:ptCount val="1"/>
                <c:pt idx="0">
                  <c:v>100.51748689085689</c:v>
                </c:pt>
              </c:numCache>
            </c:numRef>
          </c:yVal>
          <c:bubbleSize>
            <c:numRef>
              <c:f>Sheet1!$C$5:$C$5</c:f>
              <c:numCache>
                <c:formatCode>General</c:formatCode>
                <c:ptCount val="1"/>
                <c:pt idx="0">
                  <c:v>1997.578</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94.83522133819314</c:v>
                </c:pt>
              </c:numCache>
            </c:numRef>
          </c:xVal>
          <c:yVal>
            <c:numRef>
              <c:f>Sheet1!$B$8:$B$8</c:f>
              <c:numCache>
                <c:formatCode>General</c:formatCode>
                <c:ptCount val="1"/>
                <c:pt idx="0">
                  <c:v>99.77631680612853</c:v>
                </c:pt>
              </c:numCache>
            </c:numRef>
          </c:yVal>
          <c:bubbleSize>
            <c:numRef>
              <c:f>Sheet1!$C$8:$C$8</c:f>
              <c:numCache>
                <c:formatCode>General</c:formatCode>
                <c:ptCount val="1"/>
                <c:pt idx="0">
                  <c:v>1880.388</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113.47287220730264</c:v>
                </c:pt>
              </c:numCache>
            </c:numRef>
          </c:xVal>
          <c:yVal>
            <c:numRef>
              <c:f>Sheet1!$B$11:$B$11</c:f>
              <c:numCache>
                <c:formatCode>General</c:formatCode>
                <c:ptCount val="1"/>
                <c:pt idx="0">
                  <c:v>95.7705104893733</c:v>
                </c:pt>
              </c:numCache>
            </c:numRef>
          </c:yVal>
          <c:bubbleSize>
            <c:numRef>
              <c:f>Sheet1!$C$11:$C$11</c:f>
              <c:numCache>
                <c:formatCode>General</c:formatCode>
                <c:ptCount val="1"/>
                <c:pt idx="0">
                  <c:v>2023.198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1072.774</c:v>
                </c:pt>
                <c:pt idx="2">
                  <c:v>1181.712</c:v>
                </c:pt>
                <c:pt idx="3">
                  <c:v>1318.775</c:v>
                </c:pt>
                <c:pt idx="4">
                  <c:v>1480.958</c:v>
                </c:pt>
                <c:pt idx="5">
                  <c:v>1668.095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1072.774</c:v>
                </c:pt>
                <c:pt idx="1">
                  <c:v>108.9380000000001</c:v>
                </c:pt>
                <c:pt idx="2">
                  <c:v>137.0630000000001</c:v>
                </c:pt>
                <c:pt idx="3">
                  <c:v>162.183</c:v>
                </c:pt>
                <c:pt idx="4">
                  <c:v>187.13699999999994</c:v>
                </c:pt>
                <c:pt idx="5">
                  <c:v>212.50400000000013</c:v>
                </c:pt>
                <c:pt idx="6">
                  <c:v>1880.5990000000002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1037.493</c:v>
                </c:pt>
                <c:pt idx="2">
                  <c:v>1158.1889999999999</c:v>
                </c:pt>
                <c:pt idx="3">
                  <c:v>1313.329</c:v>
                </c:pt>
                <c:pt idx="4">
                  <c:v>1504.667</c:v>
                </c:pt>
                <c:pt idx="5">
                  <c:v>1733.192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1037.493</c:v>
                </c:pt>
                <c:pt idx="1">
                  <c:v>120.69599999999991</c:v>
                </c:pt>
                <c:pt idx="2">
                  <c:v>155.1400000000001</c:v>
                </c:pt>
                <c:pt idx="3">
                  <c:v>191.33799999999997</c:v>
                </c:pt>
                <c:pt idx="4">
                  <c:v>228.5250000000001</c:v>
                </c:pt>
                <c:pt idx="5">
                  <c:v>264.38599999999997</c:v>
                </c:pt>
                <c:pt idx="6">
                  <c:v>1997.578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1029.8429999999998</c:v>
                </c:pt>
                <c:pt idx="2">
                  <c:v>1147.483</c:v>
                </c:pt>
                <c:pt idx="3">
                  <c:v>1291.0439999999999</c:v>
                </c:pt>
                <c:pt idx="4">
                  <c:v>1458.999</c:v>
                </c:pt>
                <c:pt idx="5">
                  <c:v>1655.898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1029.8429999999998</c:v>
                </c:pt>
                <c:pt idx="1">
                  <c:v>117.6400000000001</c:v>
                </c:pt>
                <c:pt idx="2">
                  <c:v>143.56099999999992</c:v>
                </c:pt>
                <c:pt idx="3">
                  <c:v>167.95500000000015</c:v>
                </c:pt>
                <c:pt idx="4">
                  <c:v>196.8989999999999</c:v>
                </c:pt>
                <c:pt idx="5">
                  <c:v>224.49</c:v>
                </c:pt>
                <c:pt idx="6">
                  <c:v>1880.388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988.4970000000001</c:v>
                </c:pt>
                <c:pt idx="2">
                  <c:v>1108.063</c:v>
                </c:pt>
                <c:pt idx="3">
                  <c:v>1269.305</c:v>
                </c:pt>
                <c:pt idx="4">
                  <c:v>1480.8139999999999</c:v>
                </c:pt>
                <c:pt idx="5">
                  <c:v>1731.665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988.4970000000001</c:v>
                </c:pt>
                <c:pt idx="1">
                  <c:v>119.56600000000003</c:v>
                </c:pt>
                <c:pt idx="2">
                  <c:v>161.24199999999996</c:v>
                </c:pt>
                <c:pt idx="3">
                  <c:v>211.5089999999998</c:v>
                </c:pt>
                <c:pt idx="4">
                  <c:v>250.8510000000001</c:v>
                </c:pt>
                <c:pt idx="5">
                  <c:v>291.53300000000013</c:v>
                </c:pt>
                <c:pt idx="6">
                  <c:v>2023.198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24.096675687454415</c:v>
                </c:pt>
                <c:pt idx="1">
                  <c:v>23.942627622343323</c:v>
                </c:pt>
                <c:pt idx="2">
                  <c:v>25.99922408328293</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24.938888780725964</c:v>
                </c:pt>
                <c:pt idx="1">
                  <c:v>25.12937172271422</c:v>
                </c:pt>
                <c:pt idx="2">
                  <c:v>25.66999277670112</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26.29958500382647</c:v>
                </c:pt>
                <c:pt idx="1">
                  <c:v>25.983921453410314</c:v>
                </c:pt>
                <c:pt idx="2">
                  <c:v>24.166747303920722</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24.664850527993146</c:v>
                </c:pt>
                <c:pt idx="1">
                  <c:v>24.944079201532134</c:v>
                </c:pt>
                <c:pt idx="2">
                  <c:v>24.164035836095238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5.069632877291386</c:v>
                </c:pt>
                <c:pt idx="1">
                  <c:v>6.654594628969646</c:v>
                </c:pt>
                <c:pt idx="2">
                  <c:v>6.1236351513377585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78406491023993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943.408</c:v>
                </c:pt>
                <c:pt idx="2">
                  <c:v>0.0</c:v>
                </c:pt>
                <c:pt idx="3">
                  <c:v>1208.0520000000001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943.408</c:v>
                </c:pt>
                <c:pt idx="1">
                  <c:v>264.6440000000001</c:v>
                </c:pt>
                <c:pt idx="2">
                  <c:v>1208.0520000000001</c:v>
                </c:pt>
                <c:pt idx="3">
                  <c:v>1092.761</c:v>
                </c:pt>
                <c:pt idx="4">
                  <c:v>2300.813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5.288553224456871</c:v>
                </c:pt>
                <c:pt idx="1">
                  <c:v>7.8537496936741835</c:v>
                </c:pt>
                <c:pt idx="2">
                  <c:v>6.991814218747439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36694959564992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1368.64</c:v>
                </c:pt>
                <c:pt idx="2">
                  <c:v>0.0</c:v>
                </c:pt>
                <c:pt idx="3">
                  <c:v>1770.904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1368.64</c:v>
                </c:pt>
                <c:pt idx="1">
                  <c:v>402.2639999999999</c:v>
                </c:pt>
                <c:pt idx="2">
                  <c:v>1770.904</c:v>
                </c:pt>
                <c:pt idx="3">
                  <c:v>2000.886</c:v>
                </c:pt>
                <c:pt idx="4">
                  <c:v>3771.79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1368.64</c:v>
                </c:pt>
                <c:pt idx="1">
                  <c:v>1437.86</c:v>
                </c:pt>
                <c:pt idx="2">
                  <c:v>1510.732</c:v>
                </c:pt>
                <c:pt idx="3">
                  <c:v>1588.0600000000002</c:v>
                </c:pt>
                <c:pt idx="4">
                  <c:v>1670.9650000000001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943.408</c:v>
                </c:pt>
                <c:pt idx="1">
                  <c:v>990.677</c:v>
                </c:pt>
                <c:pt idx="2">
                  <c:v>1040.121</c:v>
                </c:pt>
                <c:pt idx="3">
                  <c:v>1091.683</c:v>
                </c:pt>
                <c:pt idx="4">
                  <c:v>1146.664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9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544"/>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1770.904</c:v>
                </c:pt>
                <c:pt idx="1">
                  <c:v>1884.875</c:v>
                </c:pt>
                <c:pt idx="2">
                  <c:v>2015.522</c:v>
                </c:pt>
                <c:pt idx="3">
                  <c:v>2164.894</c:v>
                </c:pt>
                <c:pt idx="4">
                  <c:v>2334.3320000000003</c:v>
                </c:pt>
                <c:pt idx="5">
                  <c:v>2523.634</c:v>
                </c:pt>
                <c:pt idx="6">
                  <c:v>2733.411</c:v>
                </c:pt>
                <c:pt idx="7">
                  <c:v>2962.8770000000004</c:v>
                </c:pt>
                <c:pt idx="8">
                  <c:v>3212.551</c:v>
                </c:pt>
                <c:pt idx="9">
                  <c:v>3481.78</c:v>
                </c:pt>
                <c:pt idx="10">
                  <c:v>3771.79</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1208.0520000000001</c:v>
                </c:pt>
                <c:pt idx="1">
                  <c:v>1277.232</c:v>
                </c:pt>
                <c:pt idx="2">
                  <c:v>1355.606</c:v>
                </c:pt>
                <c:pt idx="3">
                  <c:v>1443.862</c:v>
                </c:pt>
                <c:pt idx="4">
                  <c:v>1541.897</c:v>
                </c:pt>
                <c:pt idx="5">
                  <c:v>1649.0149999999999</c:v>
                </c:pt>
                <c:pt idx="6">
                  <c:v>1764.9499999999998</c:v>
                </c:pt>
                <c:pt idx="7">
                  <c:v>1888.855</c:v>
                </c:pt>
                <c:pt idx="8">
                  <c:v>2020.212</c:v>
                </c:pt>
                <c:pt idx="9">
                  <c:v>2157.4970000000003</c:v>
                </c:pt>
                <c:pt idx="10">
                  <c:v>2300.813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45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45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Australia</c:v>
                </c:pt>
                <c:pt idx="2">
                  <c:v>Singapore</c:v>
                </c:pt>
                <c:pt idx="3">
                  <c:v>Malaysia</c:v>
                </c:pt>
                <c:pt idx="4">
                  <c:v>Thailand</c:v>
                </c:pt>
                <c:pt idx="5">
                  <c:v>Indonesia</c:v>
                </c:pt>
                <c:pt idx="6">
                  <c:v>India</c:v>
                </c:pt>
                <c:pt idx="7">
                  <c:v>Philippines</c:v>
                </c:pt>
              </c:strCache>
            </c:strRef>
          </c:cat>
          <c:val>
            <c:numRef>
              <c:f>Sheet1!$B$2:$B$9</c:f>
              <c:numCache>
                <c:formatCode>General</c:formatCode>
                <c:ptCount val="8"/>
                <c:pt idx="0">
                  <c:v>63.748286154941425</c:v>
                </c:pt>
                <c:pt idx="1">
                  <c:v>70.52691027699893</c:v>
                </c:pt>
                <c:pt idx="2">
                  <c:v>78.0672513791934</c:v>
                </c:pt>
                <c:pt idx="3">
                  <c:v>99.04471731662025</c:v>
                </c:pt>
                <c:pt idx="4">
                  <c:v>99.80786294210886</c:v>
                </c:pt>
                <c:pt idx="5">
                  <c:v>117.69511693558796</c:v>
                </c:pt>
                <c:pt idx="6">
                  <c:v>117.99097547509929</c:v>
                </c:pt>
                <c:pt idx="7">
                  <c:v>122.06449783778619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Singapore</c:v>
                </c:pt>
                <c:pt idx="2">
                  <c:v>Malaysia</c:v>
                </c:pt>
                <c:pt idx="3">
                  <c:v>Philippines</c:v>
                </c:pt>
                <c:pt idx="4">
                  <c:v>Thailand</c:v>
                </c:pt>
                <c:pt idx="5">
                  <c:v>Indonesia</c:v>
                </c:pt>
                <c:pt idx="6">
                  <c:v>Australia</c:v>
                </c:pt>
                <c:pt idx="7">
                  <c:v>India</c:v>
                </c:pt>
              </c:strCache>
            </c:strRef>
          </c:cat>
          <c:val>
            <c:numRef>
              <c:f>Sheet1!$B$2:$B$9</c:f>
              <c:numCache>
                <c:formatCode>General</c:formatCode>
                <c:ptCount val="8"/>
                <c:pt idx="0">
                  <c:v>2.35225794972827</c:v>
                </c:pt>
                <c:pt idx="1">
                  <c:v>4.060601153688916</c:v>
                </c:pt>
                <c:pt idx="2">
                  <c:v>4.986291073054637</c:v>
                </c:pt>
                <c:pt idx="3">
                  <c:v>7.168574321575541</c:v>
                </c:pt>
                <c:pt idx="4">
                  <c:v>8.06872555457932</c:v>
                </c:pt>
                <c:pt idx="5">
                  <c:v>14.812737957085012</c:v>
                </c:pt>
                <c:pt idx="6">
                  <c:v>15.093863418505608</c:v>
                </c:pt>
                <c:pt idx="7">
                  <c:v>34.95881324573213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8.9%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13.2%</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17.3%</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11.0%</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18.6%</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15.0%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337.427</c:v>
                </c:pt>
                <c:pt idx="1">
                  <c:v>228.466</c:v>
                </c:pt>
                <c:pt idx="2">
                  <c:v>372.026</c:v>
                </c:pt>
                <c:pt idx="3">
                  <c:v>498.313</c:v>
                </c:pt>
                <c:pt idx="4">
                  <c:v>652.792</c:v>
                </c:pt>
                <c:pt idx="5">
                  <c:v>413.788</c:v>
                </c:pt>
                <c:pt idx="6">
                  <c:v>702.362</c:v>
                </c:pt>
                <c:pt idx="7">
                  <c:v>566.616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375.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0.09819293408473853</c:v>
                </c:pt>
                <c:pt idx="1">
                  <c:v>0.10223163305480581</c:v>
                </c:pt>
                <c:pt idx="2">
                  <c:v>0.10455030156580478</c:v>
                </c:pt>
                <c:pt idx="3">
                  <c:v>0.10393480047015777</c:v>
                </c:pt>
                <c:pt idx="4">
                  <c:v>0.10082356890449008</c:v>
                </c:pt>
                <c:pt idx="5">
                  <c:v>0.0959079916611723</c:v>
                </c:pt>
                <c:pt idx="6">
                  <c:v>0.09317617857912261</c:v>
                </c:pt>
                <c:pt idx="7">
                  <c:v>0.09114418181130171</c:v>
                </c:pt>
                <c:pt idx="8">
                  <c:v>0.09000592636044767</c:v>
                </c:pt>
                <c:pt idx="9">
                  <c:v>0.08920493178392076</c:v>
                </c:pt>
                <c:pt idx="10">
                  <c:v>0.08719822958167439</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0.0783335902746348</c:v>
                </c:pt>
                <c:pt idx="1">
                  <c:v>0.07666359027463479</c:v>
                </c:pt>
                <c:pt idx="2">
                  <c:v>0.07599359027463479</c:v>
                </c:pt>
                <c:pt idx="3">
                  <c:v>0.07666359027463479</c:v>
                </c:pt>
                <c:pt idx="4">
                  <c:v>0.07866359027463479</c:v>
                </c:pt>
                <c:pt idx="5">
                  <c:v>0.0793335902746348</c:v>
                </c:pt>
                <c:pt idx="6">
                  <c:v>0.07866359027463479</c:v>
                </c:pt>
                <c:pt idx="7">
                  <c:v>0.07663359027463479</c:v>
                </c:pt>
                <c:pt idx="8">
                  <c:v>0.0757435902746348</c:v>
                </c:pt>
                <c:pt idx="9">
                  <c:v>0.07476359027463479</c:v>
                </c:pt>
                <c:pt idx="10">
                  <c:v>0.0735935902746348</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0.06192999773429291</c:v>
                </c:pt>
                <c:pt idx="1">
                  <c:v>0.06334999773429291</c:v>
                </c:pt>
                <c:pt idx="2">
                  <c:v>0.06339999773429292</c:v>
                </c:pt>
                <c:pt idx="3">
                  <c:v>0.06154999773429291</c:v>
                </c:pt>
                <c:pt idx="4">
                  <c:v>0.05888999773429291</c:v>
                </c:pt>
                <c:pt idx="5">
                  <c:v>0.057269997734292914</c:v>
                </c:pt>
                <c:pt idx="6">
                  <c:v>0.05655999773429291</c:v>
                </c:pt>
                <c:pt idx="7">
                  <c:v>0.05416999773429291</c:v>
                </c:pt>
                <c:pt idx="8">
                  <c:v>0.05465999773429291</c:v>
                </c:pt>
                <c:pt idx="9">
                  <c:v>0.05231999773429291</c:v>
                </c:pt>
                <c:pt idx="10">
                  <c:v>0.049839997734292915</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39.974438186435684</c:v>
                </c:pt>
                <c:pt idx="1">
                  <c:v>42.9082676427854</c:v>
                </c:pt>
              </c:numCache>
            </c:numRef>
          </c:val>
        </c:ser>
        <c:ser>
          <c:idx val="1"/>
          <c:order val="1"/>
          <c:tx>
            <c:strRef>
              <c:f>Sheet1!$C$1</c:f>
              <c:strCache>
                <c:ptCount val="1"/>
                <c:pt idx="0">
                  <c:v>Indonesia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14.8793263866125</c:v>
                </c:pt>
                <c:pt idx="1">
                  <c:v>15.82462373082906</c:v>
                </c:pt>
              </c:numCache>
            </c:numRef>
          </c:val>
        </c:ser>
        <c:ser>
          <c:idx val="2"/>
          <c:order val="2"/>
          <c:tx>
            <c:strRef>
              <c:f>Sheet1!$D$1</c:f>
              <c:strCache>
                <c:ptCount val="1"/>
                <c:pt idx="0">
                  <c:v>Rest of South Asia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9.883183836457372</c:v>
                </c:pt>
                <c:pt idx="1">
                  <c:v>9.606256571046842</c:v>
                </c:pt>
              </c:numCache>
            </c:numRef>
          </c:val>
        </c:ser>
        <c:ser>
          <c:idx val="3"/>
          <c:order val="3"/>
          <c:tx>
            <c:strRef>
              <c:f>Sheet1!$E$1</c:f>
              <c:strCache>
                <c:ptCount val="1"/>
                <c:pt idx="0">
                  <c:v>Australia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11.459854377129462</c:v>
                </c:pt>
                <c:pt idx="1">
                  <c:v>8.89077034943735</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8.056855168486125</c:v>
                </c:pt>
                <c:pt idx="1">
                  <c:v>7.535771051363148</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6.454357924989984</c:v>
                </c:pt>
                <c:pt idx="1">
                  <c:v>7.102098258311301</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4.6898643435878595</c:v>
                </c:pt>
                <c:pt idx="1">
                  <c:v>4.559562206924247</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2.5527046848976704</c:v>
                </c:pt>
                <c:pt idx="1">
                  <c:v>2.048145590276133</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2.0494150914033504</c:v>
                </c:pt>
                <c:pt idx="1">
                  <c:v>1.524504599026518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27.70034095542056</c:v>
                </c:pt>
                <c:pt idx="1">
                  <c:v>31.550873311909385</c:v>
                </c:pt>
              </c:numCache>
            </c:numRef>
          </c:val>
        </c:ser>
        <c:ser>
          <c:idx val="1"/>
          <c:order val="1"/>
          <c:tx>
            <c:strRef>
              <c:f>Sheet1!$C$1</c:f>
              <c:strCache>
                <c:ptCount val="1"/>
                <c:pt idx="0">
                  <c:v>Australia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23.869533447850987</c:v>
                </c:pt>
                <c:pt idx="1">
                  <c:v>19.21410809877854</c:v>
                </c:pt>
              </c:numCache>
            </c:numRef>
          </c:val>
        </c:ser>
        <c:ser>
          <c:idx val="2"/>
          <c:order val="2"/>
          <c:tx>
            <c:strRef>
              <c:f>Sheet1!$D$1</c:f>
              <c:strCache>
                <c:ptCount val="1"/>
                <c:pt idx="0">
                  <c:v>Indonesia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11.779733085776433</c:v>
                </c:pt>
                <c:pt idx="1">
                  <c:v>13.388758815109322</c:v>
                </c:pt>
              </c:numCache>
            </c:numRef>
          </c:val>
        </c:ser>
        <c:ser>
          <c:idx val="3"/>
          <c:order val="3"/>
          <c:tx>
            <c:strRef>
              <c:f>Sheet1!$E$1</c:f>
              <c:strCache>
                <c:ptCount val="1"/>
                <c:pt idx="0">
                  <c:v>Rest of South Asia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8.239341896181955</c:v>
                </c:pt>
                <c:pt idx="1">
                  <c:v>8.376604111945756</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8.09009625581482</c:v>
                </c:pt>
                <c:pt idx="1">
                  <c:v>8.078735009442466</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5.407232230282127</c:v>
                </c:pt>
                <c:pt idx="1">
                  <c:v>6.341629215404566</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5.052272678504675</c:v>
                </c:pt>
                <c:pt idx="1">
                  <c:v>5.017324660883914</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5.6423096426349</c:v>
                </c:pt>
                <c:pt idx="1">
                  <c:v>4.803235386054</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4.219139807533545</c:v>
                </c:pt>
                <c:pt idx="1">
                  <c:v>3.2287313904720603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364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455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483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550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590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737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795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856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920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987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364.452</c:v>
                </c:pt>
                <c:pt idx="1">
                  <c:v>385.401</c:v>
                </c:pt>
                <c:pt idx="2">
                  <c:v>407.428</c:v>
                </c:pt>
                <c:pt idx="3">
                  <c:v>430.509</c:v>
                </c:pt>
                <c:pt idx="4">
                  <c:v>455.226</c:v>
                </c:pt>
                <c:pt idx="5">
                  <c:v>482.912</c:v>
                </c:pt>
                <c:pt idx="6">
                  <c:v>514.218</c:v>
                </c:pt>
                <c:pt idx="7">
                  <c:v>549.809</c:v>
                </c:pt>
                <c:pt idx="8">
                  <c:v>590.008</c:v>
                </c:pt>
                <c:pt idx="9">
                  <c:v>634.786</c:v>
                </c:pt>
                <c:pt idx="10">
                  <c:v>683.892</c:v>
                </c:pt>
                <c:pt idx="11">
                  <c:v>737.275</c:v>
                </c:pt>
                <c:pt idx="12">
                  <c:v>794.638</c:v>
                </c:pt>
                <c:pt idx="13">
                  <c:v>855.758</c:v>
                </c:pt>
                <c:pt idx="14">
                  <c:v>919.938</c:v>
                </c:pt>
                <c:pt idx="15">
                  <c:v>987.239</c:v>
                </c:pt>
              </c:numCache>
            </c:numRef>
          </c:val>
        </c:ser>
        <c:ser>
          <c:idx val="1"/>
          <c:order val="1"/>
          <c:tx>
            <c:strRef>
              <c:f>Sheet1!$C$1</c:f>
              <c:strCache>
                <c:ptCount val="1"/>
                <c:pt idx="0">
                  <c:v>Indonesia</c:v>
                </c:pt>
              </c:strCache>
            </c:strRef>
          </c:tx>
          <c:spPr>
            <a:solidFill>
              <a:srgbClr val="9E7E0A"/>
            </a:solidFill>
            <a:ln>
              <a:noFill/>
            </a:ln>
          </c:spPr>
          <c:dLbls>
            <c:dLbl>
              <c:idx val="1"/>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273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294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339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364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136.776</c:v>
                </c:pt>
                <c:pt idx="1">
                  <c:v>144.393</c:v>
                </c:pt>
                <c:pt idx="2">
                  <c:v>152.385</c:v>
                </c:pt>
                <c:pt idx="3">
                  <c:v>160.753</c:v>
                </c:pt>
                <c:pt idx="4">
                  <c:v>169.706</c:v>
                </c:pt>
                <c:pt idx="5">
                  <c:v>179.75</c:v>
                </c:pt>
                <c:pt idx="6">
                  <c:v>191.126</c:v>
                </c:pt>
                <c:pt idx="7">
                  <c:v>204.082</c:v>
                </c:pt>
                <c:pt idx="8">
                  <c:v>218.743</c:v>
                </c:pt>
                <c:pt idx="9">
                  <c:v>235.111</c:v>
                </c:pt>
                <c:pt idx="10">
                  <c:v>253.088</c:v>
                </c:pt>
                <c:pt idx="11">
                  <c:v>272.644</c:v>
                </c:pt>
                <c:pt idx="12">
                  <c:v>293.646</c:v>
                </c:pt>
                <c:pt idx="13">
                  <c:v>316.012</c:v>
                </c:pt>
                <c:pt idx="14">
                  <c:v>339.489</c:v>
                </c:pt>
                <c:pt idx="15">
                  <c:v>364.095</c:v>
                </c:pt>
              </c:numCache>
            </c:numRef>
          </c:val>
        </c:ser>
        <c:ser>
          <c:idx val="2"/>
          <c:order val="2"/>
          <c:tx>
            <c:strRef>
              <c:f>Sheet1!$D$1</c:f>
              <c:strCache>
                <c:ptCount val="1"/>
                <c:pt idx="0">
                  <c:v>Australia</c:v>
                </c:pt>
              </c:strCache>
            </c:strRef>
          </c:tx>
          <c:spPr>
            <a:solidFill>
              <a:srgbClr val="008189"/>
            </a:solidFill>
            <a:ln>
              <a:noFill/>
            </a:ln>
          </c:spPr>
          <c:dLbls>
            <c:dLbl>
              <c:idx val="5"/>
              <c:tx>
                <c:rich>
                  <a:bodyPr/>
                  <a:lstStyle/>
                  <a:p>
                    <a:r>
                      <a:rPr sz="1100">
                        <a:solidFill>
                          <a:srgbClr val="FFFFFF"/>
                        </a:solidFill>
                        <a:latin typeface="Calibri"/>
                      </a:rPr>
                      <a:t>138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189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197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119.281</c:v>
                </c:pt>
                <c:pt idx="1">
                  <c:v>122.853</c:v>
                </c:pt>
                <c:pt idx="2">
                  <c:v>126.512</c:v>
                </c:pt>
                <c:pt idx="3">
                  <c:v>130.251</c:v>
                </c:pt>
                <c:pt idx="4">
                  <c:v>134.16</c:v>
                </c:pt>
                <c:pt idx="5">
                  <c:v>138.441</c:v>
                </c:pt>
                <c:pt idx="6">
                  <c:v>143.166</c:v>
                </c:pt>
                <c:pt idx="7">
                  <c:v>148.4</c:v>
                </c:pt>
                <c:pt idx="8">
                  <c:v>154.171</c:v>
                </c:pt>
                <c:pt idx="9">
                  <c:v>160.45</c:v>
                </c:pt>
                <c:pt idx="10">
                  <c:v>167.151</c:v>
                </c:pt>
                <c:pt idx="11">
                  <c:v>174.213</c:v>
                </c:pt>
                <c:pt idx="12">
                  <c:v>181.541</c:v>
                </c:pt>
                <c:pt idx="13">
                  <c:v>189.089</c:v>
                </c:pt>
                <c:pt idx="14">
                  <c:v>196.762</c:v>
                </c:pt>
                <c:pt idx="15">
                  <c:v>204.56</c:v>
                </c:pt>
              </c:numCache>
            </c:numRef>
          </c:val>
        </c:ser>
        <c:ser>
          <c:idx val="3"/>
          <c:order val="3"/>
          <c:tx>
            <c:strRef>
              <c:f>Sheet1!$E$1</c:f>
              <c:strCache>
                <c:ptCount val="1"/>
                <c:pt idx="0">
                  <c:v>Rest of South Asia</c:v>
                </c:pt>
              </c:strCache>
            </c:strRef>
          </c:tx>
          <c:spPr>
            <a:solidFill>
              <a:srgbClr val="40315E"/>
            </a:solidFill>
            <a:ln>
              <a:noFill/>
            </a:ln>
          </c:spPr>
          <c:dLbls>
            <c:dLbl>
              <c:idx val="8"/>
              <c:tx>
                <c:rich>
                  <a:bodyPr/>
                  <a:lstStyle/>
                  <a:p>
                    <a:r>
                      <a:rPr sz="1100">
                        <a:solidFill>
                          <a:srgbClr val="FFFFFF"/>
                        </a:solidFill>
                        <a:latin typeface="Calibri"/>
                      </a:rPr>
                      <a:t>142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93.915</c:v>
                </c:pt>
                <c:pt idx="1">
                  <c:v>98.494</c:v>
                </c:pt>
                <c:pt idx="2">
                  <c:v>103.271</c:v>
                </c:pt>
                <c:pt idx="3">
                  <c:v>108.239</c:v>
                </c:pt>
                <c:pt idx="4">
                  <c:v>113.52</c:v>
                </c:pt>
                <c:pt idx="5">
                  <c:v>119.394</c:v>
                </c:pt>
                <c:pt idx="6">
                  <c:v>125.988</c:v>
                </c:pt>
                <c:pt idx="7">
                  <c:v>133.428</c:v>
                </c:pt>
                <c:pt idx="8">
                  <c:v>141.768</c:v>
                </c:pt>
                <c:pt idx="9">
                  <c:v>150.987</c:v>
                </c:pt>
                <c:pt idx="10">
                  <c:v>161.012</c:v>
                </c:pt>
                <c:pt idx="11">
                  <c:v>171.806</c:v>
                </c:pt>
                <c:pt idx="12">
                  <c:v>183.283</c:v>
                </c:pt>
                <c:pt idx="13">
                  <c:v>195.384</c:v>
                </c:pt>
                <c:pt idx="14">
                  <c:v>207.962</c:v>
                </c:pt>
                <c:pt idx="15">
                  <c:v>221.022</c:v>
                </c:pt>
              </c:numCache>
            </c:numRef>
          </c:val>
        </c:ser>
        <c:ser>
          <c:idx val="4"/>
          <c:order val="4"/>
          <c:tx>
            <c:strRef>
              <c:f>Sheet1!$F$1</c:f>
              <c:strCache>
                <c:ptCount val="1"/>
                <c:pt idx="0">
                  <c:v>Thailand</c:v>
                </c:pt>
              </c:strCache>
            </c:strRef>
          </c:tx>
          <c:spPr>
            <a:solidFill>
              <a:srgbClr val="A35313"/>
            </a:solidFill>
            <a:ln>
              <a:noFill/>
            </a:ln>
          </c:spPr>
          <c:dLbls>
            <c:dLbl>
              <c:idx val="12"/>
              <c:tx>
                <c:rich>
                  <a:bodyPr/>
                  <a:lstStyle/>
                  <a:p>
                    <a:r>
                      <a:rPr sz="1100">
                        <a:solidFill>
                          <a:srgbClr val="FFFFFF"/>
                        </a:solidFill>
                        <a:latin typeface="Calibri"/>
                      </a:rPr>
                      <a:t>145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173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77.886</c:v>
                </c:pt>
                <c:pt idx="1">
                  <c:v>81.419</c:v>
                </c:pt>
                <c:pt idx="2">
                  <c:v>85.083</c:v>
                </c:pt>
                <c:pt idx="3">
                  <c:v>88.872</c:v>
                </c:pt>
                <c:pt idx="4">
                  <c:v>92.88</c:v>
                </c:pt>
                <c:pt idx="5">
                  <c:v>97.331</c:v>
                </c:pt>
                <c:pt idx="6">
                  <c:v>102.319</c:v>
                </c:pt>
                <c:pt idx="7">
                  <c:v>107.938</c:v>
                </c:pt>
                <c:pt idx="8">
                  <c:v>114.239</c:v>
                </c:pt>
                <c:pt idx="9">
                  <c:v>121.206</c:v>
                </c:pt>
                <c:pt idx="10">
                  <c:v>128.763</c:v>
                </c:pt>
                <c:pt idx="11">
                  <c:v>136.869</c:v>
                </c:pt>
                <c:pt idx="12">
                  <c:v>145.438</c:v>
                </c:pt>
                <c:pt idx="13">
                  <c:v>154.431</c:v>
                </c:pt>
                <c:pt idx="14">
                  <c:v>163.746</c:v>
                </c:pt>
                <c:pt idx="15">
                  <c:v>173.384</c:v>
                </c:pt>
              </c:numCache>
            </c:numRef>
          </c:val>
        </c:ser>
        <c:ser>
          <c:idx val="5"/>
          <c:order val="5"/>
          <c:tx>
            <c:strRef>
              <c:f>Sheet1!$G$1</c:f>
              <c:strCache>
                <c:ptCount val="1"/>
                <c:pt idx="0">
                  <c:v>Philippines</c:v>
                </c:pt>
              </c:strCache>
            </c:strRef>
          </c:tx>
          <c:spPr>
            <a:solidFill>
              <a:srgbClr val="808080"/>
            </a:solidFill>
            <a:ln>
              <a:noFill/>
            </a:ln>
          </c:spPr>
          <c:dLbls>
            <c:dLbl>
              <c:idx val="13"/>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58.428</c:v>
                </c:pt>
                <c:pt idx="1">
                  <c:v>61.876</c:v>
                </c:pt>
                <c:pt idx="2">
                  <c:v>65.503</c:v>
                </c:pt>
                <c:pt idx="3">
                  <c:v>69.307</c:v>
                </c:pt>
                <c:pt idx="4">
                  <c:v>73.386</c:v>
                </c:pt>
                <c:pt idx="5">
                  <c:v>77.972</c:v>
                </c:pt>
                <c:pt idx="6">
                  <c:v>83.176</c:v>
                </c:pt>
                <c:pt idx="7">
                  <c:v>89.117</c:v>
                </c:pt>
                <c:pt idx="8">
                  <c:v>95.86</c:v>
                </c:pt>
                <c:pt idx="9">
                  <c:v>103.409</c:v>
                </c:pt>
                <c:pt idx="10">
                  <c:v>111.717</c:v>
                </c:pt>
                <c:pt idx="11">
                  <c:v>120.772</c:v>
                </c:pt>
                <c:pt idx="12">
                  <c:v>130.52</c:v>
                </c:pt>
                <c:pt idx="13">
                  <c:v>140.928</c:v>
                </c:pt>
                <c:pt idx="14">
                  <c:v>151.886</c:v>
                </c:pt>
                <c:pt idx="15">
                  <c:v>163.406</c:v>
                </c:pt>
              </c:numCache>
            </c:numRef>
          </c:val>
        </c:ser>
        <c:ser>
          <c:idx val="6"/>
          <c:order val="6"/>
          <c:tx>
            <c:strRef>
              <c:f>Sheet1!$H$1</c:f>
              <c:strCache>
                <c:ptCount val="1"/>
                <c:pt idx="0">
                  <c:v>Malaysia</c:v>
                </c:pt>
              </c:strCache>
            </c:strRef>
          </c:tx>
          <c:spPr>
            <a:solidFill>
              <a:srgbClr val="0E72A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44.669</c:v>
                </c:pt>
                <c:pt idx="1">
                  <c:v>46.828</c:v>
                </c:pt>
                <c:pt idx="2">
                  <c:v>49.077</c:v>
                </c:pt>
                <c:pt idx="3">
                  <c:v>51.412</c:v>
                </c:pt>
                <c:pt idx="4">
                  <c:v>53.893</c:v>
                </c:pt>
                <c:pt idx="5">
                  <c:v>56.656</c:v>
                </c:pt>
                <c:pt idx="6">
                  <c:v>59.761</c:v>
                </c:pt>
                <c:pt idx="7">
                  <c:v>63.268</c:v>
                </c:pt>
                <c:pt idx="8">
                  <c:v>67.207</c:v>
                </c:pt>
                <c:pt idx="9">
                  <c:v>71.572</c:v>
                </c:pt>
                <c:pt idx="10">
                  <c:v>76.328</c:v>
                </c:pt>
                <c:pt idx="11">
                  <c:v>81.459</c:v>
                </c:pt>
                <c:pt idx="12">
                  <c:v>86.921</c:v>
                </c:pt>
                <c:pt idx="13">
                  <c:v>92.685</c:v>
                </c:pt>
                <c:pt idx="14">
                  <c:v>98.679</c:v>
                </c:pt>
                <c:pt idx="15">
                  <c:v>104.907</c:v>
                </c:pt>
              </c:numCache>
            </c:numRef>
          </c:val>
        </c:ser>
        <c:ser>
          <c:idx val="7"/>
          <c:order val="7"/>
          <c:tx>
            <c:strRef>
              <c:f>Sheet1!$I$1</c:f>
              <c:strCache>
                <c:ptCount val="1"/>
                <c:pt idx="0">
                  <c:v>Singapore</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26.291</c:v>
                </c:pt>
                <c:pt idx="1">
                  <c:v>27.131</c:v>
                </c:pt>
                <c:pt idx="2">
                  <c:v>27.995</c:v>
                </c:pt>
                <c:pt idx="3">
                  <c:v>28.882</c:v>
                </c:pt>
                <c:pt idx="4">
                  <c:v>29.813</c:v>
                </c:pt>
                <c:pt idx="5">
                  <c:v>30.838</c:v>
                </c:pt>
                <c:pt idx="6">
                  <c:v>31.972</c:v>
                </c:pt>
                <c:pt idx="7">
                  <c:v>33.233</c:v>
                </c:pt>
                <c:pt idx="8">
                  <c:v>34.628</c:v>
                </c:pt>
                <c:pt idx="9">
                  <c:v>36.155</c:v>
                </c:pt>
                <c:pt idx="10">
                  <c:v>37.796</c:v>
                </c:pt>
                <c:pt idx="11">
                  <c:v>39.538</c:v>
                </c:pt>
                <c:pt idx="12">
                  <c:v>41.357</c:v>
                </c:pt>
                <c:pt idx="13">
                  <c:v>43.24</c:v>
                </c:pt>
                <c:pt idx="14">
                  <c:v>45.163</c:v>
                </c:pt>
                <c:pt idx="15">
                  <c:v>47.124</c:v>
                </c:pt>
              </c:numCache>
            </c:numRef>
          </c:val>
        </c:ser>
        <c:ser>
          <c:idx val="8"/>
          <c:order val="8"/>
          <c:tx>
            <c:strRef>
              <c:f>Sheet1!$J$1</c:f>
              <c:strCache>
                <c:ptCount val="1"/>
                <c:pt idx="0">
                  <c:v>New Zealand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21.709</c:v>
                </c:pt>
                <c:pt idx="1">
                  <c:v>22.281</c:v>
                </c:pt>
                <c:pt idx="2">
                  <c:v>22.865</c:v>
                </c:pt>
                <c:pt idx="3">
                  <c:v>23.46</c:v>
                </c:pt>
                <c:pt idx="4">
                  <c:v>24.08</c:v>
                </c:pt>
                <c:pt idx="5">
                  <c:v>24.758</c:v>
                </c:pt>
                <c:pt idx="6">
                  <c:v>25.504</c:v>
                </c:pt>
                <c:pt idx="7">
                  <c:v>26.328</c:v>
                </c:pt>
                <c:pt idx="8">
                  <c:v>27.235</c:v>
                </c:pt>
                <c:pt idx="9">
                  <c:v>28.22</c:v>
                </c:pt>
                <c:pt idx="10">
                  <c:v>29.269</c:v>
                </c:pt>
                <c:pt idx="11">
                  <c:v>30.372</c:v>
                </c:pt>
                <c:pt idx="12">
                  <c:v>31.513</c:v>
                </c:pt>
                <c:pt idx="13">
                  <c:v>32.685</c:v>
                </c:pt>
                <c:pt idx="14">
                  <c:v>33.873</c:v>
                </c:pt>
                <c:pt idx="15">
                  <c:v>35.076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357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430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457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573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624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682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748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902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990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1,086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1,190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357.433</c:v>
                </c:pt>
                <c:pt idx="1">
                  <c:v>380.031</c:v>
                </c:pt>
                <c:pt idx="2">
                  <c:v>403.991</c:v>
                </c:pt>
                <c:pt idx="3">
                  <c:v>429.565</c:v>
                </c:pt>
                <c:pt idx="4">
                  <c:v>457.185</c:v>
                </c:pt>
                <c:pt idx="5">
                  <c:v>490.547</c:v>
                </c:pt>
                <c:pt idx="6">
                  <c:v>528.857</c:v>
                </c:pt>
                <c:pt idx="7">
                  <c:v>573.108</c:v>
                </c:pt>
                <c:pt idx="8">
                  <c:v>624.083</c:v>
                </c:pt>
                <c:pt idx="9">
                  <c:v>682.287</c:v>
                </c:pt>
                <c:pt idx="10">
                  <c:v>747.767</c:v>
                </c:pt>
                <c:pt idx="11">
                  <c:v>820.875</c:v>
                </c:pt>
                <c:pt idx="12">
                  <c:v>901.513</c:v>
                </c:pt>
                <c:pt idx="13">
                  <c:v>989.88</c:v>
                </c:pt>
                <c:pt idx="14">
                  <c:v>1085.863</c:v>
                </c:pt>
                <c:pt idx="15">
                  <c:v>1190.033</c:v>
                </c:pt>
              </c:numCache>
            </c:numRef>
          </c:val>
        </c:ser>
        <c:ser>
          <c:idx val="1"/>
          <c:order val="1"/>
          <c:tx>
            <c:strRef>
              <c:f>Sheet1!$C$1</c:f>
              <c:strCache>
                <c:ptCount val="1"/>
                <c:pt idx="0">
                  <c:v>Australia</c:v>
                </c:pt>
              </c:strCache>
            </c:strRef>
          </c:tx>
          <c:spPr>
            <a:solidFill>
              <a:srgbClr val="9E7E0A"/>
            </a:solidFill>
            <a:ln>
              <a:noFill/>
            </a:ln>
          </c:spPr>
          <c:dLbls>
            <c:dLbl>
              <c:idx val="0"/>
              <c:tx>
                <c:rich>
                  <a:bodyPr/>
                  <a:lstStyle/>
                  <a:p>
                    <a:r>
                      <a:rPr sz="1100">
                        <a:solidFill>
                          <a:srgbClr val="FFFFFF"/>
                        </a:solidFill>
                        <a:latin typeface="Calibri"/>
                      </a:rPr>
                      <a:t>353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365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406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423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442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463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487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514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543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575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609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684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352.92</c:v>
                </c:pt>
                <c:pt idx="1">
                  <c:v>365.277</c:v>
                </c:pt>
                <c:pt idx="2">
                  <c:v>378.103</c:v>
                </c:pt>
                <c:pt idx="3">
                  <c:v>391.545</c:v>
                </c:pt>
                <c:pt idx="4">
                  <c:v>405.722</c:v>
                </c:pt>
                <c:pt idx="5">
                  <c:v>422.707</c:v>
                </c:pt>
                <c:pt idx="6">
                  <c:v>441.692</c:v>
                </c:pt>
                <c:pt idx="7">
                  <c:v>463.059</c:v>
                </c:pt>
                <c:pt idx="8">
                  <c:v>487.051</c:v>
                </c:pt>
                <c:pt idx="9">
                  <c:v>513.813</c:v>
                </c:pt>
                <c:pt idx="10">
                  <c:v>543.19</c:v>
                </c:pt>
                <c:pt idx="11">
                  <c:v>575.082</c:v>
                </c:pt>
                <c:pt idx="12">
                  <c:v>609.279</c:v>
                </c:pt>
                <c:pt idx="13">
                  <c:v>645.683</c:v>
                </c:pt>
                <c:pt idx="14">
                  <c:v>684.13</c:v>
                </c:pt>
                <c:pt idx="15">
                  <c:v>724.716</c:v>
                </c:pt>
              </c:numCache>
            </c:numRef>
          </c:val>
        </c:ser>
        <c:ser>
          <c:idx val="2"/>
          <c:order val="2"/>
          <c:tx>
            <c:strRef>
              <c:f>Sheet1!$D$1</c:f>
              <c:strCache>
                <c:ptCount val="1"/>
                <c:pt idx="0">
                  <c:v>Indonesia</c:v>
                </c:pt>
              </c:strCache>
            </c:strRef>
          </c:tx>
          <c:spPr>
            <a:solidFill>
              <a:srgbClr val="008189"/>
            </a:solidFill>
            <a:ln>
              <a:noFill/>
            </a:ln>
          </c:spPr>
          <c:dLbls>
            <c:dLbl>
              <c:idx val="7"/>
              <c:tx>
                <c:rich>
                  <a:bodyPr/>
                  <a:lstStyle/>
                  <a:p>
                    <a:r>
                      <a:rPr sz="1100">
                        <a:solidFill>
                          <a:srgbClr val="FFFFFF"/>
                        </a:solidFill>
                        <a:latin typeface="Calibri"/>
                      </a:rPr>
                      <a:t>243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289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317</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348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382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420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461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152.94</c:v>
                </c:pt>
                <c:pt idx="1">
                  <c:v>162.366</c:v>
                </c:pt>
                <c:pt idx="2">
                  <c:v>172.364</c:v>
                </c:pt>
                <c:pt idx="3">
                  <c:v>183.066</c:v>
                </c:pt>
                <c:pt idx="4">
                  <c:v>194.626</c:v>
                </c:pt>
                <c:pt idx="5">
                  <c:v>208.608</c:v>
                </c:pt>
                <c:pt idx="6">
                  <c:v>224.698</c:v>
                </c:pt>
                <c:pt idx="7">
                  <c:v>243.287</c:v>
                </c:pt>
                <c:pt idx="8">
                  <c:v>264.736</c:v>
                </c:pt>
                <c:pt idx="9">
                  <c:v>289.253</c:v>
                </c:pt>
                <c:pt idx="10">
                  <c:v>316.922</c:v>
                </c:pt>
                <c:pt idx="11">
                  <c:v>347.923</c:v>
                </c:pt>
                <c:pt idx="12">
                  <c:v>382.161</c:v>
                </c:pt>
                <c:pt idx="13">
                  <c:v>419.786</c:v>
                </c:pt>
                <c:pt idx="14">
                  <c:v>460.657</c:v>
                </c:pt>
                <c:pt idx="15">
                  <c:v>504.996</c:v>
                </c:pt>
              </c:numCache>
            </c:numRef>
          </c:val>
        </c:ser>
        <c:ser>
          <c:idx val="3"/>
          <c:order val="3"/>
          <c:tx>
            <c:strRef>
              <c:f>Sheet1!$E$1</c:f>
              <c:strCache>
                <c:ptCount val="1"/>
                <c:pt idx="0">
                  <c:v>Rest of South Asia</c:v>
                </c:pt>
              </c:strCache>
            </c:strRef>
          </c:tx>
          <c:spPr>
            <a:solidFill>
              <a:srgbClr val="40315E"/>
            </a:solidFill>
            <a:ln>
              <a:noFill/>
            </a:ln>
          </c:spPr>
          <c:dLbls>
            <c:dLbl>
              <c:idx val="11"/>
              <c:tx>
                <c:rich>
                  <a:bodyPr/>
                  <a:lstStyle/>
                  <a:p>
                    <a:r>
                      <a:rPr sz="1100">
                        <a:solidFill>
                          <a:srgbClr val="FFFFFF"/>
                        </a:solidFill>
                        <a:latin typeface="Calibri"/>
                      </a:rPr>
                      <a:t>228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248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269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291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111.24</c:v>
                </c:pt>
                <c:pt idx="1">
                  <c:v>117.211</c:v>
                </c:pt>
                <c:pt idx="2">
                  <c:v>123.498</c:v>
                </c:pt>
                <c:pt idx="3">
                  <c:v>130.163</c:v>
                </c:pt>
                <c:pt idx="4">
                  <c:v>137.316</c:v>
                </c:pt>
                <c:pt idx="5">
                  <c:v>145.911</c:v>
                </c:pt>
                <c:pt idx="6">
                  <c:v>155.734</c:v>
                </c:pt>
                <c:pt idx="7">
                  <c:v>166.983</c:v>
                </c:pt>
                <c:pt idx="8">
                  <c:v>179.783</c:v>
                </c:pt>
                <c:pt idx="9">
                  <c:v>194.277</c:v>
                </c:pt>
                <c:pt idx="10">
                  <c:v>210.397</c:v>
                </c:pt>
                <c:pt idx="11">
                  <c:v>228.192</c:v>
                </c:pt>
                <c:pt idx="12">
                  <c:v>247.624</c:v>
                </c:pt>
                <c:pt idx="13">
                  <c:v>268.743</c:v>
                </c:pt>
                <c:pt idx="14">
                  <c:v>291.492</c:v>
                </c:pt>
                <c:pt idx="15">
                  <c:v>315.948</c:v>
                </c:pt>
              </c:numCache>
            </c:numRef>
          </c:val>
        </c:ser>
        <c:ser>
          <c:idx val="4"/>
          <c:order val="4"/>
          <c:tx>
            <c:strRef>
              <c:f>Sheet1!$F$1</c:f>
              <c:strCache>
                <c:ptCount val="1"/>
                <c:pt idx="0">
                  <c:v>Thailand</c:v>
                </c:pt>
              </c:strCache>
            </c:strRef>
          </c:tx>
          <c:spPr>
            <a:solidFill>
              <a:srgbClr val="A35313"/>
            </a:solidFill>
            <a:ln>
              <a:noFill/>
            </a:ln>
          </c:spPr>
          <c:dLbls>
            <c:dLbl>
              <c:idx val="12"/>
              <c:tx>
                <c:rich>
                  <a:bodyPr/>
                  <a:lstStyle/>
                  <a:p>
                    <a:r>
                      <a:rPr sz="1100">
                        <a:solidFill>
                          <a:srgbClr val="FFFFFF"/>
                        </a:solidFill>
                        <a:latin typeface="Calibri"/>
                      </a:rPr>
                      <a:t>240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260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110.255</c:v>
                </c:pt>
                <c:pt idx="1">
                  <c:v>115.957</c:v>
                </c:pt>
                <c:pt idx="2">
                  <c:v>121.943</c:v>
                </c:pt>
                <c:pt idx="3">
                  <c:v>128.282</c:v>
                </c:pt>
                <c:pt idx="4">
                  <c:v>135.057</c:v>
                </c:pt>
                <c:pt idx="5">
                  <c:v>143.268</c:v>
                </c:pt>
                <c:pt idx="6">
                  <c:v>152.611</c:v>
                </c:pt>
                <c:pt idx="7">
                  <c:v>163.307</c:v>
                </c:pt>
                <c:pt idx="8">
                  <c:v>175.53</c:v>
                </c:pt>
                <c:pt idx="9">
                  <c:v>189.347</c:v>
                </c:pt>
                <c:pt idx="10">
                  <c:v>204.749</c:v>
                </c:pt>
                <c:pt idx="11">
                  <c:v>221.755</c:v>
                </c:pt>
                <c:pt idx="12">
                  <c:v>240.199</c:v>
                </c:pt>
                <c:pt idx="13">
                  <c:v>260.189</c:v>
                </c:pt>
                <c:pt idx="14">
                  <c:v>281.681</c:v>
                </c:pt>
                <c:pt idx="15">
                  <c:v>304.713</c:v>
                </c:pt>
              </c:numCache>
            </c:numRef>
          </c:val>
        </c:ser>
        <c:ser>
          <c:idx val="5"/>
          <c:order val="5"/>
          <c:tx>
            <c:strRef>
              <c:f>Sheet1!$G$1</c:f>
              <c:strCache>
                <c:ptCount val="1"/>
                <c:pt idx="0">
                  <c:v>Singapore</c:v>
                </c:pt>
              </c:strCache>
            </c:strRef>
          </c:tx>
          <c:spPr>
            <a:solidFill>
              <a:srgbClr val="80808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82.141</c:v>
                </c:pt>
                <c:pt idx="1">
                  <c:v>85.223</c:v>
                </c:pt>
                <c:pt idx="2">
                  <c:v>88.44</c:v>
                </c:pt>
                <c:pt idx="3">
                  <c:v>91.844</c:v>
                </c:pt>
                <c:pt idx="4">
                  <c:v>95.467</c:v>
                </c:pt>
                <c:pt idx="5">
                  <c:v>99.92</c:v>
                </c:pt>
                <c:pt idx="6">
                  <c:v>104.944</c:v>
                </c:pt>
                <c:pt idx="7">
                  <c:v>110.605</c:v>
                </c:pt>
                <c:pt idx="8">
                  <c:v>116.969</c:v>
                </c:pt>
                <c:pt idx="9">
                  <c:v>124.094</c:v>
                </c:pt>
                <c:pt idx="10">
                  <c:v>131.933</c:v>
                </c:pt>
                <c:pt idx="11">
                  <c:v>140.484</c:v>
                </c:pt>
                <c:pt idx="12">
                  <c:v>149.678</c:v>
                </c:pt>
                <c:pt idx="13">
                  <c:v>159.538</c:v>
                </c:pt>
                <c:pt idx="14">
                  <c:v>170.024</c:v>
                </c:pt>
                <c:pt idx="15">
                  <c:v>181.168</c:v>
                </c:pt>
              </c:numCache>
            </c:numRef>
          </c:val>
        </c:ser>
        <c:ser>
          <c:idx val="6"/>
          <c:order val="6"/>
          <c:tx>
            <c:strRef>
              <c:f>Sheet1!$H$1</c:f>
              <c:strCache>
                <c:ptCount val="1"/>
                <c:pt idx="0">
                  <c:v>Philippines</c:v>
                </c:pt>
              </c:strCache>
            </c:strRef>
          </c:tx>
          <c:spPr>
            <a:solidFill>
              <a:srgbClr val="0E72AE"/>
            </a:solidFill>
            <a:ln>
              <a:noFill/>
            </a:ln>
          </c:spPr>
          <c:dLbls>
            <c:dLbl>
              <c:idx val="15"/>
              <c:tx>
                <c:rich>
                  <a:bodyPr/>
                  <a:lstStyle/>
                  <a:p>
                    <a:r>
                      <a:rPr sz="1100">
                        <a:solidFill>
                          <a:srgbClr val="FFFFFF"/>
                        </a:solidFill>
                        <a:latin typeface="Calibri"/>
                      </a:rPr>
                      <a:t>239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69.332</c:v>
                </c:pt>
                <c:pt idx="1">
                  <c:v>73.819</c:v>
                </c:pt>
                <c:pt idx="2">
                  <c:v>78.578</c:v>
                </c:pt>
                <c:pt idx="3">
                  <c:v>83.651</c:v>
                </c:pt>
                <c:pt idx="4">
                  <c:v>89.137</c:v>
                </c:pt>
                <c:pt idx="5">
                  <c:v>95.757</c:v>
                </c:pt>
                <c:pt idx="6">
                  <c:v>103.389</c:v>
                </c:pt>
                <c:pt idx="7">
                  <c:v>112.252</c:v>
                </c:pt>
                <c:pt idx="8">
                  <c:v>122.51</c:v>
                </c:pt>
                <c:pt idx="9">
                  <c:v>134.303</c:v>
                </c:pt>
                <c:pt idx="10">
                  <c:v>147.627</c:v>
                </c:pt>
                <c:pt idx="11">
                  <c:v>162.582</c:v>
                </c:pt>
                <c:pt idx="12">
                  <c:v>179.167</c:v>
                </c:pt>
                <c:pt idx="13">
                  <c:v>197.432</c:v>
                </c:pt>
                <c:pt idx="14">
                  <c:v>217.395</c:v>
                </c:pt>
                <c:pt idx="15">
                  <c:v>239.193</c:v>
                </c:pt>
              </c:numCache>
            </c:numRef>
          </c:val>
        </c:ser>
        <c:ser>
          <c:idx val="7"/>
          <c:order val="7"/>
          <c:tx>
            <c:strRef>
              <c:f>Sheet1!$I$1</c:f>
              <c:strCache>
                <c:ptCount val="1"/>
                <c:pt idx="0">
                  <c:v>Malaysia</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68.745</c:v>
                </c:pt>
                <c:pt idx="1">
                  <c:v>72.364</c:v>
                </c:pt>
                <c:pt idx="2">
                  <c:v>76.159</c:v>
                </c:pt>
                <c:pt idx="3">
                  <c:v>80.159</c:v>
                </c:pt>
                <c:pt idx="4">
                  <c:v>84.436</c:v>
                </c:pt>
                <c:pt idx="5">
                  <c:v>89.471</c:v>
                </c:pt>
                <c:pt idx="6">
                  <c:v>95.219</c:v>
                </c:pt>
                <c:pt idx="7">
                  <c:v>101.803</c:v>
                </c:pt>
                <c:pt idx="8">
                  <c:v>109.335</c:v>
                </c:pt>
                <c:pt idx="9">
                  <c:v>117.857</c:v>
                </c:pt>
                <c:pt idx="10">
                  <c:v>127.351</c:v>
                </c:pt>
                <c:pt idx="11">
                  <c:v>137.847</c:v>
                </c:pt>
                <c:pt idx="12">
                  <c:v>149.285</c:v>
                </c:pt>
                <c:pt idx="13">
                  <c:v>161.702</c:v>
                </c:pt>
                <c:pt idx="14">
                  <c:v>175.005</c:v>
                </c:pt>
                <c:pt idx="15">
                  <c:v>189.243</c:v>
                </c:pt>
              </c:numCache>
            </c:numRef>
          </c:val>
        </c:ser>
        <c:ser>
          <c:idx val="8"/>
          <c:order val="8"/>
          <c:tx>
            <c:strRef>
              <c:f>Sheet1!$J$1</c:f>
              <c:strCache>
                <c:ptCount val="1"/>
                <c:pt idx="0">
                  <c:v>New Zealand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63.635</c:v>
                </c:pt>
                <c:pt idx="1">
                  <c:v>65.612</c:v>
                </c:pt>
                <c:pt idx="2">
                  <c:v>67.655</c:v>
                </c:pt>
                <c:pt idx="3">
                  <c:v>69.785</c:v>
                </c:pt>
                <c:pt idx="4">
                  <c:v>72.022</c:v>
                </c:pt>
                <c:pt idx="5">
                  <c:v>74.717</c:v>
                </c:pt>
                <c:pt idx="6">
                  <c:v>77.731</c:v>
                </c:pt>
                <c:pt idx="7">
                  <c:v>81.119</c:v>
                </c:pt>
                <c:pt idx="8">
                  <c:v>84.897</c:v>
                </c:pt>
                <c:pt idx="9">
                  <c:v>89.101</c:v>
                </c:pt>
                <c:pt idx="10">
                  <c:v>93.698</c:v>
                </c:pt>
                <c:pt idx="11">
                  <c:v>98.671</c:v>
                </c:pt>
                <c:pt idx="12">
                  <c:v>103.971</c:v>
                </c:pt>
                <c:pt idx="13">
                  <c:v>109.598</c:v>
                </c:pt>
                <c:pt idx="14">
                  <c:v>115.533</c:v>
                </c:pt>
                <c:pt idx="15">
                  <c:v>121.781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11.12306315331368</c:v>
                </c:pt>
                <c:pt idx="1">
                  <c:v>9.618749551518766</c:v>
                </c:pt>
                <c:pt idx="2">
                  <c:v>9.166569788947486</c:v>
                </c:pt>
                <c:pt idx="3">
                  <c:v>8.892019799993312</c:v>
                </c:pt>
                <c:pt idx="4">
                  <c:v>9.017993981221675</c:v>
                </c:pt>
                <c:pt idx="5">
                  <c:v>7.712320659346919</c:v>
                </c:pt>
                <c:pt idx="6">
                  <c:v>7.664447498386119</c:v>
                </c:pt>
                <c:pt idx="7">
                  <c:v>12.774917657513207</c:v>
                </c:pt>
                <c:pt idx="8">
                  <c:v>7.117791790472862</c:v>
                </c:pt>
              </c:numCache>
            </c:numRef>
          </c:val>
        </c:ser>
        <c:ser>
          <c:idx val="1"/>
          <c:order val="1"/>
          <c:tx>
            <c:strRef>
              <c:f>Sheet1!$C$1</c:f>
              <c:strCache>
                <c:ptCount val="1"/>
                <c:pt idx="0">
                  <c:v>Mousses and Foams</c:v>
                </c:pt>
              </c:strCache>
            </c:strRef>
          </c:tx>
          <c:spPr>
            <a:solidFill>
              <a:srgbClr val="9E7E0A"/>
            </a:solidFill>
            <a:ln>
              <a:noFill/>
            </a:ln>
          </c:spPr>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6.1962671308803365</c:v>
                </c:pt>
                <c:pt idx="1">
                  <c:v>5.650035602510392</c:v>
                </c:pt>
                <c:pt idx="2">
                  <c:v>6.179917777237612</c:v>
                </c:pt>
                <c:pt idx="3">
                  <c:v>5.775694839292284</c:v>
                </c:pt>
                <c:pt idx="4">
                  <c:v>6.187461644235724</c:v>
                </c:pt>
                <c:pt idx="5">
                  <c:v>5.824990742176744</c:v>
                </c:pt>
                <c:pt idx="6">
                  <c:v>5.802841221875903</c:v>
                </c:pt>
                <c:pt idx="7">
                  <c:v>6.687437993037282</c:v>
                </c:pt>
                <c:pt idx="8">
                  <c:v>5.894547373516006</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8.022466189862296</c:v>
                </c:pt>
                <c:pt idx="1">
                  <c:v>7.323629579338401</c:v>
                </c:pt>
                <c:pt idx="2">
                  <c:v>8.204838249437229</c:v>
                </c:pt>
                <c:pt idx="3">
                  <c:v>10.553446603565337</c:v>
                </c:pt>
                <c:pt idx="4">
                  <c:v>8.003268649516103</c:v>
                </c:pt>
                <c:pt idx="5">
                  <c:v>11.385065311173637</c:v>
                </c:pt>
                <c:pt idx="6">
                  <c:v>10.604680451648928</c:v>
                </c:pt>
                <c:pt idx="7">
                  <c:v>8.172155475861612</c:v>
                </c:pt>
                <c:pt idx="8">
                  <c:v>11.351123331137314</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11.910529384232612</c:v>
                </c:pt>
                <c:pt idx="1">
                  <c:v>12.410096761551497</c:v>
                </c:pt>
                <c:pt idx="2">
                  <c:v>13.398188562792615</c:v>
                </c:pt>
                <c:pt idx="3">
                  <c:v>14.218284892471322</c:v>
                </c:pt>
                <c:pt idx="4">
                  <c:v>13.97413303666073</c:v>
                </c:pt>
                <c:pt idx="5">
                  <c:v>12.086760837983345</c:v>
                </c:pt>
                <c:pt idx="6">
                  <c:v>14.011849645738364</c:v>
                </c:pt>
                <c:pt idx="7">
                  <c:v>12.197036912339575</c:v>
                </c:pt>
                <c:pt idx="8">
                  <c:v>13.616356534950322</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15.063678838589952</c:v>
                </c:pt>
                <c:pt idx="1">
                  <c:v>14.875225620560037</c:v>
                </c:pt>
                <c:pt idx="2">
                  <c:v>17.237188361991524</c:v>
                </c:pt>
                <c:pt idx="3">
                  <c:v>15.592076658082213</c:v>
                </c:pt>
                <c:pt idx="4">
                  <c:v>13.51960697443168</c:v>
                </c:pt>
                <c:pt idx="5">
                  <c:v>18.912862518950842</c:v>
                </c:pt>
                <c:pt idx="6">
                  <c:v>17.01505364420171</c:v>
                </c:pt>
                <c:pt idx="7">
                  <c:v>16.98787250747533</c:v>
                </c:pt>
                <c:pt idx="8">
                  <c:v>19.12503193191444</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12.07721931632494</c:v>
                </c:pt>
                <c:pt idx="1">
                  <c:v>11.11460696484459</c:v>
                </c:pt>
                <c:pt idx="2">
                  <c:v>10.966381670030966</c:v>
                </c:pt>
                <c:pt idx="3">
                  <c:v>10.96274122880364</c:v>
                </c:pt>
                <c:pt idx="4">
                  <c:v>10.566992547085292</c:v>
                </c:pt>
                <c:pt idx="5">
                  <c:v>11.112236468543973</c:v>
                </c:pt>
                <c:pt idx="6">
                  <c:v>11.419739640470974</c:v>
                </c:pt>
                <c:pt idx="7">
                  <c:v>11.536365229461982</c:v>
                </c:pt>
                <c:pt idx="8">
                  <c:v>10.368292617341384</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Sheet1!$H$2:$H$10</c:f>
              <c:numCache>
                <c:formatCode>General</c:formatCode>
                <c:ptCount val="9"/>
                <c:pt idx="0">
                  <c:v>19.249813192317486</c:v>
                </c:pt>
                <c:pt idx="1">
                  <c:v>24.200875435371785</c:v>
                </c:pt>
                <c:pt idx="2">
                  <c:v>20.53613891208083</c:v>
                </c:pt>
                <c:pt idx="3">
                  <c:v>18.968443760660893</c:v>
                </c:pt>
                <c:pt idx="4">
                  <c:v>24.049515445681678</c:v>
                </c:pt>
                <c:pt idx="5">
                  <c:v>17.854463853343418</c:v>
                </c:pt>
                <c:pt idx="6">
                  <c:v>18.079818770124</c:v>
                </c:pt>
                <c:pt idx="7">
                  <c:v>17.25501126646677</c:v>
                </c:pt>
                <c:pt idx="8">
                  <c:v>17.209285128467133</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Sheet1!$I$2:$I$10</c:f>
              <c:numCache>
                <c:formatCode>General</c:formatCode>
                <c:ptCount val="9"/>
                <c:pt idx="0">
                  <c:v>16.356962794478708</c:v>
                </c:pt>
                <c:pt idx="1">
                  <c:v>14.806780484304536</c:v>
                </c:pt>
                <c:pt idx="2">
                  <c:v>14.310776677481742</c:v>
                </c:pt>
                <c:pt idx="3">
                  <c:v>15.037292217131009</c:v>
                </c:pt>
                <c:pt idx="4">
                  <c:v>14.681027721167133</c:v>
                </c:pt>
                <c:pt idx="5">
                  <c:v>15.111299608481115</c:v>
                </c:pt>
                <c:pt idx="6">
                  <c:v>15.40156912755399</c:v>
                </c:pt>
                <c:pt idx="7">
                  <c:v>14.389202957844233</c:v>
                </c:pt>
                <c:pt idx="8">
                  <c:v>15.317571292200546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70.16501810012394</c:v>
                </c:pt>
              </c:numCache>
            </c:numRef>
          </c:xVal>
          <c:yVal>
            <c:numRef>
              <c:f>Sheet1!$B$2:$B$2</c:f>
              <c:numCache>
                <c:formatCode>General</c:formatCode>
                <c:ptCount val="1"/>
                <c:pt idx="0">
                  <c:v>89.1485930349697</c:v>
                </c:pt>
              </c:numCache>
            </c:numRef>
          </c:yVal>
          <c:bubbleSize>
            <c:numRef>
              <c:f>Sheet1!$C$2:$C$2</c:f>
              <c:numCache>
                <c:formatCode>General</c:formatCode>
                <c:ptCount val="1"/>
                <c:pt idx="0">
                  <c:v>337.427</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80.27453646847249</c:v>
                </c:pt>
              </c:numCache>
            </c:numRef>
          </c:xVal>
          <c:yVal>
            <c:numRef>
              <c:f>Sheet1!$B$5:$B$5</c:f>
              <c:numCache>
                <c:formatCode>General</c:formatCode>
                <c:ptCount val="1"/>
                <c:pt idx="0">
                  <c:v>56.001228750965616</c:v>
                </c:pt>
              </c:numCache>
            </c:numRef>
          </c:yVal>
          <c:bubbleSize>
            <c:numRef>
              <c:f>Sheet1!$C$5:$C$5</c:f>
              <c:numCache>
                <c:formatCode>General</c:formatCode>
                <c:ptCount val="1"/>
                <c:pt idx="0">
                  <c:v>228.466</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88.32957863004583</c:v>
                </c:pt>
              </c:numCache>
            </c:numRef>
          </c:xVal>
          <c:yVal>
            <c:numRef>
              <c:f>Sheet1!$B$8:$B$8</c:f>
              <c:numCache>
                <c:formatCode>General</c:formatCode>
                <c:ptCount val="1"/>
                <c:pt idx="0">
                  <c:v>85.93712589728185</c:v>
                </c:pt>
              </c:numCache>
            </c:numRef>
          </c:yVal>
          <c:bubbleSize>
            <c:numRef>
              <c:f>Sheet1!$C$8:$C$8</c:f>
              <c:numCache>
                <c:formatCode>General</c:formatCode>
                <c:ptCount val="1"/>
                <c:pt idx="0">
                  <c:v>372.026</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107.07087827356547</c:v>
                </c:pt>
              </c:numCache>
            </c:numRef>
          </c:xVal>
          <c:yVal>
            <c:numRef>
              <c:f>Sheet1!$B$11:$B$11</c:f>
              <c:numCache>
                <c:formatCode>General</c:formatCode>
                <c:ptCount val="1"/>
                <c:pt idx="0">
                  <c:v>100.40160279721545</c:v>
                </c:pt>
              </c:numCache>
            </c:numRef>
          </c:yVal>
          <c:bubbleSize>
            <c:numRef>
              <c:f>Sheet1!$C$11:$C$11</c:f>
              <c:numCache>
                <c:formatCode>General</c:formatCode>
                <c:ptCount val="1"/>
                <c:pt idx="0">
                  <c:v>498.313</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96.49056282217687</c:v>
                </c:pt>
              </c:numCache>
            </c:numRef>
          </c:xVal>
          <c:yVal>
            <c:numRef>
              <c:f>Sheet1!$B$14:$B$14</c:f>
              <c:numCache>
                <c:formatCode>General</c:formatCode>
                <c:ptCount val="1"/>
                <c:pt idx="0">
                  <c:v>142.04632210441673</c:v>
                </c:pt>
              </c:numCache>
            </c:numRef>
          </c:yVal>
          <c:bubbleSize>
            <c:numRef>
              <c:f>Sheet1!$C$14:$C$14</c:f>
              <c:numCache>
                <c:formatCode>General</c:formatCode>
                <c:ptCount val="1"/>
                <c:pt idx="0">
                  <c:v>652.792</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115.70792255023521</c:v>
                </c:pt>
              </c:numCache>
            </c:numRef>
          </c:xVal>
          <c:yVal>
            <c:numRef>
              <c:f>Sheet1!$B$17:$B$17</c:f>
              <c:numCache>
                <c:formatCode>General</c:formatCode>
                <c:ptCount val="1"/>
                <c:pt idx="0">
                  <c:v>78.32971183079377</c:v>
                </c:pt>
              </c:numCache>
            </c:numRef>
          </c:yVal>
          <c:bubbleSize>
            <c:numRef>
              <c:f>Sheet1!$C$17:$C$17</c:f>
              <c:numCache>
                <c:formatCode>General</c:formatCode>
                <c:ptCount val="1"/>
                <c:pt idx="0">
                  <c:v>413.788</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104.20605192201901</c:v>
                </c:pt>
              </c:numCache>
            </c:numRef>
          </c:xVal>
          <c:yVal>
            <c:numRef>
              <c:f>Sheet1!$B$20:$B$20</c:f>
              <c:numCache>
                <c:formatCode>General</c:formatCode>
                <c:ptCount val="1"/>
                <c:pt idx="0">
                  <c:v>144.48485067513542</c:v>
                </c:pt>
              </c:numCache>
            </c:numRef>
          </c:yVal>
          <c:bubbleSize>
            <c:numRef>
              <c:f>Sheet1!$C$20:$C$20</c:f>
              <c:numCache>
                <c:formatCode>General</c:formatCode>
                <c:ptCount val="1"/>
                <c:pt idx="0">
                  <c:v>702.362</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120.47053211602486</c:v>
                </c:pt>
              </c:numCache>
            </c:numRef>
          </c:xVal>
          <c:yVal>
            <c:numRef>
              <c:f>Sheet1!$B$23:$B$23</c:f>
              <c:numCache>
                <c:formatCode>General</c:formatCode>
                <c:ptCount val="1"/>
                <c:pt idx="0">
                  <c:v>103.65056490922152</c:v>
                </c:pt>
              </c:numCache>
            </c:numRef>
          </c:yVal>
          <c:bubbleSize>
            <c:numRef>
              <c:f>Sheet1!$C$23:$C$23</c:f>
              <c:numCache>
                <c:formatCode>General</c:formatCode>
                <c:ptCount val="1"/>
                <c:pt idx="0">
                  <c:v>566.616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197.342</c:v>
                </c:pt>
                <c:pt idx="2">
                  <c:v>216.201</c:v>
                </c:pt>
                <c:pt idx="3">
                  <c:v>240.12900000000002</c:v>
                </c:pt>
                <c:pt idx="4">
                  <c:v>268.4</c:v>
                </c:pt>
                <c:pt idx="5">
                  <c:v>300.914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197.342</c:v>
                </c:pt>
                <c:pt idx="1">
                  <c:v>18.85899999999998</c:v>
                </c:pt>
                <c:pt idx="2">
                  <c:v>23.928000000000026</c:v>
                </c:pt>
                <c:pt idx="3">
                  <c:v>28.270999999999958</c:v>
                </c:pt>
                <c:pt idx="4">
                  <c:v>32.51400000000001</c:v>
                </c:pt>
                <c:pt idx="5">
                  <c:v>36.513000000000034</c:v>
                </c:pt>
                <c:pt idx="6">
                  <c:v>337.427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123.96600000000001</c:v>
                </c:pt>
                <c:pt idx="2">
                  <c:v>138.703</c:v>
                </c:pt>
                <c:pt idx="3">
                  <c:v>156.503</c:v>
                </c:pt>
                <c:pt idx="4">
                  <c:v>177.101</c:v>
                </c:pt>
                <c:pt idx="5">
                  <c:v>201.106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123.96600000000001</c:v>
                </c:pt>
                <c:pt idx="1">
                  <c:v>14.736999999999995</c:v>
                </c:pt>
                <c:pt idx="2">
                  <c:v>17.799999999999983</c:v>
                </c:pt>
                <c:pt idx="3">
                  <c:v>20.598000000000013</c:v>
                </c:pt>
                <c:pt idx="4">
                  <c:v>24.004999999999995</c:v>
                </c:pt>
                <c:pt idx="5">
                  <c:v>27.360000000000014</c:v>
                </c:pt>
                <c:pt idx="6">
                  <c:v>228.466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190.233</c:v>
                </c:pt>
                <c:pt idx="2">
                  <c:v>215.785</c:v>
                </c:pt>
                <c:pt idx="3">
                  <c:v>246.584</c:v>
                </c:pt>
                <c:pt idx="4">
                  <c:v>282.693</c:v>
                </c:pt>
                <c:pt idx="5">
                  <c:v>324.554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190.233</c:v>
                </c:pt>
                <c:pt idx="1">
                  <c:v>25.551999999999992</c:v>
                </c:pt>
                <c:pt idx="2">
                  <c:v>30.799000000000007</c:v>
                </c:pt>
                <c:pt idx="3">
                  <c:v>36.10899999999998</c:v>
                </c:pt>
                <c:pt idx="4">
                  <c:v>41.86099999999999</c:v>
                </c:pt>
                <c:pt idx="5">
                  <c:v>47.47200000000004</c:v>
                </c:pt>
                <c:pt idx="6">
                  <c:v>372.026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222.252</c:v>
                </c:pt>
                <c:pt idx="2">
                  <c:v>251.825</c:v>
                </c:pt>
                <c:pt idx="3">
                  <c:v>293.776</c:v>
                </c:pt>
                <c:pt idx="4">
                  <c:v>348.62</c:v>
                </c:pt>
                <c:pt idx="5">
                  <c:v>416.891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222.252</c:v>
                </c:pt>
                <c:pt idx="1">
                  <c:v>29.57299999999998</c:v>
                </c:pt>
                <c:pt idx="2">
                  <c:v>41.95100000000002</c:v>
                </c:pt>
                <c:pt idx="3">
                  <c:v>54.843999999999994</c:v>
                </c:pt>
                <c:pt idx="4">
                  <c:v>68.27100000000002</c:v>
                </c:pt>
                <c:pt idx="5">
                  <c:v>81.42199999999997</c:v>
                </c:pt>
                <c:pt idx="6">
                  <c:v>498.313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314.438</c:v>
                </c:pt>
                <c:pt idx="2">
                  <c:v>359.804</c:v>
                </c:pt>
                <c:pt idx="3">
                  <c:v>415.99</c:v>
                </c:pt>
                <c:pt idx="4">
                  <c:v>481.833</c:v>
                </c:pt>
                <c:pt idx="5">
                  <c:v>560.707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314.438</c:v>
                </c:pt>
                <c:pt idx="1">
                  <c:v>45.365999999999985</c:v>
                </c:pt>
                <c:pt idx="2">
                  <c:v>56.186000000000035</c:v>
                </c:pt>
                <c:pt idx="3">
                  <c:v>65.84300000000002</c:v>
                </c:pt>
                <c:pt idx="4">
                  <c:v>78.87399999999997</c:v>
                </c:pt>
                <c:pt idx="5">
                  <c:v>92.08500000000004</c:v>
                </c:pt>
                <c:pt idx="6">
                  <c:v>652.792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173.393</c:v>
                </c:pt>
                <c:pt idx="2">
                  <c:v>199.665</c:v>
                </c:pt>
                <c:pt idx="3">
                  <c:v>235.383</c:v>
                </c:pt>
                <c:pt idx="4">
                  <c:v>284.333</c:v>
                </c:pt>
                <c:pt idx="5">
                  <c:v>343.774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173.393</c:v>
                </c:pt>
                <c:pt idx="1">
                  <c:v>26.27199999999999</c:v>
                </c:pt>
                <c:pt idx="2">
                  <c:v>35.71800000000002</c:v>
                </c:pt>
                <c:pt idx="3">
                  <c:v>48.95000000000002</c:v>
                </c:pt>
                <c:pt idx="4">
                  <c:v>59.440999999999974</c:v>
                </c:pt>
                <c:pt idx="5">
                  <c:v>70.01400000000001</c:v>
                </c:pt>
                <c:pt idx="6">
                  <c:v>413.788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319.836</c:v>
                </c:pt>
                <c:pt idx="2">
                  <c:v>365.719</c:v>
                </c:pt>
                <c:pt idx="3">
                  <c:v>426.503</c:v>
                </c:pt>
                <c:pt idx="4">
                  <c:v>503.849</c:v>
                </c:pt>
                <c:pt idx="5">
                  <c:v>595.817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319.836</c:v>
                </c:pt>
                <c:pt idx="1">
                  <c:v>45.88299999999998</c:v>
                </c:pt>
                <c:pt idx="2">
                  <c:v>60.78399999999999</c:v>
                </c:pt>
                <c:pt idx="3">
                  <c:v>77.346</c:v>
                </c:pt>
                <c:pt idx="4">
                  <c:v>91.96800000000002</c:v>
                </c:pt>
                <c:pt idx="5">
                  <c:v>106.54499999999996</c:v>
                </c:pt>
                <c:pt idx="6">
                  <c:v>702.362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229.444</c:v>
                </c:pt>
                <c:pt idx="2">
                  <c:v>267.82</c:v>
                </c:pt>
                <c:pt idx="3">
                  <c:v>319.464</c:v>
                </c:pt>
                <c:pt idx="4">
                  <c:v>386.582</c:v>
                </c:pt>
                <c:pt idx="5">
                  <c:v>468.788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229.444</c:v>
                </c:pt>
                <c:pt idx="1">
                  <c:v>38.376000000000005</c:v>
                </c:pt>
                <c:pt idx="2">
                  <c:v>51.644000000000005</c:v>
                </c:pt>
                <c:pt idx="3">
                  <c:v>67.118</c:v>
                </c:pt>
                <c:pt idx="4">
                  <c:v>82.20600000000002</c:v>
                </c:pt>
                <c:pt idx="5">
                  <c:v>97.82799999999997</c:v>
                </c:pt>
                <c:pt idx="6">
                  <c:v>566.616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17.69070025718962</c:v>
                </c:pt>
                <c:pt idx="1">
                  <c:v>18.060606334391927</c:v>
                </c:pt>
                <c:pt idx="2">
                  <c:v>18.621450292831785</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17.227685877951835</c:v>
                </c:pt>
                <c:pt idx="1">
                  <c:v>17.75579026305209</c:v>
                </c:pt>
                <c:pt idx="2">
                  <c:v>17.307220179278275</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12.117357376665886</c:v>
                </c:pt>
                <c:pt idx="1">
                  <c:v>12.95632061365269</c:v>
                </c:pt>
                <c:pt idx="2">
                  <c:v>15.022469437587988</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13.150134440028058</c:v>
                </c:pt>
                <c:pt idx="1">
                  <c:v>12.55020034965193</c:v>
                </c:pt>
                <c:pt idx="2">
                  <c:v>13.211578587355074</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9.883972410568155</c:v>
                </c:pt>
                <c:pt idx="1">
                  <c:v>9.791213978849221</c:v>
                </c:pt>
                <c:pt idx="2">
                  <c:v>10.970600165968944</c:v>
                </c:pt>
              </c:numCache>
            </c:numRef>
          </c:val>
        </c:ser>
        <c:ser>
          <c:idx val="5"/>
          <c:order val="5"/>
          <c:tx>
            <c:strRef>
              <c:f>Sheet1!$G$1</c:f>
              <c:strCache>
                <c:ptCount val="1"/>
                <c:pt idx="0">
                  <c:v>Gels and Jellies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10.702083820434884</c:v>
                </c:pt>
                <c:pt idx="1">
                  <c:v>10.74214073716023</c:v>
                </c:pt>
                <c:pt idx="2">
                  <c:v>9.863380516942884</c:v>
                </c:pt>
              </c:numCache>
            </c:numRef>
          </c:val>
        </c:ser>
        <c:ser>
          <c:idx val="6"/>
          <c:order val="6"/>
          <c:tx>
            <c:strRef>
              <c:f>Sheet1!$H$1</c:f>
              <c:strCache>
                <c:ptCount val="1"/>
                <c:pt idx="0">
                  <c:v>Sprays and Mists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12.05086801496376</c:v>
                </c:pt>
                <c:pt idx="1">
                  <c:v>11.143574129371213</c:v>
                </c:pt>
                <c:pt idx="2">
                  <c:v>8.946070698527755</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7.177197802197802</c:v>
                </c:pt>
                <c:pt idx="1">
                  <c:v>7.000153593870702</c:v>
                </c:pt>
                <c:pt idx="2">
                  <c:v>6.0572301215072955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20.06158646740023</c:v>
                </c:pt>
                <c:pt idx="1">
                  <c:v>20.055418175395218</c:v>
                </c:pt>
                <c:pt idx="2">
                  <c:v>20.037729268718</c:v>
                </c:pt>
                <c:pt idx="3">
                  <c:v>20.026505792393593</c:v>
                </c:pt>
                <c:pt idx="4">
                  <c:v>20.04115347884731</c:v>
                </c:pt>
                <c:pt idx="5">
                  <c:v>16.759139982338812</c:v>
                </c:pt>
                <c:pt idx="6">
                  <c:v>20.029267558554924</c:v>
                </c:pt>
                <c:pt idx="7">
                  <c:v>20.057815831050828</c:v>
                </c:pt>
                <c:pt idx="8">
                  <c:v>15.41897122267095</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22.257349318443094</c:v>
                </c:pt>
                <c:pt idx="1">
                  <c:v>22.241786628985256</c:v>
                </c:pt>
                <c:pt idx="2">
                  <c:v>22.20055695587155</c:v>
                </c:pt>
                <c:pt idx="3">
                  <c:v>22.17456196460599</c:v>
                </c:pt>
                <c:pt idx="4">
                  <c:v>22.208766938069598</c:v>
                </c:pt>
                <c:pt idx="5">
                  <c:v>20.862676334954916</c:v>
                </c:pt>
                <c:pt idx="6">
                  <c:v>22.180769748671278</c:v>
                </c:pt>
                <c:pt idx="7">
                  <c:v>22.248056132410674</c:v>
                </c:pt>
                <c:pt idx="8">
                  <c:v>20.336729874944748</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22.01264575463951</c:v>
                </c:pt>
                <c:pt idx="1">
                  <c:v>22.013821425417294</c:v>
                </c:pt>
                <c:pt idx="2">
                  <c:v>22.0166664024561</c:v>
                </c:pt>
                <c:pt idx="3">
                  <c:v>22.01820287382992</c:v>
                </c:pt>
                <c:pt idx="4">
                  <c:v>22.01579847266116</c:v>
                </c:pt>
                <c:pt idx="5">
                  <c:v>24.422450600891924</c:v>
                </c:pt>
                <c:pt idx="6">
                  <c:v>22.017600139407044</c:v>
                </c:pt>
                <c:pt idx="7">
                  <c:v>22.013481161560065</c:v>
                </c:pt>
                <c:pt idx="8">
                  <c:v>24.683412406704345</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19.736409919527016</c:v>
                </c:pt>
                <c:pt idx="1">
                  <c:v>19.744656893049548</c:v>
                </c:pt>
                <c:pt idx="2">
                  <c:v>19.76664922876936</c:v>
                </c:pt>
                <c:pt idx="3">
                  <c:v>19.780679200478275</c:v>
                </c:pt>
                <c:pt idx="4">
                  <c:v>19.762530643589216</c:v>
                </c:pt>
                <c:pt idx="5">
                  <c:v>21.0000411461416</c:v>
                </c:pt>
                <c:pt idx="6">
                  <c:v>19.777384375321784</c:v>
                </c:pt>
                <c:pt idx="7">
                  <c:v>19.74127760567948</c:v>
                </c:pt>
                <c:pt idx="8">
                  <c:v>21.73047156635861</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15.932008539990147</c:v>
                </c:pt>
                <c:pt idx="1">
                  <c:v>15.944316877152701</c:v>
                </c:pt>
                <c:pt idx="2">
                  <c:v>15.978398144184991</c:v>
                </c:pt>
                <c:pt idx="3">
                  <c:v>16.00005016869223</c:v>
                </c:pt>
                <c:pt idx="4">
                  <c:v>15.971750466832727</c:v>
                </c:pt>
                <c:pt idx="5">
                  <c:v>16.955691935672753</c:v>
                </c:pt>
                <c:pt idx="6">
                  <c:v>15.994978178044974</c:v>
                </c:pt>
                <c:pt idx="7">
                  <c:v>15.939369269298966</c:v>
                </c:pt>
                <c:pt idx="8">
                  <c:v>17.830414929321346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9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106.62667367751038</c:v>
                </c:pt>
              </c:numCache>
            </c:numRef>
          </c:xVal>
          <c:yVal>
            <c:numRef>
              <c:f>Sheet1!$B$2:$B$2</c:f>
              <c:numCache>
                <c:formatCode>General</c:formatCode>
                <c:ptCount val="1"/>
                <c:pt idx="0">
                  <c:v>87.24606910026229</c:v>
                </c:pt>
              </c:numCache>
            </c:numRef>
          </c:yVal>
          <c:bubbleSize>
            <c:numRef>
              <c:f>Sheet1!$C$2:$C$2</c:f>
              <c:numCache>
                <c:formatCode>General</c:formatCode>
                <c:ptCount val="1"/>
                <c:pt idx="0">
                  <c:v>690.605</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113.05904719047943</c:v>
                </c:pt>
              </c:numCache>
            </c:numRef>
          </c:xVal>
          <c:yVal>
            <c:numRef>
              <c:f>Sheet1!$B$5:$B$5</c:f>
              <c:numCache>
                <c:formatCode>General</c:formatCode>
                <c:ptCount val="1"/>
                <c:pt idx="0">
                  <c:v>97.83669931475714</c:v>
                </c:pt>
              </c:numCache>
            </c:numRef>
          </c:yVal>
          <c:bubbleSize>
            <c:numRef>
              <c:f>Sheet1!$C$5:$C$5</c:f>
              <c:numCache>
                <c:formatCode>General</c:formatCode>
                <c:ptCount val="1"/>
                <c:pt idx="0">
                  <c:v>811.303</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99.77086524872722</c:v>
                </c:pt>
              </c:numCache>
            </c:numRef>
          </c:xVal>
          <c:yVal>
            <c:numRef>
              <c:f>Sheet1!$B$8:$B$8</c:f>
              <c:numCache>
                <c:formatCode>General</c:formatCode>
                <c:ptCount val="1"/>
                <c:pt idx="0">
                  <c:v>115.48671442002816</c:v>
                </c:pt>
              </c:numCache>
            </c:numRef>
          </c:yVal>
          <c:bubbleSize>
            <c:numRef>
              <c:f>Sheet1!$C$8:$C$8</c:f>
              <c:numCache>
                <c:formatCode>General</c:formatCode>
                <c:ptCount val="1"/>
                <c:pt idx="0">
                  <c:v>869.731</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92.90032913655753</c:v>
                </c:pt>
              </c:numCache>
            </c:numRef>
          </c:xVal>
          <c:yVal>
            <c:numRef>
              <c:f>Sheet1!$B$11:$B$11</c:f>
              <c:numCache>
                <c:formatCode>General</c:formatCode>
                <c:ptCount val="1"/>
                <c:pt idx="0">
                  <c:v>107.87224611145147</c:v>
                </c:pt>
              </c:numCache>
            </c:numRef>
          </c:yVal>
          <c:bubbleSize>
            <c:numRef>
              <c:f>Sheet1!$C$11:$C$11</c:f>
              <c:numCache>
                <c:formatCode>General</c:formatCode>
                <c:ptCount val="1"/>
                <c:pt idx="0">
                  <c:v>772.639</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86.89207762003572</c:v>
                </c:pt>
              </c:numCache>
            </c:numRef>
          </c:xVal>
          <c:yVal>
            <c:numRef>
              <c:f>Sheet1!$B$14:$B$14</c:f>
              <c:numCache>
                <c:formatCode>General</c:formatCode>
                <c:ptCount val="1"/>
                <c:pt idx="0">
                  <c:v>91.55827105350089</c:v>
                </c:pt>
              </c:numCache>
            </c:numRef>
          </c:yVal>
          <c:bubbleSize>
            <c:numRef>
              <c:f>Sheet1!$C$14:$C$14</c:f>
              <c:numCache>
                <c:formatCode>General</c:formatCode>
                <c:ptCount val="1"/>
                <c:pt idx="0">
                  <c:v>627.513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309.009</c:v>
                </c:pt>
                <c:pt idx="2">
                  <c:v>349.271</c:v>
                </c:pt>
                <c:pt idx="3">
                  <c:v>406.553</c:v>
                </c:pt>
                <c:pt idx="4">
                  <c:v>482.775</c:v>
                </c:pt>
                <c:pt idx="5">
                  <c:v>577.397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309.009</c:v>
                </c:pt>
                <c:pt idx="1">
                  <c:v>40.262</c:v>
                </c:pt>
                <c:pt idx="2">
                  <c:v>57.28199999999998</c:v>
                </c:pt>
                <c:pt idx="3">
                  <c:v>76.22199999999998</c:v>
                </c:pt>
                <c:pt idx="4">
                  <c:v>94.62200000000007</c:v>
                </c:pt>
                <c:pt idx="5">
                  <c:v>113.20799999999997</c:v>
                </c:pt>
                <c:pt idx="6">
                  <c:v>690.605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346.519</c:v>
                </c:pt>
                <c:pt idx="2">
                  <c:v>397.247</c:v>
                </c:pt>
                <c:pt idx="3">
                  <c:v>466.569</c:v>
                </c:pt>
                <c:pt idx="4">
                  <c:v>561.901</c:v>
                </c:pt>
                <c:pt idx="5">
                  <c:v>676.527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346.519</c:v>
                </c:pt>
                <c:pt idx="1">
                  <c:v>50.72800000000001</c:v>
                </c:pt>
                <c:pt idx="2">
                  <c:v>69.322</c:v>
                </c:pt>
                <c:pt idx="3">
                  <c:v>95.33199999999994</c:v>
                </c:pt>
                <c:pt idx="4">
                  <c:v>114.62600000000009</c:v>
                </c:pt>
                <c:pt idx="5">
                  <c:v>134.77599999999995</c:v>
                </c:pt>
                <c:pt idx="6">
                  <c:v>811.303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409.032</c:v>
                </c:pt>
                <c:pt idx="2">
                  <c:v>469.106</c:v>
                </c:pt>
                <c:pt idx="3">
                  <c:v>545.997</c:v>
                </c:pt>
                <c:pt idx="4">
                  <c:v>635.725</c:v>
                </c:pt>
                <c:pt idx="5">
                  <c:v>744.206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409.032</c:v>
                </c:pt>
                <c:pt idx="1">
                  <c:v>60.07400000000001</c:v>
                </c:pt>
                <c:pt idx="2">
                  <c:v>76.89099999999996</c:v>
                </c:pt>
                <c:pt idx="3">
                  <c:v>89.72800000000007</c:v>
                </c:pt>
                <c:pt idx="4">
                  <c:v>108.481</c:v>
                </c:pt>
                <c:pt idx="5">
                  <c:v>125.52499999999998</c:v>
                </c:pt>
                <c:pt idx="6">
                  <c:v>869.731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382.063</c:v>
                </c:pt>
                <c:pt idx="2">
                  <c:v>435.15</c:v>
                </c:pt>
                <c:pt idx="3">
                  <c:v>500.188</c:v>
                </c:pt>
                <c:pt idx="4">
                  <c:v>578.163</c:v>
                </c:pt>
                <c:pt idx="5">
                  <c:v>668.737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382.063</c:v>
                </c:pt>
                <c:pt idx="1">
                  <c:v>53.08699999999999</c:v>
                </c:pt>
                <c:pt idx="2">
                  <c:v>65.03800000000001</c:v>
                </c:pt>
                <c:pt idx="3">
                  <c:v>77.97500000000002</c:v>
                </c:pt>
                <c:pt idx="4">
                  <c:v>90.57399999999996</c:v>
                </c:pt>
                <c:pt idx="5">
                  <c:v>103.90200000000004</c:v>
                </c:pt>
                <c:pt idx="6">
                  <c:v>772.639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324.282</c:v>
                </c:pt>
                <c:pt idx="2">
                  <c:v>364.75</c:v>
                </c:pt>
                <c:pt idx="3">
                  <c:v>415.025</c:v>
                </c:pt>
                <c:pt idx="4">
                  <c:v>474.846</c:v>
                </c:pt>
                <c:pt idx="5">
                  <c:v>545.685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324.282</c:v>
                </c:pt>
                <c:pt idx="1">
                  <c:v>40.46800000000002</c:v>
                </c:pt>
                <c:pt idx="2">
                  <c:v>50.27499999999998</c:v>
                </c:pt>
                <c:pt idx="3">
                  <c:v>59.821000000000026</c:v>
                </c:pt>
                <c:pt idx="4">
                  <c:v>70.83899999999994</c:v>
                </c:pt>
                <c:pt idx="5">
                  <c:v>81.82800000000009</c:v>
                </c:pt>
                <c:pt idx="6">
                  <c:v>627.513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Medium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22.03614970167509</c:v>
                </c:pt>
                <c:pt idx="1">
                  <c:v>23.097342884005634</c:v>
                </c:pt>
                <c:pt idx="2">
                  <c:v>23.05883332347948</c:v>
                </c:pt>
              </c:numCache>
            </c:numRef>
          </c:val>
        </c:ser>
        <c:ser>
          <c:idx val="1"/>
          <c:order val="1"/>
          <c:tx>
            <c:strRef>
              <c:f>Sheet1!$C$1</c:f>
              <c:strCache>
                <c:ptCount val="1"/>
                <c:pt idx="0">
                  <c:v>Light or Flexible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19.865311746972544</c:v>
                </c:pt>
                <c:pt idx="1">
                  <c:v>19.56733986295143</c:v>
                </c:pt>
                <c:pt idx="2">
                  <c:v>21.50975491484019</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21.36329295754478</c:v>
                </c:pt>
                <c:pt idx="1">
                  <c:v>21.574449222290298</c:v>
                </c:pt>
                <c:pt idx="2">
                  <c:v>20.484671605611233</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18.280748362245202</c:v>
                </c:pt>
                <c:pt idx="1">
                  <c:v>17.44921382005246</c:v>
                </c:pt>
                <c:pt idx="2">
                  <c:v>18.30973667416885</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18.45449723156238</c:v>
                </c:pt>
                <c:pt idx="1">
                  <c:v>18.31165421070018</c:v>
                </c:pt>
                <c:pt idx="2">
                  <c:v>16.63700348190024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31.754542991106987</c:v>
                </c:pt>
                <c:pt idx="1">
                  <c:v>33.09469663516736</c:v>
                </c:pt>
                <c:pt idx="2">
                  <c:v>33.09536894168375</c:v>
                </c:pt>
                <c:pt idx="3">
                  <c:v>31.209107289929054</c:v>
                </c:pt>
                <c:pt idx="4">
                  <c:v>30.78240836459226</c:v>
                </c:pt>
                <c:pt idx="5">
                  <c:v>33.09531948295289</c:v>
                </c:pt>
                <c:pt idx="6">
                  <c:v>31.313119311836136</c:v>
                </c:pt>
                <c:pt idx="7">
                  <c:v>33.45669200072856</c:v>
                </c:pt>
                <c:pt idx="8">
                  <c:v>33.095552812401</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34.75993792135062</c:v>
                </c:pt>
                <c:pt idx="1">
                  <c:v>32.335732579705024</c:v>
                </c:pt>
                <c:pt idx="2">
                  <c:v>32.36879372661749</c:v>
                </c:pt>
                <c:pt idx="3">
                  <c:v>30.59454081014077</c:v>
                </c:pt>
                <c:pt idx="4">
                  <c:v>29.97476313777227</c:v>
                </c:pt>
                <c:pt idx="5">
                  <c:v>32.36893412840088</c:v>
                </c:pt>
                <c:pt idx="6">
                  <c:v>30.689351994867287</c:v>
                </c:pt>
                <c:pt idx="7">
                  <c:v>33.9108009206365</c:v>
                </c:pt>
                <c:pt idx="8">
                  <c:v>32.38649684504548</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33.48551908754239</c:v>
                </c:pt>
                <c:pt idx="1">
                  <c:v>34.56957078512761</c:v>
                </c:pt>
                <c:pt idx="2">
                  <c:v>34.53583733169876</c:v>
                </c:pt>
                <c:pt idx="3">
                  <c:v>38.19635189993018</c:v>
                </c:pt>
                <c:pt idx="4">
                  <c:v>39.242828497635486</c:v>
                </c:pt>
                <c:pt idx="5">
                  <c:v>34.53574638864623</c:v>
                </c:pt>
                <c:pt idx="6">
                  <c:v>37.99752869329659</c:v>
                </c:pt>
                <c:pt idx="7">
                  <c:v>32.632507078634944</c:v>
                </c:pt>
                <c:pt idx="8">
                  <c:v>34.517950342553526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0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99.00860808267569</c:v>
                </c:pt>
              </c:numCache>
            </c:numRef>
          </c:xVal>
          <c:yVal>
            <c:numRef>
              <c:f>Sheet1!$B$2:$B$2</c:f>
              <c:numCache>
                <c:formatCode>General</c:formatCode>
                <c:ptCount val="1"/>
                <c:pt idx="0">
                  <c:v>98.43763499453668</c:v>
                </c:pt>
              </c:numCache>
            </c:numRef>
          </c:yVal>
          <c:bubbleSize>
            <c:numRef>
              <c:f>Sheet1!$C$2:$C$2</c:f>
              <c:numCache>
                <c:formatCode>General</c:formatCode>
                <c:ptCount val="1"/>
                <c:pt idx="0">
                  <c:v>1228.715</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91.87761851578047</c:v>
                </c:pt>
              </c:numCache>
            </c:numRef>
          </c:xVal>
          <c:yVal>
            <c:numRef>
              <c:f>Sheet1!$B$5:$B$5</c:f>
              <c:numCache>
                <c:formatCode>General</c:formatCode>
                <c:ptCount val="1"/>
                <c:pt idx="0">
                  <c:v>102.55315784867061</c:v>
                </c:pt>
              </c:numCache>
            </c:numRef>
          </c:yVal>
          <c:bubbleSize>
            <c:numRef>
              <c:f>Sheet1!$C$5:$C$5</c:f>
              <c:numCache>
                <c:formatCode>General</c:formatCode>
                <c:ptCount val="1"/>
                <c:pt idx="0">
                  <c:v>1215.101</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108.91044234671601</c:v>
                </c:pt>
              </c:numCache>
            </c:numRef>
          </c:xVal>
          <c:yVal>
            <c:numRef>
              <c:f>Sheet1!$B$8:$B$8</c:f>
              <c:numCache>
                <c:formatCode>General</c:formatCode>
                <c:ptCount val="1"/>
                <c:pt idx="0">
                  <c:v>99.00920715679273</c:v>
                </c:pt>
              </c:numCache>
            </c:numRef>
          </c:yVal>
          <c:bubbleSize>
            <c:numRef>
              <c:f>Sheet1!$C$8:$C$8</c:f>
              <c:numCache>
                <c:formatCode>General</c:formatCode>
                <c:ptCount val="1"/>
                <c:pt idx="0">
                  <c:v>1327.975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581.079</c:v>
                </c:pt>
                <c:pt idx="2">
                  <c:v>665.367</c:v>
                </c:pt>
                <c:pt idx="3">
                  <c:v>772.837</c:v>
                </c:pt>
                <c:pt idx="4">
                  <c:v>899.933</c:v>
                </c:pt>
                <c:pt idx="5">
                  <c:v>1052.611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581.079</c:v>
                </c:pt>
                <c:pt idx="1">
                  <c:v>84.28800000000001</c:v>
                </c:pt>
                <c:pt idx="2">
                  <c:v>107.47000000000003</c:v>
                </c:pt>
                <c:pt idx="3">
                  <c:v>127.096</c:v>
                </c:pt>
                <c:pt idx="4">
                  <c:v>152.6780000000001</c:v>
                </c:pt>
                <c:pt idx="5">
                  <c:v>176.10399999999981</c:v>
                </c:pt>
                <c:pt idx="6">
                  <c:v>1228.715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605.373</c:v>
                </c:pt>
                <c:pt idx="2">
                  <c:v>688.098</c:v>
                </c:pt>
                <c:pt idx="3">
                  <c:v>789.008</c:v>
                </c:pt>
                <c:pt idx="4">
                  <c:v>911.713</c:v>
                </c:pt>
                <c:pt idx="5">
                  <c:v>1053.276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605.373</c:v>
                </c:pt>
                <c:pt idx="1">
                  <c:v>82.72499999999991</c:v>
                </c:pt>
                <c:pt idx="2">
                  <c:v>100.91000000000008</c:v>
                </c:pt>
                <c:pt idx="3">
                  <c:v>122.70499999999993</c:v>
                </c:pt>
                <c:pt idx="4">
                  <c:v>141.5630000000001</c:v>
                </c:pt>
                <c:pt idx="5">
                  <c:v>161.82500000000005</c:v>
                </c:pt>
                <c:pt idx="6">
                  <c:v>1215.101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584.453</c:v>
                </c:pt>
                <c:pt idx="2">
                  <c:v>662.059</c:v>
                </c:pt>
                <c:pt idx="3">
                  <c:v>772.487</c:v>
                </c:pt>
                <c:pt idx="4">
                  <c:v>921.764</c:v>
                </c:pt>
                <c:pt idx="5">
                  <c:v>1106.664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584.453</c:v>
                </c:pt>
                <c:pt idx="1">
                  <c:v>77.606</c:v>
                </c:pt>
                <c:pt idx="2">
                  <c:v>110.428</c:v>
                </c:pt>
                <c:pt idx="3">
                  <c:v>149.27700000000004</c:v>
                </c:pt>
                <c:pt idx="4">
                  <c:v>184.89999999999998</c:v>
                </c:pt>
                <c:pt idx="5">
                  <c:v>221.31099999999992</c:v>
                </c:pt>
                <c:pt idx="6">
                  <c:v>1327.975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34.49470350902573</c:v>
                </c:pt>
                <c:pt idx="1">
                  <c:v>33.00306905226424</c:v>
                </c:pt>
                <c:pt idx="2">
                  <c:v>35.2080748906819</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31.45994350604468</c:v>
                </c:pt>
                <c:pt idx="1">
                  <c:v>32.81254499817889</c:v>
                </c:pt>
                <c:pt idx="2">
                  <c:v>32.57643384800483</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34.045352984929586</c:v>
                </c:pt>
                <c:pt idx="1">
                  <c:v>34.18438594955687</c:v>
                </c:pt>
                <c:pt idx="2">
                  <c:v>32.21549126131326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16.84595171620956</c:v>
                </c:pt>
                <c:pt idx="1">
                  <c:v>14.888390885807649</c:v>
                </c:pt>
                <c:pt idx="2">
                  <c:v>18.06354792515443</c:v>
                </c:pt>
                <c:pt idx="3">
                  <c:v>22.05155647716916</c:v>
                </c:pt>
                <c:pt idx="4">
                  <c:v>16.794108573941465</c:v>
                </c:pt>
                <c:pt idx="5">
                  <c:v>23.656182840792916</c:v>
                </c:pt>
                <c:pt idx="6">
                  <c:v>21.76056840054179</c:v>
                </c:pt>
                <c:pt idx="7">
                  <c:v>16.44023313960227</c:v>
                </c:pt>
                <c:pt idx="8">
                  <c:v>22.215079569155172</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15.779274100837576</c:v>
                </c:pt>
                <c:pt idx="1">
                  <c:v>16.64201183431953</c:v>
                </c:pt>
                <c:pt idx="2">
                  <c:v>15.479568596989058</c:v>
                </c:pt>
                <c:pt idx="3">
                  <c:v>15.087334966596153</c:v>
                </c:pt>
                <c:pt idx="4">
                  <c:v>16.136442697086448</c:v>
                </c:pt>
                <c:pt idx="5">
                  <c:v>15.283892551598843</c:v>
                </c:pt>
                <c:pt idx="6">
                  <c:v>15.076951104563205</c:v>
                </c:pt>
                <c:pt idx="7">
                  <c:v>15.49089574398799</c:v>
                </c:pt>
                <c:pt idx="8">
                  <c:v>15.04520038923258</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16.905074724913778</c:v>
                </c:pt>
                <c:pt idx="1">
                  <c:v>19.562505519738586</c:v>
                </c:pt>
                <c:pt idx="2">
                  <c:v>16.449749792594705</c:v>
                </c:pt>
                <c:pt idx="3">
                  <c:v>16.00332784267164</c:v>
                </c:pt>
                <c:pt idx="4">
                  <c:v>17.086513911405447</c:v>
                </c:pt>
                <c:pt idx="5">
                  <c:v>16.387558672815377</c:v>
                </c:pt>
                <c:pt idx="6">
                  <c:v>15.989829622412852</c:v>
                </c:pt>
                <c:pt idx="7">
                  <c:v>19.36192936267448</c:v>
                </c:pt>
                <c:pt idx="8">
                  <c:v>15.980887941016814</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14.183774018722287</c:v>
                </c:pt>
                <c:pt idx="1">
                  <c:v>12.490064470546676</c:v>
                </c:pt>
                <c:pt idx="2">
                  <c:v>13.766955713025053</c:v>
                </c:pt>
                <c:pt idx="3">
                  <c:v>13.428848549712788</c:v>
                </c:pt>
                <c:pt idx="4">
                  <c:v>14.237612974789474</c:v>
                </c:pt>
                <c:pt idx="5">
                  <c:v>13.775411698797585</c:v>
                </c:pt>
                <c:pt idx="6">
                  <c:v>13.415749827721408</c:v>
                </c:pt>
                <c:pt idx="7">
                  <c:v>13.745660369027316</c:v>
                </c:pt>
                <c:pt idx="8">
                  <c:v>13.29835954266853</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22.889637050418788</c:v>
                </c:pt>
                <c:pt idx="1">
                  <c:v>21.997262209661752</c:v>
                </c:pt>
                <c:pt idx="2">
                  <c:v>23.179721310695772</c:v>
                </c:pt>
                <c:pt idx="3">
                  <c:v>20.70620500514227</c:v>
                </c:pt>
                <c:pt idx="4">
                  <c:v>22.019992517573854</c:v>
                </c:pt>
                <c:pt idx="5">
                  <c:v>17.97864831759757</c:v>
                </c:pt>
                <c:pt idx="6">
                  <c:v>21.041156761637716</c:v>
                </c:pt>
                <c:pt idx="7">
                  <c:v>21.76783733214114</c:v>
                </c:pt>
                <c:pt idx="8">
                  <c:v>20.706299147755445</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13.39628838889801</c:v>
                </c:pt>
                <c:pt idx="1">
                  <c:v>14.419765079925817</c:v>
                </c:pt>
                <c:pt idx="2">
                  <c:v>13.060456661540984</c:v>
                </c:pt>
                <c:pt idx="3">
                  <c:v>12.722727158707995</c:v>
                </c:pt>
                <c:pt idx="4">
                  <c:v>13.725329325203306</c:v>
                </c:pt>
                <c:pt idx="5">
                  <c:v>12.918305918397705</c:v>
                </c:pt>
                <c:pt idx="6">
                  <c:v>12.715744283123035</c:v>
                </c:pt>
                <c:pt idx="7">
                  <c:v>13.193444052566797</c:v>
                </c:pt>
                <c:pt idx="8">
                  <c:v>12.754173410171473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85.11425004013556</c:v>
                </c:pt>
              </c:numCache>
            </c:numRef>
          </c:xVal>
          <c:yVal>
            <c:numRef>
              <c:f>Sheet1!$B$2:$B$2</c:f>
              <c:numCache>
                <c:formatCode>General</c:formatCode>
                <c:ptCount val="1"/>
                <c:pt idx="0">
                  <c:v>133.7073042920452</c:v>
                </c:pt>
              </c:numCache>
            </c:numRef>
          </c:yVal>
          <c:bubbleSize>
            <c:numRef>
              <c:f>Sheet1!$C$2:$C$2</c:f>
              <c:numCache>
                <c:formatCode>General</c:formatCode>
                <c:ptCount val="1"/>
                <c:pt idx="0">
                  <c:v>753.735</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103.89528313199163</c:v>
                </c:pt>
              </c:numCache>
            </c:numRef>
          </c:xVal>
          <c:yVal>
            <c:numRef>
              <c:f>Sheet1!$B$5:$B$5</c:f>
              <c:numCache>
                <c:formatCode>General</c:formatCode>
                <c:ptCount val="1"/>
                <c:pt idx="0">
                  <c:v>89.63354309437437</c:v>
                </c:pt>
              </c:numCache>
            </c:numRef>
          </c:yVal>
          <c:bubbleSize>
            <c:numRef>
              <c:f>Sheet1!$C$5:$C$5</c:f>
              <c:numCache>
                <c:formatCode>General</c:formatCode>
                <c:ptCount val="1"/>
                <c:pt idx="0">
                  <c:v>579.653</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95.32319840235695</c:v>
                </c:pt>
              </c:numCache>
            </c:numRef>
          </c:xVal>
          <c:yVal>
            <c:numRef>
              <c:f>Sheet1!$B$8:$B$8</c:f>
              <c:numCache>
                <c:formatCode>General</c:formatCode>
                <c:ptCount val="1"/>
                <c:pt idx="0">
                  <c:v>105.42751046922928</c:v>
                </c:pt>
              </c:numCache>
            </c:numRef>
          </c:yVal>
          <c:bubbleSize>
            <c:numRef>
              <c:f>Sheet1!$C$8:$C$8</c:f>
              <c:numCache>
                <c:formatCode>General</c:formatCode>
                <c:ptCount val="1"/>
                <c:pt idx="0">
                  <c:v>640.523</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89.66207742949625</c:v>
                </c:pt>
              </c:numCache>
            </c:numRef>
          </c:xVal>
          <c:yVal>
            <c:numRef>
              <c:f>Sheet1!$B$11:$B$11</c:f>
              <c:numCache>
                <c:formatCode>General</c:formatCode>
                <c:ptCount val="1"/>
                <c:pt idx="0">
                  <c:v>87.60000542096014</c:v>
                </c:pt>
              </c:numCache>
            </c:numRef>
          </c:yVal>
          <c:bubbleSize>
            <c:numRef>
              <c:f>Sheet1!$C$11:$C$11</c:f>
              <c:numCache>
                <c:formatCode>General</c:formatCode>
                <c:ptCount val="1"/>
                <c:pt idx="0">
                  <c:v>510.603</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117.41283569225354</c:v>
                </c:pt>
              </c:numCache>
            </c:numRef>
          </c:xVal>
          <c:yVal>
            <c:numRef>
              <c:f>Sheet1!$B$14:$B$14</c:f>
              <c:numCache>
                <c:formatCode>General</c:formatCode>
                <c:ptCount val="1"/>
                <c:pt idx="0">
                  <c:v>111.55590591020179</c:v>
                </c:pt>
              </c:numCache>
            </c:numRef>
          </c:yVal>
          <c:bubbleSize>
            <c:numRef>
              <c:f>Sheet1!$C$14:$C$14</c:f>
              <c:numCache>
                <c:formatCode>General</c:formatCode>
                <c:ptCount val="1"/>
                <c:pt idx="0">
                  <c:v>795.445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111.3130482647534</c:v>
                </c:pt>
              </c:numCache>
            </c:numRef>
          </c:xVal>
          <c:yVal>
            <c:numRef>
              <c:f>Sheet1!$B$17:$B$17</c:f>
              <c:numCache>
                <c:formatCode>General</c:formatCode>
                <c:ptCount val="1"/>
                <c:pt idx="0">
                  <c:v>72.07573081318918</c:v>
                </c:pt>
              </c:numCache>
            </c:numRef>
          </c:yVal>
          <c:bubbleSize>
            <c:numRef>
              <c:f>Sheet1!$C$17:$C$17</c:f>
              <c:numCache>
                <c:formatCode>General</c:formatCode>
                <c:ptCount val="1"/>
                <c:pt idx="0">
                  <c:v>491.831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394.638</c:v>
                </c:pt>
                <c:pt idx="2">
                  <c:v>443.4</c:v>
                </c:pt>
                <c:pt idx="3">
                  <c:v>504.356</c:v>
                </c:pt>
                <c:pt idx="4">
                  <c:v>574.379</c:v>
                </c:pt>
                <c:pt idx="5">
                  <c:v>658.17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394.638</c:v>
                </c:pt>
                <c:pt idx="1">
                  <c:v>48.762</c:v>
                </c:pt>
                <c:pt idx="2">
                  <c:v>60.95600000000002</c:v>
                </c:pt>
                <c:pt idx="3">
                  <c:v>70.02300000000002</c:v>
                </c:pt>
                <c:pt idx="4">
                  <c:v>83.79099999999994</c:v>
                </c:pt>
                <c:pt idx="5">
                  <c:v>95.56500000000005</c:v>
                </c:pt>
                <c:pt idx="6">
                  <c:v>753.735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264.554</c:v>
                </c:pt>
                <c:pt idx="2">
                  <c:v>302.833</c:v>
                </c:pt>
                <c:pt idx="3">
                  <c:v>352.51</c:v>
                </c:pt>
                <c:pt idx="4">
                  <c:v>414.873</c:v>
                </c:pt>
                <c:pt idx="5">
                  <c:v>490.533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264.554</c:v>
                </c:pt>
                <c:pt idx="1">
                  <c:v>38.27900000000005</c:v>
                </c:pt>
                <c:pt idx="2">
                  <c:v>49.676999999999964</c:v>
                </c:pt>
                <c:pt idx="3">
                  <c:v>62.363</c:v>
                </c:pt>
                <c:pt idx="4">
                  <c:v>75.66000000000003</c:v>
                </c:pt>
                <c:pt idx="5">
                  <c:v>89.12</c:v>
                </c:pt>
                <c:pt idx="6">
                  <c:v>579.653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311.17</c:v>
                </c:pt>
                <c:pt idx="2">
                  <c:v>354.939</c:v>
                </c:pt>
                <c:pt idx="3">
                  <c:v>409.078</c:v>
                </c:pt>
                <c:pt idx="4">
                  <c:v>473.816</c:v>
                </c:pt>
                <c:pt idx="5">
                  <c:v>551.011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311.17</c:v>
                </c:pt>
                <c:pt idx="1">
                  <c:v>43.769000000000005</c:v>
                </c:pt>
                <c:pt idx="2">
                  <c:v>54.13899999999995</c:v>
                </c:pt>
                <c:pt idx="3">
                  <c:v>64.738</c:v>
                </c:pt>
                <c:pt idx="4">
                  <c:v>77.195</c:v>
                </c:pt>
                <c:pt idx="5">
                  <c:v>89.51200000000006</c:v>
                </c:pt>
                <c:pt idx="6">
                  <c:v>640.523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258.552</c:v>
                </c:pt>
                <c:pt idx="2">
                  <c:v>291.166</c:v>
                </c:pt>
                <c:pt idx="3">
                  <c:v>333.203</c:v>
                </c:pt>
                <c:pt idx="4">
                  <c:v>384.061</c:v>
                </c:pt>
                <c:pt idx="5">
                  <c:v>442.969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258.552</c:v>
                </c:pt>
                <c:pt idx="1">
                  <c:v>32.613999999999976</c:v>
                </c:pt>
                <c:pt idx="2">
                  <c:v>42.03699999999998</c:v>
                </c:pt>
                <c:pt idx="3">
                  <c:v>50.858000000000004</c:v>
                </c:pt>
                <c:pt idx="4">
                  <c:v>58.908000000000015</c:v>
                </c:pt>
                <c:pt idx="5">
                  <c:v>67.63400000000001</c:v>
                </c:pt>
                <c:pt idx="6">
                  <c:v>510.603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329.258</c:v>
                </c:pt>
                <c:pt idx="2">
                  <c:v>379.603</c:v>
                </c:pt>
                <c:pt idx="3">
                  <c:v>448.42</c:v>
                </c:pt>
                <c:pt idx="4">
                  <c:v>543.326</c:v>
                </c:pt>
                <c:pt idx="5">
                  <c:v>658.814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329.258</c:v>
                </c:pt>
                <c:pt idx="1">
                  <c:v>50.34500000000003</c:v>
                </c:pt>
                <c:pt idx="2">
                  <c:v>68.81700000000001</c:v>
                </c:pt>
                <c:pt idx="3">
                  <c:v>94.906</c:v>
                </c:pt>
                <c:pt idx="4">
                  <c:v>115.48799999999994</c:v>
                </c:pt>
                <c:pt idx="5">
                  <c:v>136.63100000000009</c:v>
                </c:pt>
                <c:pt idx="6">
                  <c:v>795.445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212.732</c:v>
                </c:pt>
                <c:pt idx="2">
                  <c:v>243.583</c:v>
                </c:pt>
                <c:pt idx="3">
                  <c:v>286.765</c:v>
                </c:pt>
                <c:pt idx="4">
                  <c:v>342.955</c:v>
                </c:pt>
                <c:pt idx="5">
                  <c:v>411.054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212.732</c:v>
                </c:pt>
                <c:pt idx="1">
                  <c:v>30.851</c:v>
                </c:pt>
                <c:pt idx="2">
                  <c:v>43.18199999999999</c:v>
                </c:pt>
                <c:pt idx="3">
                  <c:v>56.19</c:v>
                </c:pt>
                <c:pt idx="4">
                  <c:v>68.09899999999999</c:v>
                </c:pt>
                <c:pt idx="5">
                  <c:v>80.77700000000004</c:v>
                </c:pt>
                <c:pt idx="6">
                  <c:v>491.831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Online Marketplaces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18.6990462078469</c:v>
                </c:pt>
                <c:pt idx="1">
                  <c:v>18.592650985033632</c:v>
                </c:pt>
                <c:pt idx="2">
                  <c:v>21.089323636787842</c:v>
                </c:pt>
              </c:numCache>
            </c:numRef>
          </c:val>
        </c:ser>
        <c:ser>
          <c:idx val="1"/>
          <c:order val="1"/>
          <c:tx>
            <c:strRef>
              <c:f>Sheet1!$C$1</c:f>
              <c:strCache>
                <c:ptCount val="1"/>
                <c:pt idx="0">
                  <c:v>Mass Retail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22.392926711294844</c:v>
                </c:pt>
                <c:pt idx="1">
                  <c:v>22.284550715340863</c:v>
                </c:pt>
                <c:pt idx="2">
                  <c:v>19.98348264351939</c:v>
                </c:pt>
              </c:numCache>
            </c:numRef>
          </c:val>
        </c:ser>
        <c:ser>
          <c:idx val="2"/>
          <c:order val="2"/>
          <c:tx>
            <c:strRef>
              <c:f>Sheet1!$D$1</c:f>
              <c:strCache>
                <c:ptCount val="1"/>
                <c:pt idx="0">
                  <c:v>Salon and Professional Distribution</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17.24541552867733</c:v>
                </c:pt>
                <c:pt idx="1">
                  <c:v>17.571251744871546</c:v>
                </c:pt>
                <c:pt idx="2">
                  <c:v>16.981936958314222</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14.877155603875957</c:v>
                </c:pt>
                <c:pt idx="1">
                  <c:v>14.9389238490624</c:v>
                </c:pt>
                <c:pt idx="2">
                  <c:v>15.368114343587527</c:v>
                </c:pt>
              </c:numCache>
            </c:numRef>
          </c:val>
        </c:ser>
        <c:ser>
          <c:idx val="4"/>
          <c:order val="4"/>
          <c:tx>
            <c:strRef>
              <c:f>Sheet1!$F$1</c:f>
              <c:strCache>
                <c:ptCount val="1"/>
                <c:pt idx="0">
                  <c:v>Pharmacies and Drugstores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14.733655696668668</c:v>
                </c:pt>
                <c:pt idx="1">
                  <c:v>14.600000903493356</c:v>
                </c:pt>
                <c:pt idx="2">
                  <c:v>13.537418573144317</c:v>
                </c:pt>
              </c:numCache>
            </c:numRef>
          </c:val>
        </c:ser>
        <c:ser>
          <c:idx val="5"/>
          <c:order val="5"/>
          <c:tx>
            <c:strRef>
              <c:f>Sheet1!$G$1</c:f>
              <c:strCache>
                <c:ptCount val="1"/>
                <c:pt idx="0">
                  <c:v>Brand-owned Online 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12.051800251636292</c:v>
                </c:pt>
                <c:pt idx="1">
                  <c:v>12.012621802198199</c:v>
                </c:pt>
                <c:pt idx="2">
                  <c:v>13.039723844646705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13.641813105600262</c:v>
                </c:pt>
                <c:pt idx="1">
                  <c:v>12.746732314757573</c:v>
                </c:pt>
                <c:pt idx="2">
                  <c:v>13.346261968675362</c:v>
                </c:pt>
                <c:pt idx="3">
                  <c:v>12.958573202393048</c:v>
                </c:pt>
                <c:pt idx="4">
                  <c:v>12.790682410391385</c:v>
                </c:pt>
                <c:pt idx="5">
                  <c:v>15.723740223896895</c:v>
                </c:pt>
                <c:pt idx="6">
                  <c:v>13.046043929060827</c:v>
                </c:pt>
                <c:pt idx="7">
                  <c:v>13.650036704033027</c:v>
                </c:pt>
                <c:pt idx="8">
                  <c:v>16.194031920176872</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16.437838725570703</c:v>
                </c:pt>
                <c:pt idx="1">
                  <c:v>15.298507462686567</c:v>
                </c:pt>
                <c:pt idx="2">
                  <c:v>15.779099997886329</c:v>
                </c:pt>
                <c:pt idx="3">
                  <c:v>20.38270350720966</c:v>
                </c:pt>
                <c:pt idx="4">
                  <c:v>15.278917279809919</c:v>
                </c:pt>
                <c:pt idx="5">
                  <c:v>15.977895166624991</c:v>
                </c:pt>
                <c:pt idx="6">
                  <c:v>19.82847388890209</c:v>
                </c:pt>
                <c:pt idx="7">
                  <c:v>16.429470302849662</c:v>
                </c:pt>
                <c:pt idx="8">
                  <c:v>15.853200462845084</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13.301855805550995</c:v>
                </c:pt>
                <c:pt idx="1">
                  <c:v>12.397332862315642</c:v>
                </c:pt>
                <c:pt idx="2">
                  <c:v>12.836866690621632</c:v>
                </c:pt>
                <c:pt idx="3">
                  <c:v>12.585234517732543</c:v>
                </c:pt>
                <c:pt idx="4">
                  <c:v>12.420171045636234</c:v>
                </c:pt>
                <c:pt idx="5">
                  <c:v>12.90398133876037</c:v>
                </c:pt>
                <c:pt idx="6">
                  <c:v>12.779507164413184</c:v>
                </c:pt>
                <c:pt idx="7">
                  <c:v>13.304660032343705</c:v>
                </c:pt>
                <c:pt idx="8">
                  <c:v>12.924453228529343</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14.030218426671045</c:v>
                </c:pt>
                <c:pt idx="1">
                  <c:v>13.071292943566192</c:v>
                </c:pt>
                <c:pt idx="2">
                  <c:v>13.521168438629497</c:v>
                </c:pt>
                <c:pt idx="3">
                  <c:v>13.247879327572296</c:v>
                </c:pt>
                <c:pt idx="4">
                  <c:v>13.085056807366907</c:v>
                </c:pt>
                <c:pt idx="5">
                  <c:v>13.592067074116393</c:v>
                </c:pt>
                <c:pt idx="6">
                  <c:v>13.454363994962337</c:v>
                </c:pt>
                <c:pt idx="7">
                  <c:v>14.0304615877116</c:v>
                </c:pt>
                <c:pt idx="8">
                  <c:v>13.606368237466082</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16.68336344227295</c:v>
                </c:pt>
                <c:pt idx="1">
                  <c:v>18.162699814536783</c:v>
                </c:pt>
                <c:pt idx="2">
                  <c:v>19.264547356851473</c:v>
                </c:pt>
                <c:pt idx="3">
                  <c:v>15.918944116257583</c:v>
                </c:pt>
                <c:pt idx="4">
                  <c:v>19.733586248088372</c:v>
                </c:pt>
                <c:pt idx="5">
                  <c:v>16.41815609481277</c:v>
                </c:pt>
                <c:pt idx="6">
                  <c:v>16.035968601731497</c:v>
                </c:pt>
                <c:pt idx="7">
                  <c:v>16.68060316041042</c:v>
                </c:pt>
                <c:pt idx="8">
                  <c:v>16.216300247640607</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Sheet1!$G$2:$G$10</c:f>
              <c:numCache>
                <c:formatCode>General</c:formatCode>
                <c:ptCount val="9"/>
                <c:pt idx="0">
                  <c:v>10.640499260962391</c:v>
                </c:pt>
                <c:pt idx="1">
                  <c:v>10.063035414642762</c:v>
                </c:pt>
                <c:pt idx="2">
                  <c:v>10.481706157130478</c:v>
                </c:pt>
                <c:pt idx="3">
                  <c:v>10.346874699510437</c:v>
                </c:pt>
                <c:pt idx="4">
                  <c:v>10.089460937141057</c:v>
                </c:pt>
                <c:pt idx="5">
                  <c:v>10.536510639375342</c:v>
                </c:pt>
                <c:pt idx="6">
                  <c:v>10.172357800853868</c:v>
                </c:pt>
                <c:pt idx="7">
                  <c:v>10.645135473757996</c:v>
                </c:pt>
                <c:pt idx="8">
                  <c:v>10.468718882113155</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Sheet1!$H$2:$H$10</c:f>
              <c:numCache>
                <c:formatCode>General</c:formatCode>
                <c:ptCount val="9"/>
                <c:pt idx="0">
                  <c:v>15.264411233371652</c:v>
                </c:pt>
                <c:pt idx="1">
                  <c:v>18.26039918749448</c:v>
                </c:pt>
                <c:pt idx="2">
                  <c:v>14.77034939020524</c:v>
                </c:pt>
                <c:pt idx="3">
                  <c:v>14.559790629324437</c:v>
                </c:pt>
                <c:pt idx="4">
                  <c:v>16.602125271566123</c:v>
                </c:pt>
                <c:pt idx="5">
                  <c:v>14.847649462413237</c:v>
                </c:pt>
                <c:pt idx="6">
                  <c:v>14.6832846200762</c:v>
                </c:pt>
                <c:pt idx="7">
                  <c:v>15.259632738893577</c:v>
                </c:pt>
                <c:pt idx="8">
                  <c:v>14.73692702122886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1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79.87718973525936</c:v>
                </c:pt>
              </c:numCache>
            </c:numRef>
          </c:xVal>
          <c:yVal>
            <c:numRef>
              <c:f>Sheet1!$B$2:$B$2</c:f>
              <c:numCache>
                <c:formatCode>General</c:formatCode>
                <c:ptCount val="1"/>
                <c:pt idx="0">
                  <c:v>116.6177839114938</c:v>
                </c:pt>
              </c:numCache>
            </c:numRef>
          </c:yVal>
          <c:bubbleSize>
            <c:numRef>
              <c:f>Sheet1!$C$2:$C$2</c:f>
              <c:numCache>
                <c:formatCode>General</c:formatCode>
                <c:ptCount val="1"/>
                <c:pt idx="0">
                  <c:v>542.133</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120.23299331789666</c:v>
                </c:pt>
              </c:numCache>
            </c:numRef>
          </c:xVal>
          <c:yVal>
            <c:numRef>
              <c:f>Sheet1!$B$5:$B$5</c:f>
              <c:numCache>
                <c:formatCode>General</c:formatCode>
                <c:ptCount val="1"/>
                <c:pt idx="0">
                  <c:v>101.21141518681983</c:v>
                </c:pt>
              </c:numCache>
            </c:numRef>
          </c:yVal>
          <c:bubbleSize>
            <c:numRef>
              <c:f>Sheet1!$C$5:$C$5</c:f>
              <c:numCache>
                <c:formatCode>General</c:formatCode>
                <c:ptCount val="1"/>
                <c:pt idx="0">
                  <c:v>631.246</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91.53987321829656</c:v>
                </c:pt>
              </c:numCache>
            </c:numRef>
          </c:xVal>
          <c:yVal>
            <c:numRef>
              <c:f>Sheet1!$B$8:$B$8</c:f>
              <c:numCache>
                <c:formatCode>General</c:formatCode>
                <c:ptCount val="1"/>
                <c:pt idx="0">
                  <c:v>96.03050193573452</c:v>
                </c:pt>
              </c:numCache>
            </c:numRef>
          </c:yVal>
          <c:bubbleSize>
            <c:numRef>
              <c:f>Sheet1!$C$8:$C$8</c:f>
              <c:numCache>
                <c:formatCode>General</c:formatCode>
                <c:ptCount val="1"/>
                <c:pt idx="0">
                  <c:v>486.431</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98.51482709357185</c:v>
                </c:pt>
              </c:numCache>
            </c:numRef>
          </c:xVal>
          <c:yVal>
            <c:numRef>
              <c:f>Sheet1!$B$11:$B$11</c:f>
              <c:numCache>
                <c:formatCode>General</c:formatCode>
                <c:ptCount val="1"/>
                <c:pt idx="0">
                  <c:v>96.13090263503837</c:v>
                </c:pt>
              </c:numCache>
            </c:numRef>
          </c:yVal>
          <c:bubbleSize>
            <c:numRef>
              <c:f>Sheet1!$C$11:$C$11</c:f>
              <c:numCache>
                <c:formatCode>General</c:formatCode>
                <c:ptCount val="1"/>
                <c:pt idx="0">
                  <c:v>512.405</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107.07242333210176</c:v>
                </c:pt>
              </c:numCache>
            </c:numRef>
          </c:xVal>
          <c:yVal>
            <c:numRef>
              <c:f>Sheet1!$B$14:$B$14</c:f>
              <c:numCache>
                <c:formatCode>General</c:formatCode>
                <c:ptCount val="1"/>
                <c:pt idx="0">
                  <c:v>111.87839657033922</c:v>
                </c:pt>
              </c:numCache>
            </c:numRef>
          </c:yVal>
          <c:bubbleSize>
            <c:numRef>
              <c:f>Sheet1!$C$14:$C$14</c:f>
              <c:numCache>
                <c:formatCode>General</c:formatCode>
                <c:ptCount val="1"/>
                <c:pt idx="0">
                  <c:v>634.607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85.8313312287208</c:v>
                </c:pt>
              </c:numCache>
            </c:numRef>
          </c:xVal>
          <c:yVal>
            <c:numRef>
              <c:f>Sheet1!$B$17:$B$17</c:f>
              <c:numCache>
                <c:formatCode>General</c:formatCode>
                <c:ptCount val="1"/>
                <c:pt idx="0">
                  <c:v>80.88738858797541</c:v>
                </c:pt>
              </c:numCache>
            </c:numRef>
          </c:yVal>
          <c:bubbleSize>
            <c:numRef>
              <c:f>Sheet1!$C$17:$C$17</c:f>
              <c:numCache>
                <c:formatCode>General</c:formatCode>
                <c:ptCount val="1"/>
                <c:pt idx="0">
                  <c:v>392.907</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112.11110005795035</c:v>
                </c:pt>
              </c:numCache>
            </c:numRef>
          </c:xVal>
          <c:yVal>
            <c:numRef>
              <c:f>Sheet1!$B$20:$B$20</c:f>
              <c:numCache>
                <c:formatCode>General</c:formatCode>
                <c:ptCount val="1"/>
                <c:pt idx="0">
                  <c:v>97.24361117259886</c:v>
                </c:pt>
              </c:numCache>
            </c:numRef>
          </c:yVal>
          <c:bubbleSize>
            <c:numRef>
              <c:f>Sheet1!$C$20:$C$20</c:f>
              <c:numCache>
                <c:formatCode>General</c:formatCode>
                <c:ptCount val="1"/>
                <c:pt idx="0">
                  <c:v>572.063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295.027</c:v>
                </c:pt>
                <c:pt idx="2">
                  <c:v>329.72</c:v>
                </c:pt>
                <c:pt idx="3">
                  <c:v>372.746</c:v>
                </c:pt>
                <c:pt idx="4">
                  <c:v>421.124</c:v>
                </c:pt>
                <c:pt idx="5">
                  <c:v>477.955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295.027</c:v>
                </c:pt>
                <c:pt idx="1">
                  <c:v>34.69300000000004</c:v>
                </c:pt>
                <c:pt idx="2">
                  <c:v>43.025999999999954</c:v>
                </c:pt>
                <c:pt idx="3">
                  <c:v>48.37800000000004</c:v>
                </c:pt>
                <c:pt idx="4">
                  <c:v>56.83099999999996</c:v>
                </c:pt>
                <c:pt idx="5">
                  <c:v>64.17800000000005</c:v>
                </c:pt>
                <c:pt idx="6">
                  <c:v>542.133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256.051</c:v>
                </c:pt>
                <c:pt idx="2">
                  <c:v>296.88</c:v>
                </c:pt>
                <c:pt idx="3">
                  <c:v>352.769</c:v>
                </c:pt>
                <c:pt idx="4">
                  <c:v>429.297</c:v>
                </c:pt>
                <c:pt idx="5">
                  <c:v>521.876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256.051</c:v>
                </c:pt>
                <c:pt idx="1">
                  <c:v>40.82900000000001</c:v>
                </c:pt>
                <c:pt idx="2">
                  <c:v>55.88900000000001</c:v>
                </c:pt>
                <c:pt idx="3">
                  <c:v>76.52800000000002</c:v>
                </c:pt>
                <c:pt idx="4">
                  <c:v>92.57899999999995</c:v>
                </c:pt>
                <c:pt idx="5">
                  <c:v>109.37</c:v>
                </c:pt>
                <c:pt idx="6">
                  <c:v>631.246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242.944</c:v>
                </c:pt>
                <c:pt idx="2">
                  <c:v>276.921</c:v>
                </c:pt>
                <c:pt idx="3">
                  <c:v>318.173</c:v>
                </c:pt>
                <c:pt idx="4">
                  <c:v>366.641</c:v>
                </c:pt>
                <c:pt idx="5">
                  <c:v>422.608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242.944</c:v>
                </c:pt>
                <c:pt idx="1">
                  <c:v>33.977000000000004</c:v>
                </c:pt>
                <c:pt idx="2">
                  <c:v>41.25200000000001</c:v>
                </c:pt>
                <c:pt idx="3">
                  <c:v>48.46800000000002</c:v>
                </c:pt>
                <c:pt idx="4">
                  <c:v>55.966999999999985</c:v>
                </c:pt>
                <c:pt idx="5">
                  <c:v>63.82299999999998</c:v>
                </c:pt>
                <c:pt idx="6">
                  <c:v>486.431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243.198</c:v>
                </c:pt>
                <c:pt idx="2">
                  <c:v>278.892</c:v>
                </c:pt>
                <c:pt idx="3">
                  <c:v>323.459</c:v>
                </c:pt>
                <c:pt idx="4">
                  <c:v>376.083</c:v>
                </c:pt>
                <c:pt idx="5">
                  <c:v>439.064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243.198</c:v>
                </c:pt>
                <c:pt idx="1">
                  <c:v>35.69399999999999</c:v>
                </c:pt>
                <c:pt idx="2">
                  <c:v>44.56700000000001</c:v>
                </c:pt>
                <c:pt idx="3">
                  <c:v>52.624000000000024</c:v>
                </c:pt>
                <c:pt idx="4">
                  <c:v>62.980999999999995</c:v>
                </c:pt>
                <c:pt idx="5">
                  <c:v>73.34099999999995</c:v>
                </c:pt>
                <c:pt idx="6">
                  <c:v>512.405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283.037</c:v>
                </c:pt>
                <c:pt idx="2">
                  <c:v>320.922</c:v>
                </c:pt>
                <c:pt idx="3">
                  <c:v>374.4</c:v>
                </c:pt>
                <c:pt idx="4">
                  <c:v>444.49</c:v>
                </c:pt>
                <c:pt idx="5">
                  <c:v>531.218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283.037</c:v>
                </c:pt>
                <c:pt idx="1">
                  <c:v>37.88500000000005</c:v>
                </c:pt>
                <c:pt idx="2">
                  <c:v>53.47799999999995</c:v>
                </c:pt>
                <c:pt idx="3">
                  <c:v>70.09000000000003</c:v>
                </c:pt>
                <c:pt idx="4">
                  <c:v>86.72799999999995</c:v>
                </c:pt>
                <c:pt idx="5">
                  <c:v>103.38900000000001</c:v>
                </c:pt>
                <c:pt idx="6">
                  <c:v>634.607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204.634</c:v>
                </c:pt>
                <c:pt idx="2">
                  <c:v>229.205</c:v>
                </c:pt>
                <c:pt idx="3">
                  <c:v>261.623</c:v>
                </c:pt>
                <c:pt idx="4">
                  <c:v>300.667</c:v>
                </c:pt>
                <c:pt idx="5">
                  <c:v>343.998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204.634</c:v>
                </c:pt>
                <c:pt idx="1">
                  <c:v>24.571000000000026</c:v>
                </c:pt>
                <c:pt idx="2">
                  <c:v>32.41799999999998</c:v>
                </c:pt>
                <c:pt idx="3">
                  <c:v>39.04399999999998</c:v>
                </c:pt>
                <c:pt idx="4">
                  <c:v>43.33100000000002</c:v>
                </c:pt>
                <c:pt idx="5">
                  <c:v>48.90899999999999</c:v>
                </c:pt>
                <c:pt idx="6">
                  <c:v>392.907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246.013</c:v>
                </c:pt>
                <c:pt idx="2">
                  <c:v>282.984</c:v>
                </c:pt>
                <c:pt idx="3">
                  <c:v>331.162</c:v>
                </c:pt>
                <c:pt idx="4">
                  <c:v>395.109</c:v>
                </c:pt>
                <c:pt idx="5">
                  <c:v>475.832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246.013</c:v>
                </c:pt>
                <c:pt idx="1">
                  <c:v>36.970999999999975</c:v>
                </c:pt>
                <c:pt idx="2">
                  <c:v>48.178</c:v>
                </c:pt>
                <c:pt idx="3">
                  <c:v>63.947</c:v>
                </c:pt>
                <c:pt idx="4">
                  <c:v>80.72300000000001</c:v>
                </c:pt>
                <c:pt idx="5">
                  <c:v>96.231</c:v>
                </c:pt>
                <c:pt idx="6">
                  <c:v>572.063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16.626846173067904</c:v>
                </c:pt>
                <c:pt idx="1">
                  <c:v>15.98262808147703</c:v>
                </c:pt>
                <c:pt idx="2">
                  <c:v>16.82507943173961</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14.350940567365317</c:v>
                </c:pt>
                <c:pt idx="1">
                  <c:v>14.45877359811712</c:v>
                </c:pt>
                <c:pt idx="2">
                  <c:v>16.735970594348785</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13.531076789985985</c:v>
                </c:pt>
                <c:pt idx="1">
                  <c:v>13.891944453228408</c:v>
                </c:pt>
                <c:pt idx="2">
                  <c:v>15.166875585928386</c:v>
                </c:pt>
              </c:numCache>
            </c:numRef>
          </c:val>
        </c:ser>
        <c:ser>
          <c:idx val="3"/>
          <c:order val="3"/>
          <c:tx>
            <c:strRef>
              <c:f>Sheet1!$E$1</c:f>
              <c:strCache>
                <c:ptCount val="1"/>
                <c:pt idx="0">
                  <c:v>Hold and Shape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16.92524414711809</c:v>
                </c:pt>
                <c:pt idx="1">
                  <c:v>16.659683415927685</c:v>
                </c:pt>
                <c:pt idx="2">
                  <c:v>14.37335356774711</c:v>
                </c:pt>
              </c:numCache>
            </c:numRef>
          </c:val>
        </c:ser>
        <c:ser>
          <c:idx val="4"/>
          <c:order val="4"/>
          <c:tx>
            <c:strRef>
              <c:f>Sheet1!$F$1</c:f>
              <c:strCache>
                <c:ptCount val="1"/>
                <c:pt idx="0">
                  <c:v>Texture and Separation</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13.214485599594342</c:v>
                </c:pt>
                <c:pt idx="1">
                  <c:v>13.732986090719768</c:v>
                </c:pt>
                <c:pt idx="2">
                  <c:v>13.585187094092143</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13.550146787837871</c:v>
                </c:pt>
                <c:pt idx="1">
                  <c:v>13.718643133676359</c:v>
                </c:pt>
                <c:pt idx="2">
                  <c:v>12.896548908317321</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11.801259935030489</c:v>
                </c:pt>
                <c:pt idx="1">
                  <c:v>11.555341226853628</c:v>
                </c:pt>
                <c:pt idx="2">
                  <c:v>10.416984817826645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19.00527171503178</c:v>
                </c:pt>
                <c:pt idx="1">
                  <c:v>19.01891624854416</c:v>
                </c:pt>
                <c:pt idx="2">
                  <c:v>19.05740736826531</c:v>
                </c:pt>
                <c:pt idx="3">
                  <c:v>17.732468205724228</c:v>
                </c:pt>
                <c:pt idx="4">
                  <c:v>19.049666244412794</c:v>
                </c:pt>
                <c:pt idx="5">
                  <c:v>19.056993736291215</c:v>
                </c:pt>
                <c:pt idx="6">
                  <c:v>17.610634539679523</c:v>
                </c:pt>
                <c:pt idx="7">
                  <c:v>19.01326728438076</c:v>
                </c:pt>
                <c:pt idx="8">
                  <c:v>20.758920130786287</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20.14665549917065</c:v>
                </c:pt>
                <c:pt idx="1">
                  <c:v>20.146605066044035</c:v>
                </c:pt>
                <c:pt idx="2">
                  <c:v>20.146477563357358</c:v>
                </c:pt>
                <c:pt idx="3">
                  <c:v>18.755905248459413</c:v>
                </c:pt>
                <c:pt idx="4">
                  <c:v>20.14676056892693</c:v>
                </c:pt>
                <c:pt idx="5">
                  <c:v>20.146733471120157</c:v>
                </c:pt>
                <c:pt idx="6">
                  <c:v>18.329056071731266</c:v>
                </c:pt>
                <c:pt idx="7">
                  <c:v>20.146678349420117</c:v>
                </c:pt>
                <c:pt idx="8">
                  <c:v>21.304703314950086</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20.186891330410077</c:v>
                </c:pt>
                <c:pt idx="1">
                  <c:v>20.180275657266495</c:v>
                </c:pt>
                <c:pt idx="2">
                  <c:v>20.16021644015134</c:v>
                </c:pt>
                <c:pt idx="3">
                  <c:v>22.888533993327595</c:v>
                </c:pt>
                <c:pt idx="4">
                  <c:v>20.16415392794555</c:v>
                </c:pt>
                <c:pt idx="5">
                  <c:v>20.160343348726208</c:v>
                </c:pt>
                <c:pt idx="6">
                  <c:v>21.8086875935651</c:v>
                </c:pt>
                <c:pt idx="7">
                  <c:v>20.18310646254045</c:v>
                </c:pt>
                <c:pt idx="8">
                  <c:v>19.144595149882395</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19.944655203560462</c:v>
                </c:pt>
                <c:pt idx="1">
                  <c:v>19.930782096077095</c:v>
                </c:pt>
                <c:pt idx="2">
                  <c:v>19.891251505992262</c:v>
                </c:pt>
                <c:pt idx="3">
                  <c:v>21.099609521977982</c:v>
                </c:pt>
                <c:pt idx="4">
                  <c:v>19.898987247057896</c:v>
                </c:pt>
                <c:pt idx="5">
                  <c:v>19.891627393202025</c:v>
                </c:pt>
                <c:pt idx="6">
                  <c:v>22.94948870882146</c:v>
                </c:pt>
                <c:pt idx="7">
                  <c:v>19.936388787316396</c:v>
                </c:pt>
                <c:pt idx="8">
                  <c:v>19.032245324289327</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Sheet1!$F$2:$F$10</c:f>
              <c:numCache>
                <c:formatCode>General</c:formatCode>
                <c:ptCount val="9"/>
                <c:pt idx="0">
                  <c:v>20.716526251827037</c:v>
                </c:pt>
                <c:pt idx="1">
                  <c:v>20.723420932068198</c:v>
                </c:pt>
                <c:pt idx="2">
                  <c:v>20.74464712223373</c:v>
                </c:pt>
                <c:pt idx="3">
                  <c:v>19.523483030510803</c:v>
                </c:pt>
                <c:pt idx="4">
                  <c:v>20.740432011656832</c:v>
                </c:pt>
                <c:pt idx="5">
                  <c:v>20.744302050660394</c:v>
                </c:pt>
                <c:pt idx="6">
                  <c:v>19.302133086202662</c:v>
                </c:pt>
                <c:pt idx="7">
                  <c:v>20.720559116342287</c:v>
                </c:pt>
                <c:pt idx="8">
                  <c:v>19.759536080091895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2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86.70591402124333</c:v>
                </c:pt>
              </c:numCache>
            </c:numRef>
          </c:xVal>
          <c:yVal>
            <c:numRef>
              <c:f>Sheet1!$B$2:$B$2</c:f>
              <c:numCache>
                <c:formatCode>General</c:formatCode>
                <c:ptCount val="1"/>
                <c:pt idx="0">
                  <c:v>106.38035354804465</c:v>
                </c:pt>
              </c:numCache>
            </c:numRef>
          </c:yVal>
          <c:bubbleSize>
            <c:numRef>
              <c:f>Sheet1!$C$2:$C$2</c:f>
              <c:numCache>
                <c:formatCode>General</c:formatCode>
                <c:ptCount val="1"/>
                <c:pt idx="0">
                  <c:v>728.102</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99.29524622304336</c:v>
                </c:pt>
              </c:numCache>
            </c:numRef>
          </c:xVal>
          <c:yVal>
            <c:numRef>
              <c:f>Sheet1!$B$5:$B$5</c:f>
              <c:numCache>
                <c:formatCode>General</c:formatCode>
                <c:ptCount val="1"/>
                <c:pt idx="0">
                  <c:v>101.42158952625917</c:v>
                </c:pt>
              </c:numCache>
            </c:numRef>
          </c:yVal>
          <c:bubbleSize>
            <c:numRef>
              <c:f>Sheet1!$C$5:$C$5</c:f>
              <c:numCache>
                <c:formatCode>General</c:formatCode>
                <c:ptCount val="1"/>
                <c:pt idx="0">
                  <c:v>761.165</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108.5548536267422</c:v>
                </c:pt>
              </c:numCache>
            </c:numRef>
          </c:xVal>
          <c:yVal>
            <c:numRef>
              <c:f>Sheet1!$B$8:$B$8</c:f>
              <c:numCache>
                <c:formatCode>General</c:formatCode>
                <c:ptCount val="1"/>
                <c:pt idx="0">
                  <c:v>95.10673920961317</c:v>
                </c:pt>
              </c:numCache>
            </c:numRef>
          </c:yVal>
          <c:bubbleSize>
            <c:numRef>
              <c:f>Sheet1!$C$8:$C$8</c:f>
              <c:numCache>
                <c:formatCode>General</c:formatCode>
                <c:ptCount val="1"/>
                <c:pt idx="0">
                  <c:v>763.413</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114.1277663916377</c:v>
                </c:pt>
              </c:numCache>
            </c:numRef>
          </c:xVal>
          <c:yVal>
            <c:numRef>
              <c:f>Sheet1!$B$11:$B$11</c:f>
              <c:numCache>
                <c:formatCode>General</c:formatCode>
                <c:ptCount val="1"/>
                <c:pt idx="0">
                  <c:v>90.80950135665097</c:v>
                </c:pt>
              </c:numCache>
            </c:numRef>
          </c:yVal>
          <c:bubbleSize>
            <c:numRef>
              <c:f>Sheet1!$C$11:$C$11</c:f>
              <c:numCache>
                <c:formatCode>General</c:formatCode>
                <c:ptCount val="1"/>
                <c:pt idx="0">
                  <c:v>758.856</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92.72225304207123</c:v>
                </c:pt>
              </c:numCache>
            </c:numRef>
          </c:xVal>
          <c:yVal>
            <c:numRef>
              <c:f>Sheet1!$B$14:$B$14</c:f>
              <c:numCache>
                <c:formatCode>General</c:formatCode>
                <c:ptCount val="1"/>
                <c:pt idx="0">
                  <c:v>106.28181635943204</c:v>
                </c:pt>
              </c:numCache>
            </c:numRef>
          </c:yVal>
          <c:bubbleSize>
            <c:numRef>
              <c:f>Sheet1!$C$14:$C$14</c:f>
              <c:numCache>
                <c:formatCode>General</c:formatCode>
                <c:ptCount val="1"/>
                <c:pt idx="0">
                  <c:v>760.256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376.779</c:v>
                </c:pt>
                <c:pt idx="2">
                  <c:v>424.215</c:v>
                </c:pt>
                <c:pt idx="3">
                  <c:v>484.02</c:v>
                </c:pt>
                <c:pt idx="4">
                  <c:v>552.877</c:v>
                </c:pt>
                <c:pt idx="5">
                  <c:v>634.747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376.779</c:v>
                </c:pt>
                <c:pt idx="1">
                  <c:v>47.43599999999998</c:v>
                </c:pt>
                <c:pt idx="2">
                  <c:v>59.80500000000001</c:v>
                </c:pt>
                <c:pt idx="3">
                  <c:v>68.85699999999997</c:v>
                </c:pt>
                <c:pt idx="4">
                  <c:v>81.87</c:v>
                </c:pt>
                <c:pt idx="5">
                  <c:v>93.35500000000002</c:v>
                </c:pt>
                <c:pt idx="6">
                  <c:v>728.102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359.216</c:v>
                </c:pt>
                <c:pt idx="2">
                  <c:v>413.154</c:v>
                </c:pt>
                <c:pt idx="3">
                  <c:v>479.669</c:v>
                </c:pt>
                <c:pt idx="4">
                  <c:v>559.687</c:v>
                </c:pt>
                <c:pt idx="5">
                  <c:v>653.275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359.216</c:v>
                </c:pt>
                <c:pt idx="1">
                  <c:v>53.93799999999999</c:v>
                </c:pt>
                <c:pt idx="2">
                  <c:v>66.51499999999999</c:v>
                </c:pt>
                <c:pt idx="3">
                  <c:v>80.01800000000003</c:v>
                </c:pt>
                <c:pt idx="4">
                  <c:v>93.58799999999997</c:v>
                </c:pt>
                <c:pt idx="5">
                  <c:v>107.88999999999999</c:v>
                </c:pt>
                <c:pt idx="6">
                  <c:v>761.165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336.85</c:v>
                </c:pt>
                <c:pt idx="2">
                  <c:v>381.724</c:v>
                </c:pt>
                <c:pt idx="3">
                  <c:v>445.678</c:v>
                </c:pt>
                <c:pt idx="4">
                  <c:v>530.782</c:v>
                </c:pt>
                <c:pt idx="5">
                  <c:v>636.636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336.85</c:v>
                </c:pt>
                <c:pt idx="1">
                  <c:v>44.87399999999997</c:v>
                </c:pt>
                <c:pt idx="2">
                  <c:v>63.95400000000001</c:v>
                </c:pt>
                <c:pt idx="3">
                  <c:v>85.10400000000004</c:v>
                </c:pt>
                <c:pt idx="4">
                  <c:v>105.85399999999993</c:v>
                </c:pt>
                <c:pt idx="5">
                  <c:v>126.77700000000004</c:v>
                </c:pt>
                <c:pt idx="6">
                  <c:v>763.413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321.63</c:v>
                </c:pt>
                <c:pt idx="2">
                  <c:v>369.33</c:v>
                </c:pt>
                <c:pt idx="3">
                  <c:v>434.561</c:v>
                </c:pt>
                <c:pt idx="4">
                  <c:v>524.187</c:v>
                </c:pt>
                <c:pt idx="5">
                  <c:v>632.044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321.63</c:v>
                </c:pt>
                <c:pt idx="1">
                  <c:v>47.69999999999999</c:v>
                </c:pt>
                <c:pt idx="2">
                  <c:v>65.231</c:v>
                </c:pt>
                <c:pt idx="3">
                  <c:v>89.62600000000003</c:v>
                </c:pt>
                <c:pt idx="4">
                  <c:v>107.85699999999997</c:v>
                </c:pt>
                <c:pt idx="5">
                  <c:v>126.81200000000001</c:v>
                </c:pt>
                <c:pt idx="6">
                  <c:v>758.856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376.43</c:v>
                </c:pt>
                <c:pt idx="2">
                  <c:v>427.101</c:v>
                </c:pt>
                <c:pt idx="3">
                  <c:v>490.405</c:v>
                </c:pt>
                <c:pt idx="4">
                  <c:v>565.876</c:v>
                </c:pt>
                <c:pt idx="5">
                  <c:v>655.849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376.43</c:v>
                </c:pt>
                <c:pt idx="1">
                  <c:v>50.67099999999999</c:v>
                </c:pt>
                <c:pt idx="2">
                  <c:v>63.303999999999974</c:v>
                </c:pt>
                <c:pt idx="3">
                  <c:v>75.471</c:v>
                </c:pt>
                <c:pt idx="4">
                  <c:v>89.97300000000007</c:v>
                </c:pt>
                <c:pt idx="5">
                  <c:v>104.40699999999993</c:v>
                </c:pt>
                <c:pt idx="6">
                  <c:v>760.256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Curly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19.817965545409248</c:v>
                </c:pt>
                <c:pt idx="1">
                  <c:v>19.021347841922633</c:v>
                </c:pt>
                <c:pt idx="2">
                  <c:v>20.240060957762253</c:v>
                </c:pt>
              </c:numCache>
            </c:numRef>
          </c:val>
        </c:ser>
        <c:ser>
          <c:idx val="1"/>
          <c:order val="1"/>
          <c:tx>
            <c:strRef>
              <c:f>Sheet1!$C$1</c:f>
              <c:strCache>
                <c:ptCount val="1"/>
                <c:pt idx="0">
                  <c:v>Wavy Hair</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19.631357213939072</c:v>
                </c:pt>
                <c:pt idx="1">
                  <c:v>20.284317905251836</c:v>
                </c:pt>
                <c:pt idx="2">
                  <c:v>20.180460640459494</c:v>
                </c:pt>
              </c:numCache>
            </c:numRef>
          </c:val>
        </c:ser>
        <c:ser>
          <c:idx val="2"/>
          <c:order val="2"/>
          <c:tx>
            <c:strRef>
              <c:f>Sheet1!$D$1</c:f>
              <c:strCache>
                <c:ptCount val="1"/>
                <c:pt idx="0">
                  <c:v>All Hair Types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20.96859514759886</c:v>
                </c:pt>
                <c:pt idx="1">
                  <c:v>21.256363271886407</c:v>
                </c:pt>
                <c:pt idx="2">
                  <c:v>20.156360690091077</c:v>
                </c:pt>
              </c:numCache>
            </c:numRef>
          </c:val>
        </c:ser>
        <c:ser>
          <c:idx val="3"/>
          <c:order val="3"/>
          <c:tx>
            <c:strRef>
              <c:f>Sheet1!$E$1</c:f>
              <c:strCache>
                <c:ptCount val="1"/>
                <c:pt idx="0">
                  <c:v>Coily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18.364042605736195</c:v>
                </c:pt>
                <c:pt idx="1">
                  <c:v>18.161900271330193</c:v>
                </c:pt>
                <c:pt idx="2">
                  <c:v>20.119243054760176</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21.218039487316624</c:v>
                </c:pt>
                <c:pt idx="1">
                  <c:v>21.27607070960893</c:v>
                </c:pt>
                <c:pt idx="2">
                  <c:v>19.303874656926997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Sheet1!$B$2:$B$10</c:f>
              <c:numCache>
                <c:formatCode>General</c:formatCode>
                <c:ptCount val="9"/>
                <c:pt idx="0">
                  <c:v>24.419043865267444</c:v>
                </c:pt>
                <c:pt idx="1">
                  <c:v>24.15437604875033</c:v>
                </c:pt>
                <c:pt idx="2">
                  <c:v>24.444632326520257</c:v>
                </c:pt>
                <c:pt idx="3">
                  <c:v>24.38323863992675</c:v>
                </c:pt>
                <c:pt idx="4">
                  <c:v>24.255282839918223</c:v>
                </c:pt>
                <c:pt idx="5">
                  <c:v>23.795054882449016</c:v>
                </c:pt>
                <c:pt idx="6">
                  <c:v>24.79866137288488</c:v>
                </c:pt>
                <c:pt idx="7">
                  <c:v>23.688005110960553</c:v>
                </c:pt>
                <c:pt idx="8">
                  <c:v>23.625647355997696</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Sheet1!$C$2:$C$10</c:f>
              <c:numCache>
                <c:formatCode>General</c:formatCode>
                <c:ptCount val="9"/>
                <c:pt idx="0">
                  <c:v>25.5004844722537</c:v>
                </c:pt>
                <c:pt idx="1">
                  <c:v>26.13761812240572</c:v>
                </c:pt>
                <c:pt idx="2">
                  <c:v>25.729745725095643</c:v>
                </c:pt>
                <c:pt idx="3">
                  <c:v>25.715635491005166</c:v>
                </c:pt>
                <c:pt idx="4">
                  <c:v>26.21647254957944</c:v>
                </c:pt>
                <c:pt idx="5">
                  <c:v>25.8767265499386</c:v>
                </c:pt>
                <c:pt idx="6">
                  <c:v>25.440449905444606</c:v>
                </c:pt>
                <c:pt idx="7">
                  <c:v>26.390025347825425</c:v>
                </c:pt>
                <c:pt idx="8">
                  <c:v>26.168938172302784</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Sheet1!$D$2:$D$10</c:f>
              <c:numCache>
                <c:formatCode>General</c:formatCode>
                <c:ptCount val="9"/>
                <c:pt idx="0">
                  <c:v>24.584092887290403</c:v>
                </c:pt>
                <c:pt idx="1">
                  <c:v>23.517950189879006</c:v>
                </c:pt>
                <c:pt idx="2">
                  <c:v>23.702732979645322</c:v>
                </c:pt>
                <c:pt idx="3">
                  <c:v>23.68756610770382</c:v>
                </c:pt>
                <c:pt idx="4">
                  <c:v>23.355747867665645</c:v>
                </c:pt>
                <c:pt idx="5">
                  <c:v>24.769898844113587</c:v>
                </c:pt>
                <c:pt idx="6">
                  <c:v>23.8738997415816</c:v>
                </c:pt>
                <c:pt idx="7">
                  <c:v>24.31500847917187</c:v>
                </c:pt>
                <c:pt idx="8">
                  <c:v>24.052610305764635</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122</c:v>
                </c:pt>
                <c:pt idx="1">
                  <c:v>Singapore  ·  181</c:v>
                </c:pt>
                <c:pt idx="2">
                  <c:v>Malaysia  ·  189</c:v>
                </c:pt>
                <c:pt idx="3">
                  <c:v>Philippines  ·  239</c:v>
                </c:pt>
                <c:pt idx="4">
                  <c:v>Thailand  ·  305</c:v>
                </c:pt>
                <c:pt idx="5">
                  <c:v>Rest of South Asia  ·  316</c:v>
                </c:pt>
                <c:pt idx="6">
                  <c:v>Indonesia  ·  505</c:v>
                </c:pt>
                <c:pt idx="7">
                  <c:v>Australia  ·  725</c:v>
                </c:pt>
                <c:pt idx="8">
                  <c:v>India  ·  1,190</c:v>
                </c:pt>
              </c:strCache>
            </c:strRef>
          </c:cat>
          <c:val>
            <c:numRef>
              <c:f>Sheet1!$E$2:$E$10</c:f>
              <c:numCache>
                <c:formatCode>General</c:formatCode>
                <c:ptCount val="9"/>
                <c:pt idx="0">
                  <c:v>25.496378775188454</c:v>
                </c:pt>
                <c:pt idx="1">
                  <c:v>26.19005563896494</c:v>
                </c:pt>
                <c:pt idx="2">
                  <c:v>26.12288896873877</c:v>
                </c:pt>
                <c:pt idx="3">
                  <c:v>26.21355976136425</c:v>
                </c:pt>
                <c:pt idx="4">
                  <c:v>26.172496742836703</c:v>
                </c:pt>
                <c:pt idx="5">
                  <c:v>25.55831972349881</c:v>
                </c:pt>
                <c:pt idx="6">
                  <c:v>25.88698898008891</c:v>
                </c:pt>
                <c:pt idx="7">
                  <c:v>25.60696106204215</c:v>
                </c:pt>
                <c:pt idx="8">
                  <c:v>26.152804165934896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89.20490189415275</c:v>
                </c:pt>
              </c:numCache>
            </c:numRef>
          </c:xVal>
          <c:yVal>
            <c:numRef>
              <c:f>Sheet1!$B$2:$B$2</c:f>
              <c:numCache>
                <c:formatCode>General</c:formatCode>
                <c:ptCount val="1"/>
                <c:pt idx="0">
                  <c:v>103.88241950730304</c:v>
                </c:pt>
              </c:numCache>
            </c:numRef>
          </c:yVal>
          <c:bubbleSize>
            <c:numRef>
              <c:f>Sheet1!$C$2:$C$2</c:f>
              <c:numCache>
                <c:formatCode>General</c:formatCode>
                <c:ptCount val="1"/>
                <c:pt idx="0">
                  <c:v>905.223</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104.66114793783608</c:v>
                </c:pt>
              </c:numCache>
            </c:numRef>
          </c:xVal>
          <c:yVal>
            <c:numRef>
              <c:f>Sheet1!$B$5:$B$5</c:f>
              <c:numCache>
                <c:formatCode>General</c:formatCode>
                <c:ptCount val="1"/>
                <c:pt idx="0">
                  <c:v>100.60997026380846</c:v>
                </c:pt>
              </c:numCache>
            </c:numRef>
          </c:yVal>
          <c:bubbleSize>
            <c:numRef>
              <c:f>Sheet1!$C$5:$C$5</c:f>
              <c:numCache>
                <c:formatCode>General</c:formatCode>
                <c:ptCount val="1"/>
                <c:pt idx="0">
                  <c:v>981.396</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94.8513149929827</c:v>
                </c:pt>
              </c:numCache>
            </c:numRef>
          </c:xVal>
          <c:yVal>
            <c:numRef>
              <c:f>Sheet1!$B$8:$B$8</c:f>
              <c:numCache>
                <c:formatCode>General</c:formatCode>
                <c:ptCount val="1"/>
                <c:pt idx="0">
                  <c:v>99.81467113443627</c:v>
                </c:pt>
              </c:numCache>
            </c:numRef>
          </c:yVal>
          <c:bubbleSize>
            <c:numRef>
              <c:f>Sheet1!$C$8:$C$8</c:f>
              <c:numCache>
                <c:formatCode>General</c:formatCode>
                <c:ptCount val="1"/>
                <c:pt idx="0">
                  <c:v>906.502</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111.19760607614413</c:v>
                </c:pt>
              </c:numCache>
            </c:numRef>
          </c:xVal>
          <c:yVal>
            <c:numRef>
              <c:f>Sheet1!$B$11:$B$11</c:f>
              <c:numCache>
                <c:formatCode>General</c:formatCode>
                <c:ptCount val="1"/>
                <c:pt idx="0">
                  <c:v>95.69293909445223</c:v>
                </c:pt>
              </c:numCache>
            </c:numRef>
          </c:yVal>
          <c:bubbleSize>
            <c:numRef>
              <c:f>Sheet1!$C$11:$C$11</c:f>
              <c:numCache>
                <c:formatCode>General</c:formatCode>
                <c:ptCount val="1"/>
                <c:pt idx="0">
                  <c:v>978.6690000000001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459.91499999999996</c:v>
                </c:pt>
                <c:pt idx="2">
                  <c:v>517.483</c:v>
                </c:pt>
                <c:pt idx="3">
                  <c:v>591.2439999999999</c:v>
                </c:pt>
                <c:pt idx="4">
                  <c:v>680.253</c:v>
                </c:pt>
                <c:pt idx="5">
                  <c:v>784.863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459.91499999999996</c:v>
                </c:pt>
                <c:pt idx="1">
                  <c:v>57.567999999999984</c:v>
                </c:pt>
                <c:pt idx="2">
                  <c:v>73.76099999999997</c:v>
                </c:pt>
                <c:pt idx="3">
                  <c:v>89.00900000000013</c:v>
                </c:pt>
                <c:pt idx="4">
                  <c:v>104.61000000000001</c:v>
                </c:pt>
                <c:pt idx="5">
                  <c:v>120.3599999999999</c:v>
                </c:pt>
                <c:pt idx="6">
                  <c:v>905.223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445.427</c:v>
                </c:pt>
                <c:pt idx="2">
                  <c:v>509.673</c:v>
                </c:pt>
                <c:pt idx="3">
                  <c:v>593.845</c:v>
                </c:pt>
                <c:pt idx="4">
                  <c:v>699.705</c:v>
                </c:pt>
                <c:pt idx="5">
                  <c:v>829.0430000000001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445.427</c:v>
                </c:pt>
                <c:pt idx="1">
                  <c:v>64.24599999999998</c:v>
                </c:pt>
                <c:pt idx="2">
                  <c:v>84.17200000000003</c:v>
                </c:pt>
                <c:pt idx="3">
                  <c:v>105.86000000000001</c:v>
                </c:pt>
                <c:pt idx="4">
                  <c:v>129.33800000000008</c:v>
                </c:pt>
                <c:pt idx="5">
                  <c:v>152.35299999999984</c:v>
                </c:pt>
                <c:pt idx="6">
                  <c:v>981.396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441.906</c:v>
                </c:pt>
                <c:pt idx="2">
                  <c:v>503.602</c:v>
                </c:pt>
                <c:pt idx="3">
                  <c:v>580.471</c:v>
                </c:pt>
                <c:pt idx="4">
                  <c:v>671.819</c:v>
                </c:pt>
                <c:pt idx="5">
                  <c:v>780.836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441.906</c:v>
                </c:pt>
                <c:pt idx="1">
                  <c:v>61.69599999999997</c:v>
                </c:pt>
                <c:pt idx="2">
                  <c:v>76.86900000000003</c:v>
                </c:pt>
                <c:pt idx="3">
                  <c:v>91.34799999999996</c:v>
                </c:pt>
                <c:pt idx="4">
                  <c:v>109.01700000000005</c:v>
                </c:pt>
                <c:pt idx="5">
                  <c:v>125.66599999999994</c:v>
                </c:pt>
                <c:pt idx="6">
                  <c:v>906.502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423.658</c:v>
                </c:pt>
                <c:pt idx="2">
                  <c:v>484.767</c:v>
                </c:pt>
                <c:pt idx="3">
                  <c:v>568.7719999999999</c:v>
                </c:pt>
                <c:pt idx="4">
                  <c:v>681.633</c:v>
                </c:pt>
                <c:pt idx="5">
                  <c:v>817.809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423.658</c:v>
                </c:pt>
                <c:pt idx="1">
                  <c:v>61.10899999999998</c:v>
                </c:pt>
                <c:pt idx="2">
                  <c:v>84.00499999999994</c:v>
                </c:pt>
                <c:pt idx="3">
                  <c:v>112.8610000000001</c:v>
                </c:pt>
                <c:pt idx="4">
                  <c:v>136.17599999999993</c:v>
                </c:pt>
                <c:pt idx="5">
                  <c:v>160.86000000000013</c:v>
                </c:pt>
                <c:pt idx="6">
                  <c:v>978.6690000000001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Texture and Volume Additives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24.866765742977343</c:v>
                </c:pt>
                <c:pt idx="1">
                  <c:v>25.152492565952116</c:v>
                </c:pt>
                <c:pt idx="2">
                  <c:v>26.019370113394437</c:v>
                </c:pt>
              </c:numCache>
            </c:numRef>
          </c:val>
        </c:ser>
        <c:ser>
          <c:idx val="1"/>
          <c:order val="1"/>
          <c:tx>
            <c:strRef>
              <c:f>Sheet1!$C$1</c:f>
              <c:strCache>
                <c:ptCount val="1"/>
                <c:pt idx="0">
                  <c:v>Waxes and Structuring Agents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24.23153753866972</c:v>
                </c:pt>
                <c:pt idx="1">
                  <c:v>23.923234773613057</c:v>
                </c:pt>
                <c:pt idx="2">
                  <c:v>25.947070223952025</c:v>
                </c:pt>
              </c:numCache>
            </c:numRef>
          </c:val>
        </c:ser>
        <c:ser>
          <c:idx val="2"/>
          <c:order val="2"/>
          <c:tx>
            <c:strRef>
              <c:f>Sheet1!$D$1</c:f>
              <c:strCache>
                <c:ptCount val="1"/>
                <c:pt idx="0">
                  <c:v>Conditioning and Smoothing Agents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24.590506502065548</c:v>
                </c:pt>
                <c:pt idx="1">
                  <c:v>24.953667783609067</c:v>
                </c:pt>
                <c:pt idx="2">
                  <c:v>24.033734645884312</c:v>
                </c:pt>
              </c:numCache>
            </c:numRef>
          </c:val>
        </c:ser>
        <c:ser>
          <c:idx val="3"/>
          <c:order val="3"/>
          <c:tx>
            <c:strRef>
              <c:f>Sheet1!$E$1</c:f>
              <c:strCache>
                <c:ptCount val="1"/>
                <c:pt idx="0">
                  <c:v>Film-forming and Fixative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26.311190216287383</c:v>
                </c:pt>
                <c:pt idx="1">
                  <c:v>25.97060487682576</c:v>
                </c:pt>
                <c:pt idx="2">
                  <c:v>23.999825016769226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4.616052759733136</c:v>
                </c:pt>
                <c:pt idx="1">
                  <c:v>6.040785576190855</c:v>
                </c:pt>
                <c:pt idx="2">
                  <c:v>5.5637316965684525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97383696057192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463.89599999999996</c:v>
                </c:pt>
                <c:pt idx="2">
                  <c:v>0.0</c:v>
                </c:pt>
                <c:pt idx="3">
                  <c:v>581.316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463.89599999999996</c:v>
                </c:pt>
                <c:pt idx="1">
                  <c:v>117.42000000000007</c:v>
                </c:pt>
                <c:pt idx="2">
                  <c:v>581.316</c:v>
                </c:pt>
                <c:pt idx="3">
                  <c:v>463.7450000000001</c:v>
                </c:pt>
                <c:pt idx="4">
                  <c:v>1045.0610000000001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5.182247747029312</c:v>
                </c:pt>
                <c:pt idx="1">
                  <c:v>7.540738186272966</c:v>
                </c:pt>
                <c:pt idx="2">
                  <c:v>6.7487564904358255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95377440588031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796.691</c:v>
                </c:pt>
                <c:pt idx="2">
                  <c:v>0.0</c:v>
                </c:pt>
                <c:pt idx="3">
                  <c:v>1025.657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796.691</c:v>
                </c:pt>
                <c:pt idx="1">
                  <c:v>228.9659999999999</c:v>
                </c:pt>
                <c:pt idx="2">
                  <c:v>1025.657</c:v>
                </c:pt>
                <c:pt idx="3">
                  <c:v>1096.2790000000002</c:v>
                </c:pt>
                <c:pt idx="4">
                  <c:v>2121.936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796.691</c:v>
                </c:pt>
                <c:pt idx="1">
                  <c:v>836.4949999999999</c:v>
                </c:pt>
                <c:pt idx="2">
                  <c:v>878.2320000000001</c:v>
                </c:pt>
                <c:pt idx="3">
                  <c:v>922.2750000000001</c:v>
                </c:pt>
                <c:pt idx="4">
                  <c:v>969.3100000000001</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463.89599999999996</c:v>
                </c:pt>
                <c:pt idx="1">
                  <c:v>485.119</c:v>
                </c:pt>
                <c:pt idx="2">
                  <c:v>507.194</c:v>
                </c:pt>
                <c:pt idx="3">
                  <c:v>530.077</c:v>
                </c:pt>
                <c:pt idx="4">
                  <c:v>554.347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144"/>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57"/>
          <c:min val="0"/>
        </c:scaling>
        <c:delete val="0"/>
        <c:axPos val="r"/>
        <c:numFmt formatCode="General"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1025.657</c:v>
                </c:pt>
                <c:pt idx="1">
                  <c:v>1089.719</c:v>
                </c:pt>
                <c:pt idx="2">
                  <c:v>1162.879</c:v>
                </c:pt>
                <c:pt idx="3">
                  <c:v>1246.255</c:v>
                </c:pt>
                <c:pt idx="4">
                  <c:v>1340.4630000000002</c:v>
                </c:pt>
                <c:pt idx="5">
                  <c:v>1445.087</c:v>
                </c:pt>
                <c:pt idx="6">
                  <c:v>1560.342</c:v>
                </c:pt>
                <c:pt idx="7">
                  <c:v>1685.632</c:v>
                </c:pt>
                <c:pt idx="8">
                  <c:v>1821.0659999999998</c:v>
                </c:pt>
                <c:pt idx="9">
                  <c:v>1966.379</c:v>
                </c:pt>
                <c:pt idx="10">
                  <c:v>2121.936</c:v>
                </c:pt>
              </c:numCache>
            </c:numRef>
          </c:val>
        </c:ser>
        <c:gapWidth val="50"/>
        <c:axId val="-2068027336"/>
        <c:axId val="-2113994440"/>
      </c:barChart>
      <c:barChart>
        <c:barDir val="col"/>
        <c:grouping val="clustered"/>
        <c:varyColors val="0"/>
        <c:ser>
          <c:idx val="1"/>
          <c:order val="1"/>
          <c:tx>
            <c:strRef>
              <c:f>Sheet1!$C$1</c:f>
              <c:strCache>
                <c:ptCount val="1"/>
                <c:pt idx="0">
                  <c:v>Volume (Mn Units)</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581.316</c:v>
                </c:pt>
                <c:pt idx="1">
                  <c:v>611.5609999999999</c:v>
                </c:pt>
                <c:pt idx="2">
                  <c:v>645.656</c:v>
                </c:pt>
                <c:pt idx="3">
                  <c:v>683.869</c:v>
                </c:pt>
                <c:pt idx="4">
                  <c:v>726.105</c:v>
                </c:pt>
                <c:pt idx="5">
                  <c:v>771.967</c:v>
                </c:pt>
                <c:pt idx="6">
                  <c:v>821.271</c:v>
                </c:pt>
                <c:pt idx="7">
                  <c:v>873.577</c:v>
                </c:pt>
                <c:pt idx="8">
                  <c:v>928.636</c:v>
                </c:pt>
                <c:pt idx="9">
                  <c:v>985.789</c:v>
                </c:pt>
                <c:pt idx="10">
                  <c:v>1045.0610000000001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504"/>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13"/>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South Africa</c:v>
                </c:pt>
                <c:pt idx="1">
                  <c:v>Israel</c:v>
                </c:pt>
                <c:pt idx="2">
                  <c:v>UAE</c:v>
                </c:pt>
                <c:pt idx="3">
                  <c:v>Saudi Arabia</c:v>
                </c:pt>
                <c:pt idx="4">
                  <c:v>Turkey</c:v>
                </c:pt>
              </c:strCache>
            </c:strRef>
          </c:cat>
          <c:val>
            <c:numRef>
              <c:f>Sheet1!$B$2:$B$6</c:f>
              <c:numCache>
                <c:formatCode>General</c:formatCode>
                <c:ptCount val="5"/>
                <c:pt idx="0">
                  <c:v>81.21063454947063</c:v>
                </c:pt>
                <c:pt idx="1">
                  <c:v>85.23397073567793</c:v>
                </c:pt>
                <c:pt idx="2">
                  <c:v>90.41540375401577</c:v>
                </c:pt>
                <c:pt idx="3">
                  <c:v>99.67827428618185</c:v>
                </c:pt>
                <c:pt idx="4">
                  <c:v>104.2895949873639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Sheet1!$A$2:$A$6</c:f>
              <c:strCache>
                <c:ptCount val="5"/>
                <c:pt idx="0">
                  <c:v>Israel</c:v>
                </c:pt>
                <c:pt idx="1">
                  <c:v>South Africa</c:v>
                </c:pt>
                <c:pt idx="2">
                  <c:v>UAE</c:v>
                </c:pt>
                <c:pt idx="3">
                  <c:v>Turkey</c:v>
                </c:pt>
                <c:pt idx="4">
                  <c:v>Saudi Arabia</c:v>
                </c:pt>
              </c:strCache>
            </c:strRef>
          </c:cat>
          <c:val>
            <c:numRef>
              <c:f>Sheet1!$B$2:$B$6</c:f>
              <c:numCache>
                <c:formatCode>General</c:formatCode>
                <c:ptCount val="5"/>
                <c:pt idx="0">
                  <c:v>9.151502491610254</c:v>
                </c:pt>
                <c:pt idx="1">
                  <c:v>9.833263247768132</c:v>
                </c:pt>
                <c:pt idx="2">
                  <c:v>10.131909851415559</c:v>
                </c:pt>
                <c:pt idx="3">
                  <c:v>19.765680086912173</c:v>
                </c:pt>
                <c:pt idx="4">
                  <c:v>20.27722869816899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Lbls>
            <c:dLbl>
              <c:idx val="0"/>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6.1%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8.9%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12.9%</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16.7%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10.7%</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20.4%</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14.4%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Sheet1!$A$2:$A$9</c:f>
              <c:strCache>
                <c:ptCount val="8"/>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strCache>
            </c:strRef>
          </c:cat>
          <c:val>
            <c:numRef>
              <c:f>Sheet1!$B$2:$B$9</c:f>
              <c:numCache>
                <c:formatCode>General</c:formatCode>
                <c:ptCount val="8"/>
                <c:pt idx="0">
                  <c:v>209.086</c:v>
                </c:pt>
                <c:pt idx="1">
                  <c:v>128.721</c:v>
                </c:pt>
                <c:pt idx="2">
                  <c:v>189.29</c:v>
                </c:pt>
                <c:pt idx="3">
                  <c:v>274.069</c:v>
                </c:pt>
                <c:pt idx="4">
                  <c:v>355.287</c:v>
                </c:pt>
                <c:pt idx="5">
                  <c:v>226.276</c:v>
                </c:pt>
                <c:pt idx="6">
                  <c:v>432.824</c:v>
                </c:pt>
                <c:pt idx="7">
                  <c:v>306.383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448.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0.10042575575414674</c:v>
                </c:pt>
                <c:pt idx="1">
                  <c:v>0.09866615903014826</c:v>
                </c:pt>
                <c:pt idx="2">
                  <c:v>0.09871449959948889</c:v>
                </c:pt>
                <c:pt idx="3">
                  <c:v>0.09708058835577602</c:v>
                </c:pt>
                <c:pt idx="4">
                  <c:v>0.09518563803762381</c:v>
                </c:pt>
                <c:pt idx="5">
                  <c:v>0.09330035583333973</c:v>
                </c:pt>
                <c:pt idx="6">
                  <c:v>0.08969414936052966</c:v>
                </c:pt>
                <c:pt idx="7">
                  <c:v>0.0865810166949939</c:v>
                </c:pt>
                <c:pt idx="8">
                  <c:v>0.08735446580444378</c:v>
                </c:pt>
                <c:pt idx="9">
                  <c:v>0.08437668673306174</c:v>
                </c:pt>
                <c:pt idx="10">
                  <c:v>0.08380626801484246</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0.06535286796446003</c:v>
                </c:pt>
                <c:pt idx="1">
                  <c:v>0.06706426242078345</c:v>
                </c:pt>
                <c:pt idx="2">
                  <c:v>0.06858740348691128</c:v>
                </c:pt>
                <c:pt idx="3">
                  <c:v>0.07086926276200917</c:v>
                </c:pt>
                <c:pt idx="4">
                  <c:v>0.07333937542730262</c:v>
                </c:pt>
                <c:pt idx="5">
                  <c:v>0.07600344613097941</c:v>
                </c:pt>
                <c:pt idx="6">
                  <c:v>0.07828530540607728</c:v>
                </c:pt>
                <c:pt idx="7">
                  <c:v>0.07919234446792871</c:v>
                </c:pt>
                <c:pt idx="8">
                  <c:v>0.07919234446792871</c:v>
                </c:pt>
                <c:pt idx="9">
                  <c:v>0.07774336382824154</c:v>
                </c:pt>
                <c:pt idx="10">
                  <c:v>0.07656820630156613</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0.06336794971020322</c:v>
                </c:pt>
                <c:pt idx="1">
                  <c:v>0.06163794971020323</c:v>
                </c:pt>
                <c:pt idx="2">
                  <c:v>0.05824794971020322</c:v>
                </c:pt>
                <c:pt idx="3">
                  <c:v>0.05485794971020323</c:v>
                </c:pt>
                <c:pt idx="4">
                  <c:v>0.053197949710203224</c:v>
                </c:pt>
                <c:pt idx="5">
                  <c:v>0.05360794971020323</c:v>
                </c:pt>
                <c:pt idx="6">
                  <c:v>0.054807949710203224</c:v>
                </c:pt>
                <c:pt idx="7">
                  <c:v>0.05527794971020322</c:v>
                </c:pt>
                <c:pt idx="8">
                  <c:v>0.05435794971020323</c:v>
                </c:pt>
                <c:pt idx="9">
                  <c:v>0.05121794971020323</c:v>
                </c:pt>
                <c:pt idx="10">
                  <c:v>0.04861794971020322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25.583375622511028</c:v>
                </c:pt>
                <c:pt idx="1">
                  <c:v>27.754812633126075</c:v>
                </c:pt>
              </c:numCache>
            </c:numRef>
          </c:val>
        </c:ser>
        <c:ser>
          <c:idx val="1"/>
          <c:order val="1"/>
          <c:tx>
            <c:strRef>
              <c:f>Sheet1!$C$1</c:f>
              <c:strCache>
                <c:ptCount val="1"/>
                <c:pt idx="0">
                  <c:v>Turkey</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24.686271642741023</c:v>
                </c:pt>
                <c:pt idx="1">
                  <c:v>25.502697447615553</c:v>
                </c:pt>
              </c:numCache>
            </c:numRef>
          </c:val>
        </c:ser>
        <c:ser>
          <c:idx val="2"/>
          <c:order val="2"/>
          <c:tx>
            <c:strRef>
              <c:f>Sheet1!$D$1</c:f>
              <c:strCache>
                <c:ptCount val="1"/>
                <c:pt idx="0">
                  <c:v>Saudi Arabia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15.585525919682098</c:v>
                </c:pt>
                <c:pt idx="1">
                  <c:v>15.415831787970474</c:v>
                </c:pt>
              </c:numCache>
            </c:numRef>
          </c:val>
        </c:ser>
        <c:ser>
          <c:idx val="3"/>
          <c:order val="3"/>
          <c:tx>
            <c:strRef>
              <c:f>Sheet1!$E$1</c:f>
              <c:strCache>
                <c:ptCount val="1"/>
                <c:pt idx="0">
                  <c:v>South Africa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14.114894678444562</c:v>
                </c:pt>
                <c:pt idx="1">
                  <c:v>12.069331771703498</c:v>
                </c:pt>
              </c:numCache>
            </c:numRef>
          </c:val>
        </c:ser>
        <c:ser>
          <c:idx val="4"/>
          <c:order val="4"/>
          <c:tx>
            <c:strRef>
              <c:f>Sheet1!$F$1</c:f>
              <c:strCache>
                <c:ptCount val="1"/>
                <c:pt idx="0">
                  <c:v>UAE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7.660906737311096</c:v>
                </c:pt>
                <c:pt idx="1">
                  <c:v>7.193640185941122</c:v>
                </c:pt>
              </c:numCache>
            </c:numRef>
          </c:val>
        </c:ser>
        <c:ser>
          <c:idx val="5"/>
          <c:order val="5"/>
          <c:tx>
            <c:strRef>
              <c:f>Sheet1!$G$1</c:f>
              <c:strCache>
                <c:ptCount val="1"/>
                <c:pt idx="0">
                  <c:v>Israel</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7.032331868264194</c:v>
                </c:pt>
                <c:pt idx="1">
                  <c:v>6.262499258417205</c:v>
                </c:pt>
              </c:numCache>
            </c:numRef>
          </c:val>
        </c:ser>
        <c:ser>
          <c:idx val="6"/>
          <c:order val="6"/>
          <c:tx>
            <c:strRef>
              <c:f>Sheet1!$H$1</c:f>
              <c:strCache>
                <c:ptCount val="1"/>
                <c:pt idx="0">
                  <c:v>GCC</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5.33669353104599</c:v>
                </c:pt>
                <c:pt idx="1">
                  <c:v>5.801186915226083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MEA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18.281550264854626</c:v>
                </c:pt>
                <c:pt idx="1">
                  <c:v>20.439579497412034</c:v>
                </c:pt>
              </c:numCache>
            </c:numRef>
          </c:val>
        </c:ser>
        <c:ser>
          <c:idx val="1"/>
          <c:order val="1"/>
          <c:tx>
            <c:strRef>
              <c:f>Sheet1!$C$1</c:f>
              <c:strCache>
                <c:ptCount val="1"/>
                <c:pt idx="0">
                  <c:v>Saudi Arabia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20.36606779849404</c:v>
                </c:pt>
                <c:pt idx="1">
                  <c:v>20.320160306361593</c:v>
                </c:pt>
              </c:numCache>
            </c:numRef>
          </c:val>
        </c:ser>
        <c:ser>
          <c:idx val="2"/>
          <c:order val="2"/>
          <c:tx>
            <c:strRef>
              <c:f>Sheet1!$D$1</c:f>
              <c:strCache>
                <c:ptCount val="1"/>
                <c:pt idx="0">
                  <c:v>Turkey</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18.664134306108185</c:v>
                </c:pt>
                <c:pt idx="1">
                  <c:v>19.23337026499844</c:v>
                </c:pt>
              </c:numCache>
            </c:numRef>
          </c:val>
        </c:ser>
        <c:ser>
          <c:idx val="3"/>
          <c:order val="3"/>
          <c:tx>
            <c:strRef>
              <c:f>Sheet1!$E$1</c:f>
              <c:strCache>
                <c:ptCount val="1"/>
                <c:pt idx="0">
                  <c:v>South Africa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12.94565337144874</c:v>
                </c:pt>
                <c:pt idx="1">
                  <c:v>11.337612756646404</c:v>
                </c:pt>
              </c:numCache>
            </c:numRef>
          </c:val>
        </c:ser>
        <c:ser>
          <c:idx val="4"/>
          <c:order val="4"/>
          <c:tx>
            <c:strRef>
              <c:f>Sheet1!$F$1</c:f>
              <c:strCache>
                <c:ptCount val="1"/>
                <c:pt idx="0">
                  <c:v>UAE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11.595396901693258</c:v>
                </c:pt>
                <c:pt idx="1">
                  <c:v>10.839341601564985</c:v>
                </c:pt>
              </c:numCache>
            </c:numRef>
          </c:val>
        </c:ser>
        <c:ser>
          <c:idx val="5"/>
          <c:order val="5"/>
          <c:tx>
            <c:strRef>
              <c:f>Sheet1!$G$1</c:f>
              <c:strCache>
                <c:ptCount val="1"/>
                <c:pt idx="0">
                  <c:v>Israel</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11.316746241677286</c:v>
                </c:pt>
                <c:pt idx="1">
                  <c:v>10.19804075238803</c:v>
                </c:pt>
              </c:numCache>
            </c:numRef>
          </c:val>
        </c:ser>
        <c:ser>
          <c:idx val="6"/>
          <c:order val="6"/>
          <c:tx>
            <c:strRef>
              <c:f>Sheet1!$H$1</c:f>
              <c:strCache>
                <c:ptCount val="1"/>
                <c:pt idx="0">
                  <c:v>GCC</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6.830451115723873</c:v>
                </c:pt>
                <c:pt idx="1">
                  <c:v>7.631894820628511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Rest of MEA</c:v>
                </c:pt>
              </c:strCache>
            </c:strRef>
          </c:tx>
          <c:spPr>
            <a:solidFill>
              <a:srgbClr val="3D85C6"/>
            </a:solidFill>
            <a:ln>
              <a:noFill/>
            </a:ln>
          </c:spPr>
          <c:dLbls>
            <c:dLbl>
              <c:idx val="0"/>
              <c:tx>
                <c:rich>
                  <a:bodyPr/>
                  <a:lstStyle/>
                  <a:p>
                    <a:r>
                      <a:rPr sz="1100">
                        <a:solidFill>
                          <a:srgbClr val="FFFFFF"/>
                        </a:solidFill>
                        <a:latin typeface="Calibri"/>
                      </a:rPr>
                      <a:t>115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192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237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272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290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114.67</c:v>
                </c:pt>
                <c:pt idx="1">
                  <c:v>120.736</c:v>
                </c:pt>
                <c:pt idx="2">
                  <c:v>127.089</c:v>
                </c:pt>
                <c:pt idx="3">
                  <c:v>133.723</c:v>
                </c:pt>
                <c:pt idx="4">
                  <c:v>140.804</c:v>
                </c:pt>
                <c:pt idx="5">
                  <c:v>148.72</c:v>
                </c:pt>
                <c:pt idx="6">
                  <c:v>157.651</c:v>
                </c:pt>
                <c:pt idx="7">
                  <c:v>167.78</c:v>
                </c:pt>
                <c:pt idx="8">
                  <c:v>179.188</c:v>
                </c:pt>
                <c:pt idx="9">
                  <c:v>191.862</c:v>
                </c:pt>
                <c:pt idx="10">
                  <c:v>205.716</c:v>
                </c:pt>
                <c:pt idx="11">
                  <c:v>220.715</c:v>
                </c:pt>
                <c:pt idx="12">
                  <c:v>236.75</c:v>
                </c:pt>
                <c:pt idx="13">
                  <c:v>253.749</c:v>
                </c:pt>
                <c:pt idx="14">
                  <c:v>271.515</c:v>
                </c:pt>
                <c:pt idx="15">
                  <c:v>290.055</c:v>
                </c:pt>
              </c:numCache>
            </c:numRef>
          </c:val>
        </c:ser>
        <c:ser>
          <c:idx val="1"/>
          <c:order val="1"/>
          <c:tx>
            <c:strRef>
              <c:f>Sheet1!$C$1</c:f>
              <c:strCache>
                <c:ptCount val="1"/>
                <c:pt idx="0">
                  <c:v>Turkey</c:v>
                </c:pt>
              </c:strCache>
            </c:strRef>
          </c:tx>
          <c:spPr>
            <a:solidFill>
              <a:srgbClr val="9E7E0A"/>
            </a:solidFill>
            <a:ln>
              <a:noFill/>
            </a:ln>
          </c:spPr>
          <c:dLbls>
            <c:dLbl>
              <c:idx val="0"/>
              <c:tx>
                <c:rich>
                  <a:bodyPr/>
                  <a:lstStyle/>
                  <a:p>
                    <a:r>
                      <a:rPr sz="1100">
                        <a:solidFill>
                          <a:srgbClr val="FFFFFF"/>
                        </a:solidFill>
                        <a:latin typeface="Calibri"/>
                      </a:rPr>
                      <a:t>113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182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194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251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267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112.503</c:v>
                </c:pt>
                <c:pt idx="1">
                  <c:v>118.08</c:v>
                </c:pt>
                <c:pt idx="2">
                  <c:v>123.9</c:v>
                </c:pt>
                <c:pt idx="3">
                  <c:v>129.947</c:v>
                </c:pt>
                <c:pt idx="4">
                  <c:v>136.369</c:v>
                </c:pt>
                <c:pt idx="5">
                  <c:v>143.505</c:v>
                </c:pt>
                <c:pt idx="6">
                  <c:v>151.507</c:v>
                </c:pt>
                <c:pt idx="7">
                  <c:v>160.53</c:v>
                </c:pt>
                <c:pt idx="8">
                  <c:v>170.641</c:v>
                </c:pt>
                <c:pt idx="9">
                  <c:v>181.809</c:v>
                </c:pt>
                <c:pt idx="10">
                  <c:v>193.938</c:v>
                </c:pt>
                <c:pt idx="11">
                  <c:v>206.988</c:v>
                </c:pt>
                <c:pt idx="12">
                  <c:v>220.865</c:v>
                </c:pt>
                <c:pt idx="13">
                  <c:v>235.499</c:v>
                </c:pt>
                <c:pt idx="14">
                  <c:v>250.716</c:v>
                </c:pt>
                <c:pt idx="15">
                  <c:v>266.519</c:v>
                </c:pt>
              </c:numCache>
            </c:numRef>
          </c:val>
        </c:ser>
        <c:ser>
          <c:idx val="2"/>
          <c:order val="2"/>
          <c:tx>
            <c:strRef>
              <c:f>Sheet1!$D$1</c:f>
              <c:strCache>
                <c:ptCount val="1"/>
                <c:pt idx="0">
                  <c:v>Saudi Arabia</c:v>
                </c:pt>
              </c:strCache>
            </c:strRef>
          </c:tx>
          <c:spPr>
            <a:solidFill>
              <a:srgbClr val="008189"/>
            </a:solidFill>
            <a:ln>
              <a:noFill/>
            </a:ln>
          </c:spPr>
          <c:dLbls>
            <c:dLbl>
              <c:idx val="0"/>
              <c:tx>
                <c:rich>
                  <a:bodyPr/>
                  <a:lstStyle/>
                  <a:p>
                    <a:r>
                      <a:rPr sz="1100">
                        <a:solidFill>
                          <a:srgbClr val="FFFFFF"/>
                        </a:solidFill>
                        <a:latin typeface="Calibri"/>
                      </a:rPr>
                      <a:t>72.6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75.8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79.3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82.8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86.5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90.6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95.2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144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72.567</c:v>
                </c:pt>
                <c:pt idx="1">
                  <c:v>75.85</c:v>
                </c:pt>
                <c:pt idx="2">
                  <c:v>79.252</c:v>
                </c:pt>
                <c:pt idx="3">
                  <c:v>82.765</c:v>
                </c:pt>
                <c:pt idx="4">
                  <c:v>86.478</c:v>
                </c:pt>
                <c:pt idx="5">
                  <c:v>90.601</c:v>
                </c:pt>
                <c:pt idx="6">
                  <c:v>95.223</c:v>
                </c:pt>
                <c:pt idx="7">
                  <c:v>100.43</c:v>
                </c:pt>
                <c:pt idx="8">
                  <c:v>106.271</c:v>
                </c:pt>
                <c:pt idx="9">
                  <c:v>112.732</c:v>
                </c:pt>
                <c:pt idx="10">
                  <c:v>119.738</c:v>
                </c:pt>
                <c:pt idx="11">
                  <c:v>127.253</c:v>
                </c:pt>
                <c:pt idx="12">
                  <c:v>135.197</c:v>
                </c:pt>
                <c:pt idx="13">
                  <c:v>143.534</c:v>
                </c:pt>
                <c:pt idx="14">
                  <c:v>152.169</c:v>
                </c:pt>
                <c:pt idx="15">
                  <c:v>161.105</c:v>
                </c:pt>
              </c:numCache>
            </c:numRef>
          </c:val>
        </c:ser>
        <c:ser>
          <c:idx val="3"/>
          <c:order val="3"/>
          <c:tx>
            <c:strRef>
              <c:f>Sheet1!$E$1</c:f>
              <c:strCache>
                <c:ptCount val="1"/>
                <c:pt idx="0">
                  <c:v>South Africa</c:v>
                </c:pt>
              </c:strCache>
            </c:strRef>
          </c:tx>
          <c:spPr>
            <a:solidFill>
              <a:srgbClr val="40315E"/>
            </a:solidFill>
            <a:ln>
              <a:noFill/>
            </a:ln>
          </c:spPr>
          <c:dLbls>
            <c:dLbl>
              <c:idx val="0"/>
              <c:tx>
                <c:rich>
                  <a:bodyPr/>
                  <a:lstStyle/>
                  <a:p>
                    <a:r>
                      <a:rPr sz="1100">
                        <a:solidFill>
                          <a:srgbClr val="FFFFFF"/>
                        </a:solidFill>
                        <a:latin typeface="Calibri"/>
                      </a:rPr>
                      <a:t>69.7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74.3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76.7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79.3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85.1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88.6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92.4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96.5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116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121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69.684</c:v>
                </c:pt>
                <c:pt idx="1">
                  <c:v>71.98</c:v>
                </c:pt>
                <c:pt idx="2">
                  <c:v>74.333</c:v>
                </c:pt>
                <c:pt idx="3">
                  <c:v>76.744</c:v>
                </c:pt>
                <c:pt idx="4">
                  <c:v>79.272</c:v>
                </c:pt>
                <c:pt idx="5">
                  <c:v>82.052</c:v>
                </c:pt>
                <c:pt idx="6">
                  <c:v>85.137</c:v>
                </c:pt>
                <c:pt idx="7">
                  <c:v>88.572</c:v>
                </c:pt>
                <c:pt idx="8">
                  <c:v>92.371</c:v>
                </c:pt>
                <c:pt idx="9">
                  <c:v>96.517</c:v>
                </c:pt>
                <c:pt idx="10">
                  <c:v>100.957</c:v>
                </c:pt>
                <c:pt idx="11">
                  <c:v>105.661</c:v>
                </c:pt>
                <c:pt idx="12">
                  <c:v>110.568</c:v>
                </c:pt>
                <c:pt idx="13">
                  <c:v>115.649</c:v>
                </c:pt>
                <c:pt idx="14">
                  <c:v>120.837</c:v>
                </c:pt>
                <c:pt idx="15">
                  <c:v>126.132</c:v>
                </c:pt>
              </c:numCache>
            </c:numRef>
          </c:val>
        </c:ser>
        <c:ser>
          <c:idx val="4"/>
          <c:order val="4"/>
          <c:tx>
            <c:strRef>
              <c:f>Sheet1!$F$1</c:f>
              <c:strCache>
                <c:ptCount val="1"/>
                <c:pt idx="0">
                  <c:v>UAE</c:v>
                </c:pt>
              </c:strCache>
            </c:strRef>
          </c:tx>
          <c:spPr>
            <a:solidFill>
              <a:srgbClr val="A35313"/>
            </a:solidFill>
            <a:ln>
              <a:noFill/>
            </a:ln>
          </c:spPr>
          <c:dLbls>
            <c:dLbl>
              <c:idx val="12"/>
              <c:tx>
                <c:rich>
                  <a:bodyPr/>
                  <a:lstStyle/>
                  <a:p>
                    <a:r>
                      <a:rPr sz="1100">
                        <a:solidFill>
                          <a:srgbClr val="FFFFFF"/>
                        </a:solidFill>
                        <a:latin typeface="Calibri"/>
                      </a:rPr>
                      <a:t>64.1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67.7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71.4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75.2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36.386</c:v>
                </c:pt>
                <c:pt idx="1">
                  <c:v>37.88</c:v>
                </c:pt>
                <c:pt idx="2">
                  <c:v>39.423</c:v>
                </c:pt>
                <c:pt idx="3">
                  <c:v>41.011</c:v>
                </c:pt>
                <c:pt idx="4">
                  <c:v>42.685</c:v>
                </c:pt>
                <c:pt idx="5">
                  <c:v>44.534</c:v>
                </c:pt>
                <c:pt idx="6">
                  <c:v>46.597</c:v>
                </c:pt>
                <c:pt idx="7">
                  <c:v>48.907</c:v>
                </c:pt>
                <c:pt idx="8">
                  <c:v>51.487</c:v>
                </c:pt>
                <c:pt idx="9">
                  <c:v>54.326</c:v>
                </c:pt>
                <c:pt idx="10">
                  <c:v>57.39</c:v>
                </c:pt>
                <c:pt idx="11">
                  <c:v>60.658</c:v>
                </c:pt>
                <c:pt idx="12">
                  <c:v>64.093</c:v>
                </c:pt>
                <c:pt idx="13">
                  <c:v>67.679</c:v>
                </c:pt>
                <c:pt idx="14">
                  <c:v>71.373</c:v>
                </c:pt>
                <c:pt idx="15">
                  <c:v>75.178</c:v>
                </c:pt>
              </c:numCache>
            </c:numRef>
          </c:val>
        </c:ser>
        <c:ser>
          <c:idx val="5"/>
          <c:order val="5"/>
          <c:tx>
            <c:strRef>
              <c:f>Sheet1!$G$1</c:f>
              <c:strCache>
                <c:ptCount val="1"/>
                <c:pt idx="0">
                  <c:v>Israel</c:v>
                </c:pt>
              </c:strCache>
            </c:strRef>
          </c:tx>
          <c:spPr>
            <a:solidFill>
              <a:srgbClr val="808080"/>
            </a:solidFill>
            <a:ln>
              <a:noFill/>
            </a:ln>
          </c:spPr>
          <c:dLbls>
            <c:dLbl>
              <c:idx val="15"/>
              <c:tx>
                <c:rich>
                  <a:bodyPr/>
                  <a:lstStyle/>
                  <a:p>
                    <a:r>
                      <a:rPr sz="1100">
                        <a:solidFill>
                          <a:srgbClr val="FFFFFF"/>
                        </a:solidFill>
                        <a:latin typeface="Calibri"/>
                      </a:rPr>
                      <a:t>65.4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34.151</c:v>
                </c:pt>
                <c:pt idx="1">
                  <c:v>35.389</c:v>
                </c:pt>
                <c:pt idx="2">
                  <c:v>36.665</c:v>
                </c:pt>
                <c:pt idx="3">
                  <c:v>37.978</c:v>
                </c:pt>
                <c:pt idx="4">
                  <c:v>39.359</c:v>
                </c:pt>
                <c:pt idx="5">
                  <c:v>40.88</c:v>
                </c:pt>
                <c:pt idx="6">
                  <c:v>42.568</c:v>
                </c:pt>
                <c:pt idx="7">
                  <c:v>44.451</c:v>
                </c:pt>
                <c:pt idx="8">
                  <c:v>46.542</c:v>
                </c:pt>
                <c:pt idx="9">
                  <c:v>48.831</c:v>
                </c:pt>
                <c:pt idx="10">
                  <c:v>51.295</c:v>
                </c:pt>
                <c:pt idx="11">
                  <c:v>53.917</c:v>
                </c:pt>
                <c:pt idx="12">
                  <c:v>56.664</c:v>
                </c:pt>
                <c:pt idx="13">
                  <c:v>59.52</c:v>
                </c:pt>
                <c:pt idx="14">
                  <c:v>62.447</c:v>
                </c:pt>
                <c:pt idx="15">
                  <c:v>65.447</c:v>
                </c:pt>
              </c:numCache>
            </c:numRef>
          </c:val>
        </c:ser>
        <c:ser>
          <c:idx val="6"/>
          <c:order val="6"/>
          <c:tx>
            <c:strRef>
              <c:f>Sheet1!$H$1</c:f>
              <c:strCache>
                <c:ptCount val="1"/>
                <c:pt idx="0">
                  <c:v>Rest of GCC</c:v>
                </c:pt>
              </c:strCache>
            </c:strRef>
          </c:tx>
          <c:spPr>
            <a:solidFill>
              <a:srgbClr val="0E72AE"/>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23.933</c:v>
                </c:pt>
                <c:pt idx="1">
                  <c:v>25.204</c:v>
                </c:pt>
                <c:pt idx="2">
                  <c:v>26.531</c:v>
                </c:pt>
                <c:pt idx="3">
                  <c:v>27.911</c:v>
                </c:pt>
                <c:pt idx="4">
                  <c:v>29.38</c:v>
                </c:pt>
                <c:pt idx="5">
                  <c:v>31.023</c:v>
                </c:pt>
                <c:pt idx="6">
                  <c:v>32.879</c:v>
                </c:pt>
                <c:pt idx="7">
                  <c:v>34.986</c:v>
                </c:pt>
                <c:pt idx="8">
                  <c:v>37.369</c:v>
                </c:pt>
                <c:pt idx="9">
                  <c:v>40.026</c:v>
                </c:pt>
                <c:pt idx="10">
                  <c:v>42.933</c:v>
                </c:pt>
                <c:pt idx="11">
                  <c:v>46.08</c:v>
                </c:pt>
                <c:pt idx="12">
                  <c:v>49.442</c:v>
                </c:pt>
                <c:pt idx="13">
                  <c:v>53.006</c:v>
                </c:pt>
                <c:pt idx="14">
                  <c:v>56.733</c:v>
                </c:pt>
                <c:pt idx="15">
                  <c:v>60.626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Saudi Arabia</c:v>
                </c:pt>
              </c:strCache>
            </c:strRef>
          </c:tx>
          <c:spPr>
            <a:solidFill>
              <a:srgbClr val="3D85C6"/>
            </a:solidFill>
            <a:ln>
              <a:noFill/>
            </a:ln>
          </c:spPr>
          <c:dLbls>
            <c:dLbl>
              <c:idx val="0"/>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237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273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295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318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343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400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161.908</c:v>
                </c:pt>
                <c:pt idx="1">
                  <c:v>170.103</c:v>
                </c:pt>
                <c:pt idx="2">
                  <c:v>178.673</c:v>
                </c:pt>
                <c:pt idx="3">
                  <c:v>187.692</c:v>
                </c:pt>
                <c:pt idx="4">
                  <c:v>197.318</c:v>
                </c:pt>
                <c:pt idx="5">
                  <c:v>208.886</c:v>
                </c:pt>
                <c:pt idx="6">
                  <c:v>221.998</c:v>
                </c:pt>
                <c:pt idx="7">
                  <c:v>236.965</c:v>
                </c:pt>
                <c:pt idx="8">
                  <c:v>253.986</c:v>
                </c:pt>
                <c:pt idx="9">
                  <c:v>273.2</c:v>
                </c:pt>
                <c:pt idx="10">
                  <c:v>294.511</c:v>
                </c:pt>
                <c:pt idx="11">
                  <c:v>317.928</c:v>
                </c:pt>
                <c:pt idx="12">
                  <c:v>343.318</c:v>
                </c:pt>
                <c:pt idx="13">
                  <c:v>370.683</c:v>
                </c:pt>
                <c:pt idx="14">
                  <c:v>399.953</c:v>
                </c:pt>
                <c:pt idx="15">
                  <c:v>431.181</c:v>
                </c:pt>
              </c:numCache>
            </c:numRef>
          </c:val>
        </c:ser>
        <c:ser>
          <c:idx val="1"/>
          <c:order val="1"/>
          <c:tx>
            <c:strRef>
              <c:f>Sheet1!$C$1</c:f>
              <c:strCache>
                <c:ptCount val="1"/>
                <c:pt idx="0">
                  <c:v>Turkey</c:v>
                </c:pt>
              </c:strCache>
            </c:strRef>
          </c:tx>
          <c:spPr>
            <a:solidFill>
              <a:srgbClr val="9E7E0A"/>
            </a:solidFill>
            <a:ln>
              <a:noFill/>
            </a:ln>
          </c:spPr>
          <c:dLbls>
            <c:dLbl>
              <c:idx val="0"/>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297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322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349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378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408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145.544</c:v>
                </c:pt>
                <c:pt idx="1">
                  <c:v>153.521</c:v>
                </c:pt>
                <c:pt idx="2">
                  <c:v>161.91</c:v>
                </c:pt>
                <c:pt idx="3">
                  <c:v>170.767</c:v>
                </c:pt>
                <c:pt idx="4">
                  <c:v>180.227</c:v>
                </c:pt>
                <c:pt idx="5">
                  <c:v>191.43</c:v>
                </c:pt>
                <c:pt idx="6">
                  <c:v>204.179</c:v>
                </c:pt>
                <c:pt idx="7">
                  <c:v>218.747</c:v>
                </c:pt>
                <c:pt idx="8">
                  <c:v>235.306</c:v>
                </c:pt>
                <c:pt idx="9">
                  <c:v>253.961</c:v>
                </c:pt>
                <c:pt idx="10">
                  <c:v>274.675</c:v>
                </c:pt>
                <c:pt idx="11">
                  <c:v>297.483</c:v>
                </c:pt>
                <c:pt idx="12">
                  <c:v>322.24</c:v>
                </c:pt>
                <c:pt idx="13">
                  <c:v>348.978</c:v>
                </c:pt>
                <c:pt idx="14">
                  <c:v>377.582</c:v>
                </c:pt>
                <c:pt idx="15">
                  <c:v>408.12</c:v>
                </c:pt>
              </c:numCache>
            </c:numRef>
          </c:val>
        </c:ser>
        <c:ser>
          <c:idx val="2"/>
          <c:order val="2"/>
          <c:tx>
            <c:strRef>
              <c:f>Sheet1!$D$1</c:f>
              <c:strCache>
                <c:ptCount val="1"/>
                <c:pt idx="0">
                  <c:v>Rest of MEA</c:v>
                </c:pt>
              </c:strCache>
            </c:strRef>
          </c:tx>
          <c:spPr>
            <a:solidFill>
              <a:srgbClr val="008189"/>
            </a:solidFill>
            <a:ln>
              <a:noFill/>
            </a:ln>
          </c:spPr>
          <c:dLbls>
            <c:dLbl>
              <c:idx val="0"/>
              <c:tx>
                <c:rich>
                  <a:bodyPr/>
                  <a:lstStyle/>
                  <a:p>
                    <a:r>
                      <a:rPr sz="1100">
                        <a:solidFill>
                          <a:srgbClr val="FFFFFF"/>
                        </a:solidFill>
                        <a:latin typeface="Calibri"/>
                      </a:rPr>
                      <a:t>140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278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333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364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397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139.752</c:v>
                </c:pt>
                <c:pt idx="1">
                  <c:v>147.915</c:v>
                </c:pt>
                <c:pt idx="2">
                  <c:v>156.552</c:v>
                </c:pt>
                <c:pt idx="3">
                  <c:v>165.745</c:v>
                </c:pt>
                <c:pt idx="4">
                  <c:v>175.636</c:v>
                </c:pt>
                <c:pt idx="5">
                  <c:v>187.506</c:v>
                </c:pt>
                <c:pt idx="6">
                  <c:v>201.141</c:v>
                </c:pt>
                <c:pt idx="7">
                  <c:v>216.813</c:v>
                </c:pt>
                <c:pt idx="8">
                  <c:v>234.843</c:v>
                </c:pt>
                <c:pt idx="9">
                  <c:v>255.397</c:v>
                </c:pt>
                <c:pt idx="10">
                  <c:v>278.459</c:v>
                </c:pt>
                <c:pt idx="11">
                  <c:v>304.201</c:v>
                </c:pt>
                <c:pt idx="12">
                  <c:v>332.574</c:v>
                </c:pt>
                <c:pt idx="13">
                  <c:v>363.586</c:v>
                </c:pt>
                <c:pt idx="14">
                  <c:v>397.243</c:v>
                </c:pt>
                <c:pt idx="15">
                  <c:v>433.715</c:v>
                </c:pt>
              </c:numCache>
            </c:numRef>
          </c:val>
        </c:ser>
        <c:ser>
          <c:idx val="3"/>
          <c:order val="3"/>
          <c:tx>
            <c:strRef>
              <c:f>Sheet1!$E$1</c:f>
              <c:strCache>
                <c:ptCount val="1"/>
                <c:pt idx="0">
                  <c:v>South Africa</c:v>
                </c:pt>
              </c:strCache>
            </c:strRef>
          </c:tx>
          <c:spPr>
            <a:solidFill>
              <a:srgbClr val="40315E"/>
            </a:solidFill>
            <a:ln>
              <a:noFill/>
            </a:ln>
          </c:spPr>
          <c:dLbls>
            <c:dLbl>
              <c:idx val="5"/>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199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212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226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241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108.917</c:v>
                </c:pt>
                <c:pt idx="1">
                  <c:v>113.112</c:v>
                </c:pt>
                <c:pt idx="2">
                  <c:v>117.468</c:v>
                </c:pt>
                <c:pt idx="3">
                  <c:v>122.039</c:v>
                </c:pt>
                <c:pt idx="4">
                  <c:v>126.883</c:v>
                </c:pt>
                <c:pt idx="5">
                  <c:v>132.778</c:v>
                </c:pt>
                <c:pt idx="6">
                  <c:v>139.41</c:v>
                </c:pt>
                <c:pt idx="7">
                  <c:v>146.916</c:v>
                </c:pt>
                <c:pt idx="8">
                  <c:v>155.396</c:v>
                </c:pt>
                <c:pt idx="9">
                  <c:v>164.879</c:v>
                </c:pt>
                <c:pt idx="10">
                  <c:v>175.306</c:v>
                </c:pt>
                <c:pt idx="11">
                  <c:v>186.661</c:v>
                </c:pt>
                <c:pt idx="12">
                  <c:v>198.873</c:v>
                </c:pt>
                <c:pt idx="13">
                  <c:v>211.938</c:v>
                </c:pt>
                <c:pt idx="14">
                  <c:v>225.841</c:v>
                </c:pt>
                <c:pt idx="15">
                  <c:v>240.577</c:v>
                </c:pt>
              </c:numCache>
            </c:numRef>
          </c:val>
        </c:ser>
        <c:ser>
          <c:idx val="4"/>
          <c:order val="4"/>
          <c:tx>
            <c:strRef>
              <c:f>Sheet1!$F$1</c:f>
              <c:strCache>
                <c:ptCount val="1"/>
                <c:pt idx="0">
                  <c:v>UAE</c:v>
                </c:pt>
              </c:strCache>
            </c:strRef>
          </c:tx>
          <c:spPr>
            <a:solidFill>
              <a:srgbClr val="A35313"/>
            </a:solidFill>
            <a:ln>
              <a:noFill/>
            </a:ln>
          </c:spPr>
          <c:dLbls>
            <c:dLbl>
              <c:idx val="7"/>
              <c:tx>
                <c:rich>
                  <a:bodyPr/>
                  <a:lstStyle/>
                  <a:p>
                    <a:r>
                      <a:rPr sz="1100">
                        <a:solidFill>
                          <a:srgbClr val="FFFFFF"/>
                        </a:solidFill>
                        <a:latin typeface="Calibri"/>
                      </a:rPr>
                      <a:t>133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152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174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187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94.383</c:v>
                </c:pt>
                <c:pt idx="1">
                  <c:v>98.72</c:v>
                </c:pt>
                <c:pt idx="2">
                  <c:v>103.238</c:v>
                </c:pt>
                <c:pt idx="3">
                  <c:v>107.965</c:v>
                </c:pt>
                <c:pt idx="4">
                  <c:v>112.983</c:v>
                </c:pt>
                <c:pt idx="5">
                  <c:v>118.929</c:v>
                </c:pt>
                <c:pt idx="6">
                  <c:v>125.649</c:v>
                </c:pt>
                <c:pt idx="7">
                  <c:v>133.284</c:v>
                </c:pt>
                <c:pt idx="8">
                  <c:v>141.948</c:v>
                </c:pt>
                <c:pt idx="9">
                  <c:v>151.7</c:v>
                </c:pt>
                <c:pt idx="10">
                  <c:v>162.439</c:v>
                </c:pt>
                <c:pt idx="11">
                  <c:v>174.164</c:v>
                </c:pt>
                <c:pt idx="12">
                  <c:v>186.789</c:v>
                </c:pt>
                <c:pt idx="13">
                  <c:v>200.314</c:v>
                </c:pt>
                <c:pt idx="14">
                  <c:v>214.716</c:v>
                </c:pt>
                <c:pt idx="15">
                  <c:v>230.004</c:v>
                </c:pt>
              </c:numCache>
            </c:numRef>
          </c:val>
        </c:ser>
        <c:ser>
          <c:idx val="5"/>
          <c:order val="5"/>
          <c:tx>
            <c:strRef>
              <c:f>Sheet1!$G$1</c:f>
              <c:strCache>
                <c:ptCount val="1"/>
                <c:pt idx="0">
                  <c:v>Israel</c:v>
                </c:pt>
              </c:strCache>
            </c:strRef>
          </c:tx>
          <c:spPr>
            <a:solidFill>
              <a:srgbClr val="808080"/>
            </a:solidFill>
            <a:ln>
              <a:noFill/>
            </a:ln>
          </c:spPr>
          <c:dLbls>
            <c:dLbl>
              <c:idx val="7"/>
              <c:tx>
                <c:rich>
                  <a:bodyPr/>
                  <a:lstStyle/>
                  <a:p>
                    <a:r>
                      <a:rPr sz="1100">
                        <a:solidFill>
                          <a:srgbClr val="FFFFFF"/>
                        </a:solidFill>
                        <a:latin typeface="Calibri"/>
                      </a:rPr>
                      <a:t>129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177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190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203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93.998</c:v>
                </c:pt>
                <c:pt idx="1">
                  <c:v>97.864</c:v>
                </c:pt>
                <c:pt idx="2">
                  <c:v>101.896</c:v>
                </c:pt>
                <c:pt idx="3">
                  <c:v>106.141</c:v>
                </c:pt>
                <c:pt idx="4">
                  <c:v>110.653</c:v>
                </c:pt>
                <c:pt idx="5">
                  <c:v>116.071</c:v>
                </c:pt>
                <c:pt idx="6">
                  <c:v>122.183</c:v>
                </c:pt>
                <c:pt idx="7">
                  <c:v>129.113</c:v>
                </c:pt>
                <c:pt idx="8">
                  <c:v>136.957</c:v>
                </c:pt>
                <c:pt idx="9">
                  <c:v>145.764</c:v>
                </c:pt>
                <c:pt idx="10">
                  <c:v>155.453</c:v>
                </c:pt>
                <c:pt idx="11">
                  <c:v>166.011</c:v>
                </c:pt>
                <c:pt idx="12">
                  <c:v>177.38</c:v>
                </c:pt>
                <c:pt idx="13">
                  <c:v>189.584</c:v>
                </c:pt>
                <c:pt idx="14">
                  <c:v>202.583</c:v>
                </c:pt>
                <c:pt idx="15">
                  <c:v>216.396</c:v>
                </c:pt>
              </c:numCache>
            </c:numRef>
          </c:val>
        </c:ser>
        <c:ser>
          <c:idx val="6"/>
          <c:order val="6"/>
          <c:tx>
            <c:strRef>
              <c:f>Sheet1!$H$1</c:f>
              <c:strCache>
                <c:ptCount val="1"/>
                <c:pt idx="0">
                  <c:v>Rest of GCC</c:v>
                </c:pt>
              </c:strCache>
            </c:strRef>
          </c:tx>
          <c:spPr>
            <a:solidFill>
              <a:srgbClr val="0E72AE"/>
            </a:solidFill>
            <a:ln>
              <a:noFill/>
            </a:ln>
          </c:spPr>
          <c:dLbls>
            <c:dLbl>
              <c:idx val="13"/>
              <c:tx>
                <c:rich>
                  <a:bodyPr/>
                  <a:lstStyle/>
                  <a:p>
                    <a:r>
                      <a:rPr sz="1100">
                        <a:solidFill>
                          <a:srgbClr val="FFFFFF"/>
                        </a:solidFill>
                        <a:latin typeface="Calibri"/>
                      </a:rPr>
                      <a:t>136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148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52.19</c:v>
                </c:pt>
                <c:pt idx="1">
                  <c:v>55.26</c:v>
                </c:pt>
                <c:pt idx="2">
                  <c:v>58.496</c:v>
                </c:pt>
                <c:pt idx="3">
                  <c:v>61.926</c:v>
                </c:pt>
                <c:pt idx="4">
                  <c:v>65.609</c:v>
                </c:pt>
                <c:pt idx="5">
                  <c:v>70.057</c:v>
                </c:pt>
                <c:pt idx="6">
                  <c:v>75.158</c:v>
                </c:pt>
                <c:pt idx="7">
                  <c:v>81.041</c:v>
                </c:pt>
                <c:pt idx="8">
                  <c:v>87.821</c:v>
                </c:pt>
                <c:pt idx="9">
                  <c:v>95.562</c:v>
                </c:pt>
                <c:pt idx="10">
                  <c:v>104.244</c:v>
                </c:pt>
                <c:pt idx="11">
                  <c:v>113.894</c:v>
                </c:pt>
                <c:pt idx="12">
                  <c:v>124.458</c:v>
                </c:pt>
                <c:pt idx="13">
                  <c:v>135.983</c:v>
                </c:pt>
                <c:pt idx="14">
                  <c:v>148.461</c:v>
                </c:pt>
                <c:pt idx="15">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Sprays and Mists</c:v>
                </c:pt>
              </c:strCache>
            </c:strRef>
          </c:tx>
          <c:spPr>
            <a:solidFill>
              <a:srgbClr val="3D85C6"/>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9.935410568955085</c:v>
                </c:pt>
                <c:pt idx="1">
                  <c:v>11.623135362945712</c:v>
                </c:pt>
                <c:pt idx="2">
                  <c:v>10.934157666823188</c:v>
                </c:pt>
                <c:pt idx="3">
                  <c:v>9.3724670271888</c:v>
                </c:pt>
                <c:pt idx="4">
                  <c:v>11.357254519526217</c:v>
                </c:pt>
                <c:pt idx="5">
                  <c:v>9.757387268919548</c:v>
                </c:pt>
                <c:pt idx="6">
                  <c:v>7.314267005445984</c:v>
                </c:pt>
              </c:numCache>
            </c:numRef>
          </c:val>
        </c:ser>
        <c:ser>
          <c:idx val="1"/>
          <c:order val="1"/>
          <c:tx>
            <c:strRef>
              <c:f>Sheet1!$C$1</c:f>
              <c:strCache>
                <c:ptCount val="1"/>
                <c:pt idx="0">
                  <c:v>Mousses and Foams</c:v>
                </c:pt>
              </c:strCache>
            </c:strRef>
          </c:tx>
          <c:spPr>
            <a:solidFill>
              <a:srgbClr val="9E7E0A"/>
            </a:solidFill>
            <a:ln>
              <a:noFill/>
            </a:ln>
          </c:spPr>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6.0353451150383455</c:v>
                </c:pt>
                <c:pt idx="1">
                  <c:v>5.8392946265180505</c:v>
                </c:pt>
                <c:pt idx="2">
                  <c:v>6.021634406358151</c:v>
                </c:pt>
                <c:pt idx="3">
                  <c:v>5.866313072321959</c:v>
                </c:pt>
                <c:pt idx="4">
                  <c:v>6.035019283638556</c:v>
                </c:pt>
                <c:pt idx="5">
                  <c:v>6.197397380682358</c:v>
                </c:pt>
                <c:pt idx="6">
                  <c:v>6.224608843615839</c:v>
                </c:pt>
              </c:numCache>
            </c:numRef>
          </c:val>
        </c:ser>
        <c:ser>
          <c:idx val="2"/>
          <c:order val="2"/>
          <c:tx>
            <c:strRef>
              <c:f>Sheet1!$D$1</c:f>
              <c:strCache>
                <c:ptCount val="1"/>
                <c:pt idx="0">
                  <c:v>Gels and Jellies</c:v>
                </c:pt>
              </c:strCache>
            </c:strRef>
          </c:tx>
          <c:spPr>
            <a:solidFill>
              <a:srgbClr val="008189"/>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7.834710335543947</c:v>
                </c:pt>
                <c:pt idx="1">
                  <c:v>7.44237416588107</c:v>
                </c:pt>
                <c:pt idx="2">
                  <c:v>7.50508686805447</c:v>
                </c:pt>
                <c:pt idx="3">
                  <c:v>9.97144365421466</c:v>
                </c:pt>
                <c:pt idx="4">
                  <c:v>9.384050691221658</c:v>
                </c:pt>
                <c:pt idx="5">
                  <c:v>7.14201228718334</c:v>
                </c:pt>
                <c:pt idx="6">
                  <c:v>11.563841609908835</c:v>
                </c:pt>
              </c:numCache>
            </c:numRef>
          </c:val>
        </c:ser>
        <c:ser>
          <c:idx val="3"/>
          <c:order val="3"/>
          <c:tx>
            <c:strRef>
              <c:f>Sheet1!$E$1</c:f>
              <c:strCache>
                <c:ptCount val="1"/>
                <c:pt idx="0">
                  <c:v>Creams and Lotions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13.915132204562013</c:v>
                </c:pt>
                <c:pt idx="1">
                  <c:v>12.944786410100004</c:v>
                </c:pt>
                <c:pt idx="2">
                  <c:v>11.448931322933515</c:v>
                </c:pt>
                <c:pt idx="3">
                  <c:v>14.535886639204913</c:v>
                </c:pt>
                <c:pt idx="4">
                  <c:v>10.71356813470614</c:v>
                </c:pt>
                <c:pt idx="5">
                  <c:v>13.711411217099084</c:v>
                </c:pt>
                <c:pt idx="6">
                  <c:v>13.689435895544067</c:v>
                </c:pt>
              </c:numCache>
            </c:numRef>
          </c:val>
        </c:ser>
        <c:ser>
          <c:idx val="4"/>
          <c:order val="4"/>
          <c:tx>
            <c:strRef>
              <c:f>Sheet1!$F$1</c:f>
              <c:strCache>
                <c:ptCount val="1"/>
                <c:pt idx="0">
                  <c:v>Waxes, Clays, Pastes and Pomades</c:v>
                </c:pt>
              </c:strCache>
            </c:strRef>
          </c:tx>
          <c:spPr>
            <a:solidFill>
              <a:srgbClr val="A35313"/>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13.753967371839998</c:v>
                </c:pt>
                <c:pt idx="1">
                  <c:v>14.192498937133774</c:v>
                </c:pt>
                <c:pt idx="2">
                  <c:v>15.240604511225895</c:v>
                </c:pt>
                <c:pt idx="3">
                  <c:v>16.826213644695876</c:v>
                </c:pt>
                <c:pt idx="4">
                  <c:v>19.228507441475262</c:v>
                </c:pt>
                <c:pt idx="5">
                  <c:v>15.69758407722047</c:v>
                </c:pt>
                <c:pt idx="6">
                  <c:v>18.585288923115233</c:v>
                </c:pt>
              </c:numCache>
            </c:numRef>
          </c:val>
        </c:ser>
        <c:ser>
          <c:idx val="5"/>
          <c:order val="5"/>
          <c:tx>
            <c:strRef>
              <c:f>Sheet1!$G$1</c:f>
              <c:strCache>
                <c:ptCount val="1"/>
                <c:pt idx="0">
                  <c:v>Styling Powders</c:v>
                </c:pt>
              </c:strCache>
            </c:strRef>
          </c:tx>
          <c:spPr>
            <a:solidFill>
              <a:srgbClr val="808080"/>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10.933891544094946</c:v>
                </c:pt>
                <c:pt idx="1">
                  <c:v>11.888389803878075</c:v>
                </c:pt>
                <c:pt idx="2">
                  <c:v>10.132432479435142</c:v>
                </c:pt>
                <c:pt idx="3">
                  <c:v>10.397502670662615</c:v>
                </c:pt>
                <c:pt idx="4">
                  <c:v>11.049255362419693</c:v>
                </c:pt>
                <c:pt idx="5">
                  <c:v>10.915137726384048</c:v>
                </c:pt>
                <c:pt idx="6">
                  <c:v>9.768188253088441</c:v>
                </c:pt>
              </c:numCache>
            </c:numRef>
          </c:val>
        </c:ser>
        <c:ser>
          <c:idx val="6"/>
          <c:order val="6"/>
          <c:tx>
            <c:strRef>
              <c:f>Sheet1!$H$1</c:f>
              <c:strCache>
                <c:ptCount val="1"/>
                <c:pt idx="0">
                  <c:v>Styling Serums and Oils</c:v>
                </c:pt>
              </c:strCache>
            </c:strRef>
          </c:tx>
          <c:spPr>
            <a:solidFill>
              <a:srgbClr val="0E72AE"/>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Sheet1!$H$2:$H$8</c:f>
              <c:numCache>
                <c:formatCode>General</c:formatCode>
                <c:ptCount val="7"/>
                <c:pt idx="0">
                  <c:v>23.98392056611463</c:v>
                </c:pt>
                <c:pt idx="1">
                  <c:v>21.139947133958117</c:v>
                </c:pt>
                <c:pt idx="2">
                  <c:v>23.26046503539069</c:v>
                </c:pt>
                <c:pt idx="3">
                  <c:v>17.68331968558923</c:v>
                </c:pt>
                <c:pt idx="4">
                  <c:v>18.245458421338927</c:v>
                </c:pt>
                <c:pt idx="5">
                  <c:v>22.307105368743056</c:v>
                </c:pt>
                <c:pt idx="6">
                  <c:v>18.802252175396692</c:v>
                </c:pt>
              </c:numCache>
            </c:numRef>
          </c:val>
        </c:ser>
        <c:ser>
          <c:idx val="7"/>
          <c:order val="7"/>
          <c:tx>
            <c:strRef>
              <c:f>Sheet1!$I$1</c:f>
              <c:strCache>
                <c:ptCount val="1"/>
                <c:pt idx="0">
                  <c:v>Sticks and Balms</c:v>
                </c:pt>
              </c:strCache>
            </c:strRef>
          </c:tx>
          <c:spPr>
            <a:solidFill>
              <a:srgbClr val="A86F00"/>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Sheet1!$I$2:$I$8</c:f>
              <c:numCache>
                <c:formatCode>General</c:formatCode>
                <c:ptCount val="7"/>
                <c:pt idx="0">
                  <c:v>13.607622293851037</c:v>
                </c:pt>
                <c:pt idx="1">
                  <c:v>14.929573559585208</c:v>
                </c:pt>
                <c:pt idx="2">
                  <c:v>15.456687709778963</c:v>
                </c:pt>
                <c:pt idx="3">
                  <c:v>15.346853606121948</c:v>
                </c:pt>
                <c:pt idx="4">
                  <c:v>13.986886145673557</c:v>
                </c:pt>
                <c:pt idx="5">
                  <c:v>14.271964673768089</c:v>
                </c:pt>
                <c:pt idx="6">
                  <c:v>14.05211729388491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Sprays and Mists</c:v>
                </c:pt>
              </c:strCache>
            </c:strRef>
          </c:tx>
          <c:spPr>
            <a:solidFill>
              <a:srgbClr val="3D85C6"/>
            </a:solidFill>
          </c:spPr>
          <c:invertIfNegative val="0"/>
          <c:xVal>
            <c:numRef>
              <c:f>Sheet1!$A$2:$A$2</c:f>
              <c:numCache>
                <c:formatCode>General</c:formatCode>
                <c:ptCount val="1"/>
                <c:pt idx="0">
                  <c:v>75.3980140166231</c:v>
                </c:pt>
              </c:numCache>
            </c:numRef>
          </c:xVal>
          <c:yVal>
            <c:numRef>
              <c:f>Sheet1!$B$2:$B$2</c:f>
              <c:numCache>
                <c:formatCode>General</c:formatCode>
                <c:ptCount val="1"/>
                <c:pt idx="0">
                  <c:v>93.81147888621635</c:v>
                </c:pt>
              </c:numCache>
            </c:numRef>
          </c:yVal>
          <c:bubbleSize>
            <c:numRef>
              <c:f>Sheet1!$C$2:$C$2</c:f>
              <c:numCache>
                <c:formatCode>General</c:formatCode>
                <c:ptCount val="1"/>
                <c:pt idx="0">
                  <c:v>209.086</c:v>
                </c:pt>
              </c:numCache>
            </c:numRef>
          </c:bubbleSize>
          <c:bubble3D val="0"/>
        </c:ser>
        <c:ser>
          <c:idx val="1"/>
          <c:order val="1"/>
          <c:tx>
            <c:strRef>
              <c:f>Sheet1!$B$4</c:f>
              <c:strCache>
                <c:ptCount val="1"/>
                <c:pt idx="0">
                  <c:v>Mousses and Foams</c:v>
                </c:pt>
              </c:strCache>
            </c:strRef>
          </c:tx>
          <c:spPr>
            <a:solidFill>
              <a:srgbClr val="9E7E0A"/>
            </a:solidFill>
          </c:spPr>
          <c:invertIfNegative val="0"/>
          <c:xVal>
            <c:numRef>
              <c:f>Sheet1!$A$5:$A$5</c:f>
              <c:numCache>
                <c:formatCode>General</c:formatCode>
                <c:ptCount val="1"/>
                <c:pt idx="0">
                  <c:v>80.12666242368569</c:v>
                </c:pt>
              </c:numCache>
            </c:numRef>
          </c:xVal>
          <c:yVal>
            <c:numRef>
              <c:f>Sheet1!$B$5:$B$5</c:f>
              <c:numCache>
                <c:formatCode>General</c:formatCode>
                <c:ptCount val="1"/>
                <c:pt idx="0">
                  <c:v>55.84089027813393</c:v>
                </c:pt>
              </c:numCache>
            </c:numRef>
          </c:yVal>
          <c:bubbleSize>
            <c:numRef>
              <c:f>Sheet1!$C$5:$C$5</c:f>
              <c:numCache>
                <c:formatCode>General</c:formatCode>
                <c:ptCount val="1"/>
                <c:pt idx="0">
                  <c:v>128.721</c:v>
                </c:pt>
              </c:numCache>
            </c:numRef>
          </c:bubbleSize>
          <c:bubble3D val="0"/>
        </c:ser>
        <c:ser>
          <c:idx val="2"/>
          <c:order val="2"/>
          <c:tx>
            <c:strRef>
              <c:f>Sheet1!$B$7</c:f>
              <c:strCache>
                <c:ptCount val="1"/>
                <c:pt idx="0">
                  <c:v>Gels and Jellies</c:v>
                </c:pt>
              </c:strCache>
            </c:strRef>
          </c:tx>
          <c:spPr>
            <a:solidFill>
              <a:srgbClr val="008189"/>
            </a:solidFill>
          </c:spPr>
          <c:invertIfNegative val="0"/>
          <c:xVal>
            <c:numRef>
              <c:f>Sheet1!$A$8:$A$8</c:f>
              <c:numCache>
                <c:formatCode>General</c:formatCode>
                <c:ptCount val="1"/>
                <c:pt idx="0">
                  <c:v>85.5567987478864</c:v>
                </c:pt>
              </c:numCache>
            </c:numRef>
          </c:xVal>
          <c:yVal>
            <c:numRef>
              <c:f>Sheet1!$B$8:$B$8</c:f>
              <c:numCache>
                <c:formatCode>General</c:formatCode>
                <c:ptCount val="1"/>
                <c:pt idx="0">
                  <c:v>79.01198938826529</c:v>
                </c:pt>
              </c:numCache>
            </c:numRef>
          </c:yVal>
          <c:bubbleSize>
            <c:numRef>
              <c:f>Sheet1!$C$8:$C$8</c:f>
              <c:numCache>
                <c:formatCode>General</c:formatCode>
                <c:ptCount val="1"/>
                <c:pt idx="0">
                  <c:v>189.29</c:v>
                </c:pt>
              </c:numCache>
            </c:numRef>
          </c:bubbleSize>
          <c:bubble3D val="0"/>
        </c:ser>
        <c:ser>
          <c:idx val="3"/>
          <c:order val="3"/>
          <c:tx>
            <c:strRef>
              <c:f>Sheet1!$B$10</c:f>
              <c:strCache>
                <c:ptCount val="1"/>
                <c:pt idx="0">
                  <c:v>Creams and Lotions</c:v>
                </c:pt>
              </c:strCache>
            </c:strRef>
          </c:tx>
          <c:spPr>
            <a:solidFill>
              <a:srgbClr val="40315E"/>
            </a:solidFill>
          </c:spPr>
          <c:invertIfNegative val="0"/>
          <c:xVal>
            <c:numRef>
              <c:f>Sheet1!$A$11:$A$11</c:f>
              <c:numCache>
                <c:formatCode>General</c:formatCode>
                <c:ptCount val="1"/>
                <c:pt idx="0">
                  <c:v>101.81556429208966</c:v>
                </c:pt>
              </c:numCache>
            </c:numRef>
          </c:xVal>
          <c:yVal>
            <c:numRef>
              <c:f>Sheet1!$B$11:$B$11</c:f>
              <c:numCache>
                <c:formatCode>General</c:formatCode>
                <c:ptCount val="1"/>
                <c:pt idx="0">
                  <c:v>102.02163101309698</c:v>
                </c:pt>
              </c:numCache>
            </c:numRef>
          </c:yVal>
          <c:bubbleSize>
            <c:numRef>
              <c:f>Sheet1!$C$11:$C$11</c:f>
              <c:numCache>
                <c:formatCode>General</c:formatCode>
                <c:ptCount val="1"/>
                <c:pt idx="0">
                  <c:v>274.069</c:v>
                </c:pt>
              </c:numCache>
            </c:numRef>
          </c:bubbleSize>
          <c:bubble3D val="0"/>
        </c:ser>
        <c:ser>
          <c:idx val="4"/>
          <c:order val="4"/>
          <c:tx>
            <c:strRef>
              <c:f>Sheet1!$B$13</c:f>
              <c:strCache>
                <c:ptCount val="1"/>
                <c:pt idx="0">
                  <c:v>Waxes, Clays, Pastes and Pomades</c:v>
                </c:pt>
              </c:strCache>
            </c:strRef>
          </c:tx>
          <c:spPr>
            <a:solidFill>
              <a:srgbClr val="A35313"/>
            </a:solidFill>
          </c:spPr>
          <c:invertIfNegative val="0"/>
          <c:xVal>
            <c:numRef>
              <c:f>Sheet1!$A$14:$A$14</c:f>
              <c:numCache>
                <c:formatCode>General</c:formatCode>
                <c:ptCount val="1"/>
                <c:pt idx="0">
                  <c:v>98.33260602112499</c:v>
                </c:pt>
              </c:numCache>
            </c:numRef>
          </c:xVal>
          <c:yVal>
            <c:numRef>
              <c:f>Sheet1!$B$14:$B$14</c:f>
              <c:numCache>
                <c:formatCode>General</c:formatCode>
                <c:ptCount val="1"/>
                <c:pt idx="0">
                  <c:v>135.52444920670362</c:v>
                </c:pt>
              </c:numCache>
            </c:numRef>
          </c:yVal>
          <c:bubbleSize>
            <c:numRef>
              <c:f>Sheet1!$C$14:$C$14</c:f>
              <c:numCache>
                <c:formatCode>General</c:formatCode>
                <c:ptCount val="1"/>
                <c:pt idx="0">
                  <c:v>355.287</c:v>
                </c:pt>
              </c:numCache>
            </c:numRef>
          </c:bubbleSize>
          <c:bubble3D val="0"/>
        </c:ser>
        <c:ser>
          <c:idx val="5"/>
          <c:order val="5"/>
          <c:tx>
            <c:strRef>
              <c:f>Sheet1!$B$16</c:f>
              <c:strCache>
                <c:ptCount val="1"/>
                <c:pt idx="0">
                  <c:v>Styling Powders</c:v>
                </c:pt>
              </c:strCache>
            </c:strRef>
          </c:tx>
          <c:spPr>
            <a:solidFill>
              <a:srgbClr val="808080"/>
            </a:solidFill>
          </c:spPr>
          <c:invertIfNegative val="0"/>
          <c:xVal>
            <c:numRef>
              <c:f>Sheet1!$A$17:$A$17</c:f>
              <c:numCache>
                <c:formatCode>General</c:formatCode>
                <c:ptCount val="1"/>
                <c:pt idx="0">
                  <c:v>113.1193025700233</c:v>
                </c:pt>
              </c:numCache>
            </c:numRef>
          </c:xVal>
          <c:yVal>
            <c:numRef>
              <c:f>Sheet1!$B$17:$B$17</c:f>
              <c:numCache>
                <c:formatCode>General</c:formatCode>
                <c:ptCount val="1"/>
                <c:pt idx="0">
                  <c:v>77.84434757428654</c:v>
                </c:pt>
              </c:numCache>
            </c:numRef>
          </c:yVal>
          <c:bubbleSize>
            <c:numRef>
              <c:f>Sheet1!$C$17:$C$17</c:f>
              <c:numCache>
                <c:formatCode>General</c:formatCode>
                <c:ptCount val="1"/>
                <c:pt idx="0">
                  <c:v>226.276</c:v>
                </c:pt>
              </c:numCache>
            </c:numRef>
          </c:bubbleSize>
          <c:bubble3D val="0"/>
        </c:ser>
        <c:ser>
          <c:idx val="6"/>
          <c:order val="6"/>
          <c:tx>
            <c:strRef>
              <c:f>Sheet1!$B$19</c:f>
              <c:strCache>
                <c:ptCount val="1"/>
                <c:pt idx="0">
                  <c:v>Styling Serums and Oils</c:v>
                </c:pt>
              </c:strCache>
            </c:strRef>
          </c:tx>
          <c:spPr>
            <a:solidFill>
              <a:srgbClr val="0E72AE"/>
            </a:solidFill>
          </c:spPr>
          <c:invertIfNegative val="0"/>
          <c:xVal>
            <c:numRef>
              <c:f>Sheet1!$A$20:$A$20</c:f>
              <c:numCache>
                <c:formatCode>General</c:formatCode>
                <c:ptCount val="1"/>
                <c:pt idx="0">
                  <c:v>106.18707242553221</c:v>
                </c:pt>
              </c:numCache>
            </c:numRef>
          </c:xVal>
          <c:yVal>
            <c:numRef>
              <c:f>Sheet1!$B$20:$B$20</c:f>
              <c:numCache>
                <c:formatCode>General</c:formatCode>
                <c:ptCount val="1"/>
                <c:pt idx="0">
                  <c:v>156.26744613452647</c:v>
                </c:pt>
              </c:numCache>
            </c:numRef>
          </c:yVal>
          <c:bubbleSize>
            <c:numRef>
              <c:f>Sheet1!$C$20:$C$20</c:f>
              <c:numCache>
                <c:formatCode>General</c:formatCode>
                <c:ptCount val="1"/>
                <c:pt idx="0">
                  <c:v>432.824</c:v>
                </c:pt>
              </c:numCache>
            </c:numRef>
          </c:bubbleSize>
          <c:bubble3D val="0"/>
        </c:ser>
        <c:ser>
          <c:idx val="7"/>
          <c:order val="7"/>
          <c:tx>
            <c:strRef>
              <c:f>Sheet1!$B$22</c:f>
              <c:strCache>
                <c:ptCount val="1"/>
                <c:pt idx="0">
                  <c:v>Sticks and Balms</c:v>
                </c:pt>
              </c:strCache>
            </c:strRef>
          </c:tx>
          <c:spPr>
            <a:solidFill>
              <a:srgbClr val="A86F00"/>
            </a:solidFill>
          </c:spPr>
          <c:invertIfNegative val="0"/>
          <c:xVal>
            <c:numRef>
              <c:f>Sheet1!$A$23:$A$23</c:f>
              <c:numCache>
                <c:formatCode>General</c:formatCode>
                <c:ptCount val="1"/>
                <c:pt idx="0">
                  <c:v>121.1798675369631</c:v>
                </c:pt>
              </c:numCache>
            </c:numRef>
          </c:xVal>
          <c:yVal>
            <c:numRef>
              <c:f>Sheet1!$B$23:$B$23</c:f>
              <c:numCache>
                <c:formatCode>General</c:formatCode>
                <c:ptCount val="1"/>
                <c:pt idx="0">
                  <c:v>99.67776751877089</c:v>
                </c:pt>
              </c:numCache>
            </c:numRef>
          </c:yVal>
          <c:bubbleSize>
            <c:numRef>
              <c:f>Sheet1!$C$23:$C$23</c:f>
              <c:numCache>
                <c:formatCode>General</c:formatCode>
                <c:ptCount val="1"/>
                <c:pt idx="0">
                  <c:v>306.383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120.273</c:v>
                </c:pt>
                <c:pt idx="2">
                  <c:v>132.363</c:v>
                </c:pt>
                <c:pt idx="3">
                  <c:v>147.572</c:v>
                </c:pt>
                <c:pt idx="4">
                  <c:v>165.478</c:v>
                </c:pt>
                <c:pt idx="5">
                  <c:v>186.022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120.273</c:v>
                </c:pt>
                <c:pt idx="1">
                  <c:v>12.090000000000003</c:v>
                </c:pt>
                <c:pt idx="2">
                  <c:v>15.209000000000003</c:v>
                </c:pt>
                <c:pt idx="3">
                  <c:v>17.906000000000006</c:v>
                </c:pt>
                <c:pt idx="4">
                  <c:v>20.543999999999983</c:v>
                </c:pt>
                <c:pt idx="5">
                  <c:v>23.06400000000002</c:v>
                </c:pt>
                <c:pt idx="6">
                  <c:v>209.086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71.592</c:v>
                </c:pt>
                <c:pt idx="2">
                  <c:v>79.787</c:v>
                </c:pt>
                <c:pt idx="3">
                  <c:v>89.649</c:v>
                </c:pt>
                <c:pt idx="4">
                  <c:v>100.945</c:v>
                </c:pt>
                <c:pt idx="5">
                  <c:v>113.988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71.592</c:v>
                </c:pt>
                <c:pt idx="1">
                  <c:v>8.195000000000007</c:v>
                </c:pt>
                <c:pt idx="2">
                  <c:v>9.861999999999995</c:v>
                </c:pt>
                <c:pt idx="3">
                  <c:v>11.295999999999992</c:v>
                </c:pt>
                <c:pt idx="4">
                  <c:v>13.043000000000006</c:v>
                </c:pt>
                <c:pt idx="5">
                  <c:v>14.733000000000004</c:v>
                </c:pt>
                <c:pt idx="6">
                  <c:v>128.721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101.299</c:v>
                </c:pt>
                <c:pt idx="2">
                  <c:v>114.158</c:v>
                </c:pt>
                <c:pt idx="3">
                  <c:v>129.468</c:v>
                </c:pt>
                <c:pt idx="4">
                  <c:v>147.029</c:v>
                </c:pt>
                <c:pt idx="5">
                  <c:v>166.988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101.299</c:v>
                </c:pt>
                <c:pt idx="1">
                  <c:v>12.858999999999995</c:v>
                </c:pt>
                <c:pt idx="2">
                  <c:v>15.309999999999988</c:v>
                </c:pt>
                <c:pt idx="3">
                  <c:v>17.561000000000007</c:v>
                </c:pt>
                <c:pt idx="4">
                  <c:v>19.959000000000003</c:v>
                </c:pt>
                <c:pt idx="5">
                  <c:v>22.301999999999992</c:v>
                </c:pt>
                <c:pt idx="6">
                  <c:v>189.29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130.799</c:v>
                </c:pt>
                <c:pt idx="2">
                  <c:v>146.596</c:v>
                </c:pt>
                <c:pt idx="3">
                  <c:v>168.723</c:v>
                </c:pt>
                <c:pt idx="4">
                  <c:v>197.334</c:v>
                </c:pt>
                <c:pt idx="5">
                  <c:v>232.524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130.799</c:v>
                </c:pt>
                <c:pt idx="1">
                  <c:v>15.796999999999997</c:v>
                </c:pt>
                <c:pt idx="2">
                  <c:v>22.12700000000001</c:v>
                </c:pt>
                <c:pt idx="3">
                  <c:v>28.61099999999999</c:v>
                </c:pt>
                <c:pt idx="4">
                  <c:v>35.19</c:v>
                </c:pt>
                <c:pt idx="5">
                  <c:v>41.545000000000016</c:v>
                </c:pt>
                <c:pt idx="6">
                  <c:v>274.069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173.752</c:v>
                </c:pt>
                <c:pt idx="2">
                  <c:v>198.352</c:v>
                </c:pt>
                <c:pt idx="3">
                  <c:v>228.568</c:v>
                </c:pt>
                <c:pt idx="4">
                  <c:v>264.027</c:v>
                </c:pt>
                <c:pt idx="5">
                  <c:v>306.395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173.752</c:v>
                </c:pt>
                <c:pt idx="1">
                  <c:v>24.599999999999994</c:v>
                </c:pt>
                <c:pt idx="2">
                  <c:v>30.216000000000008</c:v>
                </c:pt>
                <c:pt idx="3">
                  <c:v>35.458999999999975</c:v>
                </c:pt>
                <c:pt idx="4">
                  <c:v>42.367999999999995</c:v>
                </c:pt>
                <c:pt idx="5">
                  <c:v>48.891999999999996</c:v>
                </c:pt>
                <c:pt idx="6">
                  <c:v>355.287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99.802</c:v>
                </c:pt>
                <c:pt idx="2">
                  <c:v>114.258</c:v>
                </c:pt>
                <c:pt idx="3">
                  <c:v>133.745</c:v>
                </c:pt>
                <c:pt idx="4">
                  <c:v>159.872</c:v>
                </c:pt>
                <c:pt idx="5">
                  <c:v>190.744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99.802</c:v>
                </c:pt>
                <c:pt idx="1">
                  <c:v>14.455999999999989</c:v>
                </c:pt>
                <c:pt idx="2">
                  <c:v>19.48700000000001</c:v>
                </c:pt>
                <c:pt idx="3">
                  <c:v>26.12700000000001</c:v>
                </c:pt>
                <c:pt idx="4">
                  <c:v>30.871999999999986</c:v>
                </c:pt>
                <c:pt idx="5">
                  <c:v>35.53200000000001</c:v>
                </c:pt>
                <c:pt idx="6">
                  <c:v>226.276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200.346</c:v>
                </c:pt>
                <c:pt idx="2">
                  <c:v>228.905</c:v>
                </c:pt>
                <c:pt idx="3">
                  <c:v>266.879</c:v>
                </c:pt>
                <c:pt idx="4">
                  <c:v>314.206</c:v>
                </c:pt>
                <c:pt idx="5">
                  <c:v>369.311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200.346</c:v>
                </c:pt>
                <c:pt idx="1">
                  <c:v>28.558999999999997</c:v>
                </c:pt>
                <c:pt idx="2">
                  <c:v>37.97400000000002</c:v>
                </c:pt>
                <c:pt idx="3">
                  <c:v>47.327</c:v>
                </c:pt>
                <c:pt idx="4">
                  <c:v>55.10499999999996</c:v>
                </c:pt>
                <c:pt idx="5">
                  <c:v>63.513000000000034</c:v>
                </c:pt>
                <c:pt idx="6">
                  <c:v>432.824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127.794</c:v>
                </c:pt>
                <c:pt idx="2">
                  <c:v>148.46</c:v>
                </c:pt>
                <c:pt idx="3">
                  <c:v>175.859</c:v>
                </c:pt>
                <c:pt idx="4">
                  <c:v>211.451</c:v>
                </c:pt>
                <c:pt idx="5">
                  <c:v>255.094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127.794</c:v>
                </c:pt>
                <c:pt idx="1">
                  <c:v>20.66600000000001</c:v>
                </c:pt>
                <c:pt idx="2">
                  <c:v>27.399</c:v>
                </c:pt>
                <c:pt idx="3">
                  <c:v>35.591999999999985</c:v>
                </c:pt>
                <c:pt idx="4">
                  <c:v>43.643</c:v>
                </c:pt>
                <c:pt idx="5">
                  <c:v>51.28899999999999</c:v>
                </c:pt>
                <c:pt idx="6">
                  <c:v>306.383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Serums and Oils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18.93318739636823</c:v>
                </c:pt>
                <c:pt idx="1">
                  <c:v>19.53343076681581</c:v>
                </c:pt>
                <c:pt idx="2">
                  <c:v>20.397599173584876</c:v>
                </c:pt>
              </c:numCache>
            </c:numRef>
          </c:val>
        </c:ser>
        <c:ser>
          <c:idx val="1"/>
          <c:order val="1"/>
          <c:tx>
            <c:strRef>
              <c:f>Sheet1!$C$1</c:f>
              <c:strCache>
                <c:ptCount val="1"/>
                <c:pt idx="0">
                  <c:v>Waxes, Clays, Pastes and Pomades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16.4302094538535</c:v>
                </c:pt>
                <c:pt idx="1">
                  <c:v>16.940556150837953</c:v>
                </c:pt>
                <c:pt idx="2">
                  <c:v>16.74353043635623</c:v>
                </c:pt>
              </c:numCache>
            </c:numRef>
          </c:val>
        </c:ser>
        <c:ser>
          <c:idx val="2"/>
          <c:order val="2"/>
          <c:tx>
            <c:strRef>
              <c:f>Sheet1!$D$1</c:f>
              <c:strCache>
                <c:ptCount val="1"/>
                <c:pt idx="0">
                  <c:v>Sticks and Balms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11.73227763336099</c:v>
                </c:pt>
                <c:pt idx="1">
                  <c:v>12.459720939846362</c:v>
                </c:pt>
                <c:pt idx="2">
                  <c:v>14.43884264181389</c:v>
                </c:pt>
              </c:numCache>
            </c:numRef>
          </c:val>
        </c:ser>
        <c:ser>
          <c:idx val="3"/>
          <c:order val="3"/>
          <c:tx>
            <c:strRef>
              <c:f>Sheet1!$E$1</c:f>
              <c:strCache>
                <c:ptCount val="1"/>
                <c:pt idx="0">
                  <c:v>Creams and Lotions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13.52105144905616</c:v>
                </c:pt>
                <c:pt idx="1">
                  <c:v>12.752703876637122</c:v>
                </c:pt>
                <c:pt idx="2">
                  <c:v>12.915988041109628</c:v>
                </c:pt>
              </c:numCache>
            </c:numRef>
          </c:val>
        </c:ser>
        <c:ser>
          <c:idx val="4"/>
          <c:order val="4"/>
          <c:tx>
            <c:strRef>
              <c:f>Sheet1!$F$1</c:f>
              <c:strCache>
                <c:ptCount val="1"/>
                <c:pt idx="0">
                  <c:v>Powders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9.835557323981318</c:v>
                </c:pt>
                <c:pt idx="1">
                  <c:v>9.730543446785818</c:v>
                </c:pt>
                <c:pt idx="2">
                  <c:v>10.663658093363795</c:v>
                </c:pt>
              </c:numCache>
            </c:numRef>
          </c:val>
        </c:ser>
        <c:ser>
          <c:idx val="5"/>
          <c:order val="5"/>
          <c:tx>
            <c:strRef>
              <c:f>Sheet1!$G$1</c:f>
              <c:strCache>
                <c:ptCount val="1"/>
                <c:pt idx="0">
                  <c:v>Sprays and Mists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12.479869861715521</c:v>
                </c:pt>
                <c:pt idx="1">
                  <c:v>11.726434860777044</c:v>
                </c:pt>
                <c:pt idx="2">
                  <c:v>9.853548834649112</c:v>
                </c:pt>
              </c:numCache>
            </c:numRef>
          </c:val>
        </c:ser>
        <c:ser>
          <c:idx val="6"/>
          <c:order val="6"/>
          <c:tx>
            <c:strRef>
              <c:f>Sheet1!$H$1</c:f>
              <c:strCache>
                <c:ptCount val="1"/>
                <c:pt idx="0">
                  <c:v>Gels and Jellies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9.905471506518838</c:v>
                </c:pt>
                <c:pt idx="1">
                  <c:v>9.876498673533161</c:v>
                </c:pt>
                <c:pt idx="2">
                  <c:v>8.920627200820382</c:v>
                </c:pt>
              </c:numCache>
            </c:numRef>
          </c:val>
        </c:ser>
        <c:ser>
          <c:idx val="7"/>
          <c:order val="7"/>
          <c:tx>
            <c:strRef>
              <c:f>Sheet1!$I$1</c:f>
              <c:strCache>
                <c:ptCount val="1"/>
                <c:pt idx="0">
                  <c:v>Mousses and Foams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7.162375375145445</c:v>
                </c:pt>
                <c:pt idx="1">
                  <c:v>6.980111284766741</c:v>
                </c:pt>
                <c:pt idx="2">
                  <c:v>6.066205578302078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 Hold</c:v>
                </c:pt>
              </c:strCache>
            </c:strRef>
          </c:tx>
          <c:spPr>
            <a:solidFill>
              <a:srgbClr val="3D85C6"/>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20.03285086202638</c:v>
                </c:pt>
                <c:pt idx="1">
                  <c:v>20.050647652231778</c:v>
                </c:pt>
                <c:pt idx="2">
                  <c:v>20.045738334985476</c:v>
                </c:pt>
                <c:pt idx="3">
                  <c:v>20.05420279493553</c:v>
                </c:pt>
                <c:pt idx="4">
                  <c:v>16.987895716945996</c:v>
                </c:pt>
                <c:pt idx="5">
                  <c:v>20.041189103441233</c:v>
                </c:pt>
                <c:pt idx="6">
                  <c:v>20.033432092503144</c:v>
                </c:pt>
              </c:numCache>
            </c:numRef>
          </c:val>
        </c:ser>
        <c:ser>
          <c:idx val="1"/>
          <c:order val="1"/>
          <c:tx>
            <c:strRef>
              <c:f>Sheet1!$C$1</c:f>
              <c:strCache>
                <c:ptCount val="1"/>
                <c:pt idx="0">
                  <c:v>Light or Flexible Hold</c:v>
                </c:pt>
              </c:strCache>
            </c:strRef>
          </c:tx>
          <c:spPr>
            <a:solidFill>
              <a:srgbClr val="9E7E0A"/>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22.1885343081559</c:v>
                </c:pt>
                <c:pt idx="1">
                  <c:v>22.23136180261279</c:v>
                </c:pt>
                <c:pt idx="2">
                  <c:v>22.219178796890485</c:v>
                </c:pt>
                <c:pt idx="3">
                  <c:v>22.23977254778076</c:v>
                </c:pt>
                <c:pt idx="4">
                  <c:v>21.438792512006273</c:v>
                </c:pt>
                <c:pt idx="5">
                  <c:v>22.208951208538387</c:v>
                </c:pt>
                <c:pt idx="6">
                  <c:v>22.190609040498945</c:v>
                </c:pt>
              </c:numCache>
            </c:numRef>
          </c:val>
        </c:ser>
        <c:ser>
          <c:idx val="2"/>
          <c:order val="2"/>
          <c:tx>
            <c:strRef>
              <c:f>Sheet1!$D$1</c:f>
              <c:strCache>
                <c:ptCount val="1"/>
                <c:pt idx="0">
                  <c:v>Medium Hold</c:v>
                </c:pt>
              </c:strCache>
            </c:strRef>
          </c:tx>
          <c:spPr>
            <a:solidFill>
              <a:srgbClr val="008189"/>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22.017487526552383</c:v>
                </c:pt>
                <c:pt idx="1">
                  <c:v>22.014630517058926</c:v>
                </c:pt>
                <c:pt idx="2">
                  <c:v>22.015269299664354</c:v>
                </c:pt>
                <c:pt idx="3">
                  <c:v>22.014066124084493</c:v>
                </c:pt>
                <c:pt idx="4">
                  <c:v>21.34298735665981</c:v>
                </c:pt>
                <c:pt idx="5">
                  <c:v>22.015993246471325</c:v>
                </c:pt>
                <c:pt idx="6">
                  <c:v>22.016992725637806</c:v>
                </c:pt>
              </c:numCache>
            </c:numRef>
          </c:val>
        </c:ser>
        <c:ser>
          <c:idx val="3"/>
          <c:order val="3"/>
          <c:tx>
            <c:strRef>
              <c:f>Sheet1!$E$1</c:f>
              <c:strCache>
                <c:ptCount val="1"/>
                <c:pt idx="0">
                  <c:v>Strong Hold</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19.772884453885293</c:v>
                </c:pt>
                <c:pt idx="1">
                  <c:v>19.750273802317036</c:v>
                </c:pt>
                <c:pt idx="2">
                  <c:v>19.75661292847081</c:v>
                </c:pt>
                <c:pt idx="3">
                  <c:v>19.745778915777834</c:v>
                </c:pt>
                <c:pt idx="4">
                  <c:v>22.261099676565717</c:v>
                </c:pt>
                <c:pt idx="5">
                  <c:v>19.76218858857744</c:v>
                </c:pt>
                <c:pt idx="6">
                  <c:v>19.77220063866825</c:v>
                </c:pt>
              </c:numCache>
            </c:numRef>
          </c:val>
        </c:ser>
        <c:ser>
          <c:idx val="4"/>
          <c:order val="4"/>
          <c:tx>
            <c:strRef>
              <c:f>Sheet1!$F$1</c:f>
              <c:strCache>
                <c:ptCount val="1"/>
                <c:pt idx="0">
                  <c:v>Extra-strong Hold</c:v>
                </c:pt>
              </c:strCache>
            </c:strRef>
          </c:tx>
          <c:spPr>
            <a:solidFill>
              <a:srgbClr val="A35313"/>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15.988242849380029</c:v>
                </c:pt>
                <c:pt idx="1">
                  <c:v>15.95308622577947</c:v>
                </c:pt>
                <c:pt idx="2">
                  <c:v>15.96320063998887</c:v>
                </c:pt>
                <c:pt idx="3">
                  <c:v>15.946179617421377</c:v>
                </c:pt>
                <c:pt idx="4">
                  <c:v>17.96922473782221</c:v>
                </c:pt>
                <c:pt idx="5">
                  <c:v>15.971677852971597</c:v>
                </c:pt>
                <c:pt idx="6">
                  <c:v>15.98676550269186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6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No Hold</c:v>
                </c:pt>
              </c:strCache>
            </c:strRef>
          </c:tx>
          <c:spPr>
            <a:solidFill>
              <a:srgbClr val="3D85C6"/>
            </a:solidFill>
          </c:spPr>
          <c:invertIfNegative val="0"/>
          <c:xVal>
            <c:numRef>
              <c:f>Sheet1!$A$2:$A$2</c:f>
              <c:numCache>
                <c:formatCode>General</c:formatCode>
                <c:ptCount val="1"/>
                <c:pt idx="0">
                  <c:v>108.00635592645693</c:v>
                </c:pt>
              </c:numCache>
            </c:numRef>
          </c:xVal>
          <c:yVal>
            <c:numRef>
              <c:f>Sheet1!$B$2:$B$2</c:f>
              <c:numCache>
                <c:formatCode>General</c:formatCode>
                <c:ptCount val="1"/>
                <c:pt idx="0">
                  <c:v>91.9770527797765</c:v>
                </c:pt>
              </c:numCache>
            </c:numRef>
          </c:yVal>
          <c:bubbleSize>
            <c:numRef>
              <c:f>Sheet1!$C$2:$C$2</c:f>
              <c:numCache>
                <c:formatCode>General</c:formatCode>
                <c:ptCount val="1"/>
                <c:pt idx="0">
                  <c:v>412.815</c:v>
                </c:pt>
              </c:numCache>
            </c:numRef>
          </c:bubbleSize>
          <c:bubble3D val="0"/>
        </c:ser>
        <c:ser>
          <c:idx val="1"/>
          <c:order val="1"/>
          <c:tx>
            <c:strRef>
              <c:f>Sheet1!$B$4</c:f>
              <c:strCache>
                <c:ptCount val="1"/>
                <c:pt idx="0">
                  <c:v>Light or Flexible Hold</c:v>
                </c:pt>
              </c:strCache>
            </c:strRef>
          </c:tx>
          <c:spPr>
            <a:solidFill>
              <a:srgbClr val="9E7E0A"/>
            </a:solidFill>
          </c:spPr>
          <c:invertIfNegative val="0"/>
          <c:xVal>
            <c:numRef>
              <c:f>Sheet1!$A$5:$A$5</c:f>
              <c:numCache>
                <c:formatCode>General</c:formatCode>
                <c:ptCount val="1"/>
                <c:pt idx="0">
                  <c:v>113.85163128071942</c:v>
                </c:pt>
              </c:numCache>
            </c:numRef>
          </c:xVal>
          <c:yVal>
            <c:numRef>
              <c:f>Sheet1!$B$5:$B$5</c:f>
              <c:numCache>
                <c:formatCode>General</c:formatCode>
                <c:ptCount val="1"/>
                <c:pt idx="0">
                  <c:v>100.14839254410339</c:v>
                </c:pt>
              </c:numCache>
            </c:numRef>
          </c:yVal>
          <c:bubbleSize>
            <c:numRef>
              <c:f>Sheet1!$C$5:$C$5</c:f>
              <c:numCache>
                <c:formatCode>General</c:formatCode>
                <c:ptCount val="1"/>
                <c:pt idx="0">
                  <c:v>468.15</c:v>
                </c:pt>
              </c:numCache>
            </c:numRef>
          </c:bubbleSize>
          <c:bubble3D val="0"/>
        </c:ser>
        <c:ser>
          <c:idx val="2"/>
          <c:order val="2"/>
          <c:tx>
            <c:strRef>
              <c:f>Sheet1!$B$7</c:f>
              <c:strCache>
                <c:ptCount val="1"/>
                <c:pt idx="0">
                  <c:v>Medium Hold</c:v>
                </c:pt>
              </c:strCache>
            </c:strRef>
          </c:tx>
          <c:spPr>
            <a:solidFill>
              <a:srgbClr val="008189"/>
            </a:solidFill>
          </c:spPr>
          <c:invertIfNegative val="0"/>
          <c:xVal>
            <c:numRef>
              <c:f>Sheet1!$A$8:$A$8</c:f>
              <c:numCache>
                <c:formatCode>General</c:formatCode>
                <c:ptCount val="1"/>
                <c:pt idx="0">
                  <c:v>98.86222438677068</c:v>
                </c:pt>
              </c:numCache>
            </c:numRef>
          </c:xVal>
          <c:yVal>
            <c:numRef>
              <c:f>Sheet1!$B$8:$B$8</c:f>
              <c:numCache>
                <c:formatCode>General</c:formatCode>
                <c:ptCount val="1"/>
                <c:pt idx="0">
                  <c:v>110.30869939102507</c:v>
                </c:pt>
              </c:numCache>
            </c:numRef>
          </c:yVal>
          <c:bubbleSize>
            <c:numRef>
              <c:f>Sheet1!$C$8:$C$8</c:f>
              <c:numCache>
                <c:formatCode>General</c:formatCode>
                <c:ptCount val="1"/>
                <c:pt idx="0">
                  <c:v>464.415</c:v>
                </c:pt>
              </c:numCache>
            </c:numRef>
          </c:bubbleSize>
          <c:bubble3D val="0"/>
        </c:ser>
        <c:ser>
          <c:idx val="3"/>
          <c:order val="3"/>
          <c:tx>
            <c:strRef>
              <c:f>Sheet1!$B$10</c:f>
              <c:strCache>
                <c:ptCount val="1"/>
                <c:pt idx="0">
                  <c:v>Strong Hold</c:v>
                </c:pt>
              </c:strCache>
            </c:strRef>
          </c:tx>
          <c:spPr>
            <a:solidFill>
              <a:srgbClr val="40315E"/>
            </a:solidFill>
          </c:spPr>
          <c:invertIfNegative val="0"/>
          <c:xVal>
            <c:numRef>
              <c:f>Sheet1!$A$11:$A$11</c:f>
              <c:numCache>
                <c:formatCode>General</c:formatCode>
                <c:ptCount val="1"/>
                <c:pt idx="0">
                  <c:v>91.98525443580573</c:v>
                </c:pt>
              </c:numCache>
            </c:numRef>
          </c:xVal>
          <c:yVal>
            <c:numRef>
              <c:f>Sheet1!$B$11:$B$11</c:f>
              <c:numCache>
                <c:formatCode>General</c:formatCode>
                <c:ptCount val="1"/>
                <c:pt idx="0">
                  <c:v>107.07809035760458</c:v>
                </c:pt>
              </c:numCache>
            </c:numRef>
          </c:yVal>
          <c:bubbleSize>
            <c:numRef>
              <c:f>Sheet1!$C$11:$C$11</c:f>
              <c:numCache>
                <c:formatCode>General</c:formatCode>
                <c:ptCount val="1"/>
                <c:pt idx="0">
                  <c:v>429.524</c:v>
                </c:pt>
              </c:numCache>
            </c:numRef>
          </c:bubbleSize>
          <c:bubble3D val="0"/>
        </c:ser>
        <c:ser>
          <c:idx val="4"/>
          <c:order val="4"/>
          <c:tx>
            <c:strRef>
              <c:f>Sheet1!$B$13</c:f>
              <c:strCache>
                <c:ptCount val="1"/>
                <c:pt idx="0">
                  <c:v>Extra-strong Hold</c:v>
                </c:pt>
              </c:strCache>
            </c:strRef>
          </c:tx>
          <c:spPr>
            <a:solidFill>
              <a:srgbClr val="A35313"/>
            </a:solidFill>
          </c:spPr>
          <c:invertIfNegative val="0"/>
          <c:xVal>
            <c:numRef>
              <c:f>Sheet1!$A$14:$A$14</c:f>
              <c:numCache>
                <c:formatCode>General</c:formatCode>
                <c:ptCount val="1"/>
                <c:pt idx="0">
                  <c:v>85.63061906316966</c:v>
                </c:pt>
              </c:numCache>
            </c:numRef>
          </c:xVal>
          <c:yVal>
            <c:numRef>
              <c:f>Sheet1!$B$14:$B$14</c:f>
              <c:numCache>
                <c:formatCode>General</c:formatCode>
                <c:ptCount val="1"/>
                <c:pt idx="0">
                  <c:v>90.48776492749046</c:v>
                </c:pt>
              </c:numCache>
            </c:numRef>
          </c:yVal>
          <c:bubbleSize>
            <c:numRef>
              <c:f>Sheet1!$C$14:$C$14</c:f>
              <c:numCache>
                <c:formatCode>General</c:formatCode>
                <c:ptCount val="1"/>
                <c:pt idx="0">
                  <c:v>347.034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188.674</c:v>
                </c:pt>
                <c:pt idx="2">
                  <c:v>212.874</c:v>
                </c:pt>
                <c:pt idx="3">
                  <c:v>247.099</c:v>
                </c:pt>
                <c:pt idx="4">
                  <c:v>292.131</c:v>
                </c:pt>
                <c:pt idx="5">
                  <c:v>347.403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188.674</c:v>
                </c:pt>
                <c:pt idx="1">
                  <c:v>24.19999999999999</c:v>
                </c:pt>
                <c:pt idx="2">
                  <c:v>34.224999999999994</c:v>
                </c:pt>
                <c:pt idx="3">
                  <c:v>45.03199999999998</c:v>
                </c:pt>
                <c:pt idx="4">
                  <c:v>55.27200000000005</c:v>
                </c:pt>
                <c:pt idx="5">
                  <c:v>65.41199999999998</c:v>
                </c:pt>
                <c:pt idx="6">
                  <c:v>412.815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205.436</c:v>
                </c:pt>
                <c:pt idx="2">
                  <c:v>234.84</c:v>
                </c:pt>
                <c:pt idx="3">
                  <c:v>274.731</c:v>
                </c:pt>
                <c:pt idx="4">
                  <c:v>328.948</c:v>
                </c:pt>
                <c:pt idx="5">
                  <c:v>393.328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205.436</c:v>
                </c:pt>
                <c:pt idx="1">
                  <c:v>29.403999999999996</c:v>
                </c:pt>
                <c:pt idx="2">
                  <c:v>39.89099999999999</c:v>
                </c:pt>
                <c:pt idx="3">
                  <c:v>54.216999999999985</c:v>
                </c:pt>
                <c:pt idx="4">
                  <c:v>64.38</c:v>
                </c:pt>
                <c:pt idx="5">
                  <c:v>74.822</c:v>
                </c:pt>
                <c:pt idx="6">
                  <c:v>468.15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226.278</c:v>
                </c:pt>
                <c:pt idx="2">
                  <c:v>258.268</c:v>
                </c:pt>
                <c:pt idx="3">
                  <c:v>298.792</c:v>
                </c:pt>
                <c:pt idx="4">
                  <c:v>345.369</c:v>
                </c:pt>
                <c:pt idx="5">
                  <c:v>400.928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226.278</c:v>
                </c:pt>
                <c:pt idx="1">
                  <c:v>31.98999999999998</c:v>
                </c:pt>
                <c:pt idx="2">
                  <c:v>40.524</c:v>
                </c:pt>
                <c:pt idx="3">
                  <c:v>46.577000000000055</c:v>
                </c:pt>
                <c:pt idx="4">
                  <c:v>55.55899999999997</c:v>
                </c:pt>
                <c:pt idx="5">
                  <c:v>63.48700000000002</c:v>
                </c:pt>
                <c:pt idx="6">
                  <c:v>464.415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219.651</c:v>
                </c:pt>
                <c:pt idx="2">
                  <c:v>249.051</c:v>
                </c:pt>
                <c:pt idx="3">
                  <c:v>284.684</c:v>
                </c:pt>
                <c:pt idx="4">
                  <c:v>326.754</c:v>
                </c:pt>
                <c:pt idx="5">
                  <c:v>374.938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219.651</c:v>
                </c:pt>
                <c:pt idx="1">
                  <c:v>29.399999999999977</c:v>
                </c:pt>
                <c:pt idx="2">
                  <c:v>35.63300000000004</c:v>
                </c:pt>
                <c:pt idx="3">
                  <c:v>42.06999999999999</c:v>
                </c:pt>
                <c:pt idx="4">
                  <c:v>48.18399999999997</c:v>
                </c:pt>
                <c:pt idx="5">
                  <c:v>54.58600000000001</c:v>
                </c:pt>
                <c:pt idx="6">
                  <c:v>429.524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185.619</c:v>
                </c:pt>
                <c:pt idx="2">
                  <c:v>207.846</c:v>
                </c:pt>
                <c:pt idx="3">
                  <c:v>235.156</c:v>
                </c:pt>
                <c:pt idx="4">
                  <c:v>267.139</c:v>
                </c:pt>
                <c:pt idx="5">
                  <c:v>304.47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185.619</c:v>
                </c:pt>
                <c:pt idx="1">
                  <c:v>22.227000000000004</c:v>
                </c:pt>
                <c:pt idx="2">
                  <c:v>27.310000000000002</c:v>
                </c:pt>
                <c:pt idx="3">
                  <c:v>31.983000000000004</c:v>
                </c:pt>
                <c:pt idx="4">
                  <c:v>37.33100000000002</c:v>
                </c:pt>
                <c:pt idx="5">
                  <c:v>42.563999999999965</c:v>
                </c:pt>
                <c:pt idx="6">
                  <c:v>347.034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Light or Flexible Hold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20.27747234815964</c:v>
                </c:pt>
                <c:pt idx="1">
                  <c:v>20.02967850882068</c:v>
                </c:pt>
                <c:pt idx="2">
                  <c:v>22.062378825394518</c:v>
                </c:pt>
              </c:numCache>
            </c:numRef>
          </c:val>
        </c:ser>
        <c:ser>
          <c:idx val="1"/>
          <c:order val="1"/>
          <c:tx>
            <c:strRef>
              <c:f>Sheet1!$C$1</c:f>
              <c:strCache>
                <c:ptCount val="1"/>
                <c:pt idx="0">
                  <c:v>Medium Hold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21.079036817239285</c:v>
                </c:pt>
                <c:pt idx="1">
                  <c:v>22.061739878205017</c:v>
                </c:pt>
                <c:pt idx="2">
                  <c:v>21.8863604874412</c:v>
                </c:pt>
              </c:numCache>
            </c:numRef>
          </c:val>
        </c:ser>
        <c:ser>
          <c:idx val="2"/>
          <c:order val="2"/>
          <c:tx>
            <c:strRef>
              <c:f>Sheet1!$D$1</c:f>
              <c:strCache>
                <c:ptCount val="1"/>
                <c:pt idx="0">
                  <c:v>Strong Hold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21.21020419434361</c:v>
                </c:pt>
                <c:pt idx="1">
                  <c:v>21.41561807152092</c:v>
                </c:pt>
                <c:pt idx="2">
                  <c:v>20.24206173790186</c:v>
                </c:pt>
              </c:numCache>
            </c:numRef>
          </c:val>
        </c:ser>
        <c:ser>
          <c:idx val="3"/>
          <c:order val="3"/>
          <c:tx>
            <c:strRef>
              <c:f>Sheet1!$E$1</c:f>
              <c:strCache>
                <c:ptCount val="1"/>
                <c:pt idx="0">
                  <c:v>No Hold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19.185456864133187</c:v>
                </c:pt>
                <c:pt idx="1">
                  <c:v>18.3954105559553</c:v>
                </c:pt>
                <c:pt idx="2">
                  <c:v>19.45462120005391</c:v>
                </c:pt>
              </c:numCache>
            </c:numRef>
          </c:val>
        </c:ser>
        <c:ser>
          <c:idx val="4"/>
          <c:order val="4"/>
          <c:tx>
            <c:strRef>
              <c:f>Sheet1!$F$1</c:f>
              <c:strCache>
                <c:ptCount val="1"/>
                <c:pt idx="0">
                  <c:v>Extra-strong Hold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18.247829776124274</c:v>
                </c:pt>
                <c:pt idx="1">
                  <c:v>18.09755298549809</c:v>
                </c:pt>
                <c:pt idx="2">
                  <c:v>16.354577749208506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Matte</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30.989533483590108</c:v>
                </c:pt>
                <c:pt idx="1">
                  <c:v>31.754745928760236</c:v>
                </c:pt>
                <c:pt idx="2">
                  <c:v>30.7817724116642</c:v>
                </c:pt>
                <c:pt idx="3">
                  <c:v>31.624386371099483</c:v>
                </c:pt>
                <c:pt idx="4">
                  <c:v>36.79064980887974</c:v>
                </c:pt>
                <c:pt idx="5">
                  <c:v>30.466091966018915</c:v>
                </c:pt>
                <c:pt idx="6">
                  <c:v>33.09546591655811</c:v>
                </c:pt>
              </c:numCache>
            </c:numRef>
          </c:val>
        </c:ser>
        <c:ser>
          <c:idx val="1"/>
          <c:order val="1"/>
          <c:tx>
            <c:strRef>
              <c:f>Sheet1!$C$1</c:f>
              <c:strCache>
                <c:ptCount val="1"/>
                <c:pt idx="0">
                  <c:v>Natural</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30.09169779863534</c:v>
                </c:pt>
                <c:pt idx="1">
                  <c:v>34.78067986469251</c:v>
                </c:pt>
                <c:pt idx="2">
                  <c:v>29.96656565349148</c:v>
                </c:pt>
                <c:pt idx="3">
                  <c:v>30.940613608117157</c:v>
                </c:pt>
                <c:pt idx="4">
                  <c:v>30.46848965990395</c:v>
                </c:pt>
                <c:pt idx="5">
                  <c:v>29.579457350857297</c:v>
                </c:pt>
                <c:pt idx="6">
                  <c:v>32.37679121081817</c:v>
                </c:pt>
              </c:numCache>
            </c:numRef>
          </c:val>
        </c:ser>
        <c:ser>
          <c:idx val="2"/>
          <c:order val="2"/>
          <c:tx>
            <c:strRef>
              <c:f>Sheet1!$D$1</c:f>
              <c:strCache>
                <c:ptCount val="1"/>
                <c:pt idx="0">
                  <c:v>Glossy or Wet-look</c:v>
                </c:pt>
              </c:strCache>
            </c:strRef>
          </c:tx>
          <c:spPr>
            <a:solidFill>
              <a:srgbClr val="008189"/>
            </a:solidFill>
            <a:ln>
              <a:noFill/>
            </a:ln>
          </c:spPr>
          <c:dLbls>
            <c:dLbl>
              <c:idx val="0"/>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38.918768717774554</c:v>
                </c:pt>
                <c:pt idx="1">
                  <c:v>33.464574206547255</c:v>
                </c:pt>
                <c:pt idx="2">
                  <c:v>39.25166193484433</c:v>
                </c:pt>
                <c:pt idx="3">
                  <c:v>37.43500002078336</c:v>
                </c:pt>
                <c:pt idx="4">
                  <c:v>32.74086053121631</c:v>
                </c:pt>
                <c:pt idx="5">
                  <c:v>39.954450683123795</c:v>
                </c:pt>
                <c:pt idx="6">
                  <c:v>34.527742872623726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Matte</c:v>
                </c:pt>
              </c:strCache>
            </c:strRef>
          </c:tx>
          <c:spPr>
            <a:solidFill>
              <a:srgbClr val="3D85C6"/>
            </a:solidFill>
          </c:spPr>
          <c:invertIfNegative val="0"/>
          <c:xVal>
            <c:numRef>
              <c:f>Sheet1!$A$2:$A$2</c:f>
              <c:numCache>
                <c:formatCode>General</c:formatCode>
                <c:ptCount val="1"/>
                <c:pt idx="0">
                  <c:v>99.26615117324617</c:v>
                </c:pt>
              </c:numCache>
            </c:numRef>
          </c:xVal>
          <c:yVal>
            <c:numRef>
              <c:f>Sheet1!$B$2:$B$2</c:f>
              <c:numCache>
                <c:formatCode>General</c:formatCode>
                <c:ptCount val="1"/>
                <c:pt idx="0">
                  <c:v>98.17453771140087</c:v>
                </c:pt>
              </c:numCache>
            </c:numRef>
          </c:yVal>
          <c:bubbleSize>
            <c:numRef>
              <c:f>Sheet1!$C$2:$C$2</c:f>
              <c:numCache>
                <c:formatCode>General</c:formatCode>
                <c:ptCount val="1"/>
                <c:pt idx="0">
                  <c:v>690.836</c:v>
                </c:pt>
              </c:numCache>
            </c:numRef>
          </c:bubbleSize>
          <c:bubble3D val="0"/>
        </c:ser>
        <c:ser>
          <c:idx val="1"/>
          <c:order val="1"/>
          <c:tx>
            <c:strRef>
              <c:f>Sheet1!$B$4</c:f>
              <c:strCache>
                <c:ptCount val="1"/>
                <c:pt idx="0">
                  <c:v>Natural</c:v>
                </c:pt>
              </c:strCache>
            </c:strRef>
          </c:tx>
          <c:spPr>
            <a:solidFill>
              <a:srgbClr val="9E7E0A"/>
            </a:solidFill>
          </c:spPr>
          <c:invertIfNegative val="0"/>
          <c:xVal>
            <c:numRef>
              <c:f>Sheet1!$A$5:$A$5</c:f>
              <c:numCache>
                <c:formatCode>General</c:formatCode>
                <c:ptCount val="1"/>
                <c:pt idx="0">
                  <c:v>91.91216934007934</c:v>
                </c:pt>
              </c:numCache>
            </c:numRef>
          </c:xVal>
          <c:yVal>
            <c:numRef>
              <c:f>Sheet1!$B$5:$B$5</c:f>
              <c:numCache>
                <c:formatCode>General</c:formatCode>
                <c:ptCount val="1"/>
                <c:pt idx="0">
                  <c:v>98.72208864943286</c:v>
                </c:pt>
              </c:numCache>
            </c:numRef>
          </c:yVal>
          <c:bubbleSize>
            <c:numRef>
              <c:f>Sheet1!$C$5:$C$5</c:f>
              <c:numCache>
                <c:formatCode>General</c:formatCode>
                <c:ptCount val="1"/>
                <c:pt idx="0">
                  <c:v>659.669</c:v>
                </c:pt>
              </c:numCache>
            </c:numRef>
          </c:bubbleSize>
          <c:bubble3D val="0"/>
        </c:ser>
        <c:ser>
          <c:idx val="2"/>
          <c:order val="2"/>
          <c:tx>
            <c:strRef>
              <c:f>Sheet1!$B$7</c:f>
              <c:strCache>
                <c:ptCount val="1"/>
                <c:pt idx="0">
                  <c:v>Glossy or Wet-look</c:v>
                </c:pt>
              </c:strCache>
            </c:strRef>
          </c:tx>
          <c:spPr>
            <a:solidFill>
              <a:srgbClr val="008189"/>
            </a:solidFill>
          </c:spPr>
          <c:invertIfNegative val="0"/>
          <c:xVal>
            <c:numRef>
              <c:f>Sheet1!$A$8:$A$8</c:f>
              <c:numCache>
                <c:formatCode>General</c:formatCode>
                <c:ptCount val="1"/>
                <c:pt idx="0">
                  <c:v>108.03957906962705</c:v>
                </c:pt>
              </c:numCache>
            </c:numRef>
          </c:xVal>
          <c:yVal>
            <c:numRef>
              <c:f>Sheet1!$B$8:$B$8</c:f>
              <c:numCache>
                <c:formatCode>General</c:formatCode>
                <c:ptCount val="1"/>
                <c:pt idx="0">
                  <c:v>103.10337363916628</c:v>
                </c:pt>
              </c:numCache>
            </c:numRef>
          </c:yVal>
          <c:bubbleSize>
            <c:numRef>
              <c:f>Sheet1!$C$8:$C$8</c:f>
              <c:numCache>
                <c:formatCode>General</c:formatCode>
                <c:ptCount val="1"/>
                <c:pt idx="0">
                  <c:v>771.433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335.645</c:v>
                </c:pt>
                <c:pt idx="2">
                  <c:v>383.052</c:v>
                </c:pt>
                <c:pt idx="3">
                  <c:v>442.966</c:v>
                </c:pt>
                <c:pt idx="4">
                  <c:v>512.985</c:v>
                </c:pt>
                <c:pt idx="5">
                  <c:v>596.064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335.645</c:v>
                </c:pt>
                <c:pt idx="1">
                  <c:v>47.40700000000004</c:v>
                </c:pt>
                <c:pt idx="2">
                  <c:v>59.91399999999999</c:v>
                </c:pt>
                <c:pt idx="3">
                  <c:v>70.019</c:v>
                </c:pt>
                <c:pt idx="4">
                  <c:v>83.07899999999995</c:v>
                </c:pt>
                <c:pt idx="5">
                  <c:v>94.77200000000005</c:v>
                </c:pt>
                <c:pt idx="6">
                  <c:v>690.836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337.517</c:v>
                </c:pt>
                <c:pt idx="2">
                  <c:v>382.348</c:v>
                </c:pt>
                <c:pt idx="3">
                  <c:v>436.536</c:v>
                </c:pt>
                <c:pt idx="4">
                  <c:v>501.646</c:v>
                </c:pt>
                <c:pt idx="5">
                  <c:v>575.803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337.517</c:v>
                </c:pt>
                <c:pt idx="1">
                  <c:v>44.83100000000002</c:v>
                </c:pt>
                <c:pt idx="2">
                  <c:v>54.18799999999999</c:v>
                </c:pt>
                <c:pt idx="3">
                  <c:v>65.11000000000001</c:v>
                </c:pt>
                <c:pt idx="4">
                  <c:v>74.15699999999998</c:v>
                </c:pt>
                <c:pt idx="5">
                  <c:v>83.86599999999999</c:v>
                </c:pt>
                <c:pt idx="6">
                  <c:v>659.669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352.496</c:v>
                </c:pt>
                <c:pt idx="2">
                  <c:v>397.479</c:v>
                </c:pt>
                <c:pt idx="3">
                  <c:v>460.961</c:v>
                </c:pt>
                <c:pt idx="4">
                  <c:v>545.711</c:v>
                </c:pt>
                <c:pt idx="5">
                  <c:v>649.2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352.496</c:v>
                </c:pt>
                <c:pt idx="1">
                  <c:v>44.983000000000004</c:v>
                </c:pt>
                <c:pt idx="2">
                  <c:v>63.48200000000003</c:v>
                </c:pt>
                <c:pt idx="3">
                  <c:v>84.75</c:v>
                </c:pt>
                <c:pt idx="4">
                  <c:v>103.48900000000003</c:v>
                </c:pt>
                <c:pt idx="5">
                  <c:v>122.23299999999995</c:v>
                </c:pt>
                <c:pt idx="6">
                  <c:v>771.433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Glossy or Wet-look</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35.95015388631993</c:v>
                </c:pt>
                <c:pt idx="1">
                  <c:v>34.367791213055426</c:v>
                </c:pt>
                <c:pt idx="2">
                  <c:v>36.35511499393479</c:v>
                </c:pt>
              </c:numCache>
            </c:numRef>
          </c:val>
        </c:ser>
        <c:ser>
          <c:idx val="1"/>
          <c:order val="1"/>
          <c:tx>
            <c:strRef>
              <c:f>Sheet1!$C$1</c:f>
              <c:strCache>
                <c:ptCount val="1"/>
                <c:pt idx="0">
                  <c:v>Matte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31.327539375316938</c:v>
                </c:pt>
                <c:pt idx="1">
                  <c:v>32.72484590380029</c:v>
                </c:pt>
                <c:pt idx="2">
                  <c:v>32.556841905842674</c:v>
                </c:pt>
              </c:numCache>
            </c:numRef>
          </c:val>
        </c:ser>
        <c:ser>
          <c:idx val="2"/>
          <c:order val="2"/>
          <c:tx>
            <c:strRef>
              <c:f>Sheet1!$D$1</c:f>
              <c:strCache>
                <c:ptCount val="1"/>
                <c:pt idx="0">
                  <c:v>Natural</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32.72230673836313</c:v>
                </c:pt>
                <c:pt idx="1">
                  <c:v>32.90736288314429</c:v>
                </c:pt>
                <c:pt idx="2">
                  <c:v>31.088043100222528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Mass Retail</c:v>
                </c:pt>
              </c:strCache>
            </c:strRef>
          </c:tx>
          <c:spPr>
            <a:solidFill>
              <a:srgbClr val="3D85C6"/>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15.81163859111792</c:v>
                </c:pt>
                <c:pt idx="1">
                  <c:v>15.424499528641933</c:v>
                </c:pt>
                <c:pt idx="2">
                  <c:v>14.762786734143752</c:v>
                </c:pt>
                <c:pt idx="3">
                  <c:v>20.58093666476845</c:v>
                </c:pt>
                <c:pt idx="4">
                  <c:v>20.27393903753798</c:v>
                </c:pt>
                <c:pt idx="5">
                  <c:v>15.522715518540936</c:v>
                </c:pt>
                <c:pt idx="6">
                  <c:v>24.13243719954348</c:v>
                </c:pt>
              </c:numCache>
            </c:numRef>
          </c:val>
        </c:ser>
        <c:ser>
          <c:idx val="1"/>
          <c:order val="1"/>
          <c:tx>
            <c:strRef>
              <c:f>Sheet1!$C$1</c:f>
              <c:strCache>
                <c:ptCount val="1"/>
                <c:pt idx="0">
                  <c:v>Beauty Specialty Retail</c:v>
                </c:pt>
              </c:strCache>
            </c:strRef>
          </c:tx>
          <c:spPr>
            <a:solidFill>
              <a:srgbClr val="9E7E0A"/>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17.500493997925208</c:v>
                </c:pt>
                <c:pt idx="1">
                  <c:v>14.499343795633928</c:v>
                </c:pt>
                <c:pt idx="2">
                  <c:v>18.02751256499887</c:v>
                </c:pt>
                <c:pt idx="3">
                  <c:v>15.492337172713935</c:v>
                </c:pt>
                <c:pt idx="4">
                  <c:v>15.779182593354896</c:v>
                </c:pt>
                <c:pt idx="5">
                  <c:v>17.496596556898375</c:v>
                </c:pt>
                <c:pt idx="6">
                  <c:v>15.188314907254764</c:v>
                </c:pt>
              </c:numCache>
            </c:numRef>
          </c:val>
        </c:ser>
        <c:ser>
          <c:idx val="2"/>
          <c:order val="2"/>
          <c:tx>
            <c:strRef>
              <c:f>Sheet1!$D$1</c:f>
              <c:strCache>
                <c:ptCount val="1"/>
                <c:pt idx="0">
                  <c:v>Salon and Professional Distribution</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19.86797905448797</c:v>
                </c:pt>
                <c:pt idx="1">
                  <c:v>19.27900700567478</c:v>
                </c:pt>
                <c:pt idx="2">
                  <c:v>21.240065390167125</c:v>
                </c:pt>
                <c:pt idx="3">
                  <c:v>18.56910677246786</c:v>
                </c:pt>
                <c:pt idx="4">
                  <c:v>18.4568264236009</c:v>
                </c:pt>
                <c:pt idx="5">
                  <c:v>20.345284230984202</c:v>
                </c:pt>
                <c:pt idx="6">
                  <c:v>16.203036556263907</c:v>
                </c:pt>
              </c:numCache>
            </c:numRef>
          </c:val>
        </c:ser>
        <c:ser>
          <c:idx val="3"/>
          <c:order val="3"/>
          <c:tx>
            <c:strRef>
              <c:f>Sheet1!$E$1</c:f>
              <c:strCache>
                <c:ptCount val="1"/>
                <c:pt idx="0">
                  <c:v>Pharmacies and Drugstores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13.447241021587711</c:v>
                </c:pt>
                <c:pt idx="1">
                  <c:v>13.04876245401948</c:v>
                </c:pt>
                <c:pt idx="2">
                  <c:v>12.699344359228535</c:v>
                </c:pt>
                <c:pt idx="3">
                  <c:v>13.644695876995725</c:v>
                </c:pt>
                <c:pt idx="4">
                  <c:v>13.654317357639908</c:v>
                </c:pt>
                <c:pt idx="5">
                  <c:v>13.154336577910437</c:v>
                </c:pt>
                <c:pt idx="6">
                  <c:v>13.696090750838685</c:v>
                </c:pt>
              </c:numCache>
            </c:numRef>
          </c:val>
        </c:ser>
        <c:ser>
          <c:idx val="4"/>
          <c:order val="4"/>
          <c:tx>
            <c:strRef>
              <c:f>Sheet1!$F$1</c:f>
              <c:strCache>
                <c:ptCount val="1"/>
                <c:pt idx="0">
                  <c:v>Online Marketplaces</c:v>
                </c:pt>
              </c:strCache>
            </c:strRef>
          </c:tx>
          <c:spPr>
            <a:solidFill>
              <a:srgbClr val="A35313"/>
            </a:solidFill>
            <a:ln>
              <a:noFill/>
            </a:ln>
          </c:spPr>
          <c:dLbls>
            <c:dLbl>
              <c:idx val="0"/>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17.89445734327916</c:v>
                </c:pt>
                <c:pt idx="1">
                  <c:v>23.0082811142535</c:v>
                </c:pt>
                <c:pt idx="2">
                  <c:v>17.009269404010364</c:v>
                </c:pt>
                <c:pt idx="3">
                  <c:v>18.364598444572838</c:v>
                </c:pt>
                <c:pt idx="4">
                  <c:v>18.413211800450846</c:v>
                </c:pt>
                <c:pt idx="5">
                  <c:v>17.562926010190612</c:v>
                </c:pt>
                <c:pt idx="6">
                  <c:v>17.748521494529818</c:v>
                </c:pt>
              </c:numCache>
            </c:numRef>
          </c:val>
        </c:ser>
        <c:ser>
          <c:idx val="5"/>
          <c:order val="5"/>
          <c:tx>
            <c:strRef>
              <c:f>Sheet1!$G$1</c:f>
              <c:strCache>
                <c:ptCount val="1"/>
                <c:pt idx="0">
                  <c:v>Brand-owned Online Stores</c:v>
                </c:pt>
              </c:strCache>
            </c:strRef>
          </c:tx>
          <c:spPr>
            <a:solidFill>
              <a:srgbClr val="808080"/>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15.478189991602035</c:v>
                </c:pt>
                <c:pt idx="1">
                  <c:v>14.740106101776371</c:v>
                </c:pt>
                <c:pt idx="2">
                  <c:v>16.26102154745135</c:v>
                </c:pt>
                <c:pt idx="3">
                  <c:v>13.348325068481193</c:v>
                </c:pt>
                <c:pt idx="4">
                  <c:v>13.422522787415467</c:v>
                </c:pt>
                <c:pt idx="5">
                  <c:v>15.918141105475424</c:v>
                </c:pt>
                <c:pt idx="6">
                  <c:v>13.031599091569351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Mass Retail</c:v>
                </c:pt>
              </c:strCache>
            </c:strRef>
          </c:tx>
          <c:spPr>
            <a:solidFill>
              <a:srgbClr val="3D85C6"/>
            </a:solidFill>
          </c:spPr>
          <c:invertIfNegative val="0"/>
          <c:xVal>
            <c:numRef>
              <c:f>Sheet1!$A$2:$A$2</c:f>
              <c:numCache>
                <c:formatCode>General</c:formatCode>
                <c:ptCount val="1"/>
                <c:pt idx="0">
                  <c:v>82.07056205638997</c:v>
                </c:pt>
              </c:numCache>
            </c:numRef>
          </c:xVal>
          <c:yVal>
            <c:numRef>
              <c:f>Sheet1!$B$2:$B$2</c:f>
              <c:numCache>
                <c:formatCode>General</c:formatCode>
                <c:ptCount val="1"/>
                <c:pt idx="0">
                  <c:v>127.3291168490051</c:v>
                </c:pt>
              </c:numCache>
            </c:numRef>
          </c:yVal>
          <c:bubbleSize>
            <c:numRef>
              <c:f>Sheet1!$C$2:$C$2</c:f>
              <c:numCache>
                <c:formatCode>General</c:formatCode>
                <c:ptCount val="1"/>
                <c:pt idx="0">
                  <c:v>396.792</c:v>
                </c:pt>
              </c:numCache>
            </c:numRef>
          </c:bubbleSize>
          <c:bubble3D val="0"/>
        </c:ser>
        <c:ser>
          <c:idx val="1"/>
          <c:order val="1"/>
          <c:tx>
            <c:strRef>
              <c:f>Sheet1!$B$4</c:f>
              <c:strCache>
                <c:ptCount val="1"/>
                <c:pt idx="0">
                  <c:v>Beauty Specialty Retail</c:v>
                </c:pt>
              </c:strCache>
            </c:strRef>
          </c:tx>
          <c:spPr>
            <a:solidFill>
              <a:srgbClr val="9E7E0A"/>
            </a:solidFill>
          </c:spPr>
          <c:invertIfNegative val="0"/>
          <c:xVal>
            <c:numRef>
              <c:f>Sheet1!$A$5:$A$5</c:f>
              <c:numCache>
                <c:formatCode>General</c:formatCode>
                <c:ptCount val="1"/>
                <c:pt idx="0">
                  <c:v>105.8080463283346</c:v>
                </c:pt>
              </c:numCache>
            </c:numRef>
          </c:xVal>
          <c:yVal>
            <c:numRef>
              <c:f>Sheet1!$B$5:$B$5</c:f>
              <c:numCache>
                <c:formatCode>General</c:formatCode>
                <c:ptCount val="1"/>
                <c:pt idx="0">
                  <c:v>93.44059466273814</c:v>
                </c:pt>
              </c:numCache>
            </c:numRef>
          </c:yVal>
          <c:bubbleSize>
            <c:numRef>
              <c:f>Sheet1!$C$5:$C$5</c:f>
              <c:numCache>
                <c:formatCode>General</c:formatCode>
                <c:ptCount val="1"/>
                <c:pt idx="0">
                  <c:v>344.166</c:v>
                </c:pt>
              </c:numCache>
            </c:numRef>
          </c:bubbleSize>
          <c:bubble3D val="0"/>
        </c:ser>
        <c:ser>
          <c:idx val="2"/>
          <c:order val="2"/>
          <c:tx>
            <c:strRef>
              <c:f>Sheet1!$B$7</c:f>
              <c:strCache>
                <c:ptCount val="1"/>
                <c:pt idx="0">
                  <c:v>Salon and Professional Distribution</c:v>
                </c:pt>
              </c:strCache>
            </c:strRef>
          </c:tx>
          <c:spPr>
            <a:solidFill>
              <a:srgbClr val="008189"/>
            </a:solidFill>
          </c:spPr>
          <c:invertIfNegative val="0"/>
          <c:xVal>
            <c:numRef>
              <c:f>Sheet1!$A$8:$A$8</c:f>
              <c:numCache>
                <c:formatCode>General</c:formatCode>
                <c:ptCount val="1"/>
                <c:pt idx="0">
                  <c:v>96.65796983144202</c:v>
                </c:pt>
              </c:numCache>
            </c:numRef>
          </c:xVal>
          <c:yVal>
            <c:numRef>
              <c:f>Sheet1!$B$8:$B$8</c:f>
              <c:numCache>
                <c:formatCode>General</c:formatCode>
                <c:ptCount val="1"/>
                <c:pt idx="0">
                  <c:v>116.00486322425529</c:v>
                </c:pt>
              </c:numCache>
            </c:numRef>
          </c:yVal>
          <c:bubbleSize>
            <c:numRef>
              <c:f>Sheet1!$C$8:$C$8</c:f>
              <c:numCache>
                <c:formatCode>General</c:formatCode>
                <c:ptCount val="1"/>
                <c:pt idx="0">
                  <c:v>400.745</c:v>
                </c:pt>
              </c:numCache>
            </c:numRef>
          </c:bubbleSize>
          <c:bubble3D val="0"/>
        </c:ser>
        <c:ser>
          <c:idx val="3"/>
          <c:order val="3"/>
          <c:tx>
            <c:strRef>
              <c:f>Sheet1!$B$10</c:f>
              <c:strCache>
                <c:ptCount val="1"/>
                <c:pt idx="0">
                  <c:v>Pharmacies and Drugstores</c:v>
                </c:pt>
              </c:strCache>
            </c:strRef>
          </c:tx>
          <c:spPr>
            <a:solidFill>
              <a:srgbClr val="40315E"/>
            </a:solidFill>
          </c:spPr>
          <c:invertIfNegative val="0"/>
          <c:xVal>
            <c:numRef>
              <c:f>Sheet1!$A$11:$A$11</c:f>
              <c:numCache>
                <c:formatCode>General</c:formatCode>
                <c:ptCount val="1"/>
                <c:pt idx="0">
                  <c:v>89.1009202165988</c:v>
                </c:pt>
              </c:numCache>
            </c:numRef>
          </c:xVal>
          <c:yVal>
            <c:numRef>
              <c:f>Sheet1!$B$11:$B$11</c:f>
              <c:numCache>
                <c:formatCode>General</c:formatCode>
                <c:ptCount val="1"/>
                <c:pt idx="0">
                  <c:v>86.67576002503762</c:v>
                </c:pt>
              </c:numCache>
            </c:numRef>
          </c:yVal>
          <c:bubbleSize>
            <c:numRef>
              <c:f>Sheet1!$C$11:$C$11</c:f>
              <c:numCache>
                <c:formatCode>General</c:formatCode>
                <c:ptCount val="1"/>
                <c:pt idx="0">
                  <c:v>283.897</c:v>
                </c:pt>
              </c:numCache>
            </c:numRef>
          </c:bubbleSize>
          <c:bubble3D val="0"/>
        </c:ser>
        <c:ser>
          <c:idx val="4"/>
          <c:order val="4"/>
          <c:tx>
            <c:strRef>
              <c:f>Sheet1!$B$13</c:f>
              <c:strCache>
                <c:ptCount val="1"/>
                <c:pt idx="0">
                  <c:v>Online Marketplaces</c:v>
                </c:pt>
              </c:strCache>
            </c:strRef>
          </c:tx>
          <c:spPr>
            <a:solidFill>
              <a:srgbClr val="A35313"/>
            </a:solidFill>
          </c:spPr>
          <c:invertIfNegative val="0"/>
          <c:xVal>
            <c:numRef>
              <c:f>Sheet1!$A$14:$A$14</c:f>
              <c:numCache>
                <c:formatCode>General</c:formatCode>
                <c:ptCount val="1"/>
                <c:pt idx="0">
                  <c:v>118.69728655960381</c:v>
                </c:pt>
              </c:numCache>
            </c:numRef>
          </c:xVal>
          <c:yVal>
            <c:numRef>
              <c:f>Sheet1!$B$14:$B$14</c:f>
              <c:numCache>
                <c:formatCode>General</c:formatCode>
                <c:ptCount val="1"/>
                <c:pt idx="0">
                  <c:v>96.79025249181744</c:v>
                </c:pt>
              </c:numCache>
            </c:numRef>
          </c:yVal>
          <c:bubbleSize>
            <c:numRef>
              <c:f>Sheet1!$C$14:$C$14</c:f>
              <c:numCache>
                <c:formatCode>General</c:formatCode>
                <c:ptCount val="1"/>
                <c:pt idx="0">
                  <c:v>389.925</c:v>
                </c:pt>
              </c:numCache>
            </c:numRef>
          </c:bubbleSize>
          <c:bubble3D val="0"/>
        </c:ser>
        <c:ser>
          <c:idx val="5"/>
          <c:order val="5"/>
          <c:tx>
            <c:strRef>
              <c:f>Sheet1!$B$16</c:f>
              <c:strCache>
                <c:ptCount val="1"/>
                <c:pt idx="0">
                  <c:v>Brand-owned Online Stores</c:v>
                </c:pt>
              </c:strCache>
            </c:strRef>
          </c:tx>
          <c:spPr>
            <a:solidFill>
              <a:srgbClr val="808080"/>
            </a:solidFill>
          </c:spPr>
          <c:invertIfNegative val="0"/>
          <c:xVal>
            <c:numRef>
              <c:f>Sheet1!$A$17:$A$17</c:f>
              <c:numCache>
                <c:formatCode>General</c:formatCode>
                <c:ptCount val="1"/>
                <c:pt idx="0">
                  <c:v>111.85174408094107</c:v>
                </c:pt>
              </c:numCache>
            </c:numRef>
          </c:xVal>
          <c:yVal>
            <c:numRef>
              <c:f>Sheet1!$B$17:$B$17</c:f>
              <c:numCache>
                <c:formatCode>General</c:formatCode>
                <c:ptCount val="1"/>
                <c:pt idx="0">
                  <c:v>79.75941274714646</c:v>
                </c:pt>
              </c:numCache>
            </c:numRef>
          </c:yVal>
          <c:bubbleSize>
            <c:numRef>
              <c:f>Sheet1!$C$17:$C$17</c:f>
              <c:numCache>
                <c:formatCode>General</c:formatCode>
                <c:ptCount val="1"/>
                <c:pt idx="0">
                  <c:v>306.412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217.66</c:v>
                </c:pt>
                <c:pt idx="2">
                  <c:v>242.638</c:v>
                </c:pt>
                <c:pt idx="3">
                  <c:v>273.534</c:v>
                </c:pt>
                <c:pt idx="4">
                  <c:v>308.62</c:v>
                </c:pt>
                <c:pt idx="5">
                  <c:v>350.077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217.66</c:v>
                </c:pt>
                <c:pt idx="1">
                  <c:v>24.97800000000001</c:v>
                </c:pt>
                <c:pt idx="2">
                  <c:v>30.895999999999987</c:v>
                </c:pt>
                <c:pt idx="3">
                  <c:v>35.08600000000001</c:v>
                </c:pt>
                <c:pt idx="4">
                  <c:v>41.456999999999994</c:v>
                </c:pt>
                <c:pt idx="5">
                  <c:v>46.714999999999975</c:v>
                </c:pt>
                <c:pt idx="6">
                  <c:v>396.792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159.73</c:v>
                </c:pt>
                <c:pt idx="2">
                  <c:v>181.172</c:v>
                </c:pt>
                <c:pt idx="3">
                  <c:v>210.024</c:v>
                </c:pt>
                <c:pt idx="4">
                  <c:v>246.869</c:v>
                </c:pt>
                <c:pt idx="5">
                  <c:v>291.669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159.73</c:v>
                </c:pt>
                <c:pt idx="1">
                  <c:v>21.442000000000007</c:v>
                </c:pt>
                <c:pt idx="2">
                  <c:v>28.852000000000004</c:v>
                </c:pt>
                <c:pt idx="3">
                  <c:v>36.845</c:v>
                </c:pt>
                <c:pt idx="4">
                  <c:v>44.79999999999998</c:v>
                </c:pt>
                <c:pt idx="5">
                  <c:v>52.497000000000014</c:v>
                </c:pt>
                <c:pt idx="6">
                  <c:v>344.166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198.302</c:v>
                </c:pt>
                <c:pt idx="2">
                  <c:v>226.094</c:v>
                </c:pt>
                <c:pt idx="3">
                  <c:v>259.976</c:v>
                </c:pt>
                <c:pt idx="4">
                  <c:v>300.087</c:v>
                </c:pt>
                <c:pt idx="5">
                  <c:v>347.048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198.302</c:v>
                </c:pt>
                <c:pt idx="1">
                  <c:v>27.792</c:v>
                </c:pt>
                <c:pt idx="2">
                  <c:v>33.882000000000005</c:v>
                </c:pt>
                <c:pt idx="3">
                  <c:v>40.11099999999999</c:v>
                </c:pt>
                <c:pt idx="4">
                  <c:v>46.96100000000001</c:v>
                </c:pt>
                <c:pt idx="5">
                  <c:v>53.697</c:v>
                </c:pt>
                <c:pt idx="6">
                  <c:v>400.745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148.166</c:v>
                </c:pt>
                <c:pt idx="2">
                  <c:v>166.397</c:v>
                </c:pt>
                <c:pt idx="3">
                  <c:v>189.268</c:v>
                </c:pt>
                <c:pt idx="4">
                  <c:v>216.425</c:v>
                </c:pt>
                <c:pt idx="5">
                  <c:v>247.965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148.166</c:v>
                </c:pt>
                <c:pt idx="1">
                  <c:v>18.230999999999995</c:v>
                </c:pt>
                <c:pt idx="2">
                  <c:v>22.87100000000001</c:v>
                </c:pt>
                <c:pt idx="3">
                  <c:v>27.15700000000001</c:v>
                </c:pt>
                <c:pt idx="4">
                  <c:v>31.539999999999992</c:v>
                </c:pt>
                <c:pt idx="5">
                  <c:v>35.93199999999999</c:v>
                </c:pt>
                <c:pt idx="6">
                  <c:v>283.897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165.456</c:v>
                </c:pt>
                <c:pt idx="2">
                  <c:v>190.229</c:v>
                </c:pt>
                <c:pt idx="3">
                  <c:v>223.875</c:v>
                </c:pt>
                <c:pt idx="4">
                  <c:v>269.846</c:v>
                </c:pt>
                <c:pt idx="5">
                  <c:v>325.179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165.456</c:v>
                </c:pt>
                <c:pt idx="1">
                  <c:v>24.773000000000025</c:v>
                </c:pt>
                <c:pt idx="2">
                  <c:v>33.64599999999999</c:v>
                </c:pt>
                <c:pt idx="3">
                  <c:v>45.971000000000004</c:v>
                </c:pt>
                <c:pt idx="4">
                  <c:v>55.33299999999997</c:v>
                </c:pt>
                <c:pt idx="5">
                  <c:v>64.74600000000004</c:v>
                </c:pt>
                <c:pt idx="6">
                  <c:v>389.925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136.343</c:v>
                </c:pt>
                <c:pt idx="2">
                  <c:v>156.35</c:v>
                </c:pt>
                <c:pt idx="3">
                  <c:v>183.787</c:v>
                </c:pt>
                <c:pt idx="4">
                  <c:v>218.496</c:v>
                </c:pt>
                <c:pt idx="5">
                  <c:v>259.129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136.343</c:v>
                </c:pt>
                <c:pt idx="1">
                  <c:v>20.007000000000005</c:v>
                </c:pt>
                <c:pt idx="2">
                  <c:v>27.437000000000012</c:v>
                </c:pt>
                <c:pt idx="3">
                  <c:v>34.709</c:v>
                </c:pt>
                <c:pt idx="4">
                  <c:v>40.63300000000001</c:v>
                </c:pt>
                <c:pt idx="5">
                  <c:v>47.28299999999996</c:v>
                </c:pt>
                <c:pt idx="6">
                  <c:v>306.412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Salon and Professional Distribution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18.887953076028033</c:v>
                </c:pt>
                <c:pt idx="1">
                  <c:v>19.334143870709212</c:v>
                </c:pt>
                <c:pt idx="2">
                  <c:v>18.88581046468392</c:v>
                </c:pt>
              </c:numCache>
            </c:numRef>
          </c:val>
        </c:ser>
        <c:ser>
          <c:idx val="1"/>
          <c:order val="1"/>
          <c:tx>
            <c:strRef>
              <c:f>Sheet1!$C$1</c:f>
              <c:strCache>
                <c:ptCount val="1"/>
                <c:pt idx="0">
                  <c:v>Mass Retail</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21.54330463553715</c:v>
                </c:pt>
                <c:pt idx="1">
                  <c:v>21.22151947483418</c:v>
                </c:pt>
                <c:pt idx="2">
                  <c:v>18.69951841171533</c:v>
                </c:pt>
              </c:numCache>
            </c:numRef>
          </c:val>
        </c:ser>
        <c:ser>
          <c:idx val="2"/>
          <c:order val="2"/>
          <c:tx>
            <c:strRef>
              <c:f>Sheet1!$D$1</c:f>
              <c:strCache>
                <c:ptCount val="1"/>
                <c:pt idx="0">
                  <c:v>Online Marketplaces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16.185782980395206</c:v>
                </c:pt>
                <c:pt idx="1">
                  <c:v>16.13170874863624</c:v>
                </c:pt>
                <c:pt idx="2">
                  <c:v>18.375899001714004</c:v>
                </c:pt>
              </c:numCache>
            </c:numRef>
          </c:val>
        </c:ser>
        <c:ser>
          <c:idx val="3"/>
          <c:order val="3"/>
          <c:tx>
            <c:strRef>
              <c:f>Sheet1!$E$1</c:f>
              <c:strCache>
                <c:ptCount val="1"/>
                <c:pt idx="0">
                  <c:v>Beauty Specialty Retail</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15.908386291833867</c:v>
                </c:pt>
                <c:pt idx="1">
                  <c:v>15.57343244378969</c:v>
                </c:pt>
                <c:pt idx="2">
                  <c:v>16.21942593017606</c:v>
                </c:pt>
              </c:numCache>
            </c:numRef>
          </c:val>
        </c:ser>
        <c:ser>
          <c:idx val="4"/>
          <c:order val="4"/>
          <c:tx>
            <c:strRef>
              <c:f>Sheet1!$F$1</c:f>
              <c:strCache>
                <c:ptCount val="1"/>
                <c:pt idx="0">
                  <c:v>Brand-owned Online Stores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12.95492743126901</c:v>
                </c:pt>
                <c:pt idx="1">
                  <c:v>13.293235457857744</c:v>
                </c:pt>
                <c:pt idx="2">
                  <c:v>14.440202513081207</c:v>
                </c:pt>
              </c:numCache>
            </c:numRef>
          </c:val>
        </c:ser>
        <c:ser>
          <c:idx val="5"/>
          <c:order val="5"/>
          <c:tx>
            <c:strRef>
              <c:f>Sheet1!$G$1</c:f>
              <c:strCache>
                <c:ptCount val="1"/>
                <c:pt idx="0">
                  <c:v>Pharmacies and Drugstores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14.519645584936733</c:v>
                </c:pt>
                <c:pt idx="1">
                  <c:v>14.445960004172937</c:v>
                </c:pt>
                <c:pt idx="2">
                  <c:v>13.379143678629479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Hold and Shape</c:v>
                </c:pt>
              </c:strCache>
            </c:strRef>
          </c:tx>
          <c:spPr>
            <a:solidFill>
              <a:srgbClr val="3D85C6"/>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12.89952082201255</c:v>
                </c:pt>
                <c:pt idx="1">
                  <c:v>13.667997560028835</c:v>
                </c:pt>
                <c:pt idx="2">
                  <c:v>12.770702990830557</c:v>
                </c:pt>
                <c:pt idx="3">
                  <c:v>12.576483107209366</c:v>
                </c:pt>
                <c:pt idx="4">
                  <c:v>13.703567578163284</c:v>
                </c:pt>
                <c:pt idx="5">
                  <c:v>12.785088431335263</c:v>
                </c:pt>
                <c:pt idx="6">
                  <c:v>12.808180487186288</c:v>
                </c:pt>
              </c:numCache>
            </c:numRef>
          </c:val>
        </c:ser>
        <c:ser>
          <c:idx val="1"/>
          <c:order val="1"/>
          <c:tx>
            <c:strRef>
              <c:f>Sheet1!$C$1</c:f>
              <c:strCache>
                <c:ptCount val="1"/>
                <c:pt idx="0">
                  <c:v>Curl Definition</c:v>
                </c:pt>
              </c:strCache>
            </c:strRef>
          </c:tx>
          <c:spPr>
            <a:solidFill>
              <a:srgbClr val="9E7E0A"/>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15.377537914340762</c:v>
                </c:pt>
                <c:pt idx="1">
                  <c:v>16.41111665650012</c:v>
                </c:pt>
                <c:pt idx="2">
                  <c:v>15.160671817324122</c:v>
                </c:pt>
                <c:pt idx="3">
                  <c:v>20.622173450385745</c:v>
                </c:pt>
                <c:pt idx="4">
                  <c:v>16.374595707144955</c:v>
                </c:pt>
                <c:pt idx="5">
                  <c:v>15.155781085481307</c:v>
                </c:pt>
                <c:pt idx="6">
                  <c:v>19.53587032959432</c:v>
                </c:pt>
              </c:numCache>
            </c:numRef>
          </c:val>
        </c:ser>
        <c:ser>
          <c:idx val="2"/>
          <c:order val="2"/>
          <c:tx>
            <c:strRef>
              <c:f>Sheet1!$D$1</c:f>
              <c:strCache>
                <c:ptCount val="1"/>
                <c:pt idx="0">
                  <c:v>Volume and Root Lift</c:v>
                </c:pt>
              </c:strCache>
            </c:strRef>
          </c:tx>
          <c:spPr>
            <a:solidFill>
              <a:srgbClr val="008189"/>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12.524699896260438</c:v>
                </c:pt>
                <c:pt idx="1">
                  <c:v>13.311244200447328</c:v>
                </c:pt>
                <c:pt idx="2">
                  <c:v>12.312448098503063</c:v>
                </c:pt>
                <c:pt idx="3">
                  <c:v>12.113012104283055</c:v>
                </c:pt>
                <c:pt idx="4">
                  <c:v>13.323777320395964</c:v>
                </c:pt>
                <c:pt idx="5">
                  <c:v>12.320319493856422</c:v>
                </c:pt>
                <c:pt idx="6">
                  <c:v>12.42567123571931</c:v>
                </c:pt>
              </c:numCache>
            </c:numRef>
          </c:val>
        </c:ser>
        <c:ser>
          <c:idx val="3"/>
          <c:order val="3"/>
          <c:tx>
            <c:strRef>
              <c:f>Sheet1!$E$1</c:f>
              <c:strCache>
                <c:ptCount val="1"/>
                <c:pt idx="0">
                  <c:v>Texture and Separation</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13.189127105666158</c:v>
                </c:pt>
                <c:pt idx="1">
                  <c:v>14.031682655871641</c:v>
                </c:pt>
                <c:pt idx="2">
                  <c:v>12.974613374608158</c:v>
                </c:pt>
                <c:pt idx="3">
                  <c:v>12.77101622772014</c:v>
                </c:pt>
                <c:pt idx="4">
                  <c:v>14.033617563461728</c:v>
                </c:pt>
                <c:pt idx="5">
                  <c:v>12.9799017584222</c:v>
                </c:pt>
                <c:pt idx="6">
                  <c:v>13.085090439574376</c:v>
                </c:pt>
              </c:numCache>
            </c:numRef>
          </c:val>
        </c:ser>
        <c:ser>
          <c:idx val="4"/>
          <c:order val="4"/>
          <c:tx>
            <c:strRef>
              <c:f>Sheet1!$F$1</c:f>
              <c:strCache>
                <c:ptCount val="1"/>
                <c:pt idx="0">
                  <c:v>Smoothing and Frizz Control</c:v>
                </c:pt>
              </c:strCache>
            </c:strRef>
          </c:tx>
          <c:spPr>
            <a:solidFill>
              <a:srgbClr val="A35313"/>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18.89542063923332</c:v>
                </c:pt>
                <c:pt idx="1">
                  <c:v>16.674984750180226</c:v>
                </c:pt>
                <c:pt idx="2">
                  <c:v>18.99062186145398</c:v>
                </c:pt>
                <c:pt idx="3">
                  <c:v>15.444183958499606</c:v>
                </c:pt>
                <c:pt idx="4">
                  <c:v>16.664216406939136</c:v>
                </c:pt>
                <c:pt idx="5">
                  <c:v>19.619789323301994</c:v>
                </c:pt>
                <c:pt idx="6">
                  <c:v>15.758966141360112</c:v>
                </c:pt>
              </c:numCache>
            </c:numRef>
          </c:val>
        </c:ser>
        <c:ser>
          <c:idx val="5"/>
          <c:order val="5"/>
          <c:tx>
            <c:strRef>
              <c:f>Sheet1!$G$1</c:f>
              <c:strCache>
                <c:ptCount val="1"/>
                <c:pt idx="0">
                  <c:v>Sleek Styling and Edge Control</c:v>
                </c:pt>
              </c:strCache>
            </c:strRef>
          </c:tx>
          <c:spPr>
            <a:solidFill>
              <a:srgbClr val="808080"/>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Sheet1!$G$2:$G$8</c:f>
              <c:numCache>
                <c:formatCode>General</c:formatCode>
                <c:ptCount val="7"/>
                <c:pt idx="0">
                  <c:v>10.192412191868796</c:v>
                </c:pt>
                <c:pt idx="1">
                  <c:v>10.654540749366902</c:v>
                </c:pt>
                <c:pt idx="2">
                  <c:v>9.986826258787929</c:v>
                </c:pt>
                <c:pt idx="3">
                  <c:v>12.287177440808728</c:v>
                </c:pt>
                <c:pt idx="4">
                  <c:v>10.673576399098303</c:v>
                </c:pt>
                <c:pt idx="5">
                  <c:v>9.9955471239523</c:v>
                </c:pt>
                <c:pt idx="6">
                  <c:v>11.885915866409972</c:v>
                </c:pt>
              </c:numCache>
            </c:numRef>
          </c:val>
        </c:ser>
        <c:ser>
          <c:idx val="6"/>
          <c:order val="6"/>
          <c:tx>
            <c:strRef>
              <c:f>Sheet1!$H$1</c:f>
              <c:strCache>
                <c:ptCount val="1"/>
                <c:pt idx="0">
                  <c:v>Heat Styling Support</c:v>
                </c:pt>
              </c:strCache>
            </c:strRef>
          </c:tx>
          <c:spPr>
            <a:solidFill>
              <a:srgbClr val="0E72AE"/>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Sheet1!$H$2:$H$8</c:f>
              <c:numCache>
                <c:formatCode>General</c:formatCode>
                <c:ptCount val="7"/>
                <c:pt idx="0">
                  <c:v>16.92128143061799</c:v>
                </c:pt>
                <c:pt idx="1">
                  <c:v>15.248433427604946</c:v>
                </c:pt>
                <c:pt idx="2">
                  <c:v>17.804115598492196</c:v>
                </c:pt>
                <c:pt idx="3">
                  <c:v>14.185953711093378</c:v>
                </c:pt>
                <c:pt idx="4">
                  <c:v>15.226649024796629</c:v>
                </c:pt>
                <c:pt idx="5">
                  <c:v>17.143572783650527</c:v>
                </c:pt>
                <c:pt idx="6">
                  <c:v>14.500305500155633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Hold and Shape</c:v>
                </c:pt>
              </c:strCache>
            </c:strRef>
          </c:tx>
          <c:spPr>
            <a:solidFill>
              <a:srgbClr val="3D85C6"/>
            </a:solidFill>
          </c:spPr>
          <c:invertIfNegative val="0"/>
          <c:xVal>
            <c:numRef>
              <c:f>Sheet1!$A$2:$A$2</c:f>
              <c:numCache>
                <c:formatCode>General</c:formatCode>
                <c:ptCount val="1"/>
                <c:pt idx="0">
                  <c:v>77.71041508617931</c:v>
                </c:pt>
              </c:numCache>
            </c:numRef>
          </c:xVal>
          <c:yVal>
            <c:numRef>
              <c:f>Sheet1!$B$2:$B$2</c:f>
              <c:numCache>
                <c:formatCode>General</c:formatCode>
                <c:ptCount val="1"/>
                <c:pt idx="0">
                  <c:v>106.85373988820845</c:v>
                </c:pt>
              </c:numCache>
            </c:numRef>
          </c:yVal>
          <c:bubbleSize>
            <c:numRef>
              <c:f>Sheet1!$C$2:$C$2</c:f>
              <c:numCache>
                <c:formatCode>General</c:formatCode>
                <c:ptCount val="1"/>
                <c:pt idx="0">
                  <c:v>276.701</c:v>
                </c:pt>
              </c:numCache>
            </c:numRef>
          </c:bubbleSize>
          <c:bubble3D val="0"/>
        </c:ser>
        <c:ser>
          <c:idx val="1"/>
          <c:order val="1"/>
          <c:tx>
            <c:strRef>
              <c:f>Sheet1!$B$4</c:f>
              <c:strCache>
                <c:ptCount val="1"/>
                <c:pt idx="0">
                  <c:v>Curl Definition</c:v>
                </c:pt>
              </c:strCache>
            </c:strRef>
          </c:tx>
          <c:spPr>
            <a:solidFill>
              <a:srgbClr val="9E7E0A"/>
            </a:solidFill>
          </c:spPr>
          <c:invertIfNegative val="0"/>
          <c:xVal>
            <c:numRef>
              <c:f>Sheet1!$A$5:$A$5</c:f>
              <c:numCache>
                <c:formatCode>General</c:formatCode>
                <c:ptCount val="1"/>
                <c:pt idx="0">
                  <c:v>119.94427142870873</c:v>
                </c:pt>
              </c:numCache>
            </c:numRef>
          </c:xVal>
          <c:yVal>
            <c:numRef>
              <c:f>Sheet1!$B$5:$B$5</c:f>
              <c:numCache>
                <c:formatCode>General</c:formatCode>
                <c:ptCount val="1"/>
                <c:pt idx="0">
                  <c:v>103.87809203643708</c:v>
                </c:pt>
              </c:numCache>
            </c:numRef>
          </c:yVal>
          <c:bubbleSize>
            <c:numRef>
              <c:f>Sheet1!$C$5:$C$5</c:f>
              <c:numCache>
                <c:formatCode>General</c:formatCode>
                <c:ptCount val="1"/>
                <c:pt idx="0">
                  <c:v>361.804</c:v>
                </c:pt>
              </c:numCache>
            </c:numRef>
          </c:bubbleSize>
          <c:bubble3D val="0"/>
        </c:ser>
        <c:ser>
          <c:idx val="2"/>
          <c:order val="2"/>
          <c:tx>
            <c:strRef>
              <c:f>Sheet1!$B$7</c:f>
              <c:strCache>
                <c:ptCount val="1"/>
                <c:pt idx="0">
                  <c:v>Volume and Root Lift</c:v>
                </c:pt>
              </c:strCache>
            </c:strRef>
          </c:tx>
          <c:spPr>
            <a:solidFill>
              <a:srgbClr val="008189"/>
            </a:solidFill>
          </c:spPr>
          <c:invertIfNegative val="0"/>
          <c:xVal>
            <c:numRef>
              <c:f>Sheet1!$A$8:$A$8</c:f>
              <c:numCache>
                <c:formatCode>General</c:formatCode>
                <c:ptCount val="1"/>
                <c:pt idx="0">
                  <c:v>91.06218021716991</c:v>
                </c:pt>
              </c:numCache>
            </c:numRef>
          </c:xVal>
          <c:yVal>
            <c:numRef>
              <c:f>Sheet1!$B$8:$B$8</c:f>
              <c:numCache>
                <c:formatCode>General</c:formatCode>
                <c:ptCount val="1"/>
                <c:pt idx="0">
                  <c:v>94.12533795345236</c:v>
                </c:pt>
              </c:numCache>
            </c:numRef>
          </c:yVal>
          <c:bubbleSize>
            <c:numRef>
              <c:f>Sheet1!$C$8:$C$8</c:f>
              <c:numCache>
                <c:formatCode>General</c:formatCode>
                <c:ptCount val="1"/>
                <c:pt idx="0">
                  <c:v>267.94</c:v>
                </c:pt>
              </c:numCache>
            </c:numRef>
          </c:bubbleSize>
          <c:bubble3D val="0"/>
        </c:ser>
        <c:ser>
          <c:idx val="3"/>
          <c:order val="3"/>
          <c:tx>
            <c:strRef>
              <c:f>Sheet1!$B$10</c:f>
              <c:strCache>
                <c:ptCount val="1"/>
                <c:pt idx="0">
                  <c:v>Texture and Separation</c:v>
                </c:pt>
              </c:strCache>
            </c:strRef>
          </c:tx>
          <c:spPr>
            <a:solidFill>
              <a:srgbClr val="40315E"/>
            </a:solidFill>
          </c:spPr>
          <c:invertIfNegative val="0"/>
          <c:xVal>
            <c:numRef>
              <c:f>Sheet1!$A$11:$A$11</c:f>
              <c:numCache>
                <c:formatCode>General</c:formatCode>
                <c:ptCount val="1"/>
                <c:pt idx="0">
                  <c:v>98.31431175266934</c:v>
                </c:pt>
              </c:numCache>
            </c:numRef>
          </c:xVal>
          <c:yVal>
            <c:numRef>
              <c:f>Sheet1!$B$11:$B$11</c:f>
              <c:numCache>
                <c:formatCode>General</c:formatCode>
                <c:ptCount val="1"/>
                <c:pt idx="0">
                  <c:v>94.22907613544074</c:v>
                </c:pt>
              </c:numCache>
            </c:numRef>
          </c:yVal>
          <c:bubbleSize>
            <c:numRef>
              <c:f>Sheet1!$C$11:$C$11</c:f>
              <c:numCache>
                <c:formatCode>General</c:formatCode>
                <c:ptCount val="1"/>
                <c:pt idx="0">
                  <c:v>282.282</c:v>
                </c:pt>
              </c:numCache>
            </c:numRef>
          </c:bubbleSize>
          <c:bubble3D val="0"/>
        </c:ser>
        <c:ser>
          <c:idx val="4"/>
          <c:order val="4"/>
          <c:tx>
            <c:strRef>
              <c:f>Sheet1!$B$13</c:f>
              <c:strCache>
                <c:ptCount val="1"/>
                <c:pt idx="0">
                  <c:v>Smoothing and Frizz Control</c:v>
                </c:pt>
              </c:strCache>
            </c:strRef>
          </c:tx>
          <c:spPr>
            <a:solidFill>
              <a:srgbClr val="A35313"/>
            </a:solidFill>
          </c:spPr>
          <c:invertIfNegative val="0"/>
          <c:xVal>
            <c:numRef>
              <c:f>Sheet1!$A$14:$A$14</c:f>
              <c:numCache>
                <c:formatCode>General</c:formatCode>
                <c:ptCount val="1"/>
                <c:pt idx="0">
                  <c:v>107.3055443817623</c:v>
                </c:pt>
              </c:numCache>
            </c:numRef>
          </c:xVal>
          <c:yVal>
            <c:numRef>
              <c:f>Sheet1!$B$14:$B$14</c:f>
              <c:numCache>
                <c:formatCode>General</c:formatCode>
                <c:ptCount val="1"/>
                <c:pt idx="0">
                  <c:v>115.50086334736984</c:v>
                </c:pt>
              </c:numCache>
            </c:numRef>
          </c:yVal>
          <c:bubbleSize>
            <c:numRef>
              <c:f>Sheet1!$C$14:$C$14</c:f>
              <c:numCache>
                <c:formatCode>General</c:formatCode>
                <c:ptCount val="1"/>
                <c:pt idx="0">
                  <c:v>368.477</c:v>
                </c:pt>
              </c:numCache>
            </c:numRef>
          </c:bubbleSize>
          <c:bubble3D val="0"/>
        </c:ser>
        <c:ser>
          <c:idx val="5"/>
          <c:order val="5"/>
          <c:tx>
            <c:strRef>
              <c:f>Sheet1!$B$16</c:f>
              <c:strCache>
                <c:ptCount val="1"/>
                <c:pt idx="0">
                  <c:v>Sleek Styling and Edge Control</c:v>
                </c:pt>
              </c:strCache>
            </c:strRef>
          </c:tx>
          <c:spPr>
            <a:solidFill>
              <a:srgbClr val="808080"/>
            </a:solidFill>
          </c:spPr>
          <c:invertIfNegative val="0"/>
          <c:xVal>
            <c:numRef>
              <c:f>Sheet1!$A$17:$A$17</c:f>
              <c:numCache>
                <c:formatCode>General</c:formatCode>
                <c:ptCount val="1"/>
                <c:pt idx="0">
                  <c:v>85.02397338084205</c:v>
                </c:pt>
              </c:numCache>
            </c:numRef>
          </c:xVal>
          <c:yVal>
            <c:numRef>
              <c:f>Sheet1!$B$17:$B$17</c:f>
              <c:numCache>
                <c:formatCode>General</c:formatCode>
                <c:ptCount val="1"/>
                <c:pt idx="0">
                  <c:v>84.43332530597402</c:v>
                </c:pt>
              </c:numCache>
            </c:numRef>
          </c:yVal>
          <c:bubbleSize>
            <c:numRef>
              <c:f>Sheet1!$C$17:$C$17</c:f>
              <c:numCache>
                <c:formatCode>General</c:formatCode>
                <c:ptCount val="1"/>
                <c:pt idx="0">
                  <c:v>230.304</c:v>
                </c:pt>
              </c:numCache>
            </c:numRef>
          </c:bubbleSize>
          <c:bubble3D val="0"/>
        </c:ser>
        <c:ser>
          <c:idx val="6"/>
          <c:order val="6"/>
          <c:tx>
            <c:strRef>
              <c:f>Sheet1!$B$19</c:f>
              <c:strCache>
                <c:ptCount val="1"/>
                <c:pt idx="0">
                  <c:v>Heat Styling Support</c:v>
                </c:pt>
              </c:strCache>
            </c:strRef>
          </c:tx>
          <c:spPr>
            <a:solidFill>
              <a:srgbClr val="0E72AE"/>
            </a:solidFill>
          </c:spPr>
          <c:invertIfNegative val="0"/>
          <c:xVal>
            <c:numRef>
              <c:f>Sheet1!$A$20:$A$20</c:f>
              <c:numCache>
                <c:formatCode>General</c:formatCode>
                <c:ptCount val="1"/>
                <c:pt idx="0">
                  <c:v>112.67795183125745</c:v>
                </c:pt>
              </c:numCache>
            </c:numRef>
          </c:xVal>
          <c:yVal>
            <c:numRef>
              <c:f>Sheet1!$B$20:$B$20</c:f>
              <c:numCache>
                <c:formatCode>General</c:formatCode>
                <c:ptCount val="1"/>
                <c:pt idx="0">
                  <c:v>100.97956533311753</c:v>
                </c:pt>
              </c:numCache>
            </c:numRef>
          </c:yVal>
          <c:bubbleSize>
            <c:numRef>
              <c:f>Sheet1!$C$20:$C$20</c:f>
              <c:numCache>
                <c:formatCode>General</c:formatCode>
                <c:ptCount val="1"/>
                <c:pt idx="0">
                  <c:v>334.43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156.565</c:v>
                </c:pt>
                <c:pt idx="2">
                  <c:v>173.991</c:v>
                </c:pt>
                <c:pt idx="3">
                  <c:v>195.352</c:v>
                </c:pt>
                <c:pt idx="4">
                  <c:v>218.955</c:v>
                </c:pt>
                <c:pt idx="5">
                  <c:v>246.265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156.565</c:v>
                </c:pt>
                <c:pt idx="1">
                  <c:v>17.426000000000016</c:v>
                </c:pt>
                <c:pt idx="2">
                  <c:v>21.36099999999999</c:v>
                </c:pt>
                <c:pt idx="3">
                  <c:v>23.60300000000001</c:v>
                </c:pt>
                <c:pt idx="4">
                  <c:v>27.309999999999974</c:v>
                </c:pt>
                <c:pt idx="5">
                  <c:v>30.436000000000035</c:v>
                </c:pt>
                <c:pt idx="6">
                  <c:v>276.701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152.205</c:v>
                </c:pt>
                <c:pt idx="2">
                  <c:v>175.645</c:v>
                </c:pt>
                <c:pt idx="3">
                  <c:v>207.469</c:v>
                </c:pt>
                <c:pt idx="4">
                  <c:v>250.496</c:v>
                </c:pt>
                <c:pt idx="5">
                  <c:v>301.864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152.205</c:v>
                </c:pt>
                <c:pt idx="1">
                  <c:v>23.439999999999998</c:v>
                </c:pt>
                <c:pt idx="2">
                  <c:v>31.823999999999984</c:v>
                </c:pt>
                <c:pt idx="3">
                  <c:v>43.027000000000015</c:v>
                </c:pt>
                <c:pt idx="4">
                  <c:v>51.36799999999997</c:v>
                </c:pt>
                <c:pt idx="5">
                  <c:v>59.94</c:v>
                </c:pt>
                <c:pt idx="6">
                  <c:v>361.804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137.915</c:v>
                </c:pt>
                <c:pt idx="2">
                  <c:v>156.586</c:v>
                </c:pt>
                <c:pt idx="3">
                  <c:v>179.027</c:v>
                </c:pt>
                <c:pt idx="4">
                  <c:v>205.004</c:v>
                </c:pt>
                <c:pt idx="5">
                  <c:v>234.594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137.915</c:v>
                </c:pt>
                <c:pt idx="1">
                  <c:v>18.67100000000002</c:v>
                </c:pt>
                <c:pt idx="2">
                  <c:v>22.440999999999974</c:v>
                </c:pt>
                <c:pt idx="3">
                  <c:v>25.977000000000004</c:v>
                </c:pt>
                <c:pt idx="4">
                  <c:v>29.590000000000003</c:v>
                </c:pt>
                <c:pt idx="5">
                  <c:v>33.346000000000004</c:v>
                </c:pt>
                <c:pt idx="6">
                  <c:v>267.94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138.067</c:v>
                </c:pt>
                <c:pt idx="2">
                  <c:v>157.726</c:v>
                </c:pt>
                <c:pt idx="3">
                  <c:v>182.043</c:v>
                </c:pt>
                <c:pt idx="4">
                  <c:v>210.35</c:v>
                </c:pt>
                <c:pt idx="5">
                  <c:v>243.793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138.067</c:v>
                </c:pt>
                <c:pt idx="1">
                  <c:v>19.658999999999992</c:v>
                </c:pt>
                <c:pt idx="2">
                  <c:v>24.317000000000007</c:v>
                </c:pt>
                <c:pt idx="3">
                  <c:v>28.306999999999988</c:v>
                </c:pt>
                <c:pt idx="4">
                  <c:v>33.44300000000001</c:v>
                </c:pt>
                <c:pt idx="5">
                  <c:v>38.488999999999976</c:v>
                </c:pt>
                <c:pt idx="6">
                  <c:v>282.282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169.235</c:v>
                </c:pt>
                <c:pt idx="2">
                  <c:v>191.263</c:v>
                </c:pt>
                <c:pt idx="3">
                  <c:v>222.15</c:v>
                </c:pt>
                <c:pt idx="4">
                  <c:v>262.128</c:v>
                </c:pt>
                <c:pt idx="5">
                  <c:v>310.967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169.235</c:v>
                </c:pt>
                <c:pt idx="1">
                  <c:v>22.02799999999999</c:v>
                </c:pt>
                <c:pt idx="2">
                  <c:v>30.887</c:v>
                </c:pt>
                <c:pt idx="3">
                  <c:v>39.97799999999998</c:v>
                </c:pt>
                <c:pt idx="4">
                  <c:v>48.839</c:v>
                </c:pt>
                <c:pt idx="5">
                  <c:v>57.50999999999999</c:v>
                </c:pt>
                <c:pt idx="6">
                  <c:v>368.477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123.714</c:v>
                </c:pt>
                <c:pt idx="2">
                  <c:v>138.027</c:v>
                </c:pt>
                <c:pt idx="3">
                  <c:v>156.735</c:v>
                </c:pt>
                <c:pt idx="4">
                  <c:v>178.927</c:v>
                </c:pt>
                <c:pt idx="5">
                  <c:v>203.211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123.714</c:v>
                </c:pt>
                <c:pt idx="1">
                  <c:v>14.312999999999988</c:v>
                </c:pt>
                <c:pt idx="2">
                  <c:v>18.708000000000027</c:v>
                </c:pt>
                <c:pt idx="3">
                  <c:v>22.19199999999998</c:v>
                </c:pt>
                <c:pt idx="4">
                  <c:v>24.28400000000002</c:v>
                </c:pt>
                <c:pt idx="5">
                  <c:v>27.09299999999999</c:v>
                </c:pt>
                <c:pt idx="6">
                  <c:v>230.304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147.958</c:v>
                </c:pt>
                <c:pt idx="2">
                  <c:v>169.641</c:v>
                </c:pt>
                <c:pt idx="3">
                  <c:v>197.687</c:v>
                </c:pt>
                <c:pt idx="4">
                  <c:v>234.481</c:v>
                </c:pt>
                <c:pt idx="5">
                  <c:v>280.372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147.958</c:v>
                </c:pt>
                <c:pt idx="1">
                  <c:v>21.682999999999993</c:v>
                </c:pt>
                <c:pt idx="2">
                  <c:v>28.04600000000002</c:v>
                </c:pt>
                <c:pt idx="3">
                  <c:v>36.79399999999998</c:v>
                </c:pt>
                <c:pt idx="4">
                  <c:v>45.89100000000002</c:v>
                </c:pt>
                <c:pt idx="5">
                  <c:v>54.05799999999999</c:v>
                </c:pt>
                <c:pt idx="6">
                  <c:v>334.43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Smoothing and Frizz Control</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17.136233324798038</c:v>
                </c:pt>
                <c:pt idx="1">
                  <c:v>16.50012333533855</c:v>
                </c:pt>
                <c:pt idx="2">
                  <c:v>17.365116228655122</c:v>
                </c:pt>
              </c:numCache>
            </c:numRef>
          </c:val>
        </c:ser>
        <c:ser>
          <c:idx val="1"/>
          <c:order val="1"/>
          <c:tx>
            <c:strRef>
              <c:f>Sheet1!$C$1</c:f>
              <c:strCache>
                <c:ptCount val="1"/>
                <c:pt idx="0">
                  <c:v>Curl Definition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14.745723566949334</c:v>
                </c:pt>
                <c:pt idx="1">
                  <c:v>14.839727433776723</c:v>
                </c:pt>
                <c:pt idx="2">
                  <c:v>17.050639556857927</c:v>
                </c:pt>
              </c:numCache>
            </c:numRef>
          </c:val>
        </c:ser>
        <c:ser>
          <c:idx val="2"/>
          <c:order val="2"/>
          <c:tx>
            <c:strRef>
              <c:f>Sheet1!$D$1</c:f>
              <c:strCache>
                <c:ptCount val="1"/>
                <c:pt idx="0">
                  <c:v>Heat Styling Support</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14.025746461618793</c:v>
                </c:pt>
                <c:pt idx="1">
                  <c:v>14.425652190445362</c:v>
                </c:pt>
                <c:pt idx="2">
                  <c:v>15.760592439552898</c:v>
                </c:pt>
              </c:numCache>
            </c:numRef>
          </c:val>
        </c:ser>
        <c:ser>
          <c:idx val="3"/>
          <c:order val="3"/>
          <c:tx>
            <c:strRef>
              <c:f>Sheet1!$E$1</c:f>
              <c:strCache>
                <c:ptCount val="1"/>
                <c:pt idx="0">
                  <c:v>Texture and Separation</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12.942893866136473</c:v>
                </c:pt>
                <c:pt idx="1">
                  <c:v>13.461296590777247</c:v>
                </c:pt>
                <c:pt idx="2">
                  <c:v>13.303027703919717</c:v>
                </c:pt>
              </c:numCache>
            </c:numRef>
          </c:val>
        </c:ser>
        <c:ser>
          <c:idx val="4"/>
          <c:order val="4"/>
          <c:tx>
            <c:strRef>
              <c:f>Sheet1!$F$1</c:f>
              <c:strCache>
                <c:ptCount val="1"/>
                <c:pt idx="0">
                  <c:v>Hold and Shape</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15.561973761503817</c:v>
                </c:pt>
                <c:pt idx="1">
                  <c:v>15.26481998402978</c:v>
                </c:pt>
                <c:pt idx="2">
                  <c:v>13.040013421692812</c:v>
                </c:pt>
              </c:numCache>
            </c:numRef>
          </c:val>
        </c:ser>
        <c:ser>
          <c:idx val="5"/>
          <c:order val="5"/>
          <c:tx>
            <c:strRef>
              <c:f>Sheet1!$G$1</c:f>
              <c:strCache>
                <c:ptCount val="1"/>
                <c:pt idx="0">
                  <c:v>Volume and Root Lift</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13.271251625471322</c:v>
                </c:pt>
                <c:pt idx="1">
                  <c:v>13.446476850493195</c:v>
                </c:pt>
                <c:pt idx="2">
                  <c:v>12.627136136871107</c:v>
                </c:pt>
              </c:numCache>
            </c:numRef>
          </c:val>
        </c:ser>
        <c:ser>
          <c:idx val="6"/>
          <c:order val="6"/>
          <c:tx>
            <c:strRef>
              <c:f>Sheet1!$H$1</c:f>
              <c:strCache>
                <c:ptCount val="1"/>
                <c:pt idx="0">
                  <c:v>Sleek Styling and Edge Control</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12.316177393522214</c:v>
                </c:pt>
                <c:pt idx="1">
                  <c:v>12.061903615139144</c:v>
                </c:pt>
                <c:pt idx="2">
                  <c:v>10.85347451245041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Straight Hair</c:v>
                </c:pt>
              </c:strCache>
            </c:strRef>
          </c:tx>
          <c:spPr>
            <a:solidFill>
              <a:srgbClr val="3D85C6"/>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19.06831991305636</c:v>
                </c:pt>
                <c:pt idx="1">
                  <c:v>19.02891444890641</c:v>
                </c:pt>
                <c:pt idx="2">
                  <c:v>19.040538425418685</c:v>
                </c:pt>
                <c:pt idx="3">
                  <c:v>16.690221050968916</c:v>
                </c:pt>
                <c:pt idx="4">
                  <c:v>19.059298590369032</c:v>
                </c:pt>
                <c:pt idx="5">
                  <c:v>19.04954068013201</c:v>
                </c:pt>
                <c:pt idx="6">
                  <c:v>17.773422639290775</c:v>
                </c:pt>
              </c:numCache>
            </c:numRef>
          </c:val>
        </c:ser>
        <c:ser>
          <c:idx val="1"/>
          <c:order val="1"/>
          <c:tx>
            <c:strRef>
              <c:f>Sheet1!$C$1</c:f>
              <c:strCache>
                <c:ptCount val="1"/>
                <c:pt idx="0">
                  <c:v>Wavy Hair</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20.14647038482438</c:v>
                </c:pt>
                <c:pt idx="1">
                  <c:v>20.146767284204493</c:v>
                </c:pt>
                <c:pt idx="2">
                  <c:v>20.14660614598007</c:v>
                </c:pt>
                <c:pt idx="3">
                  <c:v>17.564781484591276</c:v>
                </c:pt>
                <c:pt idx="4">
                  <c:v>20.146721192979534</c:v>
                </c:pt>
                <c:pt idx="5">
                  <c:v>20.146759713438207</c:v>
                </c:pt>
                <c:pt idx="6">
                  <c:v>18.7187438755865</c:v>
                </c:pt>
              </c:numCache>
            </c:numRef>
          </c:val>
        </c:ser>
        <c:ser>
          <c:idx val="2"/>
          <c:order val="2"/>
          <c:tx>
            <c:strRef>
              <c:f>Sheet1!$D$1</c:f>
              <c:strCache>
                <c:ptCount val="1"/>
                <c:pt idx="0">
                  <c:v>Curly Hair</c:v>
                </c:pt>
              </c:strCache>
            </c:strRef>
          </c:tx>
          <c:spPr>
            <a:solidFill>
              <a:srgbClr val="008189"/>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20.154497851109024</c:v>
                </c:pt>
                <c:pt idx="1">
                  <c:v>20.17495621473496</c:v>
                </c:pt>
                <c:pt idx="2">
                  <c:v>20.168779673396983</c:v>
                </c:pt>
                <c:pt idx="3">
                  <c:v>22.384839844042265</c:v>
                </c:pt>
                <c:pt idx="4">
                  <c:v>20.159217486970775</c:v>
                </c:pt>
                <c:pt idx="5">
                  <c:v>20.16415380084002</c:v>
                </c:pt>
                <c:pt idx="6">
                  <c:v>18.763704275849346</c:v>
                </c:pt>
              </c:numCache>
            </c:numRef>
          </c:val>
        </c:ser>
        <c:ser>
          <c:idx val="3"/>
          <c:order val="3"/>
          <c:tx>
            <c:strRef>
              <c:f>Sheet1!$E$1</c:f>
              <c:strCache>
                <c:ptCount val="1"/>
                <c:pt idx="0">
                  <c:v>Coily Hair</c:v>
                </c:pt>
              </c:strCache>
            </c:strRef>
          </c:tx>
          <c:spPr>
            <a:solidFill>
              <a:srgbClr val="40315E"/>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19.88032900261819</c:v>
                </c:pt>
                <c:pt idx="1">
                  <c:v>19.92033161273031</c:v>
                </c:pt>
                <c:pt idx="2">
                  <c:v>19.908784195057475</c:v>
                </c:pt>
                <c:pt idx="3">
                  <c:v>24.911671058866563</c:v>
                </c:pt>
                <c:pt idx="4">
                  <c:v>19.88919952661098</c:v>
                </c:pt>
                <c:pt idx="5">
                  <c:v>19.899299830001784</c:v>
                </c:pt>
                <c:pt idx="6">
                  <c:v>25.266592116943148</c:v>
                </c:pt>
              </c:numCache>
            </c:numRef>
          </c:val>
        </c:ser>
        <c:ser>
          <c:idx val="4"/>
          <c:order val="4"/>
          <c:tx>
            <c:strRef>
              <c:f>Sheet1!$F$1</c:f>
              <c:strCache>
                <c:ptCount val="1"/>
                <c:pt idx="0">
                  <c:v>All Hair Types</c:v>
                </c:pt>
              </c:strCache>
            </c:strRef>
          </c:tx>
          <c:spPr>
            <a:solidFill>
              <a:srgbClr val="A35313"/>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Sheet1!$F$2:$F$8</c:f>
              <c:numCache>
                <c:formatCode>General</c:formatCode>
                <c:ptCount val="7"/>
                <c:pt idx="0">
                  <c:v>20.750382848392036</c:v>
                </c:pt>
                <c:pt idx="1">
                  <c:v>20.729030439423838</c:v>
                </c:pt>
                <c:pt idx="2">
                  <c:v>20.73529156014678</c:v>
                </c:pt>
                <c:pt idx="3">
                  <c:v>18.44848656153098</c:v>
                </c:pt>
                <c:pt idx="4">
                  <c:v>20.74556320306968</c:v>
                </c:pt>
                <c:pt idx="5">
                  <c:v>20.740245975587975</c:v>
                </c:pt>
                <c:pt idx="6">
                  <c:v>19.477537092330216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9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Straight Hair</c:v>
                </c:pt>
              </c:strCache>
            </c:strRef>
          </c:tx>
          <c:spPr>
            <a:solidFill>
              <a:srgbClr val="3D85C6"/>
            </a:solidFill>
          </c:spPr>
          <c:invertIfNegative val="0"/>
          <c:xVal>
            <c:numRef>
              <c:f>Sheet1!$A$2:$A$2</c:f>
              <c:numCache>
                <c:formatCode>General</c:formatCode>
                <c:ptCount val="1"/>
                <c:pt idx="0">
                  <c:v>85.73054931818298</c:v>
                </c:pt>
              </c:numCache>
            </c:numRef>
          </c:xVal>
          <c:yVal>
            <c:numRef>
              <c:f>Sheet1!$B$2:$B$2</c:f>
              <c:numCache>
                <c:formatCode>General</c:formatCode>
                <c:ptCount val="1"/>
                <c:pt idx="0">
                  <c:v>102.40401771350682</c:v>
                </c:pt>
              </c:numCache>
            </c:numRef>
          </c:yVal>
          <c:bubbleSize>
            <c:numRef>
              <c:f>Sheet1!$C$2:$C$2</c:f>
              <c:numCache>
                <c:formatCode>General</c:formatCode>
                <c:ptCount val="1"/>
                <c:pt idx="0">
                  <c:v>393.013</c:v>
                </c:pt>
              </c:numCache>
            </c:numRef>
          </c:bubbleSize>
          <c:bubble3D val="0"/>
        </c:ser>
        <c:ser>
          <c:idx val="1"/>
          <c:order val="1"/>
          <c:tx>
            <c:strRef>
              <c:f>Sheet1!$B$4</c:f>
              <c:strCache>
                <c:ptCount val="1"/>
                <c:pt idx="0">
                  <c:v>Wavy Hair</c:v>
                </c:pt>
              </c:strCache>
            </c:strRef>
          </c:tx>
          <c:spPr>
            <a:solidFill>
              <a:srgbClr val="9E7E0A"/>
            </a:solidFill>
          </c:spPr>
          <c:invertIfNegative val="0"/>
          <c:xVal>
            <c:numRef>
              <c:f>Sheet1!$A$5:$A$5</c:f>
              <c:numCache>
                <c:formatCode>General</c:formatCode>
                <c:ptCount val="1"/>
                <c:pt idx="0">
                  <c:v>99.0413106508008</c:v>
                </c:pt>
              </c:numCache>
            </c:numRef>
          </c:xVal>
          <c:yVal>
            <c:numRef>
              <c:f>Sheet1!$B$5:$B$5</c:f>
              <c:numCache>
                <c:formatCode>General</c:formatCode>
                <c:ptCount val="1"/>
                <c:pt idx="0">
                  <c:v>98.47044531413005</c:v>
                </c:pt>
              </c:numCache>
            </c:numRef>
          </c:yVal>
          <c:bubbleSize>
            <c:numRef>
              <c:f>Sheet1!$C$5:$C$5</c:f>
              <c:numCache>
                <c:formatCode>General</c:formatCode>
                <c:ptCount val="1"/>
                <c:pt idx="0">
                  <c:v>415.096</c:v>
                </c:pt>
              </c:numCache>
            </c:numRef>
          </c:bubbleSize>
          <c:bubble3D val="0"/>
        </c:ser>
        <c:ser>
          <c:idx val="2"/>
          <c:order val="2"/>
          <c:tx>
            <c:strRef>
              <c:f>Sheet1!$B$7</c:f>
              <c:strCache>
                <c:ptCount val="1"/>
                <c:pt idx="0">
                  <c:v>Curly Hair</c:v>
                </c:pt>
              </c:strCache>
            </c:strRef>
          </c:tx>
          <c:spPr>
            <a:solidFill>
              <a:srgbClr val="008189"/>
            </a:solidFill>
          </c:spPr>
          <c:invertIfNegative val="0"/>
          <c:xVal>
            <c:numRef>
              <c:f>Sheet1!$A$8:$A$8</c:f>
              <c:numCache>
                <c:formatCode>General</c:formatCode>
                <c:ptCount val="1"/>
                <c:pt idx="0">
                  <c:v>107.99642358193266</c:v>
                </c:pt>
              </c:numCache>
            </c:numRef>
          </c:xVal>
          <c:yVal>
            <c:numRef>
              <c:f>Sheet1!$B$8:$B$8</c:f>
              <c:numCache>
                <c:formatCode>General</c:formatCode>
                <c:ptCount val="1"/>
                <c:pt idx="0">
                  <c:v>95.17499985375241</c:v>
                </c:pt>
              </c:numCache>
            </c:numRef>
          </c:yVal>
          <c:bubbleSize>
            <c:numRef>
              <c:f>Sheet1!$C$8:$C$8</c:f>
              <c:numCache>
                <c:formatCode>General</c:formatCode>
                <c:ptCount val="1"/>
                <c:pt idx="0">
                  <c:v>427.139</c:v>
                </c:pt>
              </c:numCache>
            </c:numRef>
          </c:bubbleSize>
          <c:bubble3D val="0"/>
        </c:ser>
        <c:ser>
          <c:idx val="3"/>
          <c:order val="3"/>
          <c:tx>
            <c:strRef>
              <c:f>Sheet1!$B$10</c:f>
              <c:strCache>
                <c:ptCount val="1"/>
                <c:pt idx="0">
                  <c:v>Coily Hair</c:v>
                </c:pt>
              </c:strCache>
            </c:strRef>
          </c:tx>
          <c:spPr>
            <a:solidFill>
              <a:srgbClr val="40315E"/>
            </a:solidFill>
          </c:spPr>
          <c:invertIfNegative val="0"/>
          <c:xVal>
            <c:numRef>
              <c:f>Sheet1!$A$11:$A$11</c:f>
              <c:numCache>
                <c:formatCode>General</c:formatCode>
                <c:ptCount val="1"/>
                <c:pt idx="0">
                  <c:v>114.38277694517673</c:v>
                </c:pt>
              </c:numCache>
            </c:numRef>
          </c:xVal>
          <c:yVal>
            <c:numRef>
              <c:f>Sheet1!$B$11:$B$11</c:f>
              <c:numCache>
                <c:formatCode>General</c:formatCode>
                <c:ptCount val="1"/>
                <c:pt idx="0">
                  <c:v>97.52763591762555</c:v>
                </c:pt>
              </c:numCache>
            </c:numRef>
          </c:yVal>
          <c:bubbleSize>
            <c:numRef>
              <c:f>Sheet1!$C$11:$C$11</c:f>
              <c:numCache>
                <c:formatCode>General</c:formatCode>
                <c:ptCount val="1"/>
                <c:pt idx="0">
                  <c:v>457.584</c:v>
                </c:pt>
              </c:numCache>
            </c:numRef>
          </c:bubbleSize>
          <c:bubble3D val="0"/>
        </c:ser>
        <c:ser>
          <c:idx val="4"/>
          <c:order val="4"/>
          <c:tx>
            <c:strRef>
              <c:f>Sheet1!$B$13</c:f>
              <c:strCache>
                <c:ptCount val="1"/>
                <c:pt idx="0">
                  <c:v>All Hair Types</c:v>
                </c:pt>
              </c:strCache>
            </c:strRef>
          </c:tx>
          <c:spPr>
            <a:solidFill>
              <a:srgbClr val="A35313"/>
            </a:solidFill>
          </c:spPr>
          <c:invertIfNegative val="0"/>
          <c:xVal>
            <c:numRef>
              <c:f>Sheet1!$A$14:$A$14</c:f>
              <c:numCache>
                <c:formatCode>General</c:formatCode>
                <c:ptCount val="1"/>
                <c:pt idx="0">
                  <c:v>92.71828793447176</c:v>
                </c:pt>
              </c:numCache>
            </c:numRef>
          </c:xVal>
          <c:yVal>
            <c:numRef>
              <c:f>Sheet1!$B$14:$B$14</c:f>
              <c:numCache>
                <c:formatCode>General</c:formatCode>
                <c:ptCount val="1"/>
                <c:pt idx="0">
                  <c:v>106.4229012009851</c:v>
                </c:pt>
              </c:numCache>
            </c:numRef>
          </c:yVal>
          <c:bubbleSize>
            <c:numRef>
              <c:f>Sheet1!$C$14:$C$14</c:f>
              <c:numCache>
                <c:formatCode>General</c:formatCode>
                <c:ptCount val="1"/>
                <c:pt idx="0">
                  <c:v>429.108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210.063</c:v>
                </c:pt>
                <c:pt idx="2">
                  <c:v>235.48</c:v>
                </c:pt>
                <c:pt idx="3">
                  <c:v>267.217</c:v>
                </c:pt>
                <c:pt idx="4">
                  <c:v>303.209</c:v>
                </c:pt>
                <c:pt idx="5">
                  <c:v>345.437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210.063</c:v>
                </c:pt>
                <c:pt idx="1">
                  <c:v>25.417</c:v>
                </c:pt>
                <c:pt idx="2">
                  <c:v>31.736999999999995</c:v>
                </c:pt>
                <c:pt idx="3">
                  <c:v>35.99200000000002</c:v>
                </c:pt>
                <c:pt idx="4">
                  <c:v>42.22800000000001</c:v>
                </c:pt>
                <c:pt idx="5">
                  <c:v>47.575999999999965</c:v>
                </c:pt>
                <c:pt idx="6">
                  <c:v>393.013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201.994</c:v>
                </c:pt>
                <c:pt idx="2">
                  <c:v>231.367</c:v>
                </c:pt>
                <c:pt idx="3">
                  <c:v>267.258</c:v>
                </c:pt>
                <c:pt idx="4">
                  <c:v>309.851</c:v>
                </c:pt>
                <c:pt idx="5">
                  <c:v>359.036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201.994</c:v>
                </c:pt>
                <c:pt idx="1">
                  <c:v>29.37299999999999</c:v>
                </c:pt>
                <c:pt idx="2">
                  <c:v>35.89099999999999</c:v>
                </c:pt>
                <c:pt idx="3">
                  <c:v>42.59300000000002</c:v>
                </c:pt>
                <c:pt idx="4">
                  <c:v>49.185</c:v>
                </c:pt>
                <c:pt idx="5">
                  <c:v>56.06</c:v>
                </c:pt>
                <c:pt idx="6">
                  <c:v>415.096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195.234</c:v>
                </c:pt>
                <c:pt idx="2">
                  <c:v>220.307</c:v>
                </c:pt>
                <c:pt idx="3">
                  <c:v>255.779</c:v>
                </c:pt>
                <c:pt idx="4">
                  <c:v>302.366</c:v>
                </c:pt>
                <c:pt idx="5">
                  <c:v>359.541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195.234</c:v>
                </c:pt>
                <c:pt idx="1">
                  <c:v>25.07299999999998</c:v>
                </c:pt>
                <c:pt idx="2">
                  <c:v>35.47200000000001</c:v>
                </c:pt>
                <c:pt idx="3">
                  <c:v>46.58699999999999</c:v>
                </c:pt>
                <c:pt idx="4">
                  <c:v>57.17500000000001</c:v>
                </c:pt>
                <c:pt idx="5">
                  <c:v>67.59800000000001</c:v>
                </c:pt>
                <c:pt idx="6">
                  <c:v>427.139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200.06</c:v>
                </c:pt>
                <c:pt idx="2">
                  <c:v>228.854</c:v>
                </c:pt>
                <c:pt idx="3">
                  <c:v>267.955</c:v>
                </c:pt>
                <c:pt idx="4">
                  <c:v>321.046</c:v>
                </c:pt>
                <c:pt idx="5">
                  <c:v>384.178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200.06</c:v>
                </c:pt>
                <c:pt idx="1">
                  <c:v>28.79400000000001</c:v>
                </c:pt>
                <c:pt idx="2">
                  <c:v>39.10099999999997</c:v>
                </c:pt>
                <c:pt idx="3">
                  <c:v>53.09100000000001</c:v>
                </c:pt>
                <c:pt idx="4">
                  <c:v>63.132000000000005</c:v>
                </c:pt>
                <c:pt idx="5">
                  <c:v>73.406</c:v>
                </c:pt>
                <c:pt idx="6">
                  <c:v>457.584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218.307</c:v>
                </c:pt>
                <c:pt idx="2">
                  <c:v>246.872</c:v>
                </c:pt>
                <c:pt idx="3">
                  <c:v>282.254</c:v>
                </c:pt>
                <c:pt idx="4">
                  <c:v>323.869</c:v>
                </c:pt>
                <c:pt idx="5">
                  <c:v>372.875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218.307</c:v>
                </c:pt>
                <c:pt idx="1">
                  <c:v>28.565000000000026</c:v>
                </c:pt>
                <c:pt idx="2">
                  <c:v>35.382000000000005</c:v>
                </c:pt>
                <c:pt idx="3">
                  <c:v>41.61500000000001</c:v>
                </c:pt>
                <c:pt idx="4">
                  <c:v>49.00599999999997</c:v>
                </c:pt>
                <c:pt idx="5">
                  <c:v>56.233000000000004</c:v>
                </c:pt>
                <c:pt idx="6">
                  <c:v>429.108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Coily Hair</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19.712134676888933</c:v>
                </c:pt>
                <c:pt idx="1">
                  <c:v>19.505527183525114</c:v>
                </c:pt>
                <c:pt idx="2">
                  <c:v>21.564417467034882</c:v>
                </c:pt>
              </c:numCache>
            </c:numRef>
          </c:val>
        </c:ser>
        <c:ser>
          <c:idx val="1"/>
          <c:order val="1"/>
          <c:tx>
            <c:strRef>
              <c:f>Sheet1!$C$1</c:f>
              <c:strCache>
                <c:ptCount val="1"/>
                <c:pt idx="0">
                  <c:v>All Hair Types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20.958287518890614</c:v>
                </c:pt>
                <c:pt idx="1">
                  <c:v>21.284580240197027</c:v>
                </c:pt>
                <c:pt idx="2">
                  <c:v>20.222437957717936</c:v>
                </c:pt>
              </c:numCache>
            </c:numRef>
          </c:val>
        </c:ser>
        <c:ser>
          <c:idx val="2"/>
          <c:order val="2"/>
          <c:tx>
            <c:strRef>
              <c:f>Sheet1!$D$1</c:f>
              <c:strCache>
                <c:ptCount val="1"/>
                <c:pt idx="0">
                  <c:v>Curly Hair</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19.836272988808723</c:v>
                </c:pt>
                <c:pt idx="1">
                  <c:v>19.034999970750487</c:v>
                </c:pt>
                <c:pt idx="2">
                  <c:v>20.12964551306823</c:v>
                </c:pt>
              </c:numCache>
            </c:numRef>
          </c:val>
        </c:ser>
        <c:ser>
          <c:idx val="3"/>
          <c:order val="3"/>
          <c:tx>
            <c:strRef>
              <c:f>Sheet1!$E$1</c:f>
              <c:strCache>
                <c:ptCount val="1"/>
                <c:pt idx="0">
                  <c:v>Wavy Hair</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19.056423310388457</c:v>
                </c:pt>
                <c:pt idx="1">
                  <c:v>19.694089062826013</c:v>
                </c:pt>
                <c:pt idx="2">
                  <c:v>19.562098834085788</c:v>
                </c:pt>
              </c:numCache>
            </c:numRef>
          </c:val>
        </c:ser>
        <c:ser>
          <c:idx val="4"/>
          <c:order val="4"/>
          <c:tx>
            <c:strRef>
              <c:f>Sheet1!$F$1</c:f>
              <c:strCache>
                <c:ptCount val="1"/>
                <c:pt idx="0">
                  <c:v>Straight Hair</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20.43688150502327</c:v>
                </c:pt>
                <c:pt idx="1">
                  <c:v>20.48080354270137</c:v>
                </c:pt>
                <c:pt idx="2">
                  <c:v>18.521400228093157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Film-forming and Fixative Polymers</c:v>
                </c:pt>
              </c:strCache>
            </c:strRef>
          </c:tx>
          <c:spPr>
            <a:solidFill>
              <a:srgbClr val="3D85C6"/>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Sheet1!$B$2:$B$8</c:f>
              <c:numCache>
                <c:formatCode>General</c:formatCode>
                <c:ptCount val="7"/>
                <c:pt idx="0">
                  <c:v>23.810552965512986</c:v>
                </c:pt>
                <c:pt idx="1">
                  <c:v>24.37475738923085</c:v>
                </c:pt>
                <c:pt idx="2">
                  <c:v>23.464911327243556</c:v>
                </c:pt>
                <c:pt idx="3">
                  <c:v>23.1997372971535</c:v>
                </c:pt>
                <c:pt idx="4">
                  <c:v>23.501666176614723</c:v>
                </c:pt>
                <c:pt idx="5">
                  <c:v>24.36372575849641</c:v>
                </c:pt>
                <c:pt idx="6">
                  <c:v>24.5832507136039</c:v>
                </c:pt>
              </c:numCache>
            </c:numRef>
          </c:val>
        </c:ser>
        <c:ser>
          <c:idx val="1"/>
          <c:order val="1"/>
          <c:tx>
            <c:strRef>
              <c:f>Sheet1!$C$1</c:f>
              <c:strCache>
                <c:ptCount val="1"/>
                <c:pt idx="0">
                  <c:v>Texture and Volume Additives</c:v>
                </c:pt>
              </c:strCache>
            </c:strRef>
          </c:tx>
          <c:spPr>
            <a:solidFill>
              <a:srgbClr val="9E7E0A"/>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Sheet1!$C$2:$C$8</c:f>
              <c:numCache>
                <c:formatCode>General</c:formatCode>
                <c:ptCount val="7"/>
                <c:pt idx="0">
                  <c:v>26.220630460958972</c:v>
                </c:pt>
                <c:pt idx="1">
                  <c:v>25.855838370395013</c:v>
                </c:pt>
                <c:pt idx="2">
                  <c:v>26.34096077007691</c:v>
                </c:pt>
                <c:pt idx="3">
                  <c:v>26.437799281723862</c:v>
                </c:pt>
                <c:pt idx="4">
                  <c:v>25.908066255023034</c:v>
                </c:pt>
                <c:pt idx="5">
                  <c:v>25.936147612840976</c:v>
                </c:pt>
                <c:pt idx="6">
                  <c:v>25.833152722762005</c:v>
                </c:pt>
              </c:numCache>
            </c:numRef>
          </c:val>
        </c:ser>
        <c:ser>
          <c:idx val="2"/>
          <c:order val="2"/>
          <c:tx>
            <c:strRef>
              <c:f>Sheet1!$D$1</c:f>
              <c:strCache>
                <c:ptCount val="1"/>
                <c:pt idx="0">
                  <c:v>Conditioning and Smoothing Agents</c:v>
                </c:pt>
              </c:strCache>
            </c:strRef>
          </c:tx>
          <c:spPr>
            <a:solidFill>
              <a:srgbClr val="008189"/>
            </a:solidFill>
            <a:ln>
              <a:noFill/>
            </a:ln>
          </c:spPr>
          <c:dLbls>
            <c:dLbl>
              <c:idx val="0"/>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Sheet1!$D$2:$D$8</c:f>
              <c:numCache>
                <c:formatCode>General</c:formatCode>
                <c:ptCount val="7"/>
                <c:pt idx="0">
                  <c:v>24.038408101515948</c:v>
                </c:pt>
                <c:pt idx="1">
                  <c:v>24.481506127654857</c:v>
                </c:pt>
                <c:pt idx="2">
                  <c:v>24.046208092937917</c:v>
                </c:pt>
                <c:pt idx="3">
                  <c:v>24.077214684756584</c:v>
                </c:pt>
                <c:pt idx="4">
                  <c:v>23.843477408605313</c:v>
                </c:pt>
                <c:pt idx="5">
                  <c:v>23.671210764827848</c:v>
                </c:pt>
                <c:pt idx="6">
                  <c:v>23.764047275393462</c:v>
                </c:pt>
              </c:numCache>
            </c:numRef>
          </c:val>
        </c:ser>
        <c:ser>
          <c:idx val="3"/>
          <c:order val="3"/>
          <c:tx>
            <c:strRef>
              <c:f>Sheet1!$E$1</c:f>
              <c:strCache>
                <c:ptCount val="1"/>
                <c:pt idx="0">
                  <c:v>Waxes and Structuring Agents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Sheet1!$A$2:$A$8</c:f>
              <c:strCache>
                <c:ptCount val="7"/>
                <c:pt idx="0">
                  <c:v>Rest of GCC  ·  162</c:v>
                </c:pt>
                <c:pt idx="1">
                  <c:v>Israel  ·  216</c:v>
                </c:pt>
                <c:pt idx="2">
                  <c:v>UAE  ·  230</c:v>
                </c:pt>
                <c:pt idx="3">
                  <c:v>South Africa  ·  241</c:v>
                </c:pt>
                <c:pt idx="4">
                  <c:v>Turkey  ·  408</c:v>
                </c:pt>
                <c:pt idx="5">
                  <c:v>Saudi Arabia  ·  431</c:v>
                </c:pt>
                <c:pt idx="6">
                  <c:v>Rest of MEA  ·  434</c:v>
                </c:pt>
              </c:strCache>
            </c:strRef>
          </c:cat>
          <c:val>
            <c:numRef>
              <c:f>Sheet1!$E$2:$E$8</c:f>
              <c:numCache>
                <c:formatCode>General</c:formatCode>
                <c:ptCount val="7"/>
                <c:pt idx="0">
                  <c:v>25.9304084720121</c:v>
                </c:pt>
                <c:pt idx="1">
                  <c:v>25.28789811271927</c:v>
                </c:pt>
                <c:pt idx="2">
                  <c:v>26.14791980974161</c:v>
                </c:pt>
                <c:pt idx="3">
                  <c:v>26.285248736366057</c:v>
                </c:pt>
                <c:pt idx="4">
                  <c:v>26.746790159756934</c:v>
                </c:pt>
                <c:pt idx="5">
                  <c:v>26.02891586383476</c:v>
                </c:pt>
                <c:pt idx="6">
                  <c:v>25.81954928824064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Film-forming and Fixative Polymers</c:v>
                </c:pt>
              </c:strCache>
            </c:strRef>
          </c:tx>
          <c:spPr>
            <a:solidFill>
              <a:srgbClr val="3D85C6"/>
            </a:solidFill>
          </c:spPr>
          <c:invertIfNegative val="0"/>
          <c:xVal>
            <c:numRef>
              <c:f>Sheet1!$A$2:$A$2</c:f>
              <c:numCache>
                <c:formatCode>General</c:formatCode>
                <c:ptCount val="1"/>
                <c:pt idx="0">
                  <c:v>88.60081268587008</c:v>
                </c:pt>
              </c:numCache>
            </c:numRef>
          </c:xVal>
          <c:yVal>
            <c:numRef>
              <c:f>Sheet1!$B$2:$B$2</c:f>
              <c:numCache>
                <c:formatCode>General</c:formatCode>
                <c:ptCount val="1"/>
                <c:pt idx="0">
                  <c:v>103.90169042702344</c:v>
                </c:pt>
              </c:numCache>
            </c:numRef>
          </c:yVal>
          <c:bubbleSize>
            <c:numRef>
              <c:f>Sheet1!$C$2:$C$2</c:f>
              <c:numCache>
                <c:formatCode>General</c:formatCode>
                <c:ptCount val="1"/>
                <c:pt idx="0">
                  <c:v>508.677</c:v>
                </c:pt>
              </c:numCache>
            </c:numRef>
          </c:bubbleSize>
          <c:bubble3D val="0"/>
        </c:ser>
        <c:ser>
          <c:idx val="1"/>
          <c:order val="1"/>
          <c:tx>
            <c:strRef>
              <c:f>Sheet1!$B$4</c:f>
              <c:strCache>
                <c:ptCount val="1"/>
                <c:pt idx="0">
                  <c:v>Texture and Volume Additives</c:v>
                </c:pt>
              </c:strCache>
            </c:strRef>
          </c:tx>
          <c:spPr>
            <a:solidFill>
              <a:srgbClr val="9E7E0A"/>
            </a:solidFill>
          </c:spPr>
          <c:invertIfNegative val="0"/>
          <c:xVal>
            <c:numRef>
              <c:f>Sheet1!$A$5:$A$5</c:f>
              <c:numCache>
                <c:formatCode>General</c:formatCode>
                <c:ptCount val="1"/>
                <c:pt idx="0">
                  <c:v>104.77875682359968</c:v>
                </c:pt>
              </c:numCache>
            </c:numRef>
          </c:xVal>
          <c:yVal>
            <c:numRef>
              <c:f>Sheet1!$B$5:$B$5</c:f>
              <c:numCache>
                <c:formatCode>General</c:formatCode>
                <c:ptCount val="1"/>
                <c:pt idx="0">
                  <c:v>100.67098389521654</c:v>
                </c:pt>
              </c:numCache>
            </c:numRef>
          </c:yVal>
          <c:bubbleSize>
            <c:numRef>
              <c:f>Sheet1!$C$5:$C$5</c:f>
              <c:numCache>
                <c:formatCode>General</c:formatCode>
                <c:ptCount val="1"/>
                <c:pt idx="0">
                  <c:v>552.211</c:v>
                </c:pt>
              </c:numCache>
            </c:numRef>
          </c:bubbleSize>
          <c:bubble3D val="0"/>
        </c:ser>
        <c:ser>
          <c:idx val="2"/>
          <c:order val="2"/>
          <c:tx>
            <c:strRef>
              <c:f>Sheet1!$B$7</c:f>
              <c:strCache>
                <c:ptCount val="1"/>
                <c:pt idx="0">
                  <c:v>Conditioning and Smoothing Agents</c:v>
                </c:pt>
              </c:strCache>
            </c:strRef>
          </c:tx>
          <c:spPr>
            <a:solidFill>
              <a:srgbClr val="008189"/>
            </a:solidFill>
          </c:spPr>
          <c:invertIfNegative val="0"/>
          <c:xVal>
            <c:numRef>
              <c:f>Sheet1!$A$8:$A$8</c:f>
              <c:numCache>
                <c:formatCode>General</c:formatCode>
                <c:ptCount val="1"/>
                <c:pt idx="0">
                  <c:v>93.99279341055532</c:v>
                </c:pt>
              </c:numCache>
            </c:numRef>
          </c:xVal>
          <c:yVal>
            <c:numRef>
              <c:f>Sheet1!$B$8:$B$8</c:f>
              <c:numCache>
                <c:formatCode>General</c:formatCode>
                <c:ptCount val="1"/>
                <c:pt idx="0">
                  <c:v>99.80831817233425</c:v>
                </c:pt>
              </c:numCache>
            </c:numRef>
          </c:yVal>
          <c:bubbleSize>
            <c:numRef>
              <c:f>Sheet1!$C$8:$C$8</c:f>
              <c:numCache>
                <c:formatCode>General</c:formatCode>
                <c:ptCount val="1"/>
                <c:pt idx="0">
                  <c:v>507.58299999999997</c:v>
                </c:pt>
              </c:numCache>
            </c:numRef>
          </c:bubbleSize>
          <c:bubble3D val="0"/>
        </c:ser>
        <c:ser>
          <c:idx val="3"/>
          <c:order val="3"/>
          <c:tx>
            <c:strRef>
              <c:f>Sheet1!$B$10</c:f>
              <c:strCache>
                <c:ptCount val="1"/>
                <c:pt idx="0">
                  <c:v>Waxes and Structuring Agents</c:v>
                </c:pt>
              </c:strCache>
            </c:strRef>
          </c:tx>
          <c:spPr>
            <a:solidFill>
              <a:srgbClr val="40315E"/>
            </a:solidFill>
          </c:spPr>
          <c:invertIfNegative val="0"/>
          <c:xVal>
            <c:numRef>
              <c:f>Sheet1!$A$11:$A$11</c:f>
              <c:numCache>
                <c:formatCode>General</c:formatCode>
                <c:ptCount val="1"/>
                <c:pt idx="0">
                  <c:v>112.49148084432545</c:v>
                </c:pt>
              </c:numCache>
            </c:numRef>
          </c:xVal>
          <c:yVal>
            <c:numRef>
              <c:f>Sheet1!$B$11:$B$11</c:f>
              <c:numCache>
                <c:formatCode>General</c:formatCode>
                <c:ptCount val="1"/>
                <c:pt idx="0">
                  <c:v>95.61900750542578</c:v>
                </c:pt>
              </c:numCache>
            </c:numRef>
          </c:yVal>
          <c:bubbleSize>
            <c:numRef>
              <c:f>Sheet1!$C$11:$C$11</c:f>
              <c:numCache>
                <c:formatCode>General</c:formatCode>
                <c:ptCount val="1"/>
                <c:pt idx="0">
                  <c:v>553.4659999999999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266.419</c:v>
                </c:pt>
                <c:pt idx="2">
                  <c:v>298.672</c:v>
                </c:pt>
                <c:pt idx="3">
                  <c:v>339.623</c:v>
                </c:pt>
                <c:pt idx="4">
                  <c:v>388.284</c:v>
                </c:pt>
                <c:pt idx="5">
                  <c:v>444.622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266.419</c:v>
                </c:pt>
                <c:pt idx="1">
                  <c:v>32.25300000000004</c:v>
                </c:pt>
                <c:pt idx="2">
                  <c:v>40.950999999999965</c:v>
                </c:pt>
                <c:pt idx="3">
                  <c:v>48.661</c:v>
                </c:pt>
                <c:pt idx="4">
                  <c:v>56.33800000000002</c:v>
                </c:pt>
                <c:pt idx="5">
                  <c:v>64.055</c:v>
                </c:pt>
                <c:pt idx="6">
                  <c:v>508.677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258.135</c:v>
                </c:pt>
                <c:pt idx="2">
                  <c:v>294.27299999999997</c:v>
                </c:pt>
                <c:pt idx="3">
                  <c:v>341.34000000000003</c:v>
                </c:pt>
                <c:pt idx="4">
                  <c:v>399.913</c:v>
                </c:pt>
                <c:pt idx="5">
                  <c:v>470.33500000000004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258.135</c:v>
                </c:pt>
                <c:pt idx="1">
                  <c:v>36.13799999999998</c:v>
                </c:pt>
                <c:pt idx="2">
                  <c:v>47.067000000000064</c:v>
                </c:pt>
                <c:pt idx="3">
                  <c:v>58.57299999999998</c:v>
                </c:pt>
                <c:pt idx="4">
                  <c:v>70.42200000000003</c:v>
                </c:pt>
                <c:pt idx="5">
                  <c:v>81.87599999999998</c:v>
                </c:pt>
                <c:pt idx="6">
                  <c:v>552.211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255.923</c:v>
                </c:pt>
                <c:pt idx="2">
                  <c:v>290.442</c:v>
                </c:pt>
                <c:pt idx="3">
                  <c:v>332.921</c:v>
                </c:pt>
                <c:pt idx="4">
                  <c:v>382.659</c:v>
                </c:pt>
                <c:pt idx="5">
                  <c:v>441.078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255.923</c:v>
                </c:pt>
                <c:pt idx="1">
                  <c:v>34.519000000000005</c:v>
                </c:pt>
                <c:pt idx="2">
                  <c:v>42.478999999999985</c:v>
                </c:pt>
                <c:pt idx="3">
                  <c:v>49.738</c:v>
                </c:pt>
                <c:pt idx="4">
                  <c:v>58.41899999999998</c:v>
                </c:pt>
                <c:pt idx="5">
                  <c:v>66.505</c:v>
                </c:pt>
                <c:pt idx="6">
                  <c:v>507.58299999999997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245.18099999999998</c:v>
                </c:pt>
                <c:pt idx="2">
                  <c:v>279.491</c:v>
                </c:pt>
                <c:pt idx="3">
                  <c:v>326.579</c:v>
                </c:pt>
                <c:pt idx="4">
                  <c:v>389.485</c:v>
                </c:pt>
                <c:pt idx="5">
                  <c:v>465.03099999999995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245.18099999999998</c:v>
                </c:pt>
                <c:pt idx="1">
                  <c:v>34.31</c:v>
                </c:pt>
                <c:pt idx="2">
                  <c:v>47.08800000000002</c:v>
                </c:pt>
                <c:pt idx="3">
                  <c:v>62.906000000000006</c:v>
                </c:pt>
                <c:pt idx="4">
                  <c:v>75.54599999999994</c:v>
                </c:pt>
                <c:pt idx="5">
                  <c:v>88.43499999999995</c:v>
                </c:pt>
                <c:pt idx="6">
                  <c:v>553.4659999999999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Waxes and Structuring Agents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24.368764842624252</c:v>
                </c:pt>
                <c:pt idx="1">
                  <c:v>23.904751876356446</c:v>
                </c:pt>
                <c:pt idx="2">
                  <c:v>26.08305524622078</c:v>
                </c:pt>
              </c:numCache>
            </c:numRef>
          </c:val>
        </c:ser>
        <c:ser>
          <c:idx val="1"/>
          <c:order val="1"/>
          <c:tx>
            <c:strRef>
              <c:f>Sheet1!$C$1</c:f>
              <c:strCache>
                <c:ptCount val="1"/>
                <c:pt idx="0">
                  <c:v>Texture and Volume Additives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24.746451577272023</c:v>
                </c:pt>
                <c:pt idx="1">
                  <c:v>25.167745973804134</c:v>
                </c:pt>
                <c:pt idx="2">
                  <c:v>26.02391117172659</c:v>
                </c:pt>
              </c:numCache>
            </c:numRef>
          </c:val>
        </c:ser>
        <c:ser>
          <c:idx val="2"/>
          <c:order val="2"/>
          <c:tx>
            <c:strRef>
              <c:f>Sheet1!$D$1</c:f>
              <c:strCache>
                <c:ptCount val="1"/>
                <c:pt idx="0">
                  <c:v>Film-forming and Fixative Polymers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26.28983346136274</c:v>
                </c:pt>
                <c:pt idx="1">
                  <c:v>25.97542260675586</c:v>
                </c:pt>
                <c:pt idx="2">
                  <c:v>23.97229512469032</c:v>
                </c:pt>
              </c:numCache>
            </c:numRef>
          </c:val>
        </c:ser>
        <c:ser>
          <c:idx val="3"/>
          <c:order val="3"/>
          <c:tx>
            <c:strRef>
              <c:f>Sheet1!$E$1</c:f>
              <c:strCache>
                <c:ptCount val="1"/>
                <c:pt idx="0">
                  <c:v>Conditioning and Smoothing Agents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24.594950118740993</c:v>
                </c:pt>
                <c:pt idx="1">
                  <c:v>24.952079543083563</c:v>
                </c:pt>
                <c:pt idx="2">
                  <c:v>23.920738457362305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1364.9940000000001</c:v>
                </c:pt>
                <c:pt idx="1">
                  <c:v>1408.3690000000001</c:v>
                </c:pt>
                <c:pt idx="2">
                  <c:v>1452.8899999999999</c:v>
                </c:pt>
                <c:pt idx="3">
                  <c:v>1498.466</c:v>
                </c:pt>
                <c:pt idx="4">
                  <c:v>1546.218</c:v>
                </c:pt>
                <c:pt idx="5">
                  <c:v>1598.6529999999998</c:v>
                </c:pt>
                <c:pt idx="6">
                  <c:v>1656.673</c:v>
                </c:pt>
                <c:pt idx="7">
                  <c:v>1721.141</c:v>
                </c:pt>
                <c:pt idx="8">
                  <c:v>1792.4379999999999</c:v>
                </c:pt>
                <c:pt idx="9">
                  <c:v>1870.245</c:v>
                </c:pt>
                <c:pt idx="10">
                  <c:v>1953.596</c:v>
                </c:pt>
                <c:pt idx="11">
                  <c:v>2041.849</c:v>
                </c:pt>
                <c:pt idx="12">
                  <c:v>2133.8100000000004</c:v>
                </c:pt>
                <c:pt idx="13">
                  <c:v>2228.9269999999997</c:v>
                </c:pt>
                <c:pt idx="14">
                  <c:v>2325.947</c:v>
                </c:pt>
                <c:pt idx="15">
                  <c:v>2424.865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0.05245930274733035</c:v>
                </c:pt>
                <c:pt idx="1">
                  <c:v>0.04320658207951111</c:v>
                </c:pt>
                <c:pt idx="2">
                  <c:v>0.04254146169150319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1598.6529999999998</c:v>
                </c:pt>
                <c:pt idx="2">
                  <c:v>1656.673</c:v>
                </c:pt>
                <c:pt idx="3">
                  <c:v>1721.141</c:v>
                </c:pt>
                <c:pt idx="4">
                  <c:v>1792.4379999999999</c:v>
                </c:pt>
                <c:pt idx="5">
                  <c:v>1870.245</c:v>
                </c:pt>
                <c:pt idx="6">
                  <c:v>1953.596</c:v>
                </c:pt>
                <c:pt idx="7">
                  <c:v>2041.849</c:v>
                </c:pt>
                <c:pt idx="8">
                  <c:v>2133.8100000000004</c:v>
                </c:pt>
                <c:pt idx="9">
                  <c:v>2228.9269999999997</c:v>
                </c:pt>
                <c:pt idx="10">
                  <c:v>2325.947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1598.6529999999998</c:v>
                </c:pt>
                <c:pt idx="1">
                  <c:v>58.02000000000021</c:v>
                </c:pt>
                <c:pt idx="2">
                  <c:v>64.46800000000007</c:v>
                </c:pt>
                <c:pt idx="3">
                  <c:v>71.2969999999998</c:v>
                </c:pt>
                <c:pt idx="4">
                  <c:v>77.80700000000002</c:v>
                </c:pt>
                <c:pt idx="5">
                  <c:v>83.35100000000011</c:v>
                </c:pt>
                <c:pt idx="6">
                  <c:v>88.25299999999993</c:v>
                </c:pt>
                <c:pt idx="7">
                  <c:v>91.96100000000047</c:v>
                </c:pt>
                <c:pt idx="8">
                  <c:v>95.11699999999928</c:v>
                </c:pt>
                <c:pt idx="9">
                  <c:v>97.02000000000044</c:v>
                </c:pt>
                <c:pt idx="10">
                  <c:v>98.91799999999967</c:v>
                </c:pt>
                <c:pt idx="11">
                  <c:v>2424.865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90.85284384524498</c:v>
                </c:pt>
                <c:pt idx="1">
                  <c:v>20.207398954346644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9.147156154755024</c:v>
                </c:pt>
                <c:pt idx="1">
                  <c:v>79.79260104565336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3770.584</c:v>
                </c:pt>
                <c:pt idx="1">
                  <c:v>3910.5550000000003</c:v>
                </c:pt>
                <c:pt idx="2">
                  <c:v>4056.263</c:v>
                </c:pt>
                <c:pt idx="3">
                  <c:v>4209.790999999999</c:v>
                </c:pt>
                <c:pt idx="4">
                  <c:v>4372.511</c:v>
                </c:pt>
                <c:pt idx="5">
                  <c:v>4570.849</c:v>
                </c:pt>
                <c:pt idx="6">
                  <c:v>4793.6</c:v>
                </c:pt>
                <c:pt idx="7">
                  <c:v>5045.027</c:v>
                </c:pt>
                <c:pt idx="8">
                  <c:v>5327.967</c:v>
                </c:pt>
                <c:pt idx="9">
                  <c:v>5643.62</c:v>
                </c:pt>
                <c:pt idx="10">
                  <c:v>5990.1849999999995</c:v>
                </c:pt>
                <c:pt idx="11">
                  <c:v>6368.832</c:v>
                </c:pt>
                <c:pt idx="12">
                  <c:v>6776.795999999999</c:v>
                </c:pt>
                <c:pt idx="13">
                  <c:v>7213.032999999999</c:v>
                </c:pt>
                <c:pt idx="14">
                  <c:v>7677.732</c:v>
                </c:pt>
                <c:pt idx="15">
                  <c:v>8171.128000000001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0.06658666629421717</c:v>
                </c:pt>
                <c:pt idx="1">
                  <c:v>0.06058703612735483</c:v>
                </c:pt>
                <c:pt idx="2">
                  <c:v>0.0598112223043914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4570.849</c:v>
                </c:pt>
                <c:pt idx="2">
                  <c:v>4793.6</c:v>
                </c:pt>
                <c:pt idx="3">
                  <c:v>5045.027</c:v>
                </c:pt>
                <c:pt idx="4">
                  <c:v>5327.967</c:v>
                </c:pt>
                <c:pt idx="5">
                  <c:v>5643.62</c:v>
                </c:pt>
                <c:pt idx="6">
                  <c:v>5990.1849999999995</c:v>
                </c:pt>
                <c:pt idx="7">
                  <c:v>6368.832</c:v>
                </c:pt>
                <c:pt idx="8">
                  <c:v>6776.795999999999</c:v>
                </c:pt>
                <c:pt idx="9">
                  <c:v>7213.032999999999</c:v>
                </c:pt>
                <c:pt idx="10">
                  <c:v>7677.732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4570.849</c:v>
                </c:pt>
                <c:pt idx="1">
                  <c:v>222.7510000000002</c:v>
                </c:pt>
                <c:pt idx="2">
                  <c:v>251.42699999999968</c:v>
                </c:pt>
                <c:pt idx="3">
                  <c:v>282.9399999999996</c:v>
                </c:pt>
                <c:pt idx="4">
                  <c:v>315.65300000000025</c:v>
                </c:pt>
                <c:pt idx="5">
                  <c:v>346.5649999999996</c:v>
                </c:pt>
                <c:pt idx="6">
                  <c:v>378.64700000000084</c:v>
                </c:pt>
                <c:pt idx="7">
                  <c:v>407.96399999999903</c:v>
                </c:pt>
                <c:pt idx="8">
                  <c:v>436.2370000000001</c:v>
                </c:pt>
                <c:pt idx="9">
                  <c:v>464.6990000000005</c:v>
                </c:pt>
                <c:pt idx="10">
                  <c:v>493.39600000000064</c:v>
                </c:pt>
                <c:pt idx="11">
                  <c:v>8171.128000000001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91.05538087148317</c:v>
                </c:pt>
                <c:pt idx="1">
                  <c:v>28.37914171587288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8.944619128516834</c:v>
                </c:pt>
                <c:pt idx="1">
                  <c:v>71.62085828412712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326.22299999999996</c:v>
                </c:pt>
                <c:pt idx="1">
                  <c:v>393.334</c:v>
                </c:pt>
                <c:pt idx="2">
                  <c:v>450.62</c:v>
                </c:pt>
                <c:pt idx="3">
                  <c:v>536.381</c:v>
                </c:pt>
                <c:pt idx="4">
                  <c:v>586.104</c:v>
                </c:pt>
                <c:pt idx="5">
                  <c:v>652.38</c:v>
                </c:pt>
                <c:pt idx="6">
                  <c:v>755.71</c:v>
                </c:pt>
                <c:pt idx="7">
                  <c:v>870.097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65.9299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808.678</c:v>
                </c:pt>
                <c:pt idx="4">
                  <c:v>868.868</c:v>
                </c:pt>
                <c:pt idx="5">
                  <c:v>923.426</c:v>
                </c:pt>
                <c:pt idx="6">
                  <c:v>955.821</c:v>
                </c:pt>
                <c:pt idx="7">
                  <c:v>1014.058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8.8377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1492.194</c:v>
                </c:pt>
                <c:pt idx="6">
                  <c:v>1518.969</c:v>
                </c:pt>
                <c:pt idx="7">
                  <c:v>1559.687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89.9805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Mass Retail</c:v>
                </c:pt>
                <c:pt idx="7">
                  <c:v>Salon and Professiona…</c:v>
                </c:pt>
              </c:strCache>
            </c:strRef>
          </c:cat>
          <c:val>
            <c:numRef>
              <c:f>Sheet1!$B$2:$B$9</c:f>
              <c:numCache>
                <c:formatCode>General</c:formatCode>
                <c:ptCount val="8"/>
                <c:pt idx="2">
                  <c:v>560.41</c:v>
                </c:pt>
                <c:pt idx="3">
                  <c:v>695.54</c:v>
                </c:pt>
                <c:pt idx="4">
                  <c:v>704.719</c:v>
                </c:pt>
                <c:pt idx="5">
                  <c:v>860.773</c:v>
                </c:pt>
                <c:pt idx="6">
                  <c:v>866.707</c:v>
                </c:pt>
                <c:pt idx="7">
                  <c:v>882.7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82.81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Heat Styling Support</c:v>
                </c:pt>
                <c:pt idx="4">
                  <c:v>Volume and Root Lift</c:v>
                </c:pt>
                <c:pt idx="5">
                  <c:v>Hold and Shape</c:v>
                </c:pt>
                <c:pt idx="6">
                  <c:v>Curl Definition</c:v>
                </c:pt>
                <c:pt idx="7">
                  <c:v>Smoothing and Frizz C…</c:v>
                </c:pt>
              </c:strCache>
            </c:strRef>
          </c:cat>
          <c:val>
            <c:numRef>
              <c:f>Sheet1!$B$2:$B$9</c:f>
              <c:numCache>
                <c:formatCode>General</c:formatCode>
                <c:ptCount val="8"/>
                <c:pt idx="1">
                  <c:v>512.75</c:v>
                </c:pt>
                <c:pt idx="2">
                  <c:v>600.568</c:v>
                </c:pt>
                <c:pt idx="3">
                  <c:v>658.249</c:v>
                </c:pt>
                <c:pt idx="4">
                  <c:v>658.798</c:v>
                </c:pt>
                <c:pt idx="5">
                  <c:v>683.789</c:v>
                </c:pt>
                <c:pt idx="6">
                  <c:v>719.568</c:v>
                </c:pt>
                <c:pt idx="7">
                  <c:v>737.128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87.7515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Curly Hair</c:v>
                </c:pt>
                <c:pt idx="4">
                  <c:v>Wavy Hair</c:v>
                </c:pt>
                <c:pt idx="5">
                  <c:v>Straight Hair</c:v>
                </c:pt>
                <c:pt idx="6">
                  <c:v>Coily Hair</c:v>
                </c:pt>
                <c:pt idx="7">
                  <c:v>All Hair Types</c:v>
                </c:pt>
              </c:strCache>
            </c:strRef>
          </c:cat>
          <c:val>
            <c:numRef>
              <c:f>Sheet1!$B$2:$B$9</c:f>
              <c:numCache>
                <c:formatCode>General</c:formatCode>
                <c:ptCount val="8"/>
                <c:pt idx="3">
                  <c:v>832.591</c:v>
                </c:pt>
                <c:pt idx="4">
                  <c:v>886.994</c:v>
                </c:pt>
                <c:pt idx="5">
                  <c:v>923.344</c:v>
                </c:pt>
                <c:pt idx="6">
                  <c:v>955.765</c:v>
                </c:pt>
                <c:pt idx="7">
                  <c:v>972.156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02.689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1095.37</c:v>
                </c:pt>
                <c:pt idx="5">
                  <c:v>1141.3000000000002</c:v>
                </c:pt>
                <c:pt idx="6">
                  <c:v>1148.852</c:v>
                </c:pt>
                <c:pt idx="7">
                  <c:v>1185.328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88.3395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4570.849</c:v>
                </c:pt>
                <c:pt idx="2">
                  <c:v>4847.308</c:v>
                </c:pt>
                <c:pt idx="3">
                  <c:v>5031.24</c:v>
                </c:pt>
                <c:pt idx="4">
                  <c:v>5274.878</c:v>
                </c:pt>
                <c:pt idx="5">
                  <c:v>5776.697999999999</c:v>
                </c:pt>
                <c:pt idx="6">
                  <c:v>6309.451999999999</c:v>
                </c:pt>
                <c:pt idx="7">
                  <c:v>6683.5779999999995</c:v>
                </c:pt>
                <c:pt idx="8">
                  <c:v>7508.708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4570.849</c:v>
                </c:pt>
                <c:pt idx="1">
                  <c:v>276.45899999999995</c:v>
                </c:pt>
                <c:pt idx="2">
                  <c:v>183.93200000000007</c:v>
                </c:pt>
                <c:pt idx="3">
                  <c:v>243.63799999999998</c:v>
                </c:pt>
                <c:pt idx="4">
                  <c:v>501.82000000000005</c:v>
                </c:pt>
                <c:pt idx="5">
                  <c:v>532.7539999999999</c:v>
                </c:pt>
                <c:pt idx="6">
                  <c:v>374.126</c:v>
                </c:pt>
                <c:pt idx="7">
                  <c:v>825.1300000000001</c:v>
                </c:pt>
                <c:pt idx="8">
                  <c:v>662.4199999999998</c:v>
                </c:pt>
                <c:pt idx="9">
                  <c:v>8171.128000000001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276.45899999999995</c:v>
                </c:pt>
                <c:pt idx="2">
                  <c:v>460.391</c:v>
                </c:pt>
                <c:pt idx="3">
                  <c:v>704.029</c:v>
                </c:pt>
                <c:pt idx="4">
                  <c:v>1205.8490000000002</c:v>
                </c:pt>
                <c:pt idx="5">
                  <c:v>1738.603</c:v>
                </c:pt>
                <c:pt idx="6">
                  <c:v>2112.7290000000003</c:v>
                </c:pt>
                <c:pt idx="7">
                  <c:v>2937.8590000000004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276.45899999999995</c:v>
                </c:pt>
                <c:pt idx="1">
                  <c:v>183.93200000000007</c:v>
                </c:pt>
                <c:pt idx="2">
                  <c:v>243.63799999999998</c:v>
                </c:pt>
                <c:pt idx="3">
                  <c:v>501.82000000000005</c:v>
                </c:pt>
                <c:pt idx="4">
                  <c:v>532.7539999999999</c:v>
                </c:pt>
                <c:pt idx="5">
                  <c:v>374.126</c:v>
                </c:pt>
                <c:pt idx="6">
                  <c:v>825.1300000000001</c:v>
                </c:pt>
                <c:pt idx="7">
                  <c:v>662.4199999999998</c:v>
                </c:pt>
                <c:pt idx="8">
                  <c:v>3600.279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4570.851</c:v>
                </c:pt>
                <c:pt idx="2">
                  <c:v>5340.724999999999</c:v>
                </c:pt>
                <c:pt idx="3">
                  <c:v>6234.723999999999</c:v>
                </c:pt>
                <c:pt idx="4">
                  <c:v>7019.441999999999</c:v>
                </c:pt>
                <c:pt idx="5">
                  <c:v>7676.970999999999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4570.851</c:v>
                </c:pt>
                <c:pt idx="1">
                  <c:v>769.8739999999999</c:v>
                </c:pt>
                <c:pt idx="2">
                  <c:v>893.9989999999999</c:v>
                </c:pt>
                <c:pt idx="3">
                  <c:v>784.7180000000001</c:v>
                </c:pt>
                <c:pt idx="4">
                  <c:v>657.5289999999999</c:v>
                </c:pt>
                <c:pt idx="5">
                  <c:v>494.1540000000001</c:v>
                </c:pt>
                <c:pt idx="6">
                  <c:v>8171.125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769.8739999999999</c:v>
                </c:pt>
                <c:pt idx="2">
                  <c:v>1663.8729999999998</c:v>
                </c:pt>
                <c:pt idx="3">
                  <c:v>2448.591</c:v>
                </c:pt>
                <c:pt idx="4">
                  <c:v>3106.12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769.8739999999999</c:v>
                </c:pt>
                <c:pt idx="1">
                  <c:v>893.9989999999999</c:v>
                </c:pt>
                <c:pt idx="2">
                  <c:v>784.7180000000001</c:v>
                </c:pt>
                <c:pt idx="3">
                  <c:v>657.5289999999999</c:v>
                </c:pt>
                <c:pt idx="4">
                  <c:v>494.1540000000001</c:v>
                </c:pt>
                <c:pt idx="5">
                  <c:v>3600.274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4570.85</c:v>
                </c:pt>
                <c:pt idx="2">
                  <c:v>5756.086</c:v>
                </c:pt>
                <c:pt idx="3">
                  <c:v>6838.607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4570.85</c:v>
                </c:pt>
                <c:pt idx="1">
                  <c:v>1185.2359999999999</c:v>
                </c:pt>
                <c:pt idx="2">
                  <c:v>1082.5210000000002</c:v>
                </c:pt>
                <c:pt idx="3">
                  <c:v>1332.5190000000002</c:v>
                </c:pt>
                <c:pt idx="4">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1185.2359999999999</c:v>
                </c:pt>
                <c:pt idx="2">
                  <c:v>2267.757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1185.2359999999999</c:v>
                </c:pt>
                <c:pt idx="1">
                  <c:v>1082.5210000000002</c:v>
                </c:pt>
                <c:pt idx="2">
                  <c:v>1332.5190000000002</c:v>
                </c:pt>
                <c:pt idx="3">
                  <c:v>3600.2760000000003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4570.849</c:v>
                </c:pt>
                <c:pt idx="2">
                  <c:v>5070.779</c:v>
                </c:pt>
                <c:pt idx="3">
                  <c:v>5649.745000000001</c:v>
                </c:pt>
                <c:pt idx="4">
                  <c:v>6303.028</c:v>
                </c:pt>
                <c:pt idx="5">
                  <c:v>6762.195000000001</c:v>
                </c:pt>
                <c:pt idx="6">
                  <c:v>7643.858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4570.849</c:v>
                </c:pt>
                <c:pt idx="1">
                  <c:v>499.92999999999995</c:v>
                </c:pt>
                <c:pt idx="2">
                  <c:v>578.9659999999999</c:v>
                </c:pt>
                <c:pt idx="3">
                  <c:v>653.2829999999999</c:v>
                </c:pt>
                <c:pt idx="4">
                  <c:v>459.16700000000014</c:v>
                </c:pt>
                <c:pt idx="5">
                  <c:v>881.6629999999999</c:v>
                </c:pt>
                <c:pt idx="6">
                  <c:v>527.2680000000001</c:v>
                </c:pt>
                <c:pt idx="7">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499.92999999999995</c:v>
                </c:pt>
                <c:pt idx="2">
                  <c:v>1078.8959999999997</c:v>
                </c:pt>
                <c:pt idx="3">
                  <c:v>1732.1789999999996</c:v>
                </c:pt>
                <c:pt idx="4">
                  <c:v>2191.3459999999995</c:v>
                </c:pt>
                <c:pt idx="5">
                  <c:v>3073.0089999999996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499.92999999999995</c:v>
                </c:pt>
                <c:pt idx="1">
                  <c:v>578.9659999999999</c:v>
                </c:pt>
                <c:pt idx="2">
                  <c:v>653.2829999999999</c:v>
                </c:pt>
                <c:pt idx="3">
                  <c:v>459.16700000000014</c:v>
                </c:pt>
                <c:pt idx="4">
                  <c:v>881.6629999999999</c:v>
                </c:pt>
                <c:pt idx="5">
                  <c:v>527.2680000000001</c:v>
                </c:pt>
                <c:pt idx="6">
                  <c:v>3600.2769999999996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4570.85</c:v>
                </c:pt>
                <c:pt idx="2">
                  <c:v>4928.349</c:v>
                </c:pt>
                <c:pt idx="3">
                  <c:v>5685.717000000001</c:v>
                </c:pt>
                <c:pt idx="4">
                  <c:v>6131.7080000000005</c:v>
                </c:pt>
                <c:pt idx="5">
                  <c:v>6590.839000000001</c:v>
                </c:pt>
                <c:pt idx="6">
                  <c:v>7235.082000000001</c:v>
                </c:pt>
                <c:pt idx="7">
                  <c:v>7544.366000000001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4570.85</c:v>
                </c:pt>
                <c:pt idx="1">
                  <c:v>357.499</c:v>
                </c:pt>
                <c:pt idx="2">
                  <c:v>757.3679999999999</c:v>
                </c:pt>
                <c:pt idx="3">
                  <c:v>445.991</c:v>
                </c:pt>
                <c:pt idx="4">
                  <c:v>459.1310000000001</c:v>
                </c:pt>
                <c:pt idx="5">
                  <c:v>644.243</c:v>
                </c:pt>
                <c:pt idx="6">
                  <c:v>309.284</c:v>
                </c:pt>
                <c:pt idx="7">
                  <c:v>626.76</c:v>
                </c:pt>
                <c:pt idx="8">
                  <c:v>8171.125999999999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357.499</c:v>
                </c:pt>
                <c:pt idx="2">
                  <c:v>1114.867</c:v>
                </c:pt>
                <c:pt idx="3">
                  <c:v>1560.858</c:v>
                </c:pt>
                <c:pt idx="4">
                  <c:v>2019.989</c:v>
                </c:pt>
                <c:pt idx="5">
                  <c:v>2664.232</c:v>
                </c:pt>
                <c:pt idx="6">
                  <c:v>2973.516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357.499</c:v>
                </c:pt>
                <c:pt idx="1">
                  <c:v>757.3679999999999</c:v>
                </c:pt>
                <c:pt idx="2">
                  <c:v>445.991</c:v>
                </c:pt>
                <c:pt idx="3">
                  <c:v>459.1310000000001</c:v>
                </c:pt>
                <c:pt idx="4">
                  <c:v>644.243</c:v>
                </c:pt>
                <c:pt idx="5">
                  <c:v>309.284</c:v>
                </c:pt>
                <c:pt idx="6">
                  <c:v>626.76</c:v>
                </c:pt>
                <c:pt idx="7">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4570.85</c:v>
                </c:pt>
                <c:pt idx="2">
                  <c:v>5136.915000000001</c:v>
                </c:pt>
                <c:pt idx="3">
                  <c:v>5824.536000000001</c:v>
                </c:pt>
                <c:pt idx="4">
                  <c:v>6565.754000000001</c:v>
                </c:pt>
                <c:pt idx="5">
                  <c:v>7495.109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4570.85</c:v>
                </c:pt>
                <c:pt idx="1">
                  <c:v>566.065</c:v>
                </c:pt>
                <c:pt idx="2">
                  <c:v>687.621</c:v>
                </c:pt>
                <c:pt idx="3">
                  <c:v>741.218</c:v>
                </c:pt>
                <c:pt idx="4">
                  <c:v>929.3549999999999</c:v>
                </c:pt>
                <c:pt idx="5">
                  <c:v>676.017</c:v>
                </c:pt>
                <c:pt idx="6">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566.065</c:v>
                </c:pt>
                <c:pt idx="2">
                  <c:v>1253.6860000000001</c:v>
                </c:pt>
                <c:pt idx="3">
                  <c:v>1994.904</c:v>
                </c:pt>
                <c:pt idx="4">
                  <c:v>2924.259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566.065</c:v>
                </c:pt>
                <c:pt idx="1">
                  <c:v>687.621</c:v>
                </c:pt>
                <c:pt idx="2">
                  <c:v>741.218</c:v>
                </c:pt>
                <c:pt idx="3">
                  <c:v>929.3549999999999</c:v>
                </c:pt>
                <c:pt idx="4">
                  <c:v>676.017</c:v>
                </c:pt>
                <c:pt idx="5">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4570.85</c:v>
                </c:pt>
                <c:pt idx="2">
                  <c:v>5327.064</c:v>
                </c:pt>
                <c:pt idx="3">
                  <c:v>6302.898</c:v>
                </c:pt>
                <c:pt idx="4">
                  <c:v>7180.75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4570.85</c:v>
                </c:pt>
                <c:pt idx="1">
                  <c:v>756.2139999999999</c:v>
                </c:pt>
                <c:pt idx="2">
                  <c:v>975.8340000000001</c:v>
                </c:pt>
                <c:pt idx="3">
                  <c:v>877.8519999999999</c:v>
                </c:pt>
                <c:pt idx="4">
                  <c:v>990.3760000000002</c:v>
                </c:pt>
                <c:pt idx="5">
                  <c:v>8171.126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756.2139999999999</c:v>
                </c:pt>
                <c:pt idx="2">
                  <c:v>1732.048</c:v>
                </c:pt>
                <c:pt idx="3">
                  <c:v>2609.8999999999996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756.2139999999999</c:v>
                </c:pt>
                <c:pt idx="1">
                  <c:v>975.8340000000001</c:v>
                </c:pt>
                <c:pt idx="2">
                  <c:v>877.8519999999999</c:v>
                </c:pt>
                <c:pt idx="3">
                  <c:v>990.3760000000002</c:v>
                </c:pt>
                <c:pt idx="4">
                  <c:v>3600.276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133.683</c:v>
                </c:pt>
                <c:pt idx="1">
                  <c:v>138.71</c:v>
                </c:pt>
                <c:pt idx="2">
                  <c:v>143.889</c:v>
                </c:pt>
                <c:pt idx="3">
                  <c:v>149.204</c:v>
                </c:pt>
                <c:pt idx="4">
                  <c:v>154.79200000000003</c:v>
                </c:pt>
                <c:pt idx="5">
                  <c:v>160.954</c:v>
                </c:pt>
                <c:pt idx="6">
                  <c:v>167.80599999999998</c:v>
                </c:pt>
                <c:pt idx="7">
                  <c:v>175.46499999999997</c:v>
                </c:pt>
                <c:pt idx="8">
                  <c:v>183.982</c:v>
                </c:pt>
                <c:pt idx="9">
                  <c:v>193.326</c:v>
                </c:pt>
                <c:pt idx="10">
                  <c:v>203.38000000000002</c:v>
                </c:pt>
                <c:pt idx="11">
                  <c:v>214.076</c:v>
                </c:pt>
                <c:pt idx="12">
                  <c:v>225.286</c:v>
                </c:pt>
                <c:pt idx="13">
                  <c:v>236.95100000000002</c:v>
                </c:pt>
                <c:pt idx="14">
                  <c:v>248.924</c:v>
                </c:pt>
                <c:pt idx="15">
                  <c:v>261.211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Canada</c:v>
                </c:pt>
              </c:strCache>
            </c:strRef>
          </c:cat>
          <c:val>
            <c:numRef>
              <c:f>Sheet1!$B$2:$B$4</c:f>
              <c:numCache>
                <c:formatCode>General</c:formatCode>
                <c:ptCount val="3"/>
                <c:pt idx="0">
                  <c:v>0.05245930274733035</c:v>
                </c:pt>
                <c:pt idx="1">
                  <c:v>0.04320658207951111</c:v>
                </c:pt>
                <c:pt idx="2">
                  <c:v>0.04961243866153775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160.954</c:v>
                </c:pt>
                <c:pt idx="2">
                  <c:v>167.80599999999998</c:v>
                </c:pt>
                <c:pt idx="3">
                  <c:v>175.46499999999997</c:v>
                </c:pt>
                <c:pt idx="4">
                  <c:v>183.982</c:v>
                </c:pt>
                <c:pt idx="5">
                  <c:v>193.326</c:v>
                </c:pt>
                <c:pt idx="6">
                  <c:v>203.38000000000002</c:v>
                </c:pt>
                <c:pt idx="7">
                  <c:v>214.076</c:v>
                </c:pt>
                <c:pt idx="8">
                  <c:v>225.286</c:v>
                </c:pt>
                <c:pt idx="9">
                  <c:v>236.95100000000002</c:v>
                </c:pt>
                <c:pt idx="10">
                  <c:v>248.924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160.954</c:v>
                </c:pt>
                <c:pt idx="1">
                  <c:v>6.851999999999975</c:v>
                </c:pt>
                <c:pt idx="2">
                  <c:v>7.658999999999992</c:v>
                </c:pt>
                <c:pt idx="3">
                  <c:v>8.517000000000024</c:v>
                </c:pt>
                <c:pt idx="4">
                  <c:v>9.343999999999994</c:v>
                </c:pt>
                <c:pt idx="5">
                  <c:v>10.05400000000003</c:v>
                </c:pt>
                <c:pt idx="6">
                  <c:v>10.69599999999997</c:v>
                </c:pt>
                <c:pt idx="7">
                  <c:v>11.210000000000008</c:v>
                </c:pt>
                <c:pt idx="8">
                  <c:v>11.66500000000002</c:v>
                </c:pt>
                <c:pt idx="9">
                  <c:v>11.972999999999985</c:v>
                </c:pt>
                <c:pt idx="10">
                  <c:v>12.287000000000006</c:v>
                </c:pt>
                <c:pt idx="11">
                  <c:v>261.211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9.147156154755011</c:v>
                </c:pt>
                <c:pt idx="1">
                  <c:v>2.034501352887656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90.85284384524499</c:v>
                </c:pt>
                <c:pt idx="1">
                  <c:v>97.96549864711234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359.216</c:v>
                </c:pt>
                <c:pt idx="1">
                  <c:v>374.914</c:v>
                </c:pt>
                <c:pt idx="2">
                  <c:v>391.289</c:v>
                </c:pt>
                <c:pt idx="3">
                  <c:v>408.52599999999995</c:v>
                </c:pt>
                <c:pt idx="4">
                  <c:v>426.799</c:v>
                </c:pt>
                <c:pt idx="5">
                  <c:v>449.00499999999994</c:v>
                </c:pt>
                <c:pt idx="6">
                  <c:v>474.25600000000003</c:v>
                </c:pt>
                <c:pt idx="7">
                  <c:v>502.886</c:v>
                </c:pt>
                <c:pt idx="8">
                  <c:v>535.336</c:v>
                </c:pt>
                <c:pt idx="9">
                  <c:v>571.789</c:v>
                </c:pt>
                <c:pt idx="10">
                  <c:v>612.053</c:v>
                </c:pt>
                <c:pt idx="11">
                  <c:v>656.1700000000001</c:v>
                </c:pt>
                <c:pt idx="12">
                  <c:v>703.78</c:v>
                </c:pt>
                <c:pt idx="13">
                  <c:v>755.029</c:v>
                </c:pt>
                <c:pt idx="14">
                  <c:v>809.963</c:v>
                </c:pt>
                <c:pt idx="15">
                  <c:v>868.581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Canada</c:v>
                </c:pt>
              </c:strCache>
            </c:strRef>
          </c:cat>
          <c:val>
            <c:numRef>
              <c:f>Sheet1!$B$2:$B$4</c:f>
              <c:numCache>
                <c:formatCode>General</c:formatCode>
                <c:ptCount val="3"/>
                <c:pt idx="0">
                  <c:v>0.06658666629421717</c:v>
                </c:pt>
                <c:pt idx="1">
                  <c:v>0.06058703612735483</c:v>
                </c:pt>
                <c:pt idx="2">
                  <c:v>0.06820821799416055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0810942921167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449.00499999999994</c:v>
                </c:pt>
                <c:pt idx="2">
                  <c:v>474.25600000000003</c:v>
                </c:pt>
                <c:pt idx="3">
                  <c:v>502.886</c:v>
                </c:pt>
                <c:pt idx="4">
                  <c:v>535.336</c:v>
                </c:pt>
                <c:pt idx="5">
                  <c:v>571.789</c:v>
                </c:pt>
                <c:pt idx="6">
                  <c:v>612.053</c:v>
                </c:pt>
                <c:pt idx="7">
                  <c:v>656.1700000000001</c:v>
                </c:pt>
                <c:pt idx="8">
                  <c:v>703.78</c:v>
                </c:pt>
                <c:pt idx="9">
                  <c:v>755.029</c:v>
                </c:pt>
                <c:pt idx="10">
                  <c:v>809.963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449.00499999999994</c:v>
                </c:pt>
                <c:pt idx="1">
                  <c:v>25.25100000000009</c:v>
                </c:pt>
                <c:pt idx="2">
                  <c:v>28.629999999999995</c:v>
                </c:pt>
                <c:pt idx="3">
                  <c:v>32.44999999999999</c:v>
                </c:pt>
                <c:pt idx="4">
                  <c:v>36.452999999999975</c:v>
                </c:pt>
                <c:pt idx="5">
                  <c:v>40.26400000000001</c:v>
                </c:pt>
                <c:pt idx="6">
                  <c:v>44.117000000000075</c:v>
                </c:pt>
                <c:pt idx="7">
                  <c:v>47.6099999999999</c:v>
                </c:pt>
                <c:pt idx="8">
                  <c:v>51.249000000000024</c:v>
                </c:pt>
                <c:pt idx="9">
                  <c:v>54.93399999999997</c:v>
                </c:pt>
                <c:pt idx="10">
                  <c:v>58.61800000000005</c:v>
                </c:pt>
                <c:pt idx="11">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8.94457928673651</c:v>
                </c:pt>
                <c:pt idx="1">
                  <c:v>2.787748299306212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91.05542071326349</c:v>
                </c:pt>
                <c:pt idx="1">
                  <c:v>97.21225170069378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32.104</c:v>
                </c:pt>
                <c:pt idx="1">
                  <c:v>39.335</c:v>
                </c:pt>
                <c:pt idx="2">
                  <c:v>45.279</c:v>
                </c:pt>
                <c:pt idx="3">
                  <c:v>54.63</c:v>
                </c:pt>
                <c:pt idx="4">
                  <c:v>57.336</c:v>
                </c:pt>
                <c:pt idx="5">
                  <c:v>60.78</c:v>
                </c:pt>
                <c:pt idx="6">
                  <c:v>71.535</c:v>
                </c:pt>
                <c:pt idx="7">
                  <c:v>88.006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7.9280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79.472</c:v>
                </c:pt>
                <c:pt idx="4">
                  <c:v>85.231</c:v>
                </c:pt>
                <c:pt idx="5">
                  <c:v>90.664</c:v>
                </c:pt>
                <c:pt idx="6">
                  <c:v>93.97</c:v>
                </c:pt>
                <c:pt idx="7">
                  <c:v>99.67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3.5578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146.378</c:v>
                </c:pt>
                <c:pt idx="6">
                  <c:v>149.294</c:v>
                </c:pt>
                <c:pt idx="7">
                  <c:v>153.334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5.4675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56.315</c:v>
                </c:pt>
                <c:pt idx="3">
                  <c:v>69.667</c:v>
                </c:pt>
                <c:pt idx="4">
                  <c:v>70.634</c:v>
                </c:pt>
                <c:pt idx="5">
                  <c:v>78.2</c:v>
                </c:pt>
                <c:pt idx="6">
                  <c:v>86.771</c:v>
                </c:pt>
                <c:pt idx="7">
                  <c:v>87.419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7.1414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Curl Definition</c:v>
                </c:pt>
                <c:pt idx="6">
                  <c:v>Hold and Shape</c:v>
                </c:pt>
                <c:pt idx="7">
                  <c:v>Smoothing and Frizz C…</c:v>
                </c:pt>
              </c:strCache>
            </c:strRef>
          </c:cat>
          <c:val>
            <c:numRef>
              <c:f>Sheet1!$B$2:$B$9</c:f>
              <c:numCache>
                <c:formatCode>General</c:formatCode>
                <c:ptCount val="8"/>
                <c:pt idx="1">
                  <c:v>53.059</c:v>
                </c:pt>
                <c:pt idx="2">
                  <c:v>62.081</c:v>
                </c:pt>
                <c:pt idx="3">
                  <c:v>62.183</c:v>
                </c:pt>
                <c:pt idx="4">
                  <c:v>62.397</c:v>
                </c:pt>
                <c:pt idx="5">
                  <c:v>68.4</c:v>
                </c:pt>
                <c:pt idx="6">
                  <c:v>70.344</c:v>
                </c:pt>
                <c:pt idx="7">
                  <c:v>70.542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5262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80.771</c:v>
                </c:pt>
                <c:pt idx="4">
                  <c:v>85.26</c:v>
                </c:pt>
                <c:pt idx="5">
                  <c:v>90.83</c:v>
                </c:pt>
                <c:pt idx="6">
                  <c:v>94.351</c:v>
                </c:pt>
                <c:pt idx="7">
                  <c:v>97.794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1.043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107.791</c:v>
                </c:pt>
                <c:pt idx="5">
                  <c:v>112.063</c:v>
                </c:pt>
                <c:pt idx="6">
                  <c:v>112.57000000000001</c:v>
                </c:pt>
                <c:pt idx="7">
                  <c:v>116.583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6.2212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449.00499999999994</c:v>
                </c:pt>
                <c:pt idx="2">
                  <c:v>490.79599999999994</c:v>
                </c:pt>
                <c:pt idx="3">
                  <c:v>511.58399999999995</c:v>
                </c:pt>
                <c:pt idx="4">
                  <c:v>541.299</c:v>
                </c:pt>
                <c:pt idx="5">
                  <c:v>588.2289999999999</c:v>
                </c:pt>
                <c:pt idx="6">
                  <c:v>646.1809999999999</c:v>
                </c:pt>
                <c:pt idx="7">
                  <c:v>701.309</c:v>
                </c:pt>
                <c:pt idx="8">
                  <c:v>799.318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449.00499999999994</c:v>
                </c:pt>
                <c:pt idx="1">
                  <c:v>41.791</c:v>
                </c:pt>
                <c:pt idx="2">
                  <c:v>20.788000000000004</c:v>
                </c:pt>
                <c:pt idx="3">
                  <c:v>29.714999999999996</c:v>
                </c:pt>
                <c:pt idx="4">
                  <c:v>46.93</c:v>
                </c:pt>
                <c:pt idx="5">
                  <c:v>57.952</c:v>
                </c:pt>
                <c:pt idx="6">
                  <c:v>55.12799999999999</c:v>
                </c:pt>
                <c:pt idx="7">
                  <c:v>98.00899999999999</c:v>
                </c:pt>
                <c:pt idx="8">
                  <c:v>69.263</c:v>
                </c:pt>
                <c:pt idx="9">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41.791</c:v>
                </c:pt>
                <c:pt idx="2">
                  <c:v>62.579</c:v>
                </c:pt>
                <c:pt idx="3">
                  <c:v>92.294</c:v>
                </c:pt>
                <c:pt idx="4">
                  <c:v>139.224</c:v>
                </c:pt>
                <c:pt idx="5">
                  <c:v>197.176</c:v>
                </c:pt>
                <c:pt idx="6">
                  <c:v>252.30399999999997</c:v>
                </c:pt>
                <c:pt idx="7">
                  <c:v>350.313</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41.791</c:v>
                </c:pt>
                <c:pt idx="1">
                  <c:v>20.788000000000004</c:v>
                </c:pt>
                <c:pt idx="2">
                  <c:v>29.714999999999996</c:v>
                </c:pt>
                <c:pt idx="3">
                  <c:v>46.93</c:v>
                </c:pt>
                <c:pt idx="4">
                  <c:v>57.952</c:v>
                </c:pt>
                <c:pt idx="5">
                  <c:v>55.12799999999999</c:v>
                </c:pt>
                <c:pt idx="6">
                  <c:v>98.00899999999999</c:v>
                </c:pt>
                <c:pt idx="7">
                  <c:v>69.263</c:v>
                </c:pt>
                <c:pt idx="8">
                  <c:v>419.57599999999996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449.00699999999995</c:v>
                </c:pt>
                <c:pt idx="2">
                  <c:v>537.9179999999999</c:v>
                </c:pt>
                <c:pt idx="3">
                  <c:v>640.3149999999999</c:v>
                </c:pt>
                <c:pt idx="4">
                  <c:v>731.861</c:v>
                </c:pt>
                <c:pt idx="5">
                  <c:v>809.457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449.00699999999995</c:v>
                </c:pt>
                <c:pt idx="1">
                  <c:v>88.911</c:v>
                </c:pt>
                <c:pt idx="2">
                  <c:v>102.397</c:v>
                </c:pt>
                <c:pt idx="3">
                  <c:v>91.546</c:v>
                </c:pt>
                <c:pt idx="4">
                  <c:v>77.596</c:v>
                </c:pt>
                <c:pt idx="5">
                  <c:v>59.12400000000001</c:v>
                </c:pt>
                <c:pt idx="6">
                  <c:v>868.581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88.911</c:v>
                </c:pt>
                <c:pt idx="2">
                  <c:v>191.308</c:v>
                </c:pt>
                <c:pt idx="3">
                  <c:v>282.854</c:v>
                </c:pt>
                <c:pt idx="4">
                  <c:v>360.45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88.911</c:v>
                </c:pt>
                <c:pt idx="1">
                  <c:v>102.397</c:v>
                </c:pt>
                <c:pt idx="2">
                  <c:v>91.546</c:v>
                </c:pt>
                <c:pt idx="3">
                  <c:v>77.596</c:v>
                </c:pt>
                <c:pt idx="4">
                  <c:v>59.12400000000001</c:v>
                </c:pt>
                <c:pt idx="5">
                  <c:v>419.574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449.00600000000003</c:v>
                </c:pt>
                <c:pt idx="2">
                  <c:v>587.168</c:v>
                </c:pt>
                <c:pt idx="3">
                  <c:v>714.799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449.00600000000003</c:v>
                </c:pt>
                <c:pt idx="1">
                  <c:v>138.162</c:v>
                </c:pt>
                <c:pt idx="2">
                  <c:v>127.63099999999997</c:v>
                </c:pt>
                <c:pt idx="3">
                  <c:v>153.78200000000004</c:v>
                </c:pt>
                <c:pt idx="4">
                  <c:v>868.5810000000001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138.162</c:v>
                </c:pt>
                <c:pt idx="2">
                  <c:v>265.793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138.162</c:v>
                </c:pt>
                <c:pt idx="1">
                  <c:v>127.63099999999997</c:v>
                </c:pt>
                <c:pt idx="2">
                  <c:v>153.78200000000004</c:v>
                </c:pt>
                <c:pt idx="3">
                  <c:v>419.57500000000005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449.006</c:v>
                </c:pt>
                <c:pt idx="2">
                  <c:v>510.69599999999997</c:v>
                </c:pt>
                <c:pt idx="3">
                  <c:v>579.079</c:v>
                </c:pt>
                <c:pt idx="4">
                  <c:v>648.01</c:v>
                </c:pt>
                <c:pt idx="5">
                  <c:v>703.478</c:v>
                </c:pt>
                <c:pt idx="6">
                  <c:v>806.5949999999999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449.006</c:v>
                </c:pt>
                <c:pt idx="1">
                  <c:v>61.69000000000001</c:v>
                </c:pt>
                <c:pt idx="2">
                  <c:v>68.383</c:v>
                </c:pt>
                <c:pt idx="3">
                  <c:v>68.931</c:v>
                </c:pt>
                <c:pt idx="4">
                  <c:v>55.468</c:v>
                </c:pt>
                <c:pt idx="5">
                  <c:v>103.117</c:v>
                </c:pt>
                <c:pt idx="6">
                  <c:v>61.98700000000001</c:v>
                </c:pt>
                <c:pt idx="7">
                  <c:v>868.582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61.69000000000001</c:v>
                </c:pt>
                <c:pt idx="2">
                  <c:v>130.073</c:v>
                </c:pt>
                <c:pt idx="3">
                  <c:v>199.00400000000002</c:v>
                </c:pt>
                <c:pt idx="4">
                  <c:v>254.47200000000004</c:v>
                </c:pt>
                <c:pt idx="5">
                  <c:v>357.58900000000006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61.69000000000001</c:v>
                </c:pt>
                <c:pt idx="1">
                  <c:v>68.383</c:v>
                </c:pt>
                <c:pt idx="2">
                  <c:v>68.931</c:v>
                </c:pt>
                <c:pt idx="3">
                  <c:v>55.468</c:v>
                </c:pt>
                <c:pt idx="4">
                  <c:v>103.117</c:v>
                </c:pt>
                <c:pt idx="5">
                  <c:v>61.98700000000001</c:v>
                </c:pt>
                <c:pt idx="6">
                  <c:v>419.5760000000001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449.0059999999999</c:v>
                </c:pt>
                <c:pt idx="2">
                  <c:v>494.9509999999999</c:v>
                </c:pt>
                <c:pt idx="3">
                  <c:v>578.8179999999999</c:v>
                </c:pt>
                <c:pt idx="4">
                  <c:v>629.6589999999999</c:v>
                </c:pt>
                <c:pt idx="5">
                  <c:v>686.4969999999998</c:v>
                </c:pt>
                <c:pt idx="6">
                  <c:v>759.5489999999999</c:v>
                </c:pt>
                <c:pt idx="7">
                  <c:v>798.8519999999999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449.0059999999999</c:v>
                </c:pt>
                <c:pt idx="1">
                  <c:v>45.94500000000001</c:v>
                </c:pt>
                <c:pt idx="2">
                  <c:v>83.86699999999999</c:v>
                </c:pt>
                <c:pt idx="3">
                  <c:v>50.840999999999994</c:v>
                </c:pt>
                <c:pt idx="4">
                  <c:v>56.838</c:v>
                </c:pt>
                <c:pt idx="5">
                  <c:v>73.05199999999999</c:v>
                </c:pt>
                <c:pt idx="6">
                  <c:v>39.303</c:v>
                </c:pt>
                <c:pt idx="7">
                  <c:v>69.72900000000001</c:v>
                </c:pt>
                <c:pt idx="8">
                  <c:v>868.5809999999999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45.94500000000001</c:v>
                </c:pt>
                <c:pt idx="2">
                  <c:v>129.812</c:v>
                </c:pt>
                <c:pt idx="3">
                  <c:v>180.65300000000002</c:v>
                </c:pt>
                <c:pt idx="4">
                  <c:v>237.491</c:v>
                </c:pt>
                <c:pt idx="5">
                  <c:v>310.543</c:v>
                </c:pt>
                <c:pt idx="6">
                  <c:v>349.846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45.94500000000001</c:v>
                </c:pt>
                <c:pt idx="1">
                  <c:v>83.86699999999999</c:v>
                </c:pt>
                <c:pt idx="2">
                  <c:v>50.840999999999994</c:v>
                </c:pt>
                <c:pt idx="3">
                  <c:v>56.838</c:v>
                </c:pt>
                <c:pt idx="4">
                  <c:v>73.05199999999999</c:v>
                </c:pt>
                <c:pt idx="5">
                  <c:v>39.303</c:v>
                </c:pt>
                <c:pt idx="6">
                  <c:v>69.72900000000001</c:v>
                </c:pt>
                <c:pt idx="7">
                  <c:v>419.57500000000005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449.006</c:v>
                </c:pt>
                <c:pt idx="2">
                  <c:v>519.9689999999999</c:v>
                </c:pt>
                <c:pt idx="3">
                  <c:v>604.1289999999999</c:v>
                </c:pt>
                <c:pt idx="4">
                  <c:v>694.0879999999999</c:v>
                </c:pt>
                <c:pt idx="5">
                  <c:v>786.3089999999999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449.006</c:v>
                </c:pt>
                <c:pt idx="1">
                  <c:v>70.963</c:v>
                </c:pt>
                <c:pt idx="2">
                  <c:v>84.16000000000001</c:v>
                </c:pt>
                <c:pt idx="3">
                  <c:v>89.95899999999999</c:v>
                </c:pt>
                <c:pt idx="4">
                  <c:v>92.22099999999999</c:v>
                </c:pt>
                <c:pt idx="5">
                  <c:v>82.27300000000001</c:v>
                </c:pt>
                <c:pt idx="6">
                  <c:v>868.5819999999999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70.963</c:v>
                </c:pt>
                <c:pt idx="2">
                  <c:v>155.123</c:v>
                </c:pt>
                <c:pt idx="3">
                  <c:v>245.082</c:v>
                </c:pt>
                <c:pt idx="4">
                  <c:v>337.303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70.963</c:v>
                </c:pt>
                <c:pt idx="1">
                  <c:v>84.16000000000001</c:v>
                </c:pt>
                <c:pt idx="2">
                  <c:v>89.95899999999999</c:v>
                </c:pt>
                <c:pt idx="3">
                  <c:v>92.22099999999999</c:v>
                </c:pt>
                <c:pt idx="4">
                  <c:v>82.27300000000001</c:v>
                </c:pt>
                <c:pt idx="5">
                  <c:v>419.576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449.007</c:v>
                </c:pt>
                <c:pt idx="2">
                  <c:v>542.28</c:v>
                </c:pt>
                <c:pt idx="3">
                  <c:v>651.255</c:v>
                </c:pt>
                <c:pt idx="4">
                  <c:v>750.25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449.007</c:v>
                </c:pt>
                <c:pt idx="1">
                  <c:v>93.273</c:v>
                </c:pt>
                <c:pt idx="2">
                  <c:v>108.97500000000001</c:v>
                </c:pt>
                <c:pt idx="3">
                  <c:v>98.99499999999999</c:v>
                </c:pt>
                <c:pt idx="4">
                  <c:v>118.33100000000002</c:v>
                </c:pt>
                <c:pt idx="5">
                  <c:v>868.5810000000001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93.273</c:v>
                </c:pt>
                <c:pt idx="2">
                  <c:v>202.248</c:v>
                </c:pt>
                <c:pt idx="3">
                  <c:v>301.243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93.273</c:v>
                </c:pt>
                <c:pt idx="1">
                  <c:v>108.97500000000001</c:v>
                </c:pt>
                <c:pt idx="2">
                  <c:v>98.99499999999999</c:v>
                </c:pt>
                <c:pt idx="3">
                  <c:v>118.33100000000002</c:v>
                </c:pt>
                <c:pt idx="4">
                  <c:v>419.574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362.99199999999996</c:v>
                </c:pt>
                <c:pt idx="1">
                  <c:v>378.149</c:v>
                </c:pt>
                <c:pt idx="2">
                  <c:v>393.802</c:v>
                </c:pt>
                <c:pt idx="3">
                  <c:v>409.93600000000004</c:v>
                </c:pt>
                <c:pt idx="4">
                  <c:v>426.954</c:v>
                </c:pt>
                <c:pt idx="5">
                  <c:v>445.81600000000003</c:v>
                </c:pt>
                <c:pt idx="6">
                  <c:v>466.911</c:v>
                </c:pt>
                <c:pt idx="7">
                  <c:v>490.617</c:v>
                </c:pt>
                <c:pt idx="8">
                  <c:v>517.114</c:v>
                </c:pt>
                <c:pt idx="9">
                  <c:v>546.3119999999999</c:v>
                </c:pt>
                <c:pt idx="10">
                  <c:v>577.876</c:v>
                </c:pt>
                <c:pt idx="11">
                  <c:v>611.6200000000001</c:v>
                </c:pt>
                <c:pt idx="12">
                  <c:v>647.172</c:v>
                </c:pt>
                <c:pt idx="13">
                  <c:v>684.351</c:v>
                </c:pt>
                <c:pt idx="14">
                  <c:v>722.7090000000001</c:v>
                </c:pt>
                <c:pt idx="15">
                  <c:v>762.248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Brazil</c:v>
                </c:pt>
              </c:strCache>
            </c:strRef>
          </c:cat>
          <c:val>
            <c:numRef>
              <c:f>Sheet1!$B$2:$B$4</c:f>
              <c:numCache>
                <c:formatCode>General</c:formatCode>
                <c:ptCount val="3"/>
                <c:pt idx="0">
                  <c:v>0.05245930274733035</c:v>
                </c:pt>
                <c:pt idx="1">
                  <c:v>0.059594570018074444</c:v>
                </c:pt>
                <c:pt idx="2">
                  <c:v>0.05510107193499758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045266952440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445.81600000000003</c:v>
                </c:pt>
                <c:pt idx="2">
                  <c:v>466.911</c:v>
                </c:pt>
                <c:pt idx="3">
                  <c:v>490.617</c:v>
                </c:pt>
                <c:pt idx="4">
                  <c:v>517.114</c:v>
                </c:pt>
                <c:pt idx="5">
                  <c:v>546.3119999999999</c:v>
                </c:pt>
                <c:pt idx="6">
                  <c:v>577.876</c:v>
                </c:pt>
                <c:pt idx="7">
                  <c:v>611.6200000000001</c:v>
                </c:pt>
                <c:pt idx="8">
                  <c:v>647.172</c:v>
                </c:pt>
                <c:pt idx="9">
                  <c:v>684.351</c:v>
                </c:pt>
                <c:pt idx="10">
                  <c:v>722.7090000000001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445.81600000000003</c:v>
                </c:pt>
                <c:pt idx="1">
                  <c:v>21.09499999999997</c:v>
                </c:pt>
                <c:pt idx="2">
                  <c:v>23.706000000000017</c:v>
                </c:pt>
                <c:pt idx="3">
                  <c:v>26.497000000000014</c:v>
                </c:pt>
                <c:pt idx="4">
                  <c:v>29.197999999999865</c:v>
                </c:pt>
                <c:pt idx="5">
                  <c:v>31.564000000000078</c:v>
                </c:pt>
                <c:pt idx="6">
                  <c:v>33.74400000000014</c:v>
                </c:pt>
                <c:pt idx="7">
                  <c:v>35.55199999999991</c:v>
                </c:pt>
                <c:pt idx="8">
                  <c:v>37.178999999999974</c:v>
                </c:pt>
                <c:pt idx="9">
                  <c:v>38.35800000000006</c:v>
                </c:pt>
                <c:pt idx="10">
                  <c:v>39.53899999999999</c:v>
                </c:pt>
                <c:pt idx="11">
                  <c:v>762.248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50.02025197723252</c:v>
                </c:pt>
                <c:pt idx="1">
                  <c:v>5.635232769231976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49.97974802276748</c:v>
                </c:pt>
                <c:pt idx="1">
                  <c:v>94.36476723076802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575.14</c:v>
                </c:pt>
                <c:pt idx="1">
                  <c:v>602.595</c:v>
                </c:pt>
                <c:pt idx="2">
                  <c:v>631.306</c:v>
                </c:pt>
                <c:pt idx="3">
                  <c:v>661.5740000000001</c:v>
                </c:pt>
                <c:pt idx="4">
                  <c:v>693.7160000000001</c:v>
                </c:pt>
                <c:pt idx="5">
                  <c:v>732.34</c:v>
                </c:pt>
                <c:pt idx="6">
                  <c:v>776.329</c:v>
                </c:pt>
                <c:pt idx="7">
                  <c:v>826.421</c:v>
                </c:pt>
                <c:pt idx="8">
                  <c:v>883.352</c:v>
                </c:pt>
                <c:pt idx="9">
                  <c:v>947.56</c:v>
                </c:pt>
                <c:pt idx="10">
                  <c:v>1018.991</c:v>
                </c:pt>
                <c:pt idx="11">
                  <c:v>1097.558</c:v>
                </c:pt>
                <c:pt idx="12">
                  <c:v>1182.57</c:v>
                </c:pt>
                <c:pt idx="13">
                  <c:v>1274.1770000000001</c:v>
                </c:pt>
                <c:pt idx="14">
                  <c:v>1372.336</c:v>
                </c:pt>
                <c:pt idx="15">
                  <c:v>1477.106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Brazil</c:v>
                </c:pt>
              </c:strCache>
            </c:strRef>
          </c:cat>
          <c:val>
            <c:numRef>
              <c:f>Sheet1!$B$2:$B$4</c:f>
              <c:numCache>
                <c:formatCode>General</c:formatCode>
                <c:ptCount val="3"/>
                <c:pt idx="0">
                  <c:v>0.06658666629421717</c:v>
                </c:pt>
                <c:pt idx="1">
                  <c:v>0.07624186200883054</c:v>
                </c:pt>
                <c:pt idx="2">
                  <c:v>0.07267927712094324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29265137119212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732.34</c:v>
                </c:pt>
                <c:pt idx="2">
                  <c:v>776.329</c:v>
                </c:pt>
                <c:pt idx="3">
                  <c:v>826.421</c:v>
                </c:pt>
                <c:pt idx="4">
                  <c:v>883.352</c:v>
                </c:pt>
                <c:pt idx="5">
                  <c:v>947.56</c:v>
                </c:pt>
                <c:pt idx="6">
                  <c:v>1018.991</c:v>
                </c:pt>
                <c:pt idx="7">
                  <c:v>1097.558</c:v>
                </c:pt>
                <c:pt idx="8">
                  <c:v>1182.57</c:v>
                </c:pt>
                <c:pt idx="9">
                  <c:v>1274.1770000000001</c:v>
                </c:pt>
                <c:pt idx="10">
                  <c:v>1372.336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732.34</c:v>
                </c:pt>
                <c:pt idx="1">
                  <c:v>43.98899999999992</c:v>
                </c:pt>
                <c:pt idx="2">
                  <c:v>50.0920000000001</c:v>
                </c:pt>
                <c:pt idx="3">
                  <c:v>56.930999999999926</c:v>
                </c:pt>
                <c:pt idx="4">
                  <c:v>64.20799999999997</c:v>
                </c:pt>
                <c:pt idx="5">
                  <c:v>71.43100000000004</c:v>
                </c:pt>
                <c:pt idx="6">
                  <c:v>78.56700000000001</c:v>
                </c:pt>
                <c:pt idx="7">
                  <c:v>85.01199999999994</c:v>
                </c:pt>
                <c:pt idx="8">
                  <c:v>91.6070000000002</c:v>
                </c:pt>
                <c:pt idx="9">
                  <c:v>98.15899999999988</c:v>
                </c:pt>
                <c:pt idx="10">
                  <c:v>104.76999999999998</c:v>
                </c:pt>
                <c:pt idx="11">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Brazil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54.2327444801961</c:v>
                </c:pt>
                <c:pt idx="1">
                  <c:v>4.5468972272333525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45.7672555198039</c:v>
                </c:pt>
                <c:pt idx="1">
                  <c:v>95.45310277276664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50.361000000000004</c:v>
                </c:pt>
                <c:pt idx="1">
                  <c:v>69.818</c:v>
                </c:pt>
                <c:pt idx="2">
                  <c:v>73.593</c:v>
                </c:pt>
                <c:pt idx="3">
                  <c:v>74.114</c:v>
                </c:pt>
                <c:pt idx="4">
                  <c:v>90.527</c:v>
                </c:pt>
                <c:pt idx="5">
                  <c:v>108.314</c:v>
                </c:pt>
                <c:pt idx="6">
                  <c:v>111.179</c:v>
                </c:pt>
                <c:pt idx="7">
                  <c:v>154.434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6.941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129.658</c:v>
                </c:pt>
                <c:pt idx="4">
                  <c:v>138.877</c:v>
                </c:pt>
                <c:pt idx="5">
                  <c:v>147.822</c:v>
                </c:pt>
                <c:pt idx="6">
                  <c:v>153.354</c:v>
                </c:pt>
                <c:pt idx="7">
                  <c:v>162.628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921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228.98</c:v>
                </c:pt>
                <c:pt idx="6">
                  <c:v>233.458</c:v>
                </c:pt>
                <c:pt idx="7">
                  <c:v>269.901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1.667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89.593</c:v>
                </c:pt>
                <c:pt idx="3">
                  <c:v>111.471</c:v>
                </c:pt>
                <c:pt idx="4">
                  <c:v>113.076</c:v>
                </c:pt>
                <c:pt idx="5">
                  <c:v>119.393</c:v>
                </c:pt>
                <c:pt idx="6">
                  <c:v>145.208</c:v>
                </c:pt>
                <c:pt idx="7">
                  <c:v>153.596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5.8186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Volume and Root Lift</c:v>
                </c:pt>
                <c:pt idx="2">
                  <c:v>Texture and Separation</c:v>
                </c:pt>
                <c:pt idx="3">
                  <c:v>Heat Styling Support</c:v>
                </c:pt>
                <c:pt idx="4">
                  <c:v>Sleek Styling and Edg…</c:v>
                </c:pt>
                <c:pt idx="5">
                  <c:v>Hold and Shape</c:v>
                </c:pt>
                <c:pt idx="6">
                  <c:v>Smoothing and Frizz C…</c:v>
                </c:pt>
                <c:pt idx="7">
                  <c:v>Curl Definition</c:v>
                </c:pt>
              </c:strCache>
            </c:strRef>
          </c:cat>
          <c:val>
            <c:numRef>
              <c:f>Sheet1!$B$2:$B$9</c:f>
              <c:numCache>
                <c:formatCode>General</c:formatCode>
                <c:ptCount val="8"/>
                <c:pt idx="1">
                  <c:v>89.573</c:v>
                </c:pt>
                <c:pt idx="2">
                  <c:v>89.692</c:v>
                </c:pt>
                <c:pt idx="3">
                  <c:v>89.959</c:v>
                </c:pt>
                <c:pt idx="4">
                  <c:v>95.278</c:v>
                </c:pt>
                <c:pt idx="5">
                  <c:v>100.987</c:v>
                </c:pt>
                <c:pt idx="6">
                  <c:v>131.687</c:v>
                </c:pt>
                <c:pt idx="7">
                  <c:v>135.164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1.11975999999999"/>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126.106</c:v>
                </c:pt>
                <c:pt idx="4">
                  <c:v>130.61</c:v>
                </c:pt>
                <c:pt idx="5">
                  <c:v>136.863</c:v>
                </c:pt>
                <c:pt idx="6">
                  <c:v>164.39</c:v>
                </c:pt>
                <c:pt idx="7">
                  <c:v>174.37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3.655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175.304</c:v>
                </c:pt>
                <c:pt idx="5">
                  <c:v>182.586</c:v>
                </c:pt>
                <c:pt idx="6">
                  <c:v>184.094</c:v>
                </c:pt>
                <c:pt idx="7">
                  <c:v>190.355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55.075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732.34</c:v>
                </c:pt>
                <c:pt idx="2">
                  <c:v>785.101</c:v>
                </c:pt>
                <c:pt idx="3">
                  <c:v>821.669</c:v>
                </c:pt>
                <c:pt idx="4">
                  <c:v>879.215</c:v>
                </c:pt>
                <c:pt idx="5">
                  <c:v>978.691</c:v>
                </c:pt>
                <c:pt idx="6">
                  <c:v>1079.3220000000001</c:v>
                </c:pt>
                <c:pt idx="7">
                  <c:v>1158.0690000000002</c:v>
                </c:pt>
                <c:pt idx="8">
                  <c:v>1347.5140000000001</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732.34</c:v>
                </c:pt>
                <c:pt idx="1">
                  <c:v>52.760999999999996</c:v>
                </c:pt>
                <c:pt idx="2">
                  <c:v>36.568</c:v>
                </c:pt>
                <c:pt idx="3">
                  <c:v>57.54600000000001</c:v>
                </c:pt>
                <c:pt idx="4">
                  <c:v>99.476</c:v>
                </c:pt>
                <c:pt idx="5">
                  <c:v>100.631</c:v>
                </c:pt>
                <c:pt idx="6">
                  <c:v>78.747</c:v>
                </c:pt>
                <c:pt idx="7">
                  <c:v>189.44500000000002</c:v>
                </c:pt>
                <c:pt idx="8">
                  <c:v>129.59199999999998</c:v>
                </c:pt>
                <c:pt idx="9">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52.760999999999996</c:v>
                </c:pt>
                <c:pt idx="2">
                  <c:v>89.329</c:v>
                </c:pt>
                <c:pt idx="3">
                  <c:v>146.875</c:v>
                </c:pt>
                <c:pt idx="4">
                  <c:v>246.351</c:v>
                </c:pt>
                <c:pt idx="5">
                  <c:v>346.98199999999997</c:v>
                </c:pt>
                <c:pt idx="6">
                  <c:v>425.729</c:v>
                </c:pt>
                <c:pt idx="7">
                  <c:v>615.174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52.760999999999996</c:v>
                </c:pt>
                <c:pt idx="1">
                  <c:v>36.568</c:v>
                </c:pt>
                <c:pt idx="2">
                  <c:v>57.54600000000001</c:v>
                </c:pt>
                <c:pt idx="3">
                  <c:v>99.476</c:v>
                </c:pt>
                <c:pt idx="4">
                  <c:v>100.631</c:v>
                </c:pt>
                <c:pt idx="5">
                  <c:v>78.747</c:v>
                </c:pt>
                <c:pt idx="6">
                  <c:v>189.44500000000002</c:v>
                </c:pt>
                <c:pt idx="7">
                  <c:v>129.59199999999998</c:v>
                </c:pt>
                <c:pt idx="8">
                  <c:v>744.7660000000001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732.339</c:v>
                </c:pt>
                <c:pt idx="2">
                  <c:v>889.542</c:v>
                </c:pt>
                <c:pt idx="3">
                  <c:v>1069.886</c:v>
                </c:pt>
                <c:pt idx="4">
                  <c:v>1232.449</c:v>
                </c:pt>
                <c:pt idx="5">
                  <c:v>1370.942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732.339</c:v>
                </c:pt>
                <c:pt idx="1">
                  <c:v>157.20299999999997</c:v>
                </c:pt>
                <c:pt idx="2">
                  <c:v>180.344</c:v>
                </c:pt>
                <c:pt idx="3">
                  <c:v>162.563</c:v>
                </c:pt>
                <c:pt idx="4">
                  <c:v>138.49299999999997</c:v>
                </c:pt>
                <c:pt idx="5">
                  <c:v>106.16300000000001</c:v>
                </c:pt>
                <c:pt idx="6">
                  <c:v>1477.1049999999998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157.20299999999997</c:v>
                </c:pt>
                <c:pt idx="2">
                  <c:v>337.54699999999997</c:v>
                </c:pt>
                <c:pt idx="3">
                  <c:v>500.10999999999996</c:v>
                </c:pt>
                <c:pt idx="4">
                  <c:v>638.603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157.20299999999997</c:v>
                </c:pt>
                <c:pt idx="1">
                  <c:v>180.344</c:v>
                </c:pt>
                <c:pt idx="2">
                  <c:v>162.563</c:v>
                </c:pt>
                <c:pt idx="3">
                  <c:v>138.49299999999997</c:v>
                </c:pt>
                <c:pt idx="4">
                  <c:v>106.16300000000001</c:v>
                </c:pt>
                <c:pt idx="5">
                  <c:v>744.766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732.3389999999999</c:v>
                </c:pt>
                <c:pt idx="2">
                  <c:v>961.0799999999999</c:v>
                </c:pt>
                <c:pt idx="3">
                  <c:v>1171.773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732.3389999999999</c:v>
                </c:pt>
                <c:pt idx="1">
                  <c:v>228.741</c:v>
                </c:pt>
                <c:pt idx="2">
                  <c:v>210.693</c:v>
                </c:pt>
                <c:pt idx="3">
                  <c:v>305.33199999999994</c:v>
                </c:pt>
                <c:pt idx="4">
                  <c:v>1477.105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228.741</c:v>
                </c:pt>
                <c:pt idx="2">
                  <c:v>439.434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228.741</c:v>
                </c:pt>
                <c:pt idx="1">
                  <c:v>210.693</c:v>
                </c:pt>
                <c:pt idx="2">
                  <c:v>305.33199999999994</c:v>
                </c:pt>
                <c:pt idx="3">
                  <c:v>744.766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732.337</c:v>
                </c:pt>
                <c:pt idx="2">
                  <c:v>853.749</c:v>
                </c:pt>
                <c:pt idx="3">
                  <c:v>974.081</c:v>
                </c:pt>
                <c:pt idx="4">
                  <c:v>1115.5620000000001</c:v>
                </c:pt>
                <c:pt idx="5">
                  <c:v>1214.2990000000002</c:v>
                </c:pt>
                <c:pt idx="6">
                  <c:v>1369.0480000000002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732.337</c:v>
                </c:pt>
                <c:pt idx="1">
                  <c:v>121.41199999999998</c:v>
                </c:pt>
                <c:pt idx="2">
                  <c:v>120.332</c:v>
                </c:pt>
                <c:pt idx="3">
                  <c:v>141.48100000000002</c:v>
                </c:pt>
                <c:pt idx="4">
                  <c:v>98.737</c:v>
                </c:pt>
                <c:pt idx="5">
                  <c:v>154.749</c:v>
                </c:pt>
                <c:pt idx="6">
                  <c:v>108.058</c:v>
                </c:pt>
                <c:pt idx="7">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121.41199999999998</c:v>
                </c:pt>
                <c:pt idx="2">
                  <c:v>241.74399999999997</c:v>
                </c:pt>
                <c:pt idx="3">
                  <c:v>383.225</c:v>
                </c:pt>
                <c:pt idx="4">
                  <c:v>481.962</c:v>
                </c:pt>
                <c:pt idx="5">
                  <c:v>636.711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121.41199999999998</c:v>
                </c:pt>
                <c:pt idx="1">
                  <c:v>120.332</c:v>
                </c:pt>
                <c:pt idx="2">
                  <c:v>141.48100000000002</c:v>
                </c:pt>
                <c:pt idx="3">
                  <c:v>98.737</c:v>
                </c:pt>
                <c:pt idx="4">
                  <c:v>154.749</c:v>
                </c:pt>
                <c:pt idx="5">
                  <c:v>108.058</c:v>
                </c:pt>
                <c:pt idx="6">
                  <c:v>744.769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732.3400000000001</c:v>
                </c:pt>
                <c:pt idx="2">
                  <c:v>804.2260000000001</c:v>
                </c:pt>
                <c:pt idx="3">
                  <c:v>980.4280000000001</c:v>
                </c:pt>
                <c:pt idx="4">
                  <c:v>1059.461</c:v>
                </c:pt>
                <c:pt idx="5">
                  <c:v>1147.438</c:v>
                </c:pt>
                <c:pt idx="6">
                  <c:v>1293.44</c:v>
                </c:pt>
                <c:pt idx="7">
                  <c:v>1369.929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732.3400000000001</c:v>
                </c:pt>
                <c:pt idx="1">
                  <c:v>71.886</c:v>
                </c:pt>
                <c:pt idx="2">
                  <c:v>176.202</c:v>
                </c:pt>
                <c:pt idx="3">
                  <c:v>79.033</c:v>
                </c:pt>
                <c:pt idx="4">
                  <c:v>87.97700000000002</c:v>
                </c:pt>
                <c:pt idx="5">
                  <c:v>146.002</c:v>
                </c:pt>
                <c:pt idx="6">
                  <c:v>76.48899999999999</c:v>
                </c:pt>
                <c:pt idx="7">
                  <c:v>107.17599999999999</c:v>
                </c:pt>
                <c:pt idx="8">
                  <c:v>1477.105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71.886</c:v>
                </c:pt>
                <c:pt idx="2">
                  <c:v>248.088</c:v>
                </c:pt>
                <c:pt idx="3">
                  <c:v>327.121</c:v>
                </c:pt>
                <c:pt idx="4">
                  <c:v>415.098</c:v>
                </c:pt>
                <c:pt idx="5">
                  <c:v>561.1</c:v>
                </c:pt>
                <c:pt idx="6">
                  <c:v>637.589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71.886</c:v>
                </c:pt>
                <c:pt idx="1">
                  <c:v>176.202</c:v>
                </c:pt>
                <c:pt idx="2">
                  <c:v>79.033</c:v>
                </c:pt>
                <c:pt idx="3">
                  <c:v>87.97700000000002</c:v>
                </c:pt>
                <c:pt idx="4">
                  <c:v>146.002</c:v>
                </c:pt>
                <c:pt idx="5">
                  <c:v>76.48899999999999</c:v>
                </c:pt>
                <c:pt idx="6">
                  <c:v>107.17599999999999</c:v>
                </c:pt>
                <c:pt idx="7">
                  <c:v>744.7650000000001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732.3389999999999</c:v>
                </c:pt>
                <c:pt idx="2">
                  <c:v>837.2749999999999</c:v>
                </c:pt>
                <c:pt idx="3">
                  <c:v>961.0849999999998</c:v>
                </c:pt>
                <c:pt idx="4">
                  <c:v>1144.658</c:v>
                </c:pt>
                <c:pt idx="5">
                  <c:v>1354.607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732.3389999999999</c:v>
                </c:pt>
                <c:pt idx="1">
                  <c:v>104.93599999999998</c:v>
                </c:pt>
                <c:pt idx="2">
                  <c:v>123.81</c:v>
                </c:pt>
                <c:pt idx="3">
                  <c:v>183.57300000000004</c:v>
                </c:pt>
                <c:pt idx="4">
                  <c:v>209.949</c:v>
                </c:pt>
                <c:pt idx="5">
                  <c:v>122.49900000000002</c:v>
                </c:pt>
                <c:pt idx="6">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104.93599999999998</c:v>
                </c:pt>
                <c:pt idx="2">
                  <c:v>228.74599999999998</c:v>
                </c:pt>
                <c:pt idx="3">
                  <c:v>412.319</c:v>
                </c:pt>
                <c:pt idx="4">
                  <c:v>622.268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104.93599999999998</c:v>
                </c:pt>
                <c:pt idx="1">
                  <c:v>123.81</c:v>
                </c:pt>
                <c:pt idx="2">
                  <c:v>183.57300000000004</c:v>
                </c:pt>
                <c:pt idx="3">
                  <c:v>209.949</c:v>
                </c:pt>
                <c:pt idx="4">
                  <c:v>122.49900000000002</c:v>
                </c:pt>
                <c:pt idx="5">
                  <c:v>744.767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732.3389999999999</c:v>
                </c:pt>
                <c:pt idx="2">
                  <c:v>901.516</c:v>
                </c:pt>
                <c:pt idx="3">
                  <c:v>1108.766</c:v>
                </c:pt>
                <c:pt idx="4">
                  <c:v>1279.941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732.3389999999999</c:v>
                </c:pt>
                <c:pt idx="1">
                  <c:v>169.17700000000005</c:v>
                </c:pt>
                <c:pt idx="2">
                  <c:v>207.25</c:v>
                </c:pt>
                <c:pt idx="3">
                  <c:v>171.175</c:v>
                </c:pt>
                <c:pt idx="4">
                  <c:v>197.16500000000005</c:v>
                </c:pt>
                <c:pt idx="5">
                  <c:v>1477.106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169.17700000000005</c:v>
                </c:pt>
                <c:pt idx="2">
                  <c:v>376.427</c:v>
                </c:pt>
                <c:pt idx="3">
                  <c:v>547.6020000000001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169.17700000000005</c:v>
                </c:pt>
                <c:pt idx="1">
                  <c:v>207.25</c:v>
                </c:pt>
                <c:pt idx="2">
                  <c:v>171.175</c:v>
                </c:pt>
                <c:pt idx="3">
                  <c:v>197.16500000000005</c:v>
                </c:pt>
                <c:pt idx="4">
                  <c:v>744.7670000000002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144.5</c:v>
                </c:pt>
                <c:pt idx="1">
                  <c:v>151.118</c:v>
                </c:pt>
                <c:pt idx="2">
                  <c:v>157.99200000000002</c:v>
                </c:pt>
                <c:pt idx="3">
                  <c:v>165.111</c:v>
                </c:pt>
                <c:pt idx="4">
                  <c:v>172.652</c:v>
                </c:pt>
                <c:pt idx="5">
                  <c:v>181.026</c:v>
                </c:pt>
                <c:pt idx="6">
                  <c:v>190.404</c:v>
                </c:pt>
                <c:pt idx="7">
                  <c:v>200.95600000000002</c:v>
                </c:pt>
                <c:pt idx="8">
                  <c:v>212.764</c:v>
                </c:pt>
                <c:pt idx="9">
                  <c:v>225.785</c:v>
                </c:pt>
                <c:pt idx="10">
                  <c:v>239.90300000000002</c:v>
                </c:pt>
                <c:pt idx="11">
                  <c:v>255.056</c:v>
                </c:pt>
                <c:pt idx="12">
                  <c:v>271.10699999999997</c:v>
                </c:pt>
                <c:pt idx="13">
                  <c:v>287.98199999999997</c:v>
                </c:pt>
                <c:pt idx="14">
                  <c:v>305.46500000000003</c:v>
                </c:pt>
                <c:pt idx="15">
                  <c:v>323.565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Mexico</c:v>
                </c:pt>
              </c:strCache>
            </c:strRef>
          </c:cat>
          <c:val>
            <c:numRef>
              <c:f>Sheet1!$B$2:$B$4</c:f>
              <c:numCache>
                <c:formatCode>General</c:formatCode>
                <c:ptCount val="3"/>
                <c:pt idx="0">
                  <c:v>0.05245930274733035</c:v>
                </c:pt>
                <c:pt idx="1">
                  <c:v>0.059594570018074444</c:v>
                </c:pt>
                <c:pt idx="2">
                  <c:v>0.059795468621877346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07238826395344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181.026</c:v>
                </c:pt>
                <c:pt idx="2">
                  <c:v>190.404</c:v>
                </c:pt>
                <c:pt idx="3">
                  <c:v>200.95600000000002</c:v>
                </c:pt>
                <c:pt idx="4">
                  <c:v>212.764</c:v>
                </c:pt>
                <c:pt idx="5">
                  <c:v>225.785</c:v>
                </c:pt>
                <c:pt idx="6">
                  <c:v>239.90300000000002</c:v>
                </c:pt>
                <c:pt idx="7">
                  <c:v>255.056</c:v>
                </c:pt>
                <c:pt idx="8">
                  <c:v>271.10699999999997</c:v>
                </c:pt>
                <c:pt idx="9">
                  <c:v>287.98199999999997</c:v>
                </c:pt>
                <c:pt idx="10">
                  <c:v>305.46500000000003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181.026</c:v>
                </c:pt>
                <c:pt idx="1">
                  <c:v>9.377999999999986</c:v>
                </c:pt>
                <c:pt idx="2">
                  <c:v>10.552000000000021</c:v>
                </c:pt>
                <c:pt idx="3">
                  <c:v>11.807999999999993</c:v>
                </c:pt>
                <c:pt idx="4">
                  <c:v>13.020999999999987</c:v>
                </c:pt>
                <c:pt idx="5">
                  <c:v>14.118000000000023</c:v>
                </c:pt>
                <c:pt idx="6">
                  <c:v>15.152999999999992</c:v>
                </c:pt>
                <c:pt idx="7">
                  <c:v>16.05099999999996</c:v>
                </c:pt>
                <c:pt idx="8">
                  <c:v>16.875</c:v>
                </c:pt>
                <c:pt idx="9">
                  <c:v>17.48300000000006</c:v>
                </c:pt>
                <c:pt idx="10">
                  <c:v>18.099999999999966</c:v>
                </c:pt>
                <c:pt idx="11">
                  <c:v>323.565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20.31099407475392</c:v>
                </c:pt>
                <c:pt idx="1">
                  <c:v>2.288216769436242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79.68900592524608</c:v>
                </c:pt>
                <c:pt idx="1">
                  <c:v>97.71178323056375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209.068</c:v>
                </c:pt>
                <c:pt idx="1">
                  <c:v>219.707</c:v>
                </c:pt>
                <c:pt idx="2">
                  <c:v>230.855</c:v>
                </c:pt>
                <c:pt idx="3">
                  <c:v>242.599</c:v>
                </c:pt>
                <c:pt idx="4">
                  <c:v>255.126</c:v>
                </c:pt>
                <c:pt idx="5">
                  <c:v>270.038</c:v>
                </c:pt>
                <c:pt idx="6">
                  <c:v>286.968</c:v>
                </c:pt>
                <c:pt idx="7">
                  <c:v>306.332</c:v>
                </c:pt>
                <c:pt idx="8">
                  <c:v>328.42499999999995</c:v>
                </c:pt>
                <c:pt idx="9">
                  <c:v>353.36199999999997</c:v>
                </c:pt>
                <c:pt idx="10">
                  <c:v>381.02</c:v>
                </c:pt>
                <c:pt idx="11">
                  <c:v>411.4150000000001</c:v>
                </c:pt>
                <c:pt idx="12">
                  <c:v>444.426</c:v>
                </c:pt>
                <c:pt idx="13">
                  <c:v>480.099</c:v>
                </c:pt>
                <c:pt idx="14">
                  <c:v>518.334</c:v>
                </c:pt>
                <c:pt idx="15">
                  <c:v>559.21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Mexico</c:v>
                </c:pt>
              </c:strCache>
            </c:strRef>
          </c:cat>
          <c:val>
            <c:numRef>
              <c:f>Sheet1!$B$2:$B$4</c:f>
              <c:numCache>
                <c:formatCode>General</c:formatCode>
                <c:ptCount val="3"/>
                <c:pt idx="0">
                  <c:v>0.06658666629421717</c:v>
                </c:pt>
                <c:pt idx="1">
                  <c:v>0.07624186200883054</c:v>
                </c:pt>
                <c:pt idx="2">
                  <c:v>0.07551136662773006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29265137119212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270.038</c:v>
                </c:pt>
                <c:pt idx="2">
                  <c:v>286.968</c:v>
                </c:pt>
                <c:pt idx="3">
                  <c:v>306.332</c:v>
                </c:pt>
                <c:pt idx="4">
                  <c:v>328.42499999999995</c:v>
                </c:pt>
                <c:pt idx="5">
                  <c:v>353.36199999999997</c:v>
                </c:pt>
                <c:pt idx="6">
                  <c:v>381.02</c:v>
                </c:pt>
                <c:pt idx="7">
                  <c:v>411.4150000000001</c:v>
                </c:pt>
                <c:pt idx="8">
                  <c:v>444.426</c:v>
                </c:pt>
                <c:pt idx="9">
                  <c:v>480.099</c:v>
                </c:pt>
                <c:pt idx="10">
                  <c:v>518.334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270.038</c:v>
                </c:pt>
                <c:pt idx="1">
                  <c:v>16.930000000000007</c:v>
                </c:pt>
                <c:pt idx="2">
                  <c:v>19.363999999999976</c:v>
                </c:pt>
                <c:pt idx="3">
                  <c:v>22.09299999999996</c:v>
                </c:pt>
                <c:pt idx="4">
                  <c:v>24.937000000000012</c:v>
                </c:pt>
                <c:pt idx="5">
                  <c:v>27.658000000000015</c:v>
                </c:pt>
                <c:pt idx="6">
                  <c:v>30.395000000000095</c:v>
                </c:pt>
                <c:pt idx="7">
                  <c:v>33.01099999999991</c:v>
                </c:pt>
                <c:pt idx="8">
                  <c:v>35.673</c:v>
                </c:pt>
                <c:pt idx="9">
                  <c:v>38.23499999999996</c:v>
                </c:pt>
                <c:pt idx="10">
                  <c:v>40.87600000000009</c:v>
                </c:pt>
                <c:pt idx="11">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Mexico</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19.997408108178156</c:v>
                </c:pt>
                <c:pt idx="1">
                  <c:v>1.6765915195778465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80.00259189182185</c:v>
                </c:pt>
                <c:pt idx="1">
                  <c:v>98.32340848042216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19.241</c:v>
                </c:pt>
                <c:pt idx="1">
                  <c:v>26.818</c:v>
                </c:pt>
                <c:pt idx="2">
                  <c:v>29.811</c:v>
                </c:pt>
                <c:pt idx="3">
                  <c:v>31.576999999999998</c:v>
                </c:pt>
                <c:pt idx="4">
                  <c:v>34.389</c:v>
                </c:pt>
                <c:pt idx="5">
                  <c:v>35.079</c:v>
                </c:pt>
                <c:pt idx="6">
                  <c:v>46.51</c:v>
                </c:pt>
                <c:pt idx="7">
                  <c:v>46.613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4614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47.823</c:v>
                </c:pt>
                <c:pt idx="4">
                  <c:v>51.159</c:v>
                </c:pt>
                <c:pt idx="5">
                  <c:v>54.488</c:v>
                </c:pt>
                <c:pt idx="6">
                  <c:v>56.579</c:v>
                </c:pt>
                <c:pt idx="7">
                  <c:v>59.99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0.38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85.815</c:v>
                </c:pt>
                <c:pt idx="6">
                  <c:v>88.291</c:v>
                </c:pt>
                <c:pt idx="7">
                  <c:v>95.932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8.548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33.276</c:v>
                </c:pt>
                <c:pt idx="3">
                  <c:v>41.11</c:v>
                </c:pt>
                <c:pt idx="4">
                  <c:v>41.994</c:v>
                </c:pt>
                <c:pt idx="5">
                  <c:v>44.285</c:v>
                </c:pt>
                <c:pt idx="6">
                  <c:v>46.529</c:v>
                </c:pt>
                <c:pt idx="7">
                  <c:v>62.844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4.210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30.581</c:v>
                </c:pt>
                <c:pt idx="2">
                  <c:v>36.034</c:v>
                </c:pt>
                <c:pt idx="3">
                  <c:v>36.07</c:v>
                </c:pt>
                <c:pt idx="4">
                  <c:v>36.216</c:v>
                </c:pt>
                <c:pt idx="5">
                  <c:v>40.746</c:v>
                </c:pt>
                <c:pt idx="6">
                  <c:v>41.871</c:v>
                </c:pt>
                <c:pt idx="7">
                  <c:v>48.519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015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Wavy Hair</c:v>
                </c:pt>
                <c:pt idx="5">
                  <c:v>Straight Hair</c:v>
                </c:pt>
                <c:pt idx="6">
                  <c:v>Curly Hair</c:v>
                </c:pt>
                <c:pt idx="7">
                  <c:v>All Hair Types</c:v>
                </c:pt>
              </c:strCache>
            </c:strRef>
          </c:cat>
          <c:val>
            <c:numRef>
              <c:f>Sheet1!$B$2:$B$9</c:f>
              <c:numCache>
                <c:formatCode>General</c:formatCode>
                <c:ptCount val="8"/>
                <c:pt idx="3">
                  <c:v>47.735</c:v>
                </c:pt>
                <c:pt idx="4">
                  <c:v>53.333</c:v>
                </c:pt>
                <c:pt idx="5">
                  <c:v>55.455</c:v>
                </c:pt>
                <c:pt idx="6">
                  <c:v>55.739</c:v>
                </c:pt>
                <c:pt idx="7">
                  <c:v>57.775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4185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64.64099999999999</c:v>
                </c:pt>
                <c:pt idx="5">
                  <c:v>67.439</c:v>
                </c:pt>
                <c:pt idx="6">
                  <c:v>67.806</c:v>
                </c:pt>
                <c:pt idx="7">
                  <c:v>70.151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002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270.038</c:v>
                </c:pt>
                <c:pt idx="2">
                  <c:v>292.793</c:v>
                </c:pt>
                <c:pt idx="3">
                  <c:v>309.377</c:v>
                </c:pt>
                <c:pt idx="4">
                  <c:v>336.564</c:v>
                </c:pt>
                <c:pt idx="5">
                  <c:v>373.182</c:v>
                </c:pt>
                <c:pt idx="6">
                  <c:v>426.047</c:v>
                </c:pt>
                <c:pt idx="7">
                  <c:v>461.42600000000004</c:v>
                </c:pt>
                <c:pt idx="8">
                  <c:v>512.85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270.038</c:v>
                </c:pt>
                <c:pt idx="1">
                  <c:v>22.755000000000003</c:v>
                </c:pt>
                <c:pt idx="2">
                  <c:v>16.583999999999996</c:v>
                </c:pt>
                <c:pt idx="3">
                  <c:v>27.186999999999998</c:v>
                </c:pt>
                <c:pt idx="4">
                  <c:v>36.618</c:v>
                </c:pt>
                <c:pt idx="5">
                  <c:v>52.865</c:v>
                </c:pt>
                <c:pt idx="6">
                  <c:v>35.379000000000005</c:v>
                </c:pt>
                <c:pt idx="7">
                  <c:v>51.42400000000001</c:v>
                </c:pt>
                <c:pt idx="8">
                  <c:v>46.35999999999999</c:v>
                </c:pt>
                <c:pt idx="9">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22.755000000000003</c:v>
                </c:pt>
                <c:pt idx="2">
                  <c:v>39.339</c:v>
                </c:pt>
                <c:pt idx="3">
                  <c:v>66.526</c:v>
                </c:pt>
                <c:pt idx="4">
                  <c:v>103.144</c:v>
                </c:pt>
                <c:pt idx="5">
                  <c:v>156.00900000000001</c:v>
                </c:pt>
                <c:pt idx="6">
                  <c:v>191.38800000000003</c:v>
                </c:pt>
                <c:pt idx="7">
                  <c:v>242.81200000000004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22.755000000000003</c:v>
                </c:pt>
                <c:pt idx="1">
                  <c:v>16.583999999999996</c:v>
                </c:pt>
                <c:pt idx="2">
                  <c:v>27.186999999999998</c:v>
                </c:pt>
                <c:pt idx="3">
                  <c:v>36.618</c:v>
                </c:pt>
                <c:pt idx="4">
                  <c:v>52.865</c:v>
                </c:pt>
                <c:pt idx="5">
                  <c:v>35.379000000000005</c:v>
                </c:pt>
                <c:pt idx="6">
                  <c:v>51.42400000000001</c:v>
                </c:pt>
                <c:pt idx="7">
                  <c:v>46.35999999999999</c:v>
                </c:pt>
                <c:pt idx="8">
                  <c:v>289.172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270.039</c:v>
                </c:pt>
                <c:pt idx="2">
                  <c:v>330.947</c:v>
                </c:pt>
                <c:pt idx="3">
                  <c:v>400.641</c:v>
                </c:pt>
                <c:pt idx="4">
                  <c:v>463.767</c:v>
                </c:pt>
                <c:pt idx="5">
                  <c:v>517.707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270.039</c:v>
                </c:pt>
                <c:pt idx="1">
                  <c:v>60.907999999999994</c:v>
                </c:pt>
                <c:pt idx="2">
                  <c:v>69.694</c:v>
                </c:pt>
                <c:pt idx="3">
                  <c:v>63.126</c:v>
                </c:pt>
                <c:pt idx="4">
                  <c:v>53.940000000000005</c:v>
                </c:pt>
                <c:pt idx="5">
                  <c:v>41.502</c:v>
                </c:pt>
                <c:pt idx="6">
                  <c:v>559.2090000000001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60.907999999999994</c:v>
                </c:pt>
                <c:pt idx="2">
                  <c:v>130.602</c:v>
                </c:pt>
                <c:pt idx="3">
                  <c:v>193.728</c:v>
                </c:pt>
                <c:pt idx="4">
                  <c:v>247.668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60.907999999999994</c:v>
                </c:pt>
                <c:pt idx="1">
                  <c:v>69.694</c:v>
                </c:pt>
                <c:pt idx="2">
                  <c:v>63.126</c:v>
                </c:pt>
                <c:pt idx="3">
                  <c:v>53.940000000000005</c:v>
                </c:pt>
                <c:pt idx="4">
                  <c:v>41.502</c:v>
                </c:pt>
                <c:pt idx="5">
                  <c:v>289.17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270.038</c:v>
                </c:pt>
                <c:pt idx="2">
                  <c:v>360.492</c:v>
                </c:pt>
                <c:pt idx="3">
                  <c:v>444.81500000000005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270.038</c:v>
                </c:pt>
                <c:pt idx="1">
                  <c:v>90.45400000000001</c:v>
                </c:pt>
                <c:pt idx="2">
                  <c:v>84.32300000000001</c:v>
                </c:pt>
                <c:pt idx="3">
                  <c:v>114.395</c:v>
                </c:pt>
                <c:pt idx="4">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90.45400000000001</c:v>
                </c:pt>
                <c:pt idx="2">
                  <c:v>174.77700000000002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90.45400000000001</c:v>
                </c:pt>
                <c:pt idx="1">
                  <c:v>84.32300000000001</c:v>
                </c:pt>
                <c:pt idx="2">
                  <c:v>114.395</c:v>
                </c:pt>
                <c:pt idx="3">
                  <c:v>289.172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270.03799999999995</c:v>
                </c:pt>
                <c:pt idx="2">
                  <c:v>322.948</c:v>
                </c:pt>
                <c:pt idx="3">
                  <c:v>370.05499999999995</c:v>
                </c:pt>
                <c:pt idx="4">
                  <c:v>418.0009999999999</c:v>
                </c:pt>
                <c:pt idx="5">
                  <c:v>456.65399999999994</c:v>
                </c:pt>
                <c:pt idx="6">
                  <c:v>516.933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270.03799999999995</c:v>
                </c:pt>
                <c:pt idx="1">
                  <c:v>52.910000000000004</c:v>
                </c:pt>
                <c:pt idx="2">
                  <c:v>47.107</c:v>
                </c:pt>
                <c:pt idx="3">
                  <c:v>47.94599999999999</c:v>
                </c:pt>
                <c:pt idx="4">
                  <c:v>38.653000000000006</c:v>
                </c:pt>
                <c:pt idx="5">
                  <c:v>60.278999999999996</c:v>
                </c:pt>
                <c:pt idx="6">
                  <c:v>42.276999999999994</c:v>
                </c:pt>
                <c:pt idx="7">
                  <c:v>559.21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52.910000000000004</c:v>
                </c:pt>
                <c:pt idx="2">
                  <c:v>100.017</c:v>
                </c:pt>
                <c:pt idx="3">
                  <c:v>147.963</c:v>
                </c:pt>
                <c:pt idx="4">
                  <c:v>186.61599999999999</c:v>
                </c:pt>
                <c:pt idx="5">
                  <c:v>246.89499999999998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52.910000000000004</c:v>
                </c:pt>
                <c:pt idx="1">
                  <c:v>47.107</c:v>
                </c:pt>
                <c:pt idx="2">
                  <c:v>47.94599999999999</c:v>
                </c:pt>
                <c:pt idx="3">
                  <c:v>38.653000000000006</c:v>
                </c:pt>
                <c:pt idx="4">
                  <c:v>60.278999999999996</c:v>
                </c:pt>
                <c:pt idx="5">
                  <c:v>42.276999999999994</c:v>
                </c:pt>
                <c:pt idx="6">
                  <c:v>289.17199999999997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270.037</c:v>
                </c:pt>
                <c:pt idx="2">
                  <c:v>301.32099999999997</c:v>
                </c:pt>
                <c:pt idx="3">
                  <c:v>351.20099999999996</c:v>
                </c:pt>
                <c:pt idx="4">
                  <c:v>385.16799999999995</c:v>
                </c:pt>
                <c:pt idx="5">
                  <c:v>422.84299999999996</c:v>
                </c:pt>
                <c:pt idx="6">
                  <c:v>480.025</c:v>
                </c:pt>
                <c:pt idx="7">
                  <c:v>506.38399999999996</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270.037</c:v>
                </c:pt>
                <c:pt idx="1">
                  <c:v>31.284</c:v>
                </c:pt>
                <c:pt idx="2">
                  <c:v>49.88</c:v>
                </c:pt>
                <c:pt idx="3">
                  <c:v>33.967000000000006</c:v>
                </c:pt>
                <c:pt idx="4">
                  <c:v>37.675000000000004</c:v>
                </c:pt>
                <c:pt idx="5">
                  <c:v>57.181999999999995</c:v>
                </c:pt>
                <c:pt idx="6">
                  <c:v>26.358999999999998</c:v>
                </c:pt>
                <c:pt idx="7">
                  <c:v>52.82699999999999</c:v>
                </c:pt>
                <c:pt idx="8">
                  <c:v>559.211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31.284</c:v>
                </c:pt>
                <c:pt idx="2">
                  <c:v>81.164</c:v>
                </c:pt>
                <c:pt idx="3">
                  <c:v>115.131</c:v>
                </c:pt>
                <c:pt idx="4">
                  <c:v>152.806</c:v>
                </c:pt>
                <c:pt idx="5">
                  <c:v>209.988</c:v>
                </c:pt>
                <c:pt idx="6">
                  <c:v>236.347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31.284</c:v>
                </c:pt>
                <c:pt idx="1">
                  <c:v>49.88</c:v>
                </c:pt>
                <c:pt idx="2">
                  <c:v>33.967000000000006</c:v>
                </c:pt>
                <c:pt idx="3">
                  <c:v>37.675000000000004</c:v>
                </c:pt>
                <c:pt idx="4">
                  <c:v>57.181999999999995</c:v>
                </c:pt>
                <c:pt idx="5">
                  <c:v>26.358999999999998</c:v>
                </c:pt>
                <c:pt idx="6">
                  <c:v>52.82699999999999</c:v>
                </c:pt>
                <c:pt idx="7">
                  <c:v>289.174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270.037</c:v>
                </c:pt>
                <c:pt idx="2">
                  <c:v>318.464</c:v>
                </c:pt>
                <c:pt idx="3">
                  <c:v>374.85</c:v>
                </c:pt>
                <c:pt idx="4">
                  <c:v>441.744</c:v>
                </c:pt>
                <c:pt idx="5">
                  <c:v>503.271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270.037</c:v>
                </c:pt>
                <c:pt idx="1">
                  <c:v>48.42700000000001</c:v>
                </c:pt>
                <c:pt idx="2">
                  <c:v>56.385999999999996</c:v>
                </c:pt>
                <c:pt idx="3">
                  <c:v>66.894</c:v>
                </c:pt>
                <c:pt idx="4">
                  <c:v>61.527</c:v>
                </c:pt>
                <c:pt idx="5">
                  <c:v>55.940000000000005</c:v>
                </c:pt>
                <c:pt idx="6">
                  <c:v>559.211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48.42700000000001</c:v>
                </c:pt>
                <c:pt idx="2">
                  <c:v>104.813</c:v>
                </c:pt>
                <c:pt idx="3">
                  <c:v>171.707</c:v>
                </c:pt>
                <c:pt idx="4">
                  <c:v>233.23399999999998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48.42700000000001</c:v>
                </c:pt>
                <c:pt idx="1">
                  <c:v>56.385999999999996</c:v>
                </c:pt>
                <c:pt idx="2">
                  <c:v>66.894</c:v>
                </c:pt>
                <c:pt idx="3">
                  <c:v>61.527</c:v>
                </c:pt>
                <c:pt idx="4">
                  <c:v>55.940000000000005</c:v>
                </c:pt>
                <c:pt idx="5">
                  <c:v>289.174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270.037</c:v>
                </c:pt>
                <c:pt idx="2">
                  <c:v>335.753</c:v>
                </c:pt>
                <c:pt idx="3">
                  <c:v>412.75399999999996</c:v>
                </c:pt>
                <c:pt idx="4">
                  <c:v>482.02199999999993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270.037</c:v>
                </c:pt>
                <c:pt idx="1">
                  <c:v>65.716</c:v>
                </c:pt>
                <c:pt idx="2">
                  <c:v>77.00099999999999</c:v>
                </c:pt>
                <c:pt idx="3">
                  <c:v>69.268</c:v>
                </c:pt>
                <c:pt idx="4">
                  <c:v>77.18699999999998</c:v>
                </c:pt>
                <c:pt idx="5">
                  <c:v>559.209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65.716</c:v>
                </c:pt>
                <c:pt idx="2">
                  <c:v>142.71699999999998</c:v>
                </c:pt>
                <c:pt idx="3">
                  <c:v>211.98499999999999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65.716</c:v>
                </c:pt>
                <c:pt idx="1">
                  <c:v>77.00099999999999</c:v>
                </c:pt>
                <c:pt idx="2">
                  <c:v>69.268</c:v>
                </c:pt>
                <c:pt idx="3">
                  <c:v>77.18699999999998</c:v>
                </c:pt>
                <c:pt idx="4">
                  <c:v>289.17199999999997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42.934</c:v>
                </c:pt>
                <c:pt idx="1">
                  <c:v>45.211999999999996</c:v>
                </c:pt>
                <c:pt idx="2">
                  <c:v>47.599000000000004</c:v>
                </c:pt>
                <c:pt idx="3">
                  <c:v>50.083999999999996</c:v>
                </c:pt>
                <c:pt idx="4">
                  <c:v>52.733000000000004</c:v>
                </c:pt>
                <c:pt idx="5">
                  <c:v>55.69</c:v>
                </c:pt>
                <c:pt idx="6">
                  <c:v>59.036</c:v>
                </c:pt>
                <c:pt idx="7">
                  <c:v>62.83500000000001</c:v>
                </c:pt>
                <c:pt idx="8">
                  <c:v>67.125</c:v>
                </c:pt>
                <c:pt idx="9">
                  <c:v>71.904</c:v>
                </c:pt>
                <c:pt idx="10">
                  <c:v>77.132</c:v>
                </c:pt>
                <c:pt idx="11">
                  <c:v>82.791</c:v>
                </c:pt>
                <c:pt idx="12">
                  <c:v>88.84100000000001</c:v>
                </c:pt>
                <c:pt idx="13">
                  <c:v>95.255</c:v>
                </c:pt>
                <c:pt idx="14">
                  <c:v>101.96099999999998</c:v>
                </c:pt>
                <c:pt idx="15">
                  <c:v>108.966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Colombia</c:v>
                </c:pt>
              </c:strCache>
            </c:strRef>
          </c:cat>
          <c:val>
            <c:numRef>
              <c:f>Sheet1!$B$2:$B$4</c:f>
              <c:numCache>
                <c:formatCode>General</c:formatCode>
                <c:ptCount val="3"/>
                <c:pt idx="0">
                  <c:v>0.05245930274733035</c:v>
                </c:pt>
                <c:pt idx="1">
                  <c:v>0.059594570018074444</c:v>
                </c:pt>
                <c:pt idx="2">
                  <c:v>0.06942757740518601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7272294970011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55.69</c:v>
                </c:pt>
                <c:pt idx="2">
                  <c:v>59.036</c:v>
                </c:pt>
                <c:pt idx="3">
                  <c:v>62.83500000000001</c:v>
                </c:pt>
                <c:pt idx="4">
                  <c:v>67.125</c:v>
                </c:pt>
                <c:pt idx="5">
                  <c:v>71.904</c:v>
                </c:pt>
                <c:pt idx="6">
                  <c:v>77.132</c:v>
                </c:pt>
                <c:pt idx="7">
                  <c:v>82.791</c:v>
                </c:pt>
                <c:pt idx="8">
                  <c:v>88.84100000000001</c:v>
                </c:pt>
                <c:pt idx="9">
                  <c:v>95.255</c:v>
                </c:pt>
                <c:pt idx="10">
                  <c:v>101.96099999999998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55.69</c:v>
                </c:pt>
                <c:pt idx="1">
                  <c:v>3.3460000000000036</c:v>
                </c:pt>
                <c:pt idx="2">
                  <c:v>3.7990000000000066</c:v>
                </c:pt>
                <c:pt idx="3">
                  <c:v>4.289999999999992</c:v>
                </c:pt>
                <c:pt idx="4">
                  <c:v>4.778999999999996</c:v>
                </c:pt>
                <c:pt idx="5">
                  <c:v>5.228000000000009</c:v>
                </c:pt>
                <c:pt idx="6">
                  <c:v>5.658999999999992</c:v>
                </c:pt>
                <c:pt idx="7">
                  <c:v>6.050000000000011</c:v>
                </c:pt>
                <c:pt idx="8">
                  <c:v>6.413999999999987</c:v>
                </c:pt>
                <c:pt idx="9">
                  <c:v>6.705999999999989</c:v>
                </c:pt>
                <c:pt idx="10">
                  <c:v>7.00500000000001</c:v>
                </c:pt>
                <c:pt idx="11">
                  <c:v>108.966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6.248380122319698</c:v>
                </c:pt>
                <c:pt idx="1">
                  <c:v>0.7039364063167959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93.7516198776803</c:v>
                </c:pt>
                <c:pt idx="1">
                  <c:v>99.2960635936832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54.843</c:v>
                </c:pt>
                <c:pt idx="1">
                  <c:v>58.032000000000004</c:v>
                </c:pt>
                <c:pt idx="2">
                  <c:v>61.386</c:v>
                </c:pt>
                <c:pt idx="3">
                  <c:v>64.93</c:v>
                </c:pt>
                <c:pt idx="4">
                  <c:v>68.733</c:v>
                </c:pt>
                <c:pt idx="5">
                  <c:v>73.24199999999999</c:v>
                </c:pt>
                <c:pt idx="6">
                  <c:v>78.40100000000001</c:v>
                </c:pt>
                <c:pt idx="7">
                  <c:v>84.344</c:v>
                </c:pt>
                <c:pt idx="8">
                  <c:v>91.16999999999999</c:v>
                </c:pt>
                <c:pt idx="9">
                  <c:v>98.93900000000001</c:v>
                </c:pt>
                <c:pt idx="10">
                  <c:v>107.61399999999999</c:v>
                </c:pt>
                <c:pt idx="11">
                  <c:v>117.227</c:v>
                </c:pt>
                <c:pt idx="12">
                  <c:v>127.74000000000001</c:v>
                </c:pt>
                <c:pt idx="13">
                  <c:v>139.178</c:v>
                </c:pt>
                <c:pt idx="14">
                  <c:v>151.503</c:v>
                </c:pt>
                <c:pt idx="15">
                  <c:v>164.765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Colombia</c:v>
                </c:pt>
              </c:strCache>
            </c:strRef>
          </c:cat>
          <c:val>
            <c:numRef>
              <c:f>Sheet1!$B$2:$B$4</c:f>
              <c:numCache>
                <c:formatCode>General</c:formatCode>
                <c:ptCount val="3"/>
                <c:pt idx="0">
                  <c:v>0.06658666629421717</c:v>
                </c:pt>
                <c:pt idx="1">
                  <c:v>0.07624186200883054</c:v>
                </c:pt>
                <c:pt idx="2">
                  <c:v>0.08445235641465221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4010681159780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73.24199999999999</c:v>
                </c:pt>
                <c:pt idx="2">
                  <c:v>78.40100000000001</c:v>
                </c:pt>
                <c:pt idx="3">
                  <c:v>84.344</c:v>
                </c:pt>
                <c:pt idx="4">
                  <c:v>91.16999999999999</c:v>
                </c:pt>
                <c:pt idx="5">
                  <c:v>98.93900000000001</c:v>
                </c:pt>
                <c:pt idx="6">
                  <c:v>107.61399999999999</c:v>
                </c:pt>
                <c:pt idx="7">
                  <c:v>117.227</c:v>
                </c:pt>
                <c:pt idx="8">
                  <c:v>127.74000000000001</c:v>
                </c:pt>
                <c:pt idx="9">
                  <c:v>139.178</c:v>
                </c:pt>
                <c:pt idx="10">
                  <c:v>151.503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73.24199999999999</c:v>
                </c:pt>
                <c:pt idx="1">
                  <c:v>5.15900000000002</c:v>
                </c:pt>
                <c:pt idx="2">
                  <c:v>5.942999999999984</c:v>
                </c:pt>
                <c:pt idx="3">
                  <c:v>6.825999999999993</c:v>
                </c:pt>
                <c:pt idx="4">
                  <c:v>7.76900000000002</c:v>
                </c:pt>
                <c:pt idx="5">
                  <c:v>8.674999999999983</c:v>
                </c:pt>
                <c:pt idx="6">
                  <c:v>9.613000000000014</c:v>
                </c:pt>
                <c:pt idx="7">
                  <c:v>10.513000000000005</c:v>
                </c:pt>
                <c:pt idx="8">
                  <c:v>11.437999999999988</c:v>
                </c:pt>
                <c:pt idx="9">
                  <c:v>12.324999999999989</c:v>
                </c:pt>
                <c:pt idx="10">
                  <c:v>13.262</c:v>
                </c:pt>
                <c:pt idx="11">
                  <c:v>164.765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Colombia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5.423866880436028</c:v>
                </c:pt>
                <c:pt idx="1">
                  <c:v>0.4547393925185367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94.57613311956398</c:v>
                </c:pt>
                <c:pt idx="1">
                  <c:v>99.54526060748147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5.149</c:v>
                </c:pt>
                <c:pt idx="1">
                  <c:v>7.077</c:v>
                </c:pt>
                <c:pt idx="2">
                  <c:v>7.701</c:v>
                </c:pt>
                <c:pt idx="3">
                  <c:v>8.137</c:v>
                </c:pt>
                <c:pt idx="4">
                  <c:v>9.185</c:v>
                </c:pt>
                <c:pt idx="5">
                  <c:v>10.223</c:v>
                </c:pt>
                <c:pt idx="6">
                  <c:v>11.327</c:v>
                </c:pt>
                <c:pt idx="7">
                  <c:v>14.443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353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12.977</c:v>
                </c:pt>
                <c:pt idx="4">
                  <c:v>13.851</c:v>
                </c:pt>
                <c:pt idx="5">
                  <c:v>14.769</c:v>
                </c:pt>
                <c:pt idx="6">
                  <c:v>15.361</c:v>
                </c:pt>
                <c:pt idx="7">
                  <c:v>16.282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8178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22.928</c:v>
                </c:pt>
                <c:pt idx="6">
                  <c:v>23.608</c:v>
                </c:pt>
                <c:pt idx="7">
                  <c:v>26.705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784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Online Marketplaces</c:v>
                </c:pt>
                <c:pt idx="6">
                  <c:v>Salon and Professiona…</c:v>
                </c:pt>
                <c:pt idx="7">
                  <c:v>Mass Retail</c:v>
                </c:pt>
              </c:strCache>
            </c:strRef>
          </c:cat>
          <c:val>
            <c:numRef>
              <c:f>Sheet1!$B$2:$B$9</c:f>
              <c:numCache>
                <c:formatCode>General</c:formatCode>
                <c:ptCount val="8"/>
                <c:pt idx="2">
                  <c:v>9.156</c:v>
                </c:pt>
                <c:pt idx="3">
                  <c:v>11.019</c:v>
                </c:pt>
                <c:pt idx="4">
                  <c:v>11.102</c:v>
                </c:pt>
                <c:pt idx="5">
                  <c:v>11.941</c:v>
                </c:pt>
                <c:pt idx="6">
                  <c:v>13.575</c:v>
                </c:pt>
                <c:pt idx="7">
                  <c:v>16.448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040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Volume and Root Lift</c:v>
                </c:pt>
                <c:pt idx="4">
                  <c:v>Heat Styling Support</c:v>
                </c:pt>
                <c:pt idx="5">
                  <c:v>Hold and Shape</c:v>
                </c:pt>
                <c:pt idx="6">
                  <c:v>Curl Definition</c:v>
                </c:pt>
                <c:pt idx="7">
                  <c:v>Smoothing and Frizz C…</c:v>
                </c:pt>
              </c:strCache>
            </c:strRef>
          </c:cat>
          <c:val>
            <c:numRef>
              <c:f>Sheet1!$B$2:$B$9</c:f>
              <c:numCache>
                <c:formatCode>General</c:formatCode>
                <c:ptCount val="8"/>
                <c:pt idx="1">
                  <c:v>8.149</c:v>
                </c:pt>
                <c:pt idx="2">
                  <c:v>9.493</c:v>
                </c:pt>
                <c:pt idx="3">
                  <c:v>9.636</c:v>
                </c:pt>
                <c:pt idx="4">
                  <c:v>9.657</c:v>
                </c:pt>
                <c:pt idx="5">
                  <c:v>10.842</c:v>
                </c:pt>
                <c:pt idx="6">
                  <c:v>12.473</c:v>
                </c:pt>
                <c:pt idx="7">
                  <c:v>12.991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7.407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Coily Hair</c:v>
                </c:pt>
                <c:pt idx="6">
                  <c:v>All Hair Types</c:v>
                </c:pt>
                <c:pt idx="7">
                  <c:v>Curly Hair</c:v>
                </c:pt>
              </c:strCache>
            </c:strRef>
          </c:cat>
          <c:val>
            <c:numRef>
              <c:f>Sheet1!$B$2:$B$9</c:f>
              <c:numCache>
                <c:formatCode>General</c:formatCode>
                <c:ptCount val="8"/>
                <c:pt idx="3">
                  <c:v>13.742</c:v>
                </c:pt>
                <c:pt idx="4">
                  <c:v>14.177</c:v>
                </c:pt>
                <c:pt idx="5">
                  <c:v>14.484</c:v>
                </c:pt>
                <c:pt idx="6">
                  <c:v>14.946</c:v>
                </c:pt>
                <c:pt idx="7">
                  <c:v>15.892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295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17.472</c:v>
                </c:pt>
                <c:pt idx="5">
                  <c:v>18.329</c:v>
                </c:pt>
                <c:pt idx="6">
                  <c:v>18.445</c:v>
                </c:pt>
                <c:pt idx="7">
                  <c:v>18.997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5.455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73.24199999999999</c:v>
                </c:pt>
                <c:pt idx="2">
                  <c:v>81.40099999999998</c:v>
                </c:pt>
                <c:pt idx="3">
                  <c:v>86.65799999999999</c:v>
                </c:pt>
                <c:pt idx="4">
                  <c:v>94.53899999999999</c:v>
                </c:pt>
                <c:pt idx="5">
                  <c:v>106.37499999999999</c:v>
                </c:pt>
                <c:pt idx="6">
                  <c:v>118.59699999999998</c:v>
                </c:pt>
                <c:pt idx="7">
                  <c:v>128.85399999999998</c:v>
                </c:pt>
                <c:pt idx="8">
                  <c:v>148.173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73.24199999999999</c:v>
                </c:pt>
                <c:pt idx="1">
                  <c:v>8.158999999999999</c:v>
                </c:pt>
                <c:pt idx="2">
                  <c:v>5.257000000000001</c:v>
                </c:pt>
                <c:pt idx="3">
                  <c:v>7.881000000000001</c:v>
                </c:pt>
                <c:pt idx="4">
                  <c:v>11.836</c:v>
                </c:pt>
                <c:pt idx="5">
                  <c:v>12.222</c:v>
                </c:pt>
                <c:pt idx="6">
                  <c:v>10.257</c:v>
                </c:pt>
                <c:pt idx="7">
                  <c:v>19.319000000000003</c:v>
                </c:pt>
                <c:pt idx="8">
                  <c:v>16.592</c:v>
                </c:pt>
                <c:pt idx="9">
                  <c:v>164.765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8.158999999999999</c:v>
                </c:pt>
                <c:pt idx="2">
                  <c:v>13.416</c:v>
                </c:pt>
                <c:pt idx="3">
                  <c:v>21.297</c:v>
                </c:pt>
                <c:pt idx="4">
                  <c:v>33.133</c:v>
                </c:pt>
                <c:pt idx="5">
                  <c:v>45.355000000000004</c:v>
                </c:pt>
                <c:pt idx="6">
                  <c:v>55.612</c:v>
                </c:pt>
                <c:pt idx="7">
                  <c:v>74.93100000000001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8.158999999999999</c:v>
                </c:pt>
                <c:pt idx="1">
                  <c:v>5.257000000000001</c:v>
                </c:pt>
                <c:pt idx="2">
                  <c:v>7.881000000000001</c:v>
                </c:pt>
                <c:pt idx="3">
                  <c:v>11.836</c:v>
                </c:pt>
                <c:pt idx="4">
                  <c:v>12.222</c:v>
                </c:pt>
                <c:pt idx="5">
                  <c:v>10.257</c:v>
                </c:pt>
                <c:pt idx="6">
                  <c:v>19.319000000000003</c:v>
                </c:pt>
                <c:pt idx="7">
                  <c:v>16.592</c:v>
                </c:pt>
                <c:pt idx="8">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73.24000000000001</c:v>
                </c:pt>
                <c:pt idx="2">
                  <c:v>92.39500000000001</c:v>
                </c:pt>
                <c:pt idx="3">
                  <c:v>114.185</c:v>
                </c:pt>
                <c:pt idx="4">
                  <c:v>134.179</c:v>
                </c:pt>
                <c:pt idx="5">
                  <c:v>151.397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73.24000000000001</c:v>
                </c:pt>
                <c:pt idx="1">
                  <c:v>19.155</c:v>
                </c:pt>
                <c:pt idx="2">
                  <c:v>21.79</c:v>
                </c:pt>
                <c:pt idx="3">
                  <c:v>19.994000000000003</c:v>
                </c:pt>
                <c:pt idx="4">
                  <c:v>17.218</c:v>
                </c:pt>
                <c:pt idx="5">
                  <c:v>13.366</c:v>
                </c:pt>
                <c:pt idx="6">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19.155</c:v>
                </c:pt>
                <c:pt idx="2">
                  <c:v>40.945</c:v>
                </c:pt>
                <c:pt idx="3">
                  <c:v>60.93900000000001</c:v>
                </c:pt>
                <c:pt idx="4">
                  <c:v>78.15700000000001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19.155</c:v>
                </c:pt>
                <c:pt idx="1">
                  <c:v>21.79</c:v>
                </c:pt>
                <c:pt idx="2">
                  <c:v>19.994000000000003</c:v>
                </c:pt>
                <c:pt idx="3">
                  <c:v>17.218</c:v>
                </c:pt>
                <c:pt idx="4">
                  <c:v>13.366</c:v>
                </c:pt>
                <c:pt idx="5">
                  <c:v>91.52300000000001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73.241</c:v>
                </c:pt>
                <c:pt idx="2">
                  <c:v>101.388</c:v>
                </c:pt>
                <c:pt idx="3">
                  <c:v>127.843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73.241</c:v>
                </c:pt>
                <c:pt idx="1">
                  <c:v>28.147000000000002</c:v>
                </c:pt>
                <c:pt idx="2">
                  <c:v>26.455000000000002</c:v>
                </c:pt>
                <c:pt idx="3">
                  <c:v>36.921</c:v>
                </c:pt>
                <c:pt idx="4">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28.147000000000002</c:v>
                </c:pt>
                <c:pt idx="2">
                  <c:v>54.602000000000004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28.147000000000002</c:v>
                </c:pt>
                <c:pt idx="1">
                  <c:v>26.455000000000002</c:v>
                </c:pt>
                <c:pt idx="2">
                  <c:v>36.921</c:v>
                </c:pt>
                <c:pt idx="3">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73.24100000000001</c:v>
                </c:pt>
                <c:pt idx="2">
                  <c:v>89.03000000000002</c:v>
                </c:pt>
                <c:pt idx="3">
                  <c:v>104.13800000000002</c:v>
                </c:pt>
                <c:pt idx="4">
                  <c:v>120.60300000000002</c:v>
                </c:pt>
                <c:pt idx="5">
                  <c:v>132.58100000000002</c:v>
                </c:pt>
                <c:pt idx="6">
                  <c:v>151.484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73.24100000000001</c:v>
                </c:pt>
                <c:pt idx="1">
                  <c:v>15.789000000000001</c:v>
                </c:pt>
                <c:pt idx="2">
                  <c:v>15.107999999999999</c:v>
                </c:pt>
                <c:pt idx="3">
                  <c:v>16.465</c:v>
                </c:pt>
                <c:pt idx="4">
                  <c:v>11.977999999999998</c:v>
                </c:pt>
                <c:pt idx="5">
                  <c:v>18.903</c:v>
                </c:pt>
                <c:pt idx="6">
                  <c:v>13.278999999999998</c:v>
                </c:pt>
                <c:pt idx="7">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15.789000000000001</c:v>
                </c:pt>
                <c:pt idx="2">
                  <c:v>30.897</c:v>
                </c:pt>
                <c:pt idx="3">
                  <c:v>47.361999999999995</c:v>
                </c:pt>
                <c:pt idx="4">
                  <c:v>59.33999999999999</c:v>
                </c:pt>
                <c:pt idx="5">
                  <c:v>78.243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15.789000000000001</c:v>
                </c:pt>
                <c:pt idx="1">
                  <c:v>15.107999999999999</c:v>
                </c:pt>
                <c:pt idx="2">
                  <c:v>16.465</c:v>
                </c:pt>
                <c:pt idx="3">
                  <c:v>11.977999999999998</c:v>
                </c:pt>
                <c:pt idx="4">
                  <c:v>18.903</c:v>
                </c:pt>
                <c:pt idx="5">
                  <c:v>13.278999999999998</c:v>
                </c:pt>
                <c:pt idx="6">
                  <c:v>91.52199999999999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73.241</c:v>
                </c:pt>
                <c:pt idx="2">
                  <c:v>83.148</c:v>
                </c:pt>
                <c:pt idx="3">
                  <c:v>102.739</c:v>
                </c:pt>
                <c:pt idx="4">
                  <c:v>113.346</c:v>
                </c:pt>
                <c:pt idx="5">
                  <c:v>124.84400000000001</c:v>
                </c:pt>
                <c:pt idx="6">
                  <c:v>142.517</c:v>
                </c:pt>
                <c:pt idx="7">
                  <c:v>150.79999999999998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73.241</c:v>
                </c:pt>
                <c:pt idx="1">
                  <c:v>9.906999999999998</c:v>
                </c:pt>
                <c:pt idx="2">
                  <c:v>19.591</c:v>
                </c:pt>
                <c:pt idx="3">
                  <c:v>10.607</c:v>
                </c:pt>
                <c:pt idx="4">
                  <c:v>11.498</c:v>
                </c:pt>
                <c:pt idx="5">
                  <c:v>17.673000000000002</c:v>
                </c:pt>
                <c:pt idx="6">
                  <c:v>8.283</c:v>
                </c:pt>
                <c:pt idx="7">
                  <c:v>13.963000000000001</c:v>
                </c:pt>
                <c:pt idx="8">
                  <c:v>164.763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9.906999999999998</c:v>
                </c:pt>
                <c:pt idx="2">
                  <c:v>29.497999999999998</c:v>
                </c:pt>
                <c:pt idx="3">
                  <c:v>40.105</c:v>
                </c:pt>
                <c:pt idx="4">
                  <c:v>51.602999999999994</c:v>
                </c:pt>
                <c:pt idx="5">
                  <c:v>69.276</c:v>
                </c:pt>
                <c:pt idx="6">
                  <c:v>77.559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9.906999999999998</c:v>
                </c:pt>
                <c:pt idx="1">
                  <c:v>19.591</c:v>
                </c:pt>
                <c:pt idx="2">
                  <c:v>10.607</c:v>
                </c:pt>
                <c:pt idx="3">
                  <c:v>11.498</c:v>
                </c:pt>
                <c:pt idx="4">
                  <c:v>17.673000000000002</c:v>
                </c:pt>
                <c:pt idx="5">
                  <c:v>8.283</c:v>
                </c:pt>
                <c:pt idx="6">
                  <c:v>13.963000000000001</c:v>
                </c:pt>
                <c:pt idx="7">
                  <c:v>91.52199999999999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73.241</c:v>
                </c:pt>
                <c:pt idx="2">
                  <c:v>87.78399999999999</c:v>
                </c:pt>
                <c:pt idx="3">
                  <c:v>104.582</c:v>
                </c:pt>
                <c:pt idx="4">
                  <c:v>126.54499999999999</c:v>
                </c:pt>
                <c:pt idx="5">
                  <c:v>147.90099999999998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73.241</c:v>
                </c:pt>
                <c:pt idx="1">
                  <c:v>14.543</c:v>
                </c:pt>
                <c:pt idx="2">
                  <c:v>16.798</c:v>
                </c:pt>
                <c:pt idx="3">
                  <c:v>21.962999999999997</c:v>
                </c:pt>
                <c:pt idx="4">
                  <c:v>21.356</c:v>
                </c:pt>
                <c:pt idx="5">
                  <c:v>16.863</c:v>
                </c:pt>
                <c:pt idx="6">
                  <c:v>164.76399999999998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14.543</c:v>
                </c:pt>
                <c:pt idx="2">
                  <c:v>31.340999999999998</c:v>
                </c:pt>
                <c:pt idx="3">
                  <c:v>53.303999999999995</c:v>
                </c:pt>
                <c:pt idx="4">
                  <c:v>74.66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14.543</c:v>
                </c:pt>
                <c:pt idx="1">
                  <c:v>16.798</c:v>
                </c:pt>
                <c:pt idx="2">
                  <c:v>21.962999999999997</c:v>
                </c:pt>
                <c:pt idx="3">
                  <c:v>21.356</c:v>
                </c:pt>
                <c:pt idx="4">
                  <c:v>16.863</c:v>
                </c:pt>
                <c:pt idx="5">
                  <c:v>91.523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73.243</c:v>
                </c:pt>
                <c:pt idx="2">
                  <c:v>92.59299999999999</c:v>
                </c:pt>
                <c:pt idx="3">
                  <c:v>116.78299999999999</c:v>
                </c:pt>
                <c:pt idx="4">
                  <c:v>138.654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73.243</c:v>
                </c:pt>
                <c:pt idx="1">
                  <c:v>19.35</c:v>
                </c:pt>
                <c:pt idx="2">
                  <c:v>24.189999999999998</c:v>
                </c:pt>
                <c:pt idx="3">
                  <c:v>21.871000000000002</c:v>
                </c:pt>
                <c:pt idx="4">
                  <c:v>26.109999999999992</c:v>
                </c:pt>
                <c:pt idx="5">
                  <c:v>164.764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19.35</c:v>
                </c:pt>
                <c:pt idx="2">
                  <c:v>43.54</c:v>
                </c:pt>
                <c:pt idx="3">
                  <c:v>65.411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19.35</c:v>
                </c:pt>
                <c:pt idx="1">
                  <c:v>24.189999999999998</c:v>
                </c:pt>
                <c:pt idx="2">
                  <c:v>21.871000000000002</c:v>
                </c:pt>
                <c:pt idx="3">
                  <c:v>26.109999999999992</c:v>
                </c:pt>
                <c:pt idx="4">
                  <c:v>91.52099999999999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162.98399999999998</c:v>
                </c:pt>
                <c:pt idx="1">
                  <c:v>171.20299999999997</c:v>
                </c:pt>
                <c:pt idx="2">
                  <c:v>179.776</c:v>
                </c:pt>
                <c:pt idx="3">
                  <c:v>188.69</c:v>
                </c:pt>
                <c:pt idx="4">
                  <c:v>198.16899999999998</c:v>
                </c:pt>
                <c:pt idx="5">
                  <c:v>208.73999999999998</c:v>
                </c:pt>
                <c:pt idx="6">
                  <c:v>220.647</c:v>
                </c:pt>
                <c:pt idx="7">
                  <c:v>234.12</c:v>
                </c:pt>
                <c:pt idx="8">
                  <c:v>249.292</c:v>
                </c:pt>
                <c:pt idx="9">
                  <c:v>266.13800000000003</c:v>
                </c:pt>
                <c:pt idx="10">
                  <c:v>284.507</c:v>
                </c:pt>
                <c:pt idx="11">
                  <c:v>304.33799999999997</c:v>
                </c:pt>
                <c:pt idx="12">
                  <c:v>325.45799999999997</c:v>
                </c:pt>
                <c:pt idx="13">
                  <c:v>347.77700000000004</c:v>
                </c:pt>
                <c:pt idx="14">
                  <c:v>371.03999999999996</c:v>
                </c:pt>
                <c:pt idx="15">
                  <c:v>395.26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Rest of Latin America</c:v>
                </c:pt>
              </c:strCache>
            </c:strRef>
          </c:cat>
          <c:val>
            <c:numRef>
              <c:f>Sheet1!$B$2:$B$4</c:f>
              <c:numCache>
                <c:formatCode>General</c:formatCode>
                <c:ptCount val="3"/>
                <c:pt idx="0">
                  <c:v>0.05245930274733035</c:v>
                </c:pt>
                <c:pt idx="1">
                  <c:v>0.059594570018074444</c:v>
                </c:pt>
                <c:pt idx="2">
                  <c:v>0.06592762749377479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0022971165959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208.73999999999998</c:v>
                </c:pt>
                <c:pt idx="2">
                  <c:v>220.647</c:v>
                </c:pt>
                <c:pt idx="3">
                  <c:v>234.12</c:v>
                </c:pt>
                <c:pt idx="4">
                  <c:v>249.292</c:v>
                </c:pt>
                <c:pt idx="5">
                  <c:v>266.13800000000003</c:v>
                </c:pt>
                <c:pt idx="6">
                  <c:v>284.507</c:v>
                </c:pt>
                <c:pt idx="7">
                  <c:v>304.33799999999997</c:v>
                </c:pt>
                <c:pt idx="8">
                  <c:v>325.45799999999997</c:v>
                </c:pt>
                <c:pt idx="9">
                  <c:v>347.77700000000004</c:v>
                </c:pt>
                <c:pt idx="10">
                  <c:v>371.03999999999996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208.73999999999998</c:v>
                </c:pt>
                <c:pt idx="1">
                  <c:v>11.90700000000001</c:v>
                </c:pt>
                <c:pt idx="2">
                  <c:v>13.473000000000013</c:v>
                </c:pt>
                <c:pt idx="3">
                  <c:v>15.171999999999997</c:v>
                </c:pt>
                <c:pt idx="4">
                  <c:v>16.846000000000032</c:v>
                </c:pt>
                <c:pt idx="5">
                  <c:v>18.36899999999997</c:v>
                </c:pt>
                <c:pt idx="6">
                  <c:v>19.83099999999996</c:v>
                </c:pt>
                <c:pt idx="7">
                  <c:v>21.120000000000005</c:v>
                </c:pt>
                <c:pt idx="8">
                  <c:v>22.319000000000074</c:v>
                </c:pt>
                <c:pt idx="9">
                  <c:v>23.26299999999992</c:v>
                </c:pt>
                <c:pt idx="10">
                  <c:v>24.220000000000027</c:v>
                </c:pt>
                <c:pt idx="11">
                  <c:v>395.26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23.420486025013716</c:v>
                </c:pt>
                <c:pt idx="1">
                  <c:v>2.6385290977656304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76.57951397498628</c:v>
                </c:pt>
                <c:pt idx="1">
                  <c:v>97.36147090223437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207.48000000000002</c:v>
                </c:pt>
                <c:pt idx="1">
                  <c:v>219.10199999999998</c:v>
                </c:pt>
                <c:pt idx="2">
                  <c:v>231.331</c:v>
                </c:pt>
                <c:pt idx="3">
                  <c:v>244.27499999999998</c:v>
                </c:pt>
                <c:pt idx="4">
                  <c:v>258.14599999999996</c:v>
                </c:pt>
                <c:pt idx="5">
                  <c:v>274.746</c:v>
                </c:pt>
                <c:pt idx="6">
                  <c:v>293.75800000000004</c:v>
                </c:pt>
                <c:pt idx="7">
                  <c:v>315.68600000000004</c:v>
                </c:pt>
                <c:pt idx="8">
                  <c:v>340.85900000000004</c:v>
                </c:pt>
                <c:pt idx="9">
                  <c:v>369.626</c:v>
                </c:pt>
                <c:pt idx="10">
                  <c:v>401.79200000000003</c:v>
                </c:pt>
                <c:pt idx="11">
                  <c:v>437.44100000000003</c:v>
                </c:pt>
                <c:pt idx="12">
                  <c:v>476.443</c:v>
                </c:pt>
                <c:pt idx="13">
                  <c:v>518.953</c:v>
                </c:pt>
                <c:pt idx="14">
                  <c:v>564.835</c:v>
                </c:pt>
                <c:pt idx="15">
                  <c:v>614.387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Latin America</c:v>
                </c:pt>
                <c:pt idx="2">
                  <c:v>Rest of Latin America</c:v>
                </c:pt>
              </c:strCache>
            </c:strRef>
          </c:cat>
          <c:val>
            <c:numRef>
              <c:f>Sheet1!$B$2:$B$4</c:f>
              <c:numCache>
                <c:formatCode>General</c:formatCode>
                <c:ptCount val="3"/>
                <c:pt idx="0">
                  <c:v>0.06658666629421717</c:v>
                </c:pt>
                <c:pt idx="1">
                  <c:v>0.07624186200883054</c:v>
                </c:pt>
                <c:pt idx="2">
                  <c:v>0.08380478463734665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31364592604179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274.746</c:v>
                </c:pt>
                <c:pt idx="2">
                  <c:v>293.75800000000004</c:v>
                </c:pt>
                <c:pt idx="3">
                  <c:v>315.68600000000004</c:v>
                </c:pt>
                <c:pt idx="4">
                  <c:v>340.85900000000004</c:v>
                </c:pt>
                <c:pt idx="5">
                  <c:v>369.626</c:v>
                </c:pt>
                <c:pt idx="6">
                  <c:v>401.79200000000003</c:v>
                </c:pt>
                <c:pt idx="7">
                  <c:v>437.44100000000003</c:v>
                </c:pt>
                <c:pt idx="8">
                  <c:v>476.443</c:v>
                </c:pt>
                <c:pt idx="9">
                  <c:v>518.953</c:v>
                </c:pt>
                <c:pt idx="10">
                  <c:v>564.835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274.746</c:v>
                </c:pt>
                <c:pt idx="1">
                  <c:v>19.012000000000057</c:v>
                </c:pt>
                <c:pt idx="2">
                  <c:v>21.927999999999997</c:v>
                </c:pt>
                <c:pt idx="3">
                  <c:v>25.173000000000002</c:v>
                </c:pt>
                <c:pt idx="4">
                  <c:v>28.76699999999994</c:v>
                </c:pt>
                <c:pt idx="5">
                  <c:v>32.166000000000054</c:v>
                </c:pt>
                <c:pt idx="6">
                  <c:v>35.649</c:v>
                </c:pt>
                <c:pt idx="7">
                  <c:v>39.00199999999995</c:v>
                </c:pt>
                <c:pt idx="8">
                  <c:v>42.50999999999999</c:v>
                </c:pt>
                <c:pt idx="9">
                  <c:v>45.88200000000006</c:v>
                </c:pt>
                <c:pt idx="10">
                  <c:v>49.55199999999991</c:v>
                </c:pt>
                <c:pt idx="11">
                  <c:v>614.387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Latin America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Sheet1!$B$2:$B$3</c:f>
              <c:numCache>
                <c:formatCode>General</c:formatCode>
                <c:ptCount val="2"/>
                <c:pt idx="0">
                  <c:v>20.346054585241763</c:v>
                </c:pt>
                <c:pt idx="1">
                  <c:v>1.7058221940539293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Latin America</c:v>
                </c:pt>
                <c:pt idx="1">
                  <c:v>Share of Global</c:v>
                </c:pt>
              </c:strCache>
            </c:strRef>
          </c:cat>
          <c:val>
            <c:numRef>
              <c:f>Sheet1!$C$2:$C$3</c:f>
              <c:numCache>
                <c:formatCode>General</c:formatCode>
                <c:ptCount val="2"/>
                <c:pt idx="0">
                  <c:v>79.65394541475824</c:v>
                </c:pt>
                <c:pt idx="1">
                  <c:v>98.29417780594608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19.457</c:v>
                </c:pt>
                <c:pt idx="1">
                  <c:v>26.847</c:v>
                </c:pt>
                <c:pt idx="2">
                  <c:v>28.762</c:v>
                </c:pt>
                <c:pt idx="3">
                  <c:v>31.5</c:v>
                </c:pt>
                <c:pt idx="4">
                  <c:v>34.722</c:v>
                </c:pt>
                <c:pt idx="5">
                  <c:v>37.089</c:v>
                </c:pt>
                <c:pt idx="6">
                  <c:v>42.97</c:v>
                </c:pt>
                <c:pt idx="7">
                  <c:v>53.399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5546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48.674</c:v>
                </c:pt>
                <c:pt idx="4">
                  <c:v>51.99</c:v>
                </c:pt>
                <c:pt idx="5">
                  <c:v>55.415</c:v>
                </c:pt>
                <c:pt idx="6">
                  <c:v>57.604</c:v>
                </c:pt>
                <c:pt idx="7">
                  <c:v>61.064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1.825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86.808</c:v>
                </c:pt>
                <c:pt idx="6">
                  <c:v>89.348</c:v>
                </c:pt>
                <c:pt idx="7">
                  <c:v>98.59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2.11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33.814</c:v>
                </c:pt>
                <c:pt idx="3">
                  <c:v>42.099</c:v>
                </c:pt>
                <c:pt idx="4">
                  <c:v>42.751</c:v>
                </c:pt>
                <c:pt idx="5">
                  <c:v>45.035</c:v>
                </c:pt>
                <c:pt idx="6">
                  <c:v>47.627</c:v>
                </c:pt>
                <c:pt idx="7">
                  <c:v>63.422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4.985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Hold and Shape</c:v>
                </c:pt>
                <c:pt idx="6">
                  <c:v>Curl Definition</c:v>
                </c:pt>
                <c:pt idx="7">
                  <c:v>Smoothing and Frizz C…</c:v>
                </c:pt>
              </c:strCache>
            </c:strRef>
          </c:cat>
          <c:val>
            <c:numRef>
              <c:f>Sheet1!$B$2:$B$9</c:f>
              <c:numCache>
                <c:formatCode>General</c:formatCode>
                <c:ptCount val="8"/>
                <c:pt idx="1">
                  <c:v>30.84</c:v>
                </c:pt>
                <c:pt idx="2">
                  <c:v>36.408</c:v>
                </c:pt>
                <c:pt idx="3">
                  <c:v>36.431</c:v>
                </c:pt>
                <c:pt idx="4">
                  <c:v>36.503</c:v>
                </c:pt>
                <c:pt idx="5">
                  <c:v>41.202</c:v>
                </c:pt>
                <c:pt idx="6">
                  <c:v>45.966</c:v>
                </c:pt>
                <c:pt idx="7">
                  <c:v>47.397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511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Coily Hair</c:v>
                </c:pt>
                <c:pt idx="5">
                  <c:v>Straight Hair</c:v>
                </c:pt>
                <c:pt idx="6">
                  <c:v>All Hair Types</c:v>
                </c:pt>
                <c:pt idx="7">
                  <c:v>Curly Hair</c:v>
                </c:pt>
              </c:strCache>
            </c:strRef>
          </c:cat>
          <c:val>
            <c:numRef>
              <c:f>Sheet1!$B$2:$B$9</c:f>
              <c:numCache>
                <c:formatCode>General</c:formatCode>
                <c:ptCount val="8"/>
                <c:pt idx="3">
                  <c:v>52.082</c:v>
                </c:pt>
                <c:pt idx="4">
                  <c:v>54.065</c:v>
                </c:pt>
                <c:pt idx="5">
                  <c:v>54.259</c:v>
                </c:pt>
                <c:pt idx="6">
                  <c:v>56.878</c:v>
                </c:pt>
                <c:pt idx="7">
                  <c:v>57.463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000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65.85</c:v>
                </c:pt>
                <c:pt idx="5">
                  <c:v>68.543</c:v>
                </c:pt>
                <c:pt idx="6">
                  <c:v>69.059</c:v>
                </c:pt>
                <c:pt idx="7">
                  <c:v>71.295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5.535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274.746</c:v>
                </c:pt>
                <c:pt idx="2">
                  <c:v>303.599</c:v>
                </c:pt>
                <c:pt idx="3">
                  <c:v>322.616</c:v>
                </c:pt>
                <c:pt idx="4">
                  <c:v>347.846</c:v>
                </c:pt>
                <c:pt idx="5">
                  <c:v>393.9</c:v>
                </c:pt>
                <c:pt idx="6">
                  <c:v>447.589</c:v>
                </c:pt>
                <c:pt idx="7">
                  <c:v>483.902</c:v>
                </c:pt>
                <c:pt idx="8">
                  <c:v>559.045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274.746</c:v>
                </c:pt>
                <c:pt idx="1">
                  <c:v>28.852999999999994</c:v>
                </c:pt>
                <c:pt idx="2">
                  <c:v>19.017000000000003</c:v>
                </c:pt>
                <c:pt idx="3">
                  <c:v>25.229999999999997</c:v>
                </c:pt>
                <c:pt idx="4">
                  <c:v>46.054</c:v>
                </c:pt>
                <c:pt idx="5">
                  <c:v>53.68900000000001</c:v>
                </c:pt>
                <c:pt idx="6">
                  <c:v>36.312999999999995</c:v>
                </c:pt>
                <c:pt idx="7">
                  <c:v>75.143</c:v>
                </c:pt>
                <c:pt idx="8">
                  <c:v>55.34199999999999</c:v>
                </c:pt>
                <c:pt idx="9">
                  <c:v>614.387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28.852999999999994</c:v>
                </c:pt>
                <c:pt idx="2">
                  <c:v>47.87</c:v>
                </c:pt>
                <c:pt idx="3">
                  <c:v>73.1</c:v>
                </c:pt>
                <c:pt idx="4">
                  <c:v>119.154</c:v>
                </c:pt>
                <c:pt idx="5">
                  <c:v>172.84300000000002</c:v>
                </c:pt>
                <c:pt idx="6">
                  <c:v>209.156</c:v>
                </c:pt>
                <c:pt idx="7">
                  <c:v>284.299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28.852999999999994</c:v>
                </c:pt>
                <c:pt idx="1">
                  <c:v>19.017000000000003</c:v>
                </c:pt>
                <c:pt idx="2">
                  <c:v>25.229999999999997</c:v>
                </c:pt>
                <c:pt idx="3">
                  <c:v>46.054</c:v>
                </c:pt>
                <c:pt idx="4">
                  <c:v>53.68900000000001</c:v>
                </c:pt>
                <c:pt idx="5">
                  <c:v>36.312999999999995</c:v>
                </c:pt>
                <c:pt idx="6">
                  <c:v>75.143</c:v>
                </c:pt>
                <c:pt idx="7">
                  <c:v>55.34199999999999</c:v>
                </c:pt>
                <c:pt idx="8">
                  <c:v>339.64099999999996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274.74699999999996</c:v>
                </c:pt>
                <c:pt idx="2">
                  <c:v>345.84999999999997</c:v>
                </c:pt>
                <c:pt idx="3">
                  <c:v>426.79499999999996</c:v>
                </c:pt>
                <c:pt idx="4">
                  <c:v>500.99899999999997</c:v>
                </c:pt>
                <c:pt idx="5">
                  <c:v>564.8589999999999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274.74699999999996</c:v>
                </c:pt>
                <c:pt idx="1">
                  <c:v>71.10300000000001</c:v>
                </c:pt>
                <c:pt idx="2">
                  <c:v>80.94500000000002</c:v>
                </c:pt>
                <c:pt idx="3">
                  <c:v>74.20400000000001</c:v>
                </c:pt>
                <c:pt idx="4">
                  <c:v>63.86</c:v>
                </c:pt>
                <c:pt idx="5">
                  <c:v>49.526999999999994</c:v>
                </c:pt>
                <c:pt idx="6">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71.10300000000001</c:v>
                </c:pt>
                <c:pt idx="2">
                  <c:v>152.04800000000003</c:v>
                </c:pt>
                <c:pt idx="3">
                  <c:v>226.25200000000004</c:v>
                </c:pt>
                <c:pt idx="4">
                  <c:v>290.112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71.10300000000001</c:v>
                </c:pt>
                <c:pt idx="1">
                  <c:v>80.94500000000002</c:v>
                </c:pt>
                <c:pt idx="2">
                  <c:v>74.20400000000001</c:v>
                </c:pt>
                <c:pt idx="3">
                  <c:v>63.86</c:v>
                </c:pt>
                <c:pt idx="4">
                  <c:v>49.526999999999994</c:v>
                </c:pt>
                <c:pt idx="5">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274.746</c:v>
                </c:pt>
                <c:pt idx="2">
                  <c:v>380.31699999999995</c:v>
                </c:pt>
                <c:pt idx="3">
                  <c:v>479.45099999999996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274.746</c:v>
                </c:pt>
                <c:pt idx="1">
                  <c:v>105.57099999999998</c:v>
                </c:pt>
                <c:pt idx="2">
                  <c:v>99.134</c:v>
                </c:pt>
                <c:pt idx="3">
                  <c:v>134.934</c:v>
                </c:pt>
                <c:pt idx="4">
                  <c:v>614.385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105.57099999999998</c:v>
                </c:pt>
                <c:pt idx="2">
                  <c:v>204.70499999999998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105.57099999999998</c:v>
                </c:pt>
                <c:pt idx="1">
                  <c:v>99.134</c:v>
                </c:pt>
                <c:pt idx="2">
                  <c:v>134.934</c:v>
                </c:pt>
                <c:pt idx="3">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274.748</c:v>
                </c:pt>
                <c:pt idx="2">
                  <c:v>337.488</c:v>
                </c:pt>
                <c:pt idx="3">
                  <c:v>392.598</c:v>
                </c:pt>
                <c:pt idx="4">
                  <c:v>449.369</c:v>
                </c:pt>
                <c:pt idx="5">
                  <c:v>495.50000000000006</c:v>
                </c:pt>
                <c:pt idx="6">
                  <c:v>565.2410000000001</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274.748</c:v>
                </c:pt>
                <c:pt idx="1">
                  <c:v>62.74000000000001</c:v>
                </c:pt>
                <c:pt idx="2">
                  <c:v>55.11000000000001</c:v>
                </c:pt>
                <c:pt idx="3">
                  <c:v>56.770999999999994</c:v>
                </c:pt>
                <c:pt idx="4">
                  <c:v>46.13100000000001</c:v>
                </c:pt>
                <c:pt idx="5">
                  <c:v>69.741</c:v>
                </c:pt>
                <c:pt idx="6">
                  <c:v>49.142999999999994</c:v>
                </c:pt>
                <c:pt idx="7">
                  <c:v>614.384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62.74000000000001</c:v>
                </c:pt>
                <c:pt idx="2">
                  <c:v>117.85000000000002</c:v>
                </c:pt>
                <c:pt idx="3">
                  <c:v>174.621</c:v>
                </c:pt>
                <c:pt idx="4">
                  <c:v>220.752</c:v>
                </c:pt>
                <c:pt idx="5">
                  <c:v>290.493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62.74000000000001</c:v>
                </c:pt>
                <c:pt idx="1">
                  <c:v>55.11000000000001</c:v>
                </c:pt>
                <c:pt idx="2">
                  <c:v>56.770999999999994</c:v>
                </c:pt>
                <c:pt idx="3">
                  <c:v>46.13100000000001</c:v>
                </c:pt>
                <c:pt idx="4">
                  <c:v>69.741</c:v>
                </c:pt>
                <c:pt idx="5">
                  <c:v>49.142999999999994</c:v>
                </c:pt>
                <c:pt idx="6">
                  <c:v>339.63599999999997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274.747</c:v>
                </c:pt>
                <c:pt idx="2">
                  <c:v>312.00100000000003</c:v>
                </c:pt>
                <c:pt idx="3">
                  <c:v>383.649</c:v>
                </c:pt>
                <c:pt idx="4">
                  <c:v>423.369</c:v>
                </c:pt>
                <c:pt idx="5">
                  <c:v>467.115</c:v>
                </c:pt>
                <c:pt idx="6">
                  <c:v>530.998</c:v>
                </c:pt>
                <c:pt idx="7">
                  <c:v>562.023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274.747</c:v>
                </c:pt>
                <c:pt idx="1">
                  <c:v>37.254000000000005</c:v>
                </c:pt>
                <c:pt idx="2">
                  <c:v>71.648</c:v>
                </c:pt>
                <c:pt idx="3">
                  <c:v>39.72</c:v>
                </c:pt>
                <c:pt idx="4">
                  <c:v>43.74600000000001</c:v>
                </c:pt>
                <c:pt idx="5">
                  <c:v>63.883</c:v>
                </c:pt>
                <c:pt idx="6">
                  <c:v>31.025000000000002</c:v>
                </c:pt>
                <c:pt idx="7">
                  <c:v>52.363</c:v>
                </c:pt>
                <c:pt idx="8">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37.254000000000005</c:v>
                </c:pt>
                <c:pt idx="2">
                  <c:v>108.902</c:v>
                </c:pt>
                <c:pt idx="3">
                  <c:v>148.622</c:v>
                </c:pt>
                <c:pt idx="4">
                  <c:v>192.36800000000002</c:v>
                </c:pt>
                <c:pt idx="5">
                  <c:v>256.25100000000003</c:v>
                </c:pt>
                <c:pt idx="6">
                  <c:v>287.276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37.254000000000005</c:v>
                </c:pt>
                <c:pt idx="1">
                  <c:v>71.648</c:v>
                </c:pt>
                <c:pt idx="2">
                  <c:v>39.72</c:v>
                </c:pt>
                <c:pt idx="3">
                  <c:v>43.74600000000001</c:v>
                </c:pt>
                <c:pt idx="4">
                  <c:v>63.883</c:v>
                </c:pt>
                <c:pt idx="5">
                  <c:v>31.025000000000002</c:v>
                </c:pt>
                <c:pt idx="6">
                  <c:v>52.363</c:v>
                </c:pt>
                <c:pt idx="7">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274.747</c:v>
                </c:pt>
                <c:pt idx="2">
                  <c:v>329.872</c:v>
                </c:pt>
                <c:pt idx="3">
                  <c:v>393.015</c:v>
                </c:pt>
                <c:pt idx="4">
                  <c:v>471.717</c:v>
                </c:pt>
                <c:pt idx="5">
                  <c:v>550.797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274.747</c:v>
                </c:pt>
                <c:pt idx="1">
                  <c:v>55.125</c:v>
                </c:pt>
                <c:pt idx="2">
                  <c:v>63.142999999999994</c:v>
                </c:pt>
                <c:pt idx="3">
                  <c:v>78.702</c:v>
                </c:pt>
                <c:pt idx="4">
                  <c:v>79.08000000000001</c:v>
                </c:pt>
                <c:pt idx="5">
                  <c:v>63.587999999999994</c:v>
                </c:pt>
                <c:pt idx="6">
                  <c:v>614.385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55.125</c:v>
                </c:pt>
                <c:pt idx="2">
                  <c:v>118.268</c:v>
                </c:pt>
                <c:pt idx="3">
                  <c:v>196.97</c:v>
                </c:pt>
                <c:pt idx="4">
                  <c:v>276.05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55.125</c:v>
                </c:pt>
                <c:pt idx="1">
                  <c:v>63.142999999999994</c:v>
                </c:pt>
                <c:pt idx="2">
                  <c:v>78.702</c:v>
                </c:pt>
                <c:pt idx="3">
                  <c:v>79.08000000000001</c:v>
                </c:pt>
                <c:pt idx="4">
                  <c:v>63.587999999999994</c:v>
                </c:pt>
                <c:pt idx="5">
                  <c:v>339.63800000000003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274.74699999999996</c:v>
                </c:pt>
                <c:pt idx="2">
                  <c:v>349.76199999999994</c:v>
                </c:pt>
                <c:pt idx="3">
                  <c:v>441.68399999999997</c:v>
                </c:pt>
                <c:pt idx="4">
                  <c:v>520.48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274.74699999999996</c:v>
                </c:pt>
                <c:pt idx="1">
                  <c:v>75.015</c:v>
                </c:pt>
                <c:pt idx="2">
                  <c:v>91.922</c:v>
                </c:pt>
                <c:pt idx="3">
                  <c:v>78.79599999999999</c:v>
                </c:pt>
                <c:pt idx="4">
                  <c:v>93.906</c:v>
                </c:pt>
                <c:pt idx="5">
                  <c:v>614.386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75.015</c:v>
                </c:pt>
                <c:pt idx="2">
                  <c:v>166.937</c:v>
                </c:pt>
                <c:pt idx="3">
                  <c:v>245.733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75.015</c:v>
                </c:pt>
                <c:pt idx="1">
                  <c:v>91.922</c:v>
                </c:pt>
                <c:pt idx="2">
                  <c:v>78.79599999999999</c:v>
                </c:pt>
                <c:pt idx="3">
                  <c:v>93.906</c:v>
                </c:pt>
                <c:pt idx="4">
                  <c:v>339.639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178.522</c:v>
                </c:pt>
                <c:pt idx="1">
                  <c:v>183.339</c:v>
                </c:pt>
                <c:pt idx="2">
                  <c:v>188.26600000000002</c:v>
                </c:pt>
                <c:pt idx="3">
                  <c:v>193.29000000000002</c:v>
                </c:pt>
                <c:pt idx="4">
                  <c:v>198.53099999999998</c:v>
                </c:pt>
                <c:pt idx="5">
                  <c:v>204.264</c:v>
                </c:pt>
                <c:pt idx="6">
                  <c:v>210.57799999999997</c:v>
                </c:pt>
                <c:pt idx="7">
                  <c:v>217.562</c:v>
                </c:pt>
                <c:pt idx="8">
                  <c:v>225.253</c:v>
                </c:pt>
                <c:pt idx="9">
                  <c:v>233.60000000000002</c:v>
                </c:pt>
                <c:pt idx="10">
                  <c:v>242.492</c:v>
                </c:pt>
                <c:pt idx="11">
                  <c:v>251.853</c:v>
                </c:pt>
                <c:pt idx="12">
                  <c:v>261.554</c:v>
                </c:pt>
                <c:pt idx="13">
                  <c:v>271.53700000000003</c:v>
                </c:pt>
                <c:pt idx="14">
                  <c:v>281.66700000000003</c:v>
                </c:pt>
                <c:pt idx="15">
                  <c:v>291.943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Germany</c:v>
                </c:pt>
              </c:strCache>
            </c:strRef>
          </c:cat>
          <c:val>
            <c:numRef>
              <c:f>Sheet1!$B$2:$B$4</c:f>
              <c:numCache>
                <c:formatCode>General</c:formatCode>
                <c:ptCount val="3"/>
                <c:pt idx="0">
                  <c:v>0.05245930274733035</c:v>
                </c:pt>
                <c:pt idx="1">
                  <c:v>0.04646744386955093</c:v>
                </c:pt>
                <c:pt idx="2">
                  <c:v>0.03635995488217758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204.264</c:v>
                </c:pt>
                <c:pt idx="2">
                  <c:v>210.57799999999997</c:v>
                </c:pt>
                <c:pt idx="3">
                  <c:v>217.562</c:v>
                </c:pt>
                <c:pt idx="4">
                  <c:v>225.253</c:v>
                </c:pt>
                <c:pt idx="5">
                  <c:v>233.60000000000002</c:v>
                </c:pt>
                <c:pt idx="6">
                  <c:v>242.492</c:v>
                </c:pt>
                <c:pt idx="7">
                  <c:v>251.853</c:v>
                </c:pt>
                <c:pt idx="8">
                  <c:v>261.554</c:v>
                </c:pt>
                <c:pt idx="9">
                  <c:v>271.53700000000003</c:v>
                </c:pt>
                <c:pt idx="10">
                  <c:v>281.66700000000003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204.264</c:v>
                </c:pt>
                <c:pt idx="1">
                  <c:v>6.3139999999999645</c:v>
                </c:pt>
                <c:pt idx="2">
                  <c:v>6.984000000000037</c:v>
                </c:pt>
                <c:pt idx="3">
                  <c:v>7.690999999999974</c:v>
                </c:pt>
                <c:pt idx="4">
                  <c:v>8.347000000000037</c:v>
                </c:pt>
                <c:pt idx="5">
                  <c:v>8.891999999999967</c:v>
                </c:pt>
                <c:pt idx="6">
                  <c:v>9.361000000000018</c:v>
                </c:pt>
                <c:pt idx="7">
                  <c:v>9.700999999999965</c:v>
                </c:pt>
                <c:pt idx="8">
                  <c:v>9.983000000000061</c:v>
                </c:pt>
                <c:pt idx="9">
                  <c:v>10.129999999999995</c:v>
                </c:pt>
                <c:pt idx="10">
                  <c:v>10.275999999999954</c:v>
                </c:pt>
                <c:pt idx="11">
                  <c:v>291.943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15.080365270508816</c:v>
                </c:pt>
                <c:pt idx="1">
                  <c:v>2.5819512677301852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84.91963472949118</c:v>
                </c:pt>
                <c:pt idx="1">
                  <c:v>97.41804873226981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357.868</c:v>
                </c:pt>
                <c:pt idx="1">
                  <c:v>369.187</c:v>
                </c:pt>
                <c:pt idx="2">
                  <c:v>380.895</c:v>
                </c:pt>
                <c:pt idx="3">
                  <c:v>393.159</c:v>
                </c:pt>
                <c:pt idx="4">
                  <c:v>406.087</c:v>
                </c:pt>
                <c:pt idx="5">
                  <c:v>421.75</c:v>
                </c:pt>
                <c:pt idx="6">
                  <c:v>439.25</c:v>
                </c:pt>
                <c:pt idx="7">
                  <c:v>458.87200000000007</c:v>
                </c:pt>
                <c:pt idx="8">
                  <c:v>480.863</c:v>
                </c:pt>
                <c:pt idx="9">
                  <c:v>505.219</c:v>
                </c:pt>
                <c:pt idx="10">
                  <c:v>531.787</c:v>
                </c:pt>
                <c:pt idx="11">
                  <c:v>560.491</c:v>
                </c:pt>
                <c:pt idx="12">
                  <c:v>591.077</c:v>
                </c:pt>
                <c:pt idx="13">
                  <c:v>623.501</c:v>
                </c:pt>
                <c:pt idx="14">
                  <c:v>657.535</c:v>
                </c:pt>
                <c:pt idx="15">
                  <c:v>693.195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Germany</c:v>
                </c:pt>
              </c:strCache>
            </c:strRef>
          </c:cat>
          <c:val>
            <c:numRef>
              <c:f>Sheet1!$B$2:$B$4</c:f>
              <c:numCache>
                <c:formatCode>General</c:formatCode>
                <c:ptCount val="3"/>
                <c:pt idx="0">
                  <c:v>0.06658666629421717</c:v>
                </c:pt>
                <c:pt idx="1">
                  <c:v>0.06255449919419975</c:v>
                </c:pt>
                <c:pt idx="2">
                  <c:v>0.05094510817809561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421.75</c:v>
                </c:pt>
                <c:pt idx="2">
                  <c:v>439.25</c:v>
                </c:pt>
                <c:pt idx="3">
                  <c:v>458.87200000000007</c:v>
                </c:pt>
                <c:pt idx="4">
                  <c:v>480.863</c:v>
                </c:pt>
                <c:pt idx="5">
                  <c:v>505.219</c:v>
                </c:pt>
                <c:pt idx="6">
                  <c:v>531.787</c:v>
                </c:pt>
                <c:pt idx="7">
                  <c:v>560.491</c:v>
                </c:pt>
                <c:pt idx="8">
                  <c:v>591.077</c:v>
                </c:pt>
                <c:pt idx="9">
                  <c:v>623.501</c:v>
                </c:pt>
                <c:pt idx="10">
                  <c:v>657.535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421.75</c:v>
                </c:pt>
                <c:pt idx="1">
                  <c:v>17.5</c:v>
                </c:pt>
                <c:pt idx="2">
                  <c:v>19.62200000000007</c:v>
                </c:pt>
                <c:pt idx="3">
                  <c:v>21.99099999999993</c:v>
                </c:pt>
                <c:pt idx="4">
                  <c:v>24.355999999999995</c:v>
                </c:pt>
                <c:pt idx="5">
                  <c:v>26.56800000000004</c:v>
                </c:pt>
                <c:pt idx="6">
                  <c:v>28.70399999999995</c:v>
                </c:pt>
                <c:pt idx="7">
                  <c:v>30.586000000000013</c:v>
                </c:pt>
                <c:pt idx="8">
                  <c:v>32.42399999999998</c:v>
                </c:pt>
                <c:pt idx="9">
                  <c:v>34.03399999999999</c:v>
                </c:pt>
                <c:pt idx="10">
                  <c:v>35.66000000000008</c:v>
                </c:pt>
                <c:pt idx="11">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15.003674877569303</c:v>
                </c:pt>
                <c:pt idx="1">
                  <c:v>2.6185295157791004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84.9963251224307</c:v>
                </c:pt>
                <c:pt idx="1">
                  <c:v>97.3814704842209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Waxes, Clays, Pastes…</c:v>
                </c:pt>
                <c:pt idx="6">
                  <c:v>Sprays and Mists</c:v>
                </c:pt>
                <c:pt idx="7">
                  <c:v>Serums and Oils</c:v>
                </c:pt>
              </c:strCache>
            </c:strRef>
          </c:cat>
          <c:val>
            <c:numRef>
              <c:f>Sheet1!$B$2:$B$9</c:f>
              <c:numCache>
                <c:formatCode>General</c:formatCode>
                <c:ptCount val="8"/>
                <c:pt idx="0">
                  <c:v>35.465</c:v>
                </c:pt>
                <c:pt idx="1">
                  <c:v>38.331</c:v>
                </c:pt>
                <c:pt idx="2">
                  <c:v>41.663</c:v>
                </c:pt>
                <c:pt idx="3">
                  <c:v>45.759</c:v>
                </c:pt>
                <c:pt idx="4">
                  <c:v>52.232</c:v>
                </c:pt>
                <c:pt idx="5">
                  <c:v>66.381</c:v>
                </c:pt>
                <c:pt idx="6">
                  <c:v>69.325</c:v>
                </c:pt>
                <c:pt idx="7">
                  <c:v>72.594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7.275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69.751</c:v>
                </c:pt>
                <c:pt idx="4">
                  <c:v>82.273</c:v>
                </c:pt>
                <c:pt idx="5">
                  <c:v>82.564</c:v>
                </c:pt>
                <c:pt idx="6">
                  <c:v>90.575</c:v>
                </c:pt>
                <c:pt idx="7">
                  <c:v>96.586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9.425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137.822</c:v>
                </c:pt>
                <c:pt idx="6">
                  <c:v>140.099</c:v>
                </c:pt>
                <c:pt idx="7">
                  <c:v>143.829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2.7308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53.048</c:v>
                </c:pt>
                <c:pt idx="3">
                  <c:v>66.291</c:v>
                </c:pt>
                <c:pt idx="4">
                  <c:v>69.287</c:v>
                </c:pt>
                <c:pt idx="5">
                  <c:v>70.497</c:v>
                </c:pt>
                <c:pt idx="6">
                  <c:v>74.284</c:v>
                </c:pt>
                <c:pt idx="7">
                  <c:v>88.342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8.378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49.832</c:v>
                </c:pt>
                <c:pt idx="2">
                  <c:v>58.638</c:v>
                </c:pt>
                <c:pt idx="3">
                  <c:v>59.498</c:v>
                </c:pt>
                <c:pt idx="4">
                  <c:v>59.642</c:v>
                </c:pt>
                <c:pt idx="5">
                  <c:v>60.047</c:v>
                </c:pt>
                <c:pt idx="6">
                  <c:v>66.839</c:v>
                </c:pt>
                <c:pt idx="7">
                  <c:v>67.254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120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75.936</c:v>
                </c:pt>
                <c:pt idx="4">
                  <c:v>80.278</c:v>
                </c:pt>
                <c:pt idx="5">
                  <c:v>85.204</c:v>
                </c:pt>
                <c:pt idx="6">
                  <c:v>88.533</c:v>
                </c:pt>
                <c:pt idx="7">
                  <c:v>91.799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0106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101.392</c:v>
                </c:pt>
                <c:pt idx="5">
                  <c:v>105.024</c:v>
                </c:pt>
                <c:pt idx="6">
                  <c:v>105.967</c:v>
                </c:pt>
                <c:pt idx="7">
                  <c:v>109.367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6.551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421.75</c:v>
                </c:pt>
                <c:pt idx="2">
                  <c:v>447.13</c:v>
                </c:pt>
                <c:pt idx="3">
                  <c:v>463.668</c:v>
                </c:pt>
                <c:pt idx="4">
                  <c:v>483.589</c:v>
                </c:pt>
                <c:pt idx="5">
                  <c:v>511.758</c:v>
                </c:pt>
                <c:pt idx="6">
                  <c:v>553.146</c:v>
                </c:pt>
                <c:pt idx="7">
                  <c:v>593.058</c:v>
                </c:pt>
                <c:pt idx="8">
                  <c:v>648.679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421.75</c:v>
                </c:pt>
                <c:pt idx="1">
                  <c:v>25.379999999999995</c:v>
                </c:pt>
                <c:pt idx="2">
                  <c:v>16.537999999999997</c:v>
                </c:pt>
                <c:pt idx="3">
                  <c:v>19.921</c:v>
                </c:pt>
                <c:pt idx="4">
                  <c:v>28.168999999999997</c:v>
                </c:pt>
                <c:pt idx="5">
                  <c:v>41.388000000000005</c:v>
                </c:pt>
                <c:pt idx="6">
                  <c:v>39.912000000000006</c:v>
                </c:pt>
                <c:pt idx="7">
                  <c:v>55.62100000000001</c:v>
                </c:pt>
                <c:pt idx="8">
                  <c:v>44.516000000000005</c:v>
                </c:pt>
                <c:pt idx="9">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25.379999999999995</c:v>
                </c:pt>
                <c:pt idx="2">
                  <c:v>41.91799999999999</c:v>
                </c:pt>
                <c:pt idx="3">
                  <c:v>61.83899999999999</c:v>
                </c:pt>
                <c:pt idx="4">
                  <c:v>90.00799999999998</c:v>
                </c:pt>
                <c:pt idx="5">
                  <c:v>131.396</c:v>
                </c:pt>
                <c:pt idx="6">
                  <c:v>171.308</c:v>
                </c:pt>
                <c:pt idx="7">
                  <c:v>226.929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25.379999999999995</c:v>
                </c:pt>
                <c:pt idx="1">
                  <c:v>16.537999999999997</c:v>
                </c:pt>
                <c:pt idx="2">
                  <c:v>19.921</c:v>
                </c:pt>
                <c:pt idx="3">
                  <c:v>28.168999999999997</c:v>
                </c:pt>
                <c:pt idx="4">
                  <c:v>41.388000000000005</c:v>
                </c:pt>
                <c:pt idx="5">
                  <c:v>39.912000000000006</c:v>
                </c:pt>
                <c:pt idx="6">
                  <c:v>55.62100000000001</c:v>
                </c:pt>
                <c:pt idx="7">
                  <c:v>44.516000000000005</c:v>
                </c:pt>
                <c:pt idx="8">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421.749</c:v>
                </c:pt>
                <c:pt idx="2">
                  <c:v>473.467</c:v>
                </c:pt>
                <c:pt idx="3">
                  <c:v>540.834</c:v>
                </c:pt>
                <c:pt idx="4">
                  <c:v>598.7739999999999</c:v>
                </c:pt>
                <c:pt idx="5">
                  <c:v>652.8769999999998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421.749</c:v>
                </c:pt>
                <c:pt idx="1">
                  <c:v>51.71799999999999</c:v>
                </c:pt>
                <c:pt idx="2">
                  <c:v>67.36699999999999</c:v>
                </c:pt>
                <c:pt idx="3">
                  <c:v>57.93999999999998</c:v>
                </c:pt>
                <c:pt idx="4">
                  <c:v>54.102999999999994</c:v>
                </c:pt>
                <c:pt idx="5">
                  <c:v>40.31800000000001</c:v>
                </c:pt>
                <c:pt idx="6">
                  <c:v>693.1949999999999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51.71799999999999</c:v>
                </c:pt>
                <c:pt idx="2">
                  <c:v>119.08499999999998</c:v>
                </c:pt>
                <c:pt idx="3">
                  <c:v>177.02499999999998</c:v>
                </c:pt>
                <c:pt idx="4">
                  <c:v>231.128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51.71799999999999</c:v>
                </c:pt>
                <c:pt idx="1">
                  <c:v>67.36699999999999</c:v>
                </c:pt>
                <c:pt idx="2">
                  <c:v>57.93999999999998</c:v>
                </c:pt>
                <c:pt idx="3">
                  <c:v>54.102999999999994</c:v>
                </c:pt>
                <c:pt idx="4">
                  <c:v>40.31800000000001</c:v>
                </c:pt>
                <c:pt idx="5">
                  <c:v>271.446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421.75</c:v>
                </c:pt>
                <c:pt idx="2">
                  <c:v>511.06</c:v>
                </c:pt>
                <c:pt idx="3">
                  <c:v>591.323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421.75</c:v>
                </c:pt>
                <c:pt idx="1">
                  <c:v>89.31</c:v>
                </c:pt>
                <c:pt idx="2">
                  <c:v>80.263</c:v>
                </c:pt>
                <c:pt idx="3">
                  <c:v>101.87100000000001</c:v>
                </c:pt>
                <c:pt idx="4">
                  <c:v>693.194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89.31</c:v>
                </c:pt>
                <c:pt idx="2">
                  <c:v>169.573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89.31</c:v>
                </c:pt>
                <c:pt idx="1">
                  <c:v>80.263</c:v>
                </c:pt>
                <c:pt idx="2">
                  <c:v>101.87100000000001</c:v>
                </c:pt>
                <c:pt idx="3">
                  <c:v>271.444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421.749</c:v>
                </c:pt>
                <c:pt idx="2">
                  <c:v>462.204</c:v>
                </c:pt>
                <c:pt idx="3">
                  <c:v>507.66200000000003</c:v>
                </c:pt>
                <c:pt idx="4">
                  <c:v>552.936</c:v>
                </c:pt>
                <c:pt idx="5">
                  <c:v>590.635</c:v>
                </c:pt>
                <c:pt idx="6">
                  <c:v>651.0899999999999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421.749</c:v>
                </c:pt>
                <c:pt idx="1">
                  <c:v>40.455</c:v>
                </c:pt>
                <c:pt idx="2">
                  <c:v>45.458</c:v>
                </c:pt>
                <c:pt idx="3">
                  <c:v>45.274</c:v>
                </c:pt>
                <c:pt idx="4">
                  <c:v>37.699</c:v>
                </c:pt>
                <c:pt idx="5">
                  <c:v>60.454999999999984</c:v>
                </c:pt>
                <c:pt idx="6">
                  <c:v>42.107</c:v>
                </c:pt>
                <c:pt idx="7">
                  <c:v>693.1969999999999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40.455</c:v>
                </c:pt>
                <c:pt idx="2">
                  <c:v>85.913</c:v>
                </c:pt>
                <c:pt idx="3">
                  <c:v>131.187</c:v>
                </c:pt>
                <c:pt idx="4">
                  <c:v>168.88600000000002</c:v>
                </c:pt>
                <c:pt idx="5">
                  <c:v>229.341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40.455</c:v>
                </c:pt>
                <c:pt idx="1">
                  <c:v>45.458</c:v>
                </c:pt>
                <c:pt idx="2">
                  <c:v>45.274</c:v>
                </c:pt>
                <c:pt idx="3">
                  <c:v>37.699</c:v>
                </c:pt>
                <c:pt idx="4">
                  <c:v>60.454999999999984</c:v>
                </c:pt>
                <c:pt idx="5">
                  <c:v>42.107</c:v>
                </c:pt>
                <c:pt idx="6">
                  <c:v>271.448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421.74999999999994</c:v>
                </c:pt>
                <c:pt idx="2">
                  <c:v>449.0899999999999</c:v>
                </c:pt>
                <c:pt idx="3">
                  <c:v>502.95899999999995</c:v>
                </c:pt>
                <c:pt idx="4">
                  <c:v>535.679</c:v>
                </c:pt>
                <c:pt idx="5">
                  <c:v>573.294</c:v>
                </c:pt>
                <c:pt idx="6">
                  <c:v>622.092</c:v>
                </c:pt>
                <c:pt idx="7">
                  <c:v>646.037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421.74999999999994</c:v>
                </c:pt>
                <c:pt idx="1">
                  <c:v>27.33999999999999</c:v>
                </c:pt>
                <c:pt idx="2">
                  <c:v>53.869</c:v>
                </c:pt>
                <c:pt idx="3">
                  <c:v>32.720000000000006</c:v>
                </c:pt>
                <c:pt idx="4">
                  <c:v>37.615</c:v>
                </c:pt>
                <c:pt idx="5">
                  <c:v>48.798</c:v>
                </c:pt>
                <c:pt idx="6">
                  <c:v>23.945</c:v>
                </c:pt>
                <c:pt idx="7">
                  <c:v>47.15800000000001</c:v>
                </c:pt>
                <c:pt idx="8">
                  <c:v>693.1950000000002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27.33999999999999</c:v>
                </c:pt>
                <c:pt idx="2">
                  <c:v>81.20899999999999</c:v>
                </c:pt>
                <c:pt idx="3">
                  <c:v>113.929</c:v>
                </c:pt>
                <c:pt idx="4">
                  <c:v>151.544</c:v>
                </c:pt>
                <c:pt idx="5">
                  <c:v>200.342</c:v>
                </c:pt>
                <c:pt idx="6">
                  <c:v>224.287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27.33999999999999</c:v>
                </c:pt>
                <c:pt idx="1">
                  <c:v>53.869</c:v>
                </c:pt>
                <c:pt idx="2">
                  <c:v>32.720000000000006</c:v>
                </c:pt>
                <c:pt idx="3">
                  <c:v>37.615</c:v>
                </c:pt>
                <c:pt idx="4">
                  <c:v>48.798</c:v>
                </c:pt>
                <c:pt idx="5">
                  <c:v>23.945</c:v>
                </c:pt>
                <c:pt idx="6">
                  <c:v>47.15800000000001</c:v>
                </c:pt>
                <c:pt idx="7">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421.75</c:v>
                </c:pt>
                <c:pt idx="2">
                  <c:v>464.988</c:v>
                </c:pt>
                <c:pt idx="3">
                  <c:v>519.439</c:v>
                </c:pt>
                <c:pt idx="4">
                  <c:v>579.084</c:v>
                </c:pt>
                <c:pt idx="5">
                  <c:v>641.375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421.75</c:v>
                </c:pt>
                <c:pt idx="1">
                  <c:v>43.237999999999985</c:v>
                </c:pt>
                <c:pt idx="2">
                  <c:v>54.45100000000001</c:v>
                </c:pt>
                <c:pt idx="3">
                  <c:v>59.644999999999996</c:v>
                </c:pt>
                <c:pt idx="4">
                  <c:v>62.291</c:v>
                </c:pt>
                <c:pt idx="5">
                  <c:v>51.81999999999999</c:v>
                </c:pt>
                <c:pt idx="6">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43.237999999999985</c:v>
                </c:pt>
                <c:pt idx="2">
                  <c:v>97.689</c:v>
                </c:pt>
                <c:pt idx="3">
                  <c:v>157.334</c:v>
                </c:pt>
                <c:pt idx="4">
                  <c:v>219.625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43.237999999999985</c:v>
                </c:pt>
                <c:pt idx="1">
                  <c:v>54.45100000000001</c:v>
                </c:pt>
                <c:pt idx="2">
                  <c:v>59.644999999999996</c:v>
                </c:pt>
                <c:pt idx="3">
                  <c:v>62.291</c:v>
                </c:pt>
                <c:pt idx="4">
                  <c:v>51.81999999999999</c:v>
                </c:pt>
                <c:pt idx="5">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421.75</c:v>
                </c:pt>
                <c:pt idx="2">
                  <c:v>477.258</c:v>
                </c:pt>
                <c:pt idx="3">
                  <c:v>550.881</c:v>
                </c:pt>
                <c:pt idx="4">
                  <c:v>611.755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421.75</c:v>
                </c:pt>
                <c:pt idx="1">
                  <c:v>55.507999999999996</c:v>
                </c:pt>
                <c:pt idx="2">
                  <c:v>73.623</c:v>
                </c:pt>
                <c:pt idx="3">
                  <c:v>60.873999999999995</c:v>
                </c:pt>
                <c:pt idx="4">
                  <c:v>81.44</c:v>
                </c:pt>
                <c:pt idx="5">
                  <c:v>693.195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55.507999999999996</c:v>
                </c:pt>
                <c:pt idx="2">
                  <c:v>129.131</c:v>
                </c:pt>
                <c:pt idx="3">
                  <c:v>190.005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55.507999999999996</c:v>
                </c:pt>
                <c:pt idx="1">
                  <c:v>73.623</c:v>
                </c:pt>
                <c:pt idx="2">
                  <c:v>60.873999999999995</c:v>
                </c:pt>
                <c:pt idx="3">
                  <c:v>81.44</c:v>
                </c:pt>
                <c:pt idx="4">
                  <c:v>271.445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170.73699999999997</c:v>
                </c:pt>
                <c:pt idx="1">
                  <c:v>176.139</c:v>
                </c:pt>
                <c:pt idx="2">
                  <c:v>181.691</c:v>
                </c:pt>
                <c:pt idx="3">
                  <c:v>187.365</c:v>
                </c:pt>
                <c:pt idx="4">
                  <c:v>193.31</c:v>
                </c:pt>
                <c:pt idx="5">
                  <c:v>199.827</c:v>
                </c:pt>
                <c:pt idx="6">
                  <c:v>207.04</c:v>
                </c:pt>
                <c:pt idx="7">
                  <c:v>215.048</c:v>
                </c:pt>
                <c:pt idx="8">
                  <c:v>223.904</c:v>
                </c:pt>
                <c:pt idx="9">
                  <c:v>233.562</c:v>
                </c:pt>
                <c:pt idx="10">
                  <c:v>243.901</c:v>
                </c:pt>
                <c:pt idx="11">
                  <c:v>254.834</c:v>
                </c:pt>
                <c:pt idx="12">
                  <c:v>266.22</c:v>
                </c:pt>
                <c:pt idx="13">
                  <c:v>277.99199999999996</c:v>
                </c:pt>
                <c:pt idx="14">
                  <c:v>289.997</c:v>
                </c:pt>
                <c:pt idx="15">
                  <c:v>302.235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U.K.</c:v>
                </c:pt>
              </c:strCache>
            </c:strRef>
          </c:cat>
          <c:val>
            <c:numRef>
              <c:f>Sheet1!$B$2:$B$4</c:f>
              <c:numCache>
                <c:formatCode>General</c:formatCode>
                <c:ptCount val="3"/>
                <c:pt idx="0">
                  <c:v>0.05245930274733035</c:v>
                </c:pt>
                <c:pt idx="1">
                  <c:v>0.04646744386955093</c:v>
                </c:pt>
                <c:pt idx="2">
                  <c:v>0.042243172291025255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199.827</c:v>
                </c:pt>
                <c:pt idx="2">
                  <c:v>207.04</c:v>
                </c:pt>
                <c:pt idx="3">
                  <c:v>215.048</c:v>
                </c:pt>
                <c:pt idx="4">
                  <c:v>223.904</c:v>
                </c:pt>
                <c:pt idx="5">
                  <c:v>233.562</c:v>
                </c:pt>
                <c:pt idx="6">
                  <c:v>243.901</c:v>
                </c:pt>
                <c:pt idx="7">
                  <c:v>254.834</c:v>
                </c:pt>
                <c:pt idx="8">
                  <c:v>266.22</c:v>
                </c:pt>
                <c:pt idx="9">
                  <c:v>277.99199999999996</c:v>
                </c:pt>
                <c:pt idx="10">
                  <c:v>289.997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199.827</c:v>
                </c:pt>
                <c:pt idx="1">
                  <c:v>7.212999999999994</c:v>
                </c:pt>
                <c:pt idx="2">
                  <c:v>8.00800000000001</c:v>
                </c:pt>
                <c:pt idx="3">
                  <c:v>8.855999999999995</c:v>
                </c:pt>
                <c:pt idx="4">
                  <c:v>9.658000000000015</c:v>
                </c:pt>
                <c:pt idx="5">
                  <c:v>10.338999999999999</c:v>
                </c:pt>
                <c:pt idx="6">
                  <c:v>10.932999999999993</c:v>
                </c:pt>
                <c:pt idx="7">
                  <c:v>11.386000000000024</c:v>
                </c:pt>
                <c:pt idx="8">
                  <c:v>11.771999999999935</c:v>
                </c:pt>
                <c:pt idx="9">
                  <c:v>12.005000000000052</c:v>
                </c:pt>
                <c:pt idx="10">
                  <c:v>12.238</c:v>
                </c:pt>
                <c:pt idx="11">
                  <c:v>302.235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14.752791245202115</c:v>
                </c:pt>
                <c:pt idx="1">
                  <c:v>2.525866408063681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85.24720875479788</c:v>
                </c:pt>
                <c:pt idx="1">
                  <c:v>97.47413359193632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384.611</c:v>
                </c:pt>
                <c:pt idx="1">
                  <c:v>398.736</c:v>
                </c:pt>
                <c:pt idx="2">
                  <c:v>413.428</c:v>
                </c:pt>
                <c:pt idx="3">
                  <c:v>428.83</c:v>
                </c:pt>
                <c:pt idx="4">
                  <c:v>445.11800000000005</c:v>
                </c:pt>
                <c:pt idx="5">
                  <c:v>464.683</c:v>
                </c:pt>
                <c:pt idx="6">
                  <c:v>486.657</c:v>
                </c:pt>
                <c:pt idx="7">
                  <c:v>511.356</c:v>
                </c:pt>
                <c:pt idx="8">
                  <c:v>539.0409999999999</c:v>
                </c:pt>
                <c:pt idx="9">
                  <c:v>569.9019999999999</c:v>
                </c:pt>
                <c:pt idx="10">
                  <c:v>603.725</c:v>
                </c:pt>
                <c:pt idx="11">
                  <c:v>640.585</c:v>
                </c:pt>
                <c:pt idx="12">
                  <c:v>680.146</c:v>
                </c:pt>
                <c:pt idx="13">
                  <c:v>722.363</c:v>
                </c:pt>
                <c:pt idx="14">
                  <c:v>766.9549999999999</c:v>
                </c:pt>
                <c:pt idx="15">
                  <c:v>814.114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U.K.</c:v>
                </c:pt>
              </c:strCache>
            </c:strRef>
          </c:cat>
          <c:val>
            <c:numRef>
              <c:f>Sheet1!$B$2:$B$4</c:f>
              <c:numCache>
                <c:formatCode>General</c:formatCode>
                <c:ptCount val="3"/>
                <c:pt idx="0">
                  <c:v>0.06658666629421717</c:v>
                </c:pt>
                <c:pt idx="1">
                  <c:v>0.06255449919419975</c:v>
                </c:pt>
                <c:pt idx="2">
                  <c:v>0.05767647269166809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464.683</c:v>
                </c:pt>
                <c:pt idx="2">
                  <c:v>486.657</c:v>
                </c:pt>
                <c:pt idx="3">
                  <c:v>511.356</c:v>
                </c:pt>
                <c:pt idx="4">
                  <c:v>539.0409999999999</c:v>
                </c:pt>
                <c:pt idx="5">
                  <c:v>569.9019999999999</c:v>
                </c:pt>
                <c:pt idx="6">
                  <c:v>603.725</c:v>
                </c:pt>
                <c:pt idx="7">
                  <c:v>640.585</c:v>
                </c:pt>
                <c:pt idx="8">
                  <c:v>680.146</c:v>
                </c:pt>
                <c:pt idx="9">
                  <c:v>722.363</c:v>
                </c:pt>
                <c:pt idx="10">
                  <c:v>766.9549999999999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464.683</c:v>
                </c:pt>
                <c:pt idx="1">
                  <c:v>21.97399999999999</c:v>
                </c:pt>
                <c:pt idx="2">
                  <c:v>24.699000000000012</c:v>
                </c:pt>
                <c:pt idx="3">
                  <c:v>27.684999999999945</c:v>
                </c:pt>
                <c:pt idx="4">
                  <c:v>30.86099999999999</c:v>
                </c:pt>
                <c:pt idx="5">
                  <c:v>33.82300000000009</c:v>
                </c:pt>
                <c:pt idx="6">
                  <c:v>36.860000000000014</c:v>
                </c:pt>
                <c:pt idx="7">
                  <c:v>39.56099999999992</c:v>
                </c:pt>
                <c:pt idx="8">
                  <c:v>42.2170000000001</c:v>
                </c:pt>
                <c:pt idx="9">
                  <c:v>44.59199999999987</c:v>
                </c:pt>
                <c:pt idx="10">
                  <c:v>47.159000000000106</c:v>
                </c:pt>
                <c:pt idx="11">
                  <c:v>814.114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16.53100806907774</c:v>
                </c:pt>
                <c:pt idx="1">
                  <c:v>2.885088680452353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83.46899193092226</c:v>
                </c:pt>
                <c:pt idx="1">
                  <c:v>97.11491131954764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32.706</c:v>
                </c:pt>
                <c:pt idx="1">
                  <c:v>39.697</c:v>
                </c:pt>
                <c:pt idx="2">
                  <c:v>50.066</c:v>
                </c:pt>
                <c:pt idx="3">
                  <c:v>50.076</c:v>
                </c:pt>
                <c:pt idx="4">
                  <c:v>58.431</c:v>
                </c:pt>
                <c:pt idx="5">
                  <c:v>68.95400000000001</c:v>
                </c:pt>
                <c:pt idx="6">
                  <c:v>79.283</c:v>
                </c:pt>
                <c:pt idx="7">
                  <c:v>85.47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4.5298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82.213</c:v>
                </c:pt>
                <c:pt idx="4">
                  <c:v>88.329</c:v>
                </c:pt>
                <c:pt idx="5">
                  <c:v>93.877</c:v>
                </c:pt>
                <c:pt idx="6">
                  <c:v>97.172</c:v>
                </c:pt>
                <c:pt idx="7">
                  <c:v>103.092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8.143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141.95</c:v>
                </c:pt>
                <c:pt idx="6">
                  <c:v>147.363</c:v>
                </c:pt>
                <c:pt idx="7">
                  <c:v>175.37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4.995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Salon and Professiona…</c:v>
                </c:pt>
                <c:pt idx="7">
                  <c:v>Online Marketplaces</c:v>
                </c:pt>
              </c:strCache>
            </c:strRef>
          </c:cat>
          <c:val>
            <c:numRef>
              <c:f>Sheet1!$B$2:$B$9</c:f>
              <c:numCache>
                <c:formatCode>General</c:formatCode>
                <c:ptCount val="8"/>
                <c:pt idx="2">
                  <c:v>56.51</c:v>
                </c:pt>
                <c:pt idx="3">
                  <c:v>70.246</c:v>
                </c:pt>
                <c:pt idx="4">
                  <c:v>71.172</c:v>
                </c:pt>
                <c:pt idx="5">
                  <c:v>88.108</c:v>
                </c:pt>
                <c:pt idx="6">
                  <c:v>89.269</c:v>
                </c:pt>
                <c:pt idx="7">
                  <c:v>89.379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9.7678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Heat Styling Support</c:v>
                </c:pt>
                <c:pt idx="4">
                  <c:v>Curl Definition</c:v>
                </c:pt>
                <c:pt idx="5">
                  <c:v>Smoothing and Frizz C…</c:v>
                </c:pt>
                <c:pt idx="6">
                  <c:v>Hold and Shape</c:v>
                </c:pt>
                <c:pt idx="7">
                  <c:v>Texture and Separation</c:v>
                </c:pt>
              </c:strCache>
            </c:strRef>
          </c:cat>
          <c:val>
            <c:numRef>
              <c:f>Sheet1!$B$2:$B$9</c:f>
              <c:numCache>
                <c:formatCode>General</c:formatCode>
                <c:ptCount val="8"/>
                <c:pt idx="1">
                  <c:v>53.52</c:v>
                </c:pt>
                <c:pt idx="2">
                  <c:v>63.262</c:v>
                </c:pt>
                <c:pt idx="3">
                  <c:v>63.655</c:v>
                </c:pt>
                <c:pt idx="4">
                  <c:v>63.786</c:v>
                </c:pt>
                <c:pt idx="5">
                  <c:v>71.254</c:v>
                </c:pt>
                <c:pt idx="6">
                  <c:v>71.827</c:v>
                </c:pt>
                <c:pt idx="7">
                  <c:v>77.379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3.6878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83.634</c:v>
                </c:pt>
                <c:pt idx="4">
                  <c:v>88.36</c:v>
                </c:pt>
                <c:pt idx="5">
                  <c:v>93.93</c:v>
                </c:pt>
                <c:pt idx="6">
                  <c:v>97.587</c:v>
                </c:pt>
                <c:pt idx="7">
                  <c:v>101.171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569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111.7</c:v>
                </c:pt>
                <c:pt idx="5">
                  <c:v>115.792</c:v>
                </c:pt>
                <c:pt idx="6">
                  <c:v>116.625</c:v>
                </c:pt>
                <c:pt idx="7">
                  <c:v>120.56700000000001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1.55978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464.683</c:v>
                </c:pt>
                <c:pt idx="2">
                  <c:v>496.748</c:v>
                </c:pt>
                <c:pt idx="3">
                  <c:v>513.402</c:v>
                </c:pt>
                <c:pt idx="4">
                  <c:v>539.691</c:v>
                </c:pt>
                <c:pt idx="5">
                  <c:v>574.0110000000001</c:v>
                </c:pt>
                <c:pt idx="6">
                  <c:v>640.931</c:v>
                </c:pt>
                <c:pt idx="7">
                  <c:v>687.1840000000001</c:v>
                </c:pt>
                <c:pt idx="8">
                  <c:v>748.311</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464.683</c:v>
                </c:pt>
                <c:pt idx="1">
                  <c:v>32.065</c:v>
                </c:pt>
                <c:pt idx="2">
                  <c:v>16.653999999999996</c:v>
                </c:pt>
                <c:pt idx="3">
                  <c:v>26.289</c:v>
                </c:pt>
                <c:pt idx="4">
                  <c:v>34.32</c:v>
                </c:pt>
                <c:pt idx="5">
                  <c:v>66.91999999999999</c:v>
                </c:pt>
                <c:pt idx="6">
                  <c:v>46.253</c:v>
                </c:pt>
                <c:pt idx="7">
                  <c:v>61.126999999999995</c:v>
                </c:pt>
                <c:pt idx="8">
                  <c:v>65.803</c:v>
                </c:pt>
                <c:pt idx="9">
                  <c:v>814.114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32.065</c:v>
                </c:pt>
                <c:pt idx="2">
                  <c:v>48.718999999999994</c:v>
                </c:pt>
                <c:pt idx="3">
                  <c:v>75.008</c:v>
                </c:pt>
                <c:pt idx="4">
                  <c:v>109.328</c:v>
                </c:pt>
                <c:pt idx="5">
                  <c:v>176.248</c:v>
                </c:pt>
                <c:pt idx="6">
                  <c:v>222.50099999999998</c:v>
                </c:pt>
                <c:pt idx="7">
                  <c:v>283.628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32.065</c:v>
                </c:pt>
                <c:pt idx="1">
                  <c:v>16.653999999999996</c:v>
                </c:pt>
                <c:pt idx="2">
                  <c:v>26.289</c:v>
                </c:pt>
                <c:pt idx="3">
                  <c:v>34.32</c:v>
                </c:pt>
                <c:pt idx="4">
                  <c:v>66.91999999999999</c:v>
                </c:pt>
                <c:pt idx="5">
                  <c:v>46.253</c:v>
                </c:pt>
                <c:pt idx="6">
                  <c:v>61.126999999999995</c:v>
                </c:pt>
                <c:pt idx="7">
                  <c:v>65.803</c:v>
                </c:pt>
                <c:pt idx="8">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464.683</c:v>
                </c:pt>
                <c:pt idx="2">
                  <c:v>539.626</c:v>
                </c:pt>
                <c:pt idx="3">
                  <c:v>626.823</c:v>
                </c:pt>
                <c:pt idx="4">
                  <c:v>702.949</c:v>
                </c:pt>
                <c:pt idx="5">
                  <c:v>766.521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464.683</c:v>
                </c:pt>
                <c:pt idx="1">
                  <c:v>74.943</c:v>
                </c:pt>
                <c:pt idx="2">
                  <c:v>87.19700000000002</c:v>
                </c:pt>
                <c:pt idx="3">
                  <c:v>76.12599999999999</c:v>
                </c:pt>
                <c:pt idx="4">
                  <c:v>63.572</c:v>
                </c:pt>
                <c:pt idx="5">
                  <c:v>47.593999999999994</c:v>
                </c:pt>
                <c:pt idx="6">
                  <c:v>814.115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74.943</c:v>
                </c:pt>
                <c:pt idx="2">
                  <c:v>162.14000000000001</c:v>
                </c:pt>
                <c:pt idx="3">
                  <c:v>238.26600000000002</c:v>
                </c:pt>
                <c:pt idx="4">
                  <c:v>301.838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74.943</c:v>
                </c:pt>
                <c:pt idx="1">
                  <c:v>87.19700000000002</c:v>
                </c:pt>
                <c:pt idx="2">
                  <c:v>76.12599999999999</c:v>
                </c:pt>
                <c:pt idx="3">
                  <c:v>63.572</c:v>
                </c:pt>
                <c:pt idx="4">
                  <c:v>47.593999999999994</c:v>
                </c:pt>
                <c:pt idx="5">
                  <c:v>349.432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464.683</c:v>
                </c:pt>
                <c:pt idx="2">
                  <c:v>595.3399999999999</c:v>
                </c:pt>
                <c:pt idx="3">
                  <c:v>692.6759999999999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464.683</c:v>
                </c:pt>
                <c:pt idx="1">
                  <c:v>130.65699999999998</c:v>
                </c:pt>
                <c:pt idx="2">
                  <c:v>97.33600000000001</c:v>
                </c:pt>
                <c:pt idx="3">
                  <c:v>121.44</c:v>
                </c:pt>
                <c:pt idx="4">
                  <c:v>814.116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130.65699999999998</c:v>
                </c:pt>
                <c:pt idx="2">
                  <c:v>227.993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130.65699999999998</c:v>
                </c:pt>
                <c:pt idx="1">
                  <c:v>97.33600000000001</c:v>
                </c:pt>
                <c:pt idx="2">
                  <c:v>121.44</c:v>
                </c:pt>
                <c:pt idx="3">
                  <c:v>349.433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464.684</c:v>
                </c:pt>
                <c:pt idx="2">
                  <c:v>512.6600000000001</c:v>
                </c:pt>
                <c:pt idx="3">
                  <c:v>568.4800000000001</c:v>
                </c:pt>
                <c:pt idx="4">
                  <c:v>631.3680000000002</c:v>
                </c:pt>
                <c:pt idx="5">
                  <c:v>675.3520000000002</c:v>
                </c:pt>
                <c:pt idx="6">
                  <c:v>763.1960000000003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464.684</c:v>
                </c:pt>
                <c:pt idx="1">
                  <c:v>47.976</c:v>
                </c:pt>
                <c:pt idx="2">
                  <c:v>55.82000000000001</c:v>
                </c:pt>
                <c:pt idx="3">
                  <c:v>62.888000000000005</c:v>
                </c:pt>
                <c:pt idx="4">
                  <c:v>43.98400000000001</c:v>
                </c:pt>
                <c:pt idx="5">
                  <c:v>87.84400000000001</c:v>
                </c:pt>
                <c:pt idx="6">
                  <c:v>50.919000000000004</c:v>
                </c:pt>
                <c:pt idx="7">
                  <c:v>814.1150000000001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47.976</c:v>
                </c:pt>
                <c:pt idx="2">
                  <c:v>103.796</c:v>
                </c:pt>
                <c:pt idx="3">
                  <c:v>166.68400000000003</c:v>
                </c:pt>
                <c:pt idx="4">
                  <c:v>210.66800000000003</c:v>
                </c:pt>
                <c:pt idx="5">
                  <c:v>298.51200000000006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47.976</c:v>
                </c:pt>
                <c:pt idx="1">
                  <c:v>55.82000000000001</c:v>
                </c:pt>
                <c:pt idx="2">
                  <c:v>62.888000000000005</c:v>
                </c:pt>
                <c:pt idx="3">
                  <c:v>43.98400000000001</c:v>
                </c:pt>
                <c:pt idx="4">
                  <c:v>87.84400000000001</c:v>
                </c:pt>
                <c:pt idx="5">
                  <c:v>50.919000000000004</c:v>
                </c:pt>
                <c:pt idx="6">
                  <c:v>349.43100000000004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464.683</c:v>
                </c:pt>
                <c:pt idx="2">
                  <c:v>500.591</c:v>
                </c:pt>
                <c:pt idx="3">
                  <c:v>565.767</c:v>
                </c:pt>
                <c:pt idx="4">
                  <c:v>607.004</c:v>
                </c:pt>
                <c:pt idx="5">
                  <c:v>664.112</c:v>
                </c:pt>
                <c:pt idx="6">
                  <c:v>724.376</c:v>
                </c:pt>
                <c:pt idx="7">
                  <c:v>755.3679999999999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464.683</c:v>
                </c:pt>
                <c:pt idx="1">
                  <c:v>35.908</c:v>
                </c:pt>
                <c:pt idx="2">
                  <c:v>65.17599999999999</c:v>
                </c:pt>
                <c:pt idx="3">
                  <c:v>41.236999999999995</c:v>
                </c:pt>
                <c:pt idx="4">
                  <c:v>57.10799999999999</c:v>
                </c:pt>
                <c:pt idx="5">
                  <c:v>60.263999999999996</c:v>
                </c:pt>
                <c:pt idx="6">
                  <c:v>30.991999999999997</c:v>
                </c:pt>
                <c:pt idx="7">
                  <c:v>58.745999999999995</c:v>
                </c:pt>
                <c:pt idx="8">
                  <c:v>814.1139999999999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35.908</c:v>
                </c:pt>
                <c:pt idx="2">
                  <c:v>101.08399999999999</c:v>
                </c:pt>
                <c:pt idx="3">
                  <c:v>142.32099999999997</c:v>
                </c:pt>
                <c:pt idx="4">
                  <c:v>199.42899999999997</c:v>
                </c:pt>
                <c:pt idx="5">
                  <c:v>259.693</c:v>
                </c:pt>
                <c:pt idx="6">
                  <c:v>290.685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35.908</c:v>
                </c:pt>
                <c:pt idx="1">
                  <c:v>65.17599999999999</c:v>
                </c:pt>
                <c:pt idx="2">
                  <c:v>41.236999999999995</c:v>
                </c:pt>
                <c:pt idx="3">
                  <c:v>57.10799999999999</c:v>
                </c:pt>
                <c:pt idx="4">
                  <c:v>60.263999999999996</c:v>
                </c:pt>
                <c:pt idx="5">
                  <c:v>30.991999999999997</c:v>
                </c:pt>
                <c:pt idx="6">
                  <c:v>58.745999999999995</c:v>
                </c:pt>
                <c:pt idx="7">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464.682</c:v>
                </c:pt>
                <c:pt idx="2">
                  <c:v>521.932</c:v>
                </c:pt>
                <c:pt idx="3">
                  <c:v>592.019</c:v>
                </c:pt>
                <c:pt idx="4">
                  <c:v>667.948</c:v>
                </c:pt>
                <c:pt idx="5">
                  <c:v>746.571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464.682</c:v>
                </c:pt>
                <c:pt idx="1">
                  <c:v>57.249999999999986</c:v>
                </c:pt>
                <c:pt idx="2">
                  <c:v>70.08699999999999</c:v>
                </c:pt>
                <c:pt idx="3">
                  <c:v>75.92899999999999</c:v>
                </c:pt>
                <c:pt idx="4">
                  <c:v>78.623</c:v>
                </c:pt>
                <c:pt idx="5">
                  <c:v>67.544</c:v>
                </c:pt>
                <c:pt idx="6">
                  <c:v>814.115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57.249999999999986</c:v>
                </c:pt>
                <c:pt idx="2">
                  <c:v>127.33699999999997</c:v>
                </c:pt>
                <c:pt idx="3">
                  <c:v>203.26599999999996</c:v>
                </c:pt>
                <c:pt idx="4">
                  <c:v>281.88899999999995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57.249999999999986</c:v>
                </c:pt>
                <c:pt idx="1">
                  <c:v>70.08699999999999</c:v>
                </c:pt>
                <c:pt idx="2">
                  <c:v>75.92899999999999</c:v>
                </c:pt>
                <c:pt idx="3">
                  <c:v>78.623</c:v>
                </c:pt>
                <c:pt idx="4">
                  <c:v>67.544</c:v>
                </c:pt>
                <c:pt idx="5">
                  <c:v>349.43299999999994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464.684</c:v>
                </c:pt>
                <c:pt idx="2">
                  <c:v>538.604</c:v>
                </c:pt>
                <c:pt idx="3">
                  <c:v>630.917</c:v>
                </c:pt>
                <c:pt idx="4">
                  <c:v>711.0310000000001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464.684</c:v>
                </c:pt>
                <c:pt idx="1">
                  <c:v>73.91999999999999</c:v>
                </c:pt>
                <c:pt idx="2">
                  <c:v>92.31299999999999</c:v>
                </c:pt>
                <c:pt idx="3">
                  <c:v>80.114</c:v>
                </c:pt>
                <c:pt idx="4">
                  <c:v>103.08399999999999</c:v>
                </c:pt>
                <c:pt idx="5">
                  <c:v>814.1149999999999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73.91999999999999</c:v>
                </c:pt>
                <c:pt idx="2">
                  <c:v>166.23299999999998</c:v>
                </c:pt>
                <c:pt idx="3">
                  <c:v>246.34699999999998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73.91999999999999</c:v>
                </c:pt>
                <c:pt idx="1">
                  <c:v>92.31299999999999</c:v>
                </c:pt>
                <c:pt idx="2">
                  <c:v>80.114</c:v>
                </c:pt>
                <c:pt idx="3">
                  <c:v>103.08399999999999</c:v>
                </c:pt>
                <c:pt idx="4">
                  <c:v>349.431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140.948</c:v>
                </c:pt>
                <c:pt idx="1">
                  <c:v>145.673</c:v>
                </c:pt>
                <c:pt idx="2">
                  <c:v>150.517</c:v>
                </c:pt>
                <c:pt idx="3">
                  <c:v>155.46999999999997</c:v>
                </c:pt>
                <c:pt idx="4">
                  <c:v>160.656</c:v>
                </c:pt>
                <c:pt idx="5">
                  <c:v>166.354</c:v>
                </c:pt>
                <c:pt idx="6">
                  <c:v>172.673</c:v>
                </c:pt>
                <c:pt idx="7">
                  <c:v>179.712</c:v>
                </c:pt>
                <c:pt idx="8">
                  <c:v>187.515</c:v>
                </c:pt>
                <c:pt idx="9">
                  <c:v>196.047</c:v>
                </c:pt>
                <c:pt idx="10">
                  <c:v>205.191</c:v>
                </c:pt>
                <c:pt idx="11">
                  <c:v>214.872</c:v>
                </c:pt>
                <c:pt idx="12">
                  <c:v>224.966</c:v>
                </c:pt>
                <c:pt idx="13">
                  <c:v>235.41899999999998</c:v>
                </c:pt>
                <c:pt idx="14">
                  <c:v>246.09799999999998</c:v>
                </c:pt>
                <c:pt idx="15">
                  <c:v>257.005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France</c:v>
                </c:pt>
              </c:strCache>
            </c:strRef>
          </c:cat>
          <c:val>
            <c:numRef>
              <c:f>Sheet1!$B$2:$B$4</c:f>
              <c:numCache>
                <c:formatCode>General</c:formatCode>
                <c:ptCount val="3"/>
                <c:pt idx="0">
                  <c:v>0.05245930274733035</c:v>
                </c:pt>
                <c:pt idx="1">
                  <c:v>0.04646744386955093</c:v>
                </c:pt>
                <c:pt idx="2">
                  <c:v>0.044457643454215434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166.354</c:v>
                </c:pt>
                <c:pt idx="2">
                  <c:v>172.673</c:v>
                </c:pt>
                <c:pt idx="3">
                  <c:v>179.712</c:v>
                </c:pt>
                <c:pt idx="4">
                  <c:v>187.515</c:v>
                </c:pt>
                <c:pt idx="5">
                  <c:v>196.047</c:v>
                </c:pt>
                <c:pt idx="6">
                  <c:v>205.191</c:v>
                </c:pt>
                <c:pt idx="7">
                  <c:v>214.872</c:v>
                </c:pt>
                <c:pt idx="8">
                  <c:v>224.966</c:v>
                </c:pt>
                <c:pt idx="9">
                  <c:v>235.41899999999998</c:v>
                </c:pt>
                <c:pt idx="10">
                  <c:v>246.09799999999998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166.354</c:v>
                </c:pt>
                <c:pt idx="1">
                  <c:v>6.318999999999988</c:v>
                </c:pt>
                <c:pt idx="2">
                  <c:v>7.038999999999987</c:v>
                </c:pt>
                <c:pt idx="3">
                  <c:v>7.802999999999997</c:v>
                </c:pt>
                <c:pt idx="4">
                  <c:v>8.53200000000001</c:v>
                </c:pt>
                <c:pt idx="5">
                  <c:v>9.144000000000005</c:v>
                </c:pt>
                <c:pt idx="6">
                  <c:v>9.681000000000012</c:v>
                </c:pt>
                <c:pt idx="7">
                  <c:v>10.093999999999994</c:v>
                </c:pt>
                <c:pt idx="8">
                  <c:v>10.452999999999975</c:v>
                </c:pt>
                <c:pt idx="9">
                  <c:v>10.679000000000002</c:v>
                </c:pt>
                <c:pt idx="10">
                  <c:v>10.90700000000001</c:v>
                </c:pt>
                <c:pt idx="11">
                  <c:v>257.005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12.281552717122075</c:v>
                </c:pt>
                <c:pt idx="1">
                  <c:v>2.102758788587256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87.71844728287792</c:v>
                </c:pt>
                <c:pt idx="1">
                  <c:v>97.89724121141275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317.465</c:v>
                </c:pt>
                <c:pt idx="1">
                  <c:v>330.145</c:v>
                </c:pt>
                <c:pt idx="2">
                  <c:v>343.342</c:v>
                </c:pt>
                <c:pt idx="3">
                  <c:v>357.226</c:v>
                </c:pt>
                <c:pt idx="4">
                  <c:v>371.872</c:v>
                </c:pt>
                <c:pt idx="5">
                  <c:v>389.64300000000003</c:v>
                </c:pt>
                <c:pt idx="6">
                  <c:v>409.683</c:v>
                </c:pt>
                <c:pt idx="7">
                  <c:v>432.289</c:v>
                </c:pt>
                <c:pt idx="8">
                  <c:v>457.90500000000003</c:v>
                </c:pt>
                <c:pt idx="9">
                  <c:v>486.46399999999994</c:v>
                </c:pt>
                <c:pt idx="10">
                  <c:v>517.979</c:v>
                </c:pt>
                <c:pt idx="11">
                  <c:v>552.399</c:v>
                </c:pt>
                <c:pt idx="12">
                  <c:v>589.3439999999999</c:v>
                </c:pt>
                <c:pt idx="13">
                  <c:v>628.976</c:v>
                </c:pt>
                <c:pt idx="14">
                  <c:v>670.979</c:v>
                </c:pt>
                <c:pt idx="15">
                  <c:v>715.414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France</c:v>
                </c:pt>
              </c:strCache>
            </c:strRef>
          </c:cat>
          <c:val>
            <c:numRef>
              <c:f>Sheet1!$B$2:$B$4</c:f>
              <c:numCache>
                <c:formatCode>General</c:formatCode>
                <c:ptCount val="3"/>
                <c:pt idx="0">
                  <c:v>0.06658666629421717</c:v>
                </c:pt>
                <c:pt idx="1">
                  <c:v>0.06255449919419975</c:v>
                </c:pt>
                <c:pt idx="2">
                  <c:v>0.06264708596175339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389.64300000000003</c:v>
                </c:pt>
                <c:pt idx="2">
                  <c:v>409.683</c:v>
                </c:pt>
                <c:pt idx="3">
                  <c:v>432.289</c:v>
                </c:pt>
                <c:pt idx="4">
                  <c:v>457.90500000000003</c:v>
                </c:pt>
                <c:pt idx="5">
                  <c:v>486.46399999999994</c:v>
                </c:pt>
                <c:pt idx="6">
                  <c:v>517.979</c:v>
                </c:pt>
                <c:pt idx="7">
                  <c:v>552.399</c:v>
                </c:pt>
                <c:pt idx="8">
                  <c:v>589.3439999999999</c:v>
                </c:pt>
                <c:pt idx="9">
                  <c:v>628.976</c:v>
                </c:pt>
                <c:pt idx="10">
                  <c:v>670.979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389.64300000000003</c:v>
                </c:pt>
                <c:pt idx="1">
                  <c:v>20.039999999999964</c:v>
                </c:pt>
                <c:pt idx="2">
                  <c:v>22.605999999999995</c:v>
                </c:pt>
                <c:pt idx="3">
                  <c:v>25.616000000000042</c:v>
                </c:pt>
                <c:pt idx="4">
                  <c:v>28.558999999999912</c:v>
                </c:pt>
                <c:pt idx="5">
                  <c:v>31.5150000000001</c:v>
                </c:pt>
                <c:pt idx="6">
                  <c:v>34.41999999999996</c:v>
                </c:pt>
                <c:pt idx="7">
                  <c:v>36.944999999999936</c:v>
                </c:pt>
                <c:pt idx="8">
                  <c:v>39.63200000000006</c:v>
                </c:pt>
                <c:pt idx="9">
                  <c:v>42.00300000000004</c:v>
                </c:pt>
                <c:pt idx="10">
                  <c:v>44.434999999999945</c:v>
                </c:pt>
                <c:pt idx="11">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13.861474547292795</c:v>
                </c:pt>
                <c:pt idx="1">
                  <c:v>2.419186001462279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86.1385254527072</c:v>
                </c:pt>
                <c:pt idx="1">
                  <c:v>97.58081399853772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Sticks and Balms</c:v>
                </c:pt>
                <c:pt idx="4">
                  <c:v>Creams and Lotions</c:v>
                </c:pt>
                <c:pt idx="5">
                  <c:v>Sprays and Mists</c:v>
                </c:pt>
                <c:pt idx="6">
                  <c:v>Waxes, Clays, Pastes…</c:v>
                </c:pt>
                <c:pt idx="7">
                  <c:v>Serums and Oils</c:v>
                </c:pt>
              </c:strCache>
            </c:strRef>
          </c:cat>
          <c:val>
            <c:numRef>
              <c:f>Sheet1!$B$2:$B$9</c:f>
              <c:numCache>
                <c:formatCode>General</c:formatCode>
                <c:ptCount val="8"/>
                <c:pt idx="0">
                  <c:v>27.179000000000002</c:v>
                </c:pt>
                <c:pt idx="1">
                  <c:v>33.403</c:v>
                </c:pt>
                <c:pt idx="2">
                  <c:v>37.711</c:v>
                </c:pt>
                <c:pt idx="3">
                  <c:v>48.198</c:v>
                </c:pt>
                <c:pt idx="4">
                  <c:v>48.54</c:v>
                </c:pt>
                <c:pt idx="5">
                  <c:v>52.211</c:v>
                </c:pt>
                <c:pt idx="6">
                  <c:v>60.529</c:v>
                </c:pt>
                <c:pt idx="7">
                  <c:v>81.872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9.7084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68.944</c:v>
                </c:pt>
                <c:pt idx="4">
                  <c:v>74.036</c:v>
                </c:pt>
                <c:pt idx="5">
                  <c:v>78.706</c:v>
                </c:pt>
                <c:pt idx="6">
                  <c:v>81.499</c:v>
                </c:pt>
                <c:pt idx="7">
                  <c:v>86.458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5.8537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122.886</c:v>
                </c:pt>
                <c:pt idx="6">
                  <c:v>124.025</c:v>
                </c:pt>
                <c:pt idx="7">
                  <c:v>142.732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1.2608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52.026</c:v>
                </c:pt>
                <c:pt idx="3">
                  <c:v>56.58</c:v>
                </c:pt>
                <c:pt idx="4">
                  <c:v>60.42</c:v>
                </c:pt>
                <c:pt idx="5">
                  <c:v>67.547</c:v>
                </c:pt>
                <c:pt idx="6">
                  <c:v>70.799</c:v>
                </c:pt>
                <c:pt idx="7">
                  <c:v>82.271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0.243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Heat Styling Support</c:v>
                </c:pt>
                <c:pt idx="6">
                  <c:v>Hold and Shape</c:v>
                </c:pt>
                <c:pt idx="7">
                  <c:v>Smoothing and Frizz C…</c:v>
                </c:pt>
              </c:strCache>
            </c:strRef>
          </c:cat>
          <c:val>
            <c:numRef>
              <c:f>Sheet1!$B$2:$B$9</c:f>
              <c:numCache>
                <c:formatCode>General</c:formatCode>
                <c:ptCount val="8"/>
                <c:pt idx="1">
                  <c:v>45.274</c:v>
                </c:pt>
                <c:pt idx="2">
                  <c:v>53.46</c:v>
                </c:pt>
                <c:pt idx="3">
                  <c:v>53.565</c:v>
                </c:pt>
                <c:pt idx="4">
                  <c:v>53.881</c:v>
                </c:pt>
                <c:pt idx="5">
                  <c:v>54.166</c:v>
                </c:pt>
                <c:pt idx="6">
                  <c:v>60.252</c:v>
                </c:pt>
                <c:pt idx="7">
                  <c:v>69.043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2.5176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70.118</c:v>
                </c:pt>
                <c:pt idx="4">
                  <c:v>74.062</c:v>
                </c:pt>
                <c:pt idx="5">
                  <c:v>78.778</c:v>
                </c:pt>
                <c:pt idx="6">
                  <c:v>81.842</c:v>
                </c:pt>
                <c:pt idx="7">
                  <c:v>84.842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3.688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93.50999999999999</c:v>
                </c:pt>
                <c:pt idx="5">
                  <c:v>97.281</c:v>
                </c:pt>
                <c:pt idx="6">
                  <c:v>97.93</c:v>
                </c:pt>
                <c:pt idx="7">
                  <c:v>100.921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5.2341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389.64300000000003</c:v>
                </c:pt>
                <c:pt idx="2">
                  <c:v>419.62100000000004</c:v>
                </c:pt>
                <c:pt idx="3">
                  <c:v>432.915</c:v>
                </c:pt>
                <c:pt idx="4">
                  <c:v>457.10400000000004</c:v>
                </c:pt>
                <c:pt idx="5">
                  <c:v>500.76800000000003</c:v>
                </c:pt>
                <c:pt idx="6">
                  <c:v>550.5450000000001</c:v>
                </c:pt>
                <c:pt idx="7">
                  <c:v>590.3650000000001</c:v>
                </c:pt>
                <c:pt idx="8">
                  <c:v>670.1030000000002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389.64300000000003</c:v>
                </c:pt>
                <c:pt idx="1">
                  <c:v>29.977999999999994</c:v>
                </c:pt>
                <c:pt idx="2">
                  <c:v>13.293999999999997</c:v>
                </c:pt>
                <c:pt idx="3">
                  <c:v>24.189</c:v>
                </c:pt>
                <c:pt idx="4">
                  <c:v>43.663999999999994</c:v>
                </c:pt>
                <c:pt idx="5">
                  <c:v>49.776999999999994</c:v>
                </c:pt>
                <c:pt idx="6">
                  <c:v>39.82000000000001</c:v>
                </c:pt>
                <c:pt idx="7">
                  <c:v>79.73800000000001</c:v>
                </c:pt>
                <c:pt idx="8">
                  <c:v>45.311</c:v>
                </c:pt>
                <c:pt idx="9">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29.977999999999994</c:v>
                </c:pt>
                <c:pt idx="2">
                  <c:v>43.27199999999999</c:v>
                </c:pt>
                <c:pt idx="3">
                  <c:v>67.46099999999998</c:v>
                </c:pt>
                <c:pt idx="4">
                  <c:v>111.12499999999997</c:v>
                </c:pt>
                <c:pt idx="5">
                  <c:v>160.90199999999996</c:v>
                </c:pt>
                <c:pt idx="6">
                  <c:v>200.72199999999998</c:v>
                </c:pt>
                <c:pt idx="7">
                  <c:v>280.46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29.977999999999994</c:v>
                </c:pt>
                <c:pt idx="1">
                  <c:v>13.293999999999997</c:v>
                </c:pt>
                <c:pt idx="2">
                  <c:v>24.189</c:v>
                </c:pt>
                <c:pt idx="3">
                  <c:v>43.663999999999994</c:v>
                </c:pt>
                <c:pt idx="4">
                  <c:v>49.776999999999994</c:v>
                </c:pt>
                <c:pt idx="5">
                  <c:v>39.82000000000001</c:v>
                </c:pt>
                <c:pt idx="6">
                  <c:v>79.73800000000001</c:v>
                </c:pt>
                <c:pt idx="7">
                  <c:v>45.311</c:v>
                </c:pt>
                <c:pt idx="8">
                  <c:v>325.771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389.64300000000003</c:v>
                </c:pt>
                <c:pt idx="2">
                  <c:v>459.072</c:v>
                </c:pt>
                <c:pt idx="3">
                  <c:v>539.457</c:v>
                </c:pt>
                <c:pt idx="4">
                  <c:v>610.491</c:v>
                </c:pt>
                <c:pt idx="5">
                  <c:v>670.264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389.64300000000003</c:v>
                </c:pt>
                <c:pt idx="1">
                  <c:v>69.429</c:v>
                </c:pt>
                <c:pt idx="2">
                  <c:v>80.385</c:v>
                </c:pt>
                <c:pt idx="3">
                  <c:v>71.03399999999999</c:v>
                </c:pt>
                <c:pt idx="4">
                  <c:v>59.772999999999996</c:v>
                </c:pt>
                <c:pt idx="5">
                  <c:v>45.14999999999999</c:v>
                </c:pt>
                <c:pt idx="6">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69.429</c:v>
                </c:pt>
                <c:pt idx="2">
                  <c:v>149.81400000000002</c:v>
                </c:pt>
                <c:pt idx="3">
                  <c:v>220.848</c:v>
                </c:pt>
                <c:pt idx="4">
                  <c:v>280.621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69.429</c:v>
                </c:pt>
                <c:pt idx="1">
                  <c:v>80.385</c:v>
                </c:pt>
                <c:pt idx="2">
                  <c:v>71.03399999999999</c:v>
                </c:pt>
                <c:pt idx="3">
                  <c:v>59.772999999999996</c:v>
                </c:pt>
                <c:pt idx="4">
                  <c:v>45.14999999999999</c:v>
                </c:pt>
                <c:pt idx="5">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389.64300000000003</c:v>
                </c:pt>
                <c:pt idx="2">
                  <c:v>492.795</c:v>
                </c:pt>
                <c:pt idx="3">
                  <c:v>598.852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389.64300000000003</c:v>
                </c:pt>
                <c:pt idx="1">
                  <c:v>103.15199999999999</c:v>
                </c:pt>
                <c:pt idx="2">
                  <c:v>106.05699999999999</c:v>
                </c:pt>
                <c:pt idx="3">
                  <c:v>116.56200000000001</c:v>
                </c:pt>
                <c:pt idx="4">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103.15199999999999</c:v>
                </c:pt>
                <c:pt idx="2">
                  <c:v>209.20899999999997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103.15199999999999</c:v>
                </c:pt>
                <c:pt idx="1">
                  <c:v>106.05699999999999</c:v>
                </c:pt>
                <c:pt idx="2">
                  <c:v>116.56200000000001</c:v>
                </c:pt>
                <c:pt idx="3">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389.64300000000003</c:v>
                </c:pt>
                <c:pt idx="2">
                  <c:v>433.761</c:v>
                </c:pt>
                <c:pt idx="3">
                  <c:v>492.83000000000004</c:v>
                </c:pt>
                <c:pt idx="4">
                  <c:v>557.908</c:v>
                </c:pt>
                <c:pt idx="5">
                  <c:v>598.024</c:v>
                </c:pt>
                <c:pt idx="6">
                  <c:v>663.483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389.64300000000003</c:v>
                </c:pt>
                <c:pt idx="1">
                  <c:v>44.117999999999995</c:v>
                </c:pt>
                <c:pt idx="2">
                  <c:v>59.069</c:v>
                </c:pt>
                <c:pt idx="3">
                  <c:v>65.07799999999999</c:v>
                </c:pt>
                <c:pt idx="4">
                  <c:v>40.116</c:v>
                </c:pt>
                <c:pt idx="5">
                  <c:v>65.459</c:v>
                </c:pt>
                <c:pt idx="6">
                  <c:v>51.93099999999999</c:v>
                </c:pt>
                <c:pt idx="7">
                  <c:v>715.414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44.117999999999995</c:v>
                </c:pt>
                <c:pt idx="2">
                  <c:v>103.187</c:v>
                </c:pt>
                <c:pt idx="3">
                  <c:v>168.265</c:v>
                </c:pt>
                <c:pt idx="4">
                  <c:v>208.38099999999997</c:v>
                </c:pt>
                <c:pt idx="5">
                  <c:v>273.84</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44.117999999999995</c:v>
                </c:pt>
                <c:pt idx="1">
                  <c:v>59.069</c:v>
                </c:pt>
                <c:pt idx="2">
                  <c:v>65.07799999999999</c:v>
                </c:pt>
                <c:pt idx="3">
                  <c:v>40.116</c:v>
                </c:pt>
                <c:pt idx="4">
                  <c:v>65.459</c:v>
                </c:pt>
                <c:pt idx="5">
                  <c:v>51.93099999999999</c:v>
                </c:pt>
                <c:pt idx="6">
                  <c:v>325.77099999999996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389.641</c:v>
                </c:pt>
                <c:pt idx="2">
                  <c:v>423.952</c:v>
                </c:pt>
                <c:pt idx="3">
                  <c:v>484.022</c:v>
                </c:pt>
                <c:pt idx="4">
                  <c:v>522.938</c:v>
                </c:pt>
                <c:pt idx="5">
                  <c:v>566.762</c:v>
                </c:pt>
                <c:pt idx="6">
                  <c:v>631.088</c:v>
                </c:pt>
                <c:pt idx="7">
                  <c:v>660.624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389.641</c:v>
                </c:pt>
                <c:pt idx="1">
                  <c:v>34.311</c:v>
                </c:pt>
                <c:pt idx="2">
                  <c:v>60.06999999999999</c:v>
                </c:pt>
                <c:pt idx="3">
                  <c:v>38.916000000000004</c:v>
                </c:pt>
                <c:pt idx="4">
                  <c:v>43.824</c:v>
                </c:pt>
                <c:pt idx="5">
                  <c:v>64.326</c:v>
                </c:pt>
                <c:pt idx="6">
                  <c:v>29.536</c:v>
                </c:pt>
                <c:pt idx="7">
                  <c:v>54.790000000000006</c:v>
                </c:pt>
                <c:pt idx="8">
                  <c:v>715.4140000000001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34.311</c:v>
                </c:pt>
                <c:pt idx="2">
                  <c:v>94.381</c:v>
                </c:pt>
                <c:pt idx="3">
                  <c:v>133.297</c:v>
                </c:pt>
                <c:pt idx="4">
                  <c:v>177.12099999999998</c:v>
                </c:pt>
                <c:pt idx="5">
                  <c:v>241.44699999999997</c:v>
                </c:pt>
                <c:pt idx="6">
                  <c:v>270.98299999999995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34.311</c:v>
                </c:pt>
                <c:pt idx="1">
                  <c:v>60.06999999999999</c:v>
                </c:pt>
                <c:pt idx="2">
                  <c:v>38.916000000000004</c:v>
                </c:pt>
                <c:pt idx="3">
                  <c:v>43.824</c:v>
                </c:pt>
                <c:pt idx="4">
                  <c:v>64.326</c:v>
                </c:pt>
                <c:pt idx="5">
                  <c:v>29.536</c:v>
                </c:pt>
                <c:pt idx="6">
                  <c:v>54.790000000000006</c:v>
                </c:pt>
                <c:pt idx="7">
                  <c:v>325.77299999999997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389.642</c:v>
                </c:pt>
                <c:pt idx="2">
                  <c:v>443.893</c:v>
                </c:pt>
                <c:pt idx="3">
                  <c:v>509.24699999999996</c:v>
                </c:pt>
                <c:pt idx="4">
                  <c:v>579.5419999999999</c:v>
                </c:pt>
                <c:pt idx="5">
                  <c:v>651.9809999999999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389.642</c:v>
                </c:pt>
                <c:pt idx="1">
                  <c:v>54.25099999999999</c:v>
                </c:pt>
                <c:pt idx="2">
                  <c:v>65.354</c:v>
                </c:pt>
                <c:pt idx="3">
                  <c:v>70.295</c:v>
                </c:pt>
                <c:pt idx="4">
                  <c:v>72.439</c:v>
                </c:pt>
                <c:pt idx="5">
                  <c:v>63.43400000000001</c:v>
                </c:pt>
                <c:pt idx="6">
                  <c:v>715.415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54.25099999999999</c:v>
                </c:pt>
                <c:pt idx="2">
                  <c:v>119.60499999999999</c:v>
                </c:pt>
                <c:pt idx="3">
                  <c:v>189.89999999999998</c:v>
                </c:pt>
                <c:pt idx="4">
                  <c:v>262.33899999999994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54.25099999999999</c:v>
                </c:pt>
                <c:pt idx="1">
                  <c:v>65.354</c:v>
                </c:pt>
                <c:pt idx="2">
                  <c:v>70.295</c:v>
                </c:pt>
                <c:pt idx="3">
                  <c:v>72.439</c:v>
                </c:pt>
                <c:pt idx="4">
                  <c:v>63.43400000000001</c:v>
                </c:pt>
                <c:pt idx="5">
                  <c:v>325.77299999999997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389.642</c:v>
                </c:pt>
                <c:pt idx="2">
                  <c:v>456.151</c:v>
                </c:pt>
                <c:pt idx="3">
                  <c:v>545.2470000000001</c:v>
                </c:pt>
                <c:pt idx="4">
                  <c:v>623.711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389.642</c:v>
                </c:pt>
                <c:pt idx="1">
                  <c:v>66.509</c:v>
                </c:pt>
                <c:pt idx="2">
                  <c:v>89.096</c:v>
                </c:pt>
                <c:pt idx="3">
                  <c:v>78.464</c:v>
                </c:pt>
                <c:pt idx="4">
                  <c:v>91.70499999999998</c:v>
                </c:pt>
                <c:pt idx="5">
                  <c:v>715.4159999999999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66.509</c:v>
                </c:pt>
                <c:pt idx="2">
                  <c:v>155.60500000000002</c:v>
                </c:pt>
                <c:pt idx="3">
                  <c:v>234.06900000000002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66.509</c:v>
                </c:pt>
                <c:pt idx="1">
                  <c:v>89.096</c:v>
                </c:pt>
                <c:pt idx="2">
                  <c:v>78.464</c:v>
                </c:pt>
                <c:pt idx="3">
                  <c:v>91.70499999999998</c:v>
                </c:pt>
                <c:pt idx="4">
                  <c:v>325.774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106.672</c:v>
                </c:pt>
                <c:pt idx="1">
                  <c:v>110.501</c:v>
                </c:pt>
                <c:pt idx="2">
                  <c:v>114.452</c:v>
                </c:pt>
                <c:pt idx="3">
                  <c:v>118.51</c:v>
                </c:pt>
                <c:pt idx="4">
                  <c:v>122.778</c:v>
                </c:pt>
                <c:pt idx="5">
                  <c:v>127.471</c:v>
                </c:pt>
                <c:pt idx="6">
                  <c:v>132.672</c:v>
                </c:pt>
                <c:pt idx="7">
                  <c:v>138.468</c:v>
                </c:pt>
                <c:pt idx="8">
                  <c:v>144.88899999999998</c:v>
                </c:pt>
                <c:pt idx="9">
                  <c:v>151.908</c:v>
                </c:pt>
                <c:pt idx="10">
                  <c:v>159.443</c:v>
                </c:pt>
                <c:pt idx="11">
                  <c:v>167.451</c:v>
                </c:pt>
                <c:pt idx="12">
                  <c:v>175.841</c:v>
                </c:pt>
                <c:pt idx="13">
                  <c:v>184.555</c:v>
                </c:pt>
                <c:pt idx="14">
                  <c:v>193.486</c:v>
                </c:pt>
                <c:pt idx="15">
                  <c:v>202.631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Italy</c:v>
                </c:pt>
              </c:strCache>
            </c:strRef>
          </c:cat>
          <c:val>
            <c:numRef>
              <c:f>Sheet1!$B$2:$B$4</c:f>
              <c:numCache>
                <c:formatCode>General</c:formatCode>
                <c:ptCount val="3"/>
                <c:pt idx="0">
                  <c:v>0.05245930274733035</c:v>
                </c:pt>
                <c:pt idx="1">
                  <c:v>0.04646744386955093</c:v>
                </c:pt>
                <c:pt idx="2">
                  <c:v>0.04744071056757937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127.471</c:v>
                </c:pt>
                <c:pt idx="2">
                  <c:v>132.672</c:v>
                </c:pt>
                <c:pt idx="3">
                  <c:v>138.468</c:v>
                </c:pt>
                <c:pt idx="4">
                  <c:v>144.88899999999998</c:v>
                </c:pt>
                <c:pt idx="5">
                  <c:v>151.908</c:v>
                </c:pt>
                <c:pt idx="6">
                  <c:v>159.443</c:v>
                </c:pt>
                <c:pt idx="7">
                  <c:v>167.451</c:v>
                </c:pt>
                <c:pt idx="8">
                  <c:v>175.841</c:v>
                </c:pt>
                <c:pt idx="9">
                  <c:v>184.555</c:v>
                </c:pt>
                <c:pt idx="10">
                  <c:v>193.486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127.471</c:v>
                </c:pt>
                <c:pt idx="1">
                  <c:v>5.200999999999993</c:v>
                </c:pt>
                <c:pt idx="2">
                  <c:v>5.795999999999992</c:v>
                </c:pt>
                <c:pt idx="3">
                  <c:v>6.420999999999992</c:v>
                </c:pt>
                <c:pt idx="4">
                  <c:v>7.0190000000000055</c:v>
                </c:pt>
                <c:pt idx="5">
                  <c:v>7.535000000000025</c:v>
                </c:pt>
                <c:pt idx="6">
                  <c:v>8.007999999999981</c:v>
                </c:pt>
                <c:pt idx="7">
                  <c:v>8.390000000000015</c:v>
                </c:pt>
                <c:pt idx="8">
                  <c:v>8.713999999999999</c:v>
                </c:pt>
                <c:pt idx="9">
                  <c:v>8.930999999999983</c:v>
                </c:pt>
                <c:pt idx="10">
                  <c:v>9.14500000000001</c:v>
                </c:pt>
                <c:pt idx="11">
                  <c:v>202.631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9.410905697514146</c:v>
                </c:pt>
                <c:pt idx="1">
                  <c:v>1.6112673307525285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90.58909430248585</c:v>
                </c:pt>
                <c:pt idx="1">
                  <c:v>98.38873266924747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210.796</c:v>
                </c:pt>
                <c:pt idx="1">
                  <c:v>219.539</c:v>
                </c:pt>
                <c:pt idx="2">
                  <c:v>228.677</c:v>
                </c:pt>
                <c:pt idx="3">
                  <c:v>238.32299999999998</c:v>
                </c:pt>
                <c:pt idx="4">
                  <c:v>248.573</c:v>
                </c:pt>
                <c:pt idx="5">
                  <c:v>260.931</c:v>
                </c:pt>
                <c:pt idx="6">
                  <c:v>274.85900000000004</c:v>
                </c:pt>
                <c:pt idx="7">
                  <c:v>290.57800000000003</c:v>
                </c:pt>
                <c:pt idx="8">
                  <c:v>308.242</c:v>
                </c:pt>
                <c:pt idx="9">
                  <c:v>328.01</c:v>
                </c:pt>
                <c:pt idx="10">
                  <c:v>349.812</c:v>
                </c:pt>
                <c:pt idx="11">
                  <c:v>373.672</c:v>
                </c:pt>
                <c:pt idx="12">
                  <c:v>399.34999999999997</c:v>
                </c:pt>
                <c:pt idx="13">
                  <c:v>426.863</c:v>
                </c:pt>
                <c:pt idx="14">
                  <c:v>456.09000000000003</c:v>
                </c:pt>
                <c:pt idx="15">
                  <c:v>487.08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Italy</c:v>
                </c:pt>
              </c:strCache>
            </c:strRef>
          </c:cat>
          <c:val>
            <c:numRef>
              <c:f>Sheet1!$B$2:$B$4</c:f>
              <c:numCache>
                <c:formatCode>General</c:formatCode>
                <c:ptCount val="3"/>
                <c:pt idx="0">
                  <c:v>0.06658666629421717</c:v>
                </c:pt>
                <c:pt idx="1">
                  <c:v>0.06255449919419975</c:v>
                </c:pt>
                <c:pt idx="2">
                  <c:v>0.0644063624561324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260.931</c:v>
                </c:pt>
                <c:pt idx="2">
                  <c:v>274.85900000000004</c:v>
                </c:pt>
                <c:pt idx="3">
                  <c:v>290.57800000000003</c:v>
                </c:pt>
                <c:pt idx="4">
                  <c:v>308.242</c:v>
                </c:pt>
                <c:pt idx="5">
                  <c:v>328.01</c:v>
                </c:pt>
                <c:pt idx="6">
                  <c:v>349.812</c:v>
                </c:pt>
                <c:pt idx="7">
                  <c:v>373.672</c:v>
                </c:pt>
                <c:pt idx="8">
                  <c:v>399.34999999999997</c:v>
                </c:pt>
                <c:pt idx="9">
                  <c:v>426.863</c:v>
                </c:pt>
                <c:pt idx="10">
                  <c:v>456.09000000000003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260.931</c:v>
                </c:pt>
                <c:pt idx="1">
                  <c:v>13.928000000000054</c:v>
                </c:pt>
                <c:pt idx="2">
                  <c:v>15.718999999999994</c:v>
                </c:pt>
                <c:pt idx="3">
                  <c:v>17.663999999999987</c:v>
                </c:pt>
                <c:pt idx="4">
                  <c:v>19.767999999999972</c:v>
                </c:pt>
                <c:pt idx="5">
                  <c:v>21.80200000000002</c:v>
                </c:pt>
                <c:pt idx="6">
                  <c:v>23.860000000000014</c:v>
                </c:pt>
                <c:pt idx="7">
                  <c:v>25.67799999999994</c:v>
                </c:pt>
                <c:pt idx="8">
                  <c:v>27.513000000000034</c:v>
                </c:pt>
                <c:pt idx="9">
                  <c:v>29.227000000000032</c:v>
                </c:pt>
                <c:pt idx="10">
                  <c:v>30.989999999999952</c:v>
                </c:pt>
                <c:pt idx="11">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9.282569980981709</c:v>
                </c:pt>
                <c:pt idx="1">
                  <c:v>1.6200486664653384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90.7174300190183</c:v>
                </c:pt>
                <c:pt idx="1">
                  <c:v>98.37995133353466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Sprays and Mists</c:v>
                </c:pt>
                <c:pt idx="5">
                  <c:v>Sticks and Balms</c:v>
                </c:pt>
                <c:pt idx="6">
                  <c:v>Waxes, Clays, Pastes…</c:v>
                </c:pt>
                <c:pt idx="7">
                  <c:v>Serums and Oils</c:v>
                </c:pt>
              </c:strCache>
            </c:strRef>
          </c:cat>
          <c:val>
            <c:numRef>
              <c:f>Sheet1!$B$2:$B$9</c:f>
              <c:numCache>
                <c:formatCode>General</c:formatCode>
                <c:ptCount val="8"/>
                <c:pt idx="0">
                  <c:v>18.695999999999998</c:v>
                </c:pt>
                <c:pt idx="1">
                  <c:v>24.906</c:v>
                </c:pt>
                <c:pt idx="2">
                  <c:v>25.957</c:v>
                </c:pt>
                <c:pt idx="3">
                  <c:v>28.5</c:v>
                </c:pt>
                <c:pt idx="4">
                  <c:v>33.379000000000005</c:v>
                </c:pt>
                <c:pt idx="5">
                  <c:v>33.658</c:v>
                </c:pt>
                <c:pt idx="6">
                  <c:v>47.221</c:v>
                </c:pt>
                <c:pt idx="7">
                  <c:v>48.614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142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Extra-strong Hold</c:v>
                </c:pt>
                <c:pt idx="5">
                  <c:v>Light or Flexible Hold</c:v>
                </c:pt>
                <c:pt idx="6">
                  <c:v>Medium Hold</c:v>
                </c:pt>
                <c:pt idx="7">
                  <c:v>Strong Hold</c:v>
                </c:pt>
              </c:strCache>
            </c:strRef>
          </c:cat>
          <c:val>
            <c:numRef>
              <c:f>Sheet1!$B$2:$B$9</c:f>
              <c:numCache>
                <c:formatCode>General</c:formatCode>
                <c:ptCount val="8"/>
                <c:pt idx="3">
                  <c:v>44.88</c:v>
                </c:pt>
                <c:pt idx="4">
                  <c:v>49.55</c:v>
                </c:pt>
                <c:pt idx="5">
                  <c:v>51.646</c:v>
                </c:pt>
                <c:pt idx="6">
                  <c:v>56.602</c:v>
                </c:pt>
                <c:pt idx="7">
                  <c:v>58.253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8.059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81.011</c:v>
                </c:pt>
                <c:pt idx="6">
                  <c:v>82.849</c:v>
                </c:pt>
                <c:pt idx="7">
                  <c:v>97.071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0.075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31.96</c:v>
                </c:pt>
                <c:pt idx="3">
                  <c:v>39.707</c:v>
                </c:pt>
                <c:pt idx="4">
                  <c:v>42.553</c:v>
                </c:pt>
                <c:pt idx="5">
                  <c:v>44.197</c:v>
                </c:pt>
                <c:pt idx="6">
                  <c:v>49.499</c:v>
                </c:pt>
                <c:pt idx="7">
                  <c:v>53.014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0387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Curl Definition</c:v>
                </c:pt>
                <c:pt idx="6">
                  <c:v>Hold and Shape</c:v>
                </c:pt>
                <c:pt idx="7">
                  <c:v>Smoothing and Frizz C…</c:v>
                </c:pt>
              </c:strCache>
            </c:strRef>
          </c:cat>
          <c:val>
            <c:numRef>
              <c:f>Sheet1!$B$2:$B$9</c:f>
              <c:numCache>
                <c:formatCode>General</c:formatCode>
                <c:ptCount val="8"/>
                <c:pt idx="1">
                  <c:v>30.579</c:v>
                </c:pt>
                <c:pt idx="2">
                  <c:v>36.074</c:v>
                </c:pt>
                <c:pt idx="3">
                  <c:v>36.138</c:v>
                </c:pt>
                <c:pt idx="4">
                  <c:v>36.27</c:v>
                </c:pt>
                <c:pt idx="5">
                  <c:v>36.339</c:v>
                </c:pt>
                <c:pt idx="6">
                  <c:v>40.619</c:v>
                </c:pt>
                <c:pt idx="7">
                  <c:v>44.912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182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46.945</c:v>
                </c:pt>
                <c:pt idx="4">
                  <c:v>49.566</c:v>
                </c:pt>
                <c:pt idx="5">
                  <c:v>52.773</c:v>
                </c:pt>
                <c:pt idx="6">
                  <c:v>54.821</c:v>
                </c:pt>
                <c:pt idx="7">
                  <c:v>56.825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6.1455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62.629000000000005</c:v>
                </c:pt>
                <c:pt idx="5">
                  <c:v>64.998</c:v>
                </c:pt>
                <c:pt idx="6">
                  <c:v>65.517</c:v>
                </c:pt>
                <c:pt idx="7">
                  <c:v>67.788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835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260.931</c:v>
                </c:pt>
                <c:pt idx="2">
                  <c:v>276.513</c:v>
                </c:pt>
                <c:pt idx="3">
                  <c:v>288.221</c:v>
                </c:pt>
                <c:pt idx="4">
                  <c:v>308.15</c:v>
                </c:pt>
                <c:pt idx="5">
                  <c:v>335.923</c:v>
                </c:pt>
                <c:pt idx="6">
                  <c:v>372.574</c:v>
                </c:pt>
                <c:pt idx="7">
                  <c:v>399.885</c:v>
                </c:pt>
                <c:pt idx="8">
                  <c:v>443.439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260.931</c:v>
                </c:pt>
                <c:pt idx="1">
                  <c:v>15.581999999999994</c:v>
                </c:pt>
                <c:pt idx="2">
                  <c:v>11.707999999999998</c:v>
                </c:pt>
                <c:pt idx="3">
                  <c:v>19.929000000000002</c:v>
                </c:pt>
                <c:pt idx="4">
                  <c:v>27.773000000000003</c:v>
                </c:pt>
                <c:pt idx="5">
                  <c:v>36.651</c:v>
                </c:pt>
                <c:pt idx="6">
                  <c:v>27.311</c:v>
                </c:pt>
                <c:pt idx="7">
                  <c:v>43.55400000000001</c:v>
                </c:pt>
                <c:pt idx="8">
                  <c:v>43.641000000000005</c:v>
                </c:pt>
                <c:pt idx="9">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15.581999999999994</c:v>
                </c:pt>
                <c:pt idx="2">
                  <c:v>27.289999999999992</c:v>
                </c:pt>
                <c:pt idx="3">
                  <c:v>47.218999999999994</c:v>
                </c:pt>
                <c:pt idx="4">
                  <c:v>74.99199999999999</c:v>
                </c:pt>
                <c:pt idx="5">
                  <c:v>111.643</c:v>
                </c:pt>
                <c:pt idx="6">
                  <c:v>138.954</c:v>
                </c:pt>
                <c:pt idx="7">
                  <c:v>182.508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15.581999999999994</c:v>
                </c:pt>
                <c:pt idx="1">
                  <c:v>11.707999999999998</c:v>
                </c:pt>
                <c:pt idx="2">
                  <c:v>19.929000000000002</c:v>
                </c:pt>
                <c:pt idx="3">
                  <c:v>27.773000000000003</c:v>
                </c:pt>
                <c:pt idx="4">
                  <c:v>36.651</c:v>
                </c:pt>
                <c:pt idx="5">
                  <c:v>27.311</c:v>
                </c:pt>
                <c:pt idx="6">
                  <c:v>43.55400000000001</c:v>
                </c:pt>
                <c:pt idx="7">
                  <c:v>43.641000000000005</c:v>
                </c:pt>
                <c:pt idx="8">
                  <c:v>226.14900000000003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260.93100000000004</c:v>
                </c:pt>
                <c:pt idx="2">
                  <c:v>304.814</c:v>
                </c:pt>
                <c:pt idx="3">
                  <c:v>359.661</c:v>
                </c:pt>
                <c:pt idx="4">
                  <c:v>408.221</c:v>
                </c:pt>
                <c:pt idx="5">
                  <c:v>452.964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260.93100000000004</c:v>
                </c:pt>
                <c:pt idx="1">
                  <c:v>43.883</c:v>
                </c:pt>
                <c:pt idx="2">
                  <c:v>54.846999999999994</c:v>
                </c:pt>
                <c:pt idx="3">
                  <c:v>48.56000000000001</c:v>
                </c:pt>
                <c:pt idx="4">
                  <c:v>44.742999999999995</c:v>
                </c:pt>
                <c:pt idx="5">
                  <c:v>34.116</c:v>
                </c:pt>
                <c:pt idx="6">
                  <c:v>487.08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43.883</c:v>
                </c:pt>
                <c:pt idx="2">
                  <c:v>98.72999999999999</c:v>
                </c:pt>
                <c:pt idx="3">
                  <c:v>147.29</c:v>
                </c:pt>
                <c:pt idx="4">
                  <c:v>192.033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43.883</c:v>
                </c:pt>
                <c:pt idx="1">
                  <c:v>54.846999999999994</c:v>
                </c:pt>
                <c:pt idx="2">
                  <c:v>48.56000000000001</c:v>
                </c:pt>
                <c:pt idx="3">
                  <c:v>44.742999999999995</c:v>
                </c:pt>
                <c:pt idx="4">
                  <c:v>34.116</c:v>
                </c:pt>
                <c:pt idx="5">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260.93100000000004</c:v>
                </c:pt>
                <c:pt idx="2">
                  <c:v>329.84800000000007</c:v>
                </c:pt>
                <c:pt idx="3">
                  <c:v>392.9120000000001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260.93100000000004</c:v>
                </c:pt>
                <c:pt idx="1">
                  <c:v>68.917</c:v>
                </c:pt>
                <c:pt idx="2">
                  <c:v>63.06400000000001</c:v>
                </c:pt>
                <c:pt idx="3">
                  <c:v>94.168</c:v>
                </c:pt>
                <c:pt idx="4">
                  <c:v>487.08000000000004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68.917</c:v>
                </c:pt>
                <c:pt idx="2">
                  <c:v>131.981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68.917</c:v>
                </c:pt>
                <c:pt idx="1">
                  <c:v>63.06400000000001</c:v>
                </c:pt>
                <c:pt idx="2">
                  <c:v>94.168</c:v>
                </c:pt>
                <c:pt idx="3">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260.93</c:v>
                </c:pt>
                <c:pt idx="2">
                  <c:v>293.223</c:v>
                </c:pt>
                <c:pt idx="3">
                  <c:v>333.322</c:v>
                </c:pt>
                <c:pt idx="4">
                  <c:v>376.949</c:v>
                </c:pt>
                <c:pt idx="5">
                  <c:v>406.333</c:v>
                </c:pt>
                <c:pt idx="6">
                  <c:v>454.009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260.93</c:v>
                </c:pt>
                <c:pt idx="1">
                  <c:v>32.293</c:v>
                </c:pt>
                <c:pt idx="2">
                  <c:v>40.099000000000004</c:v>
                </c:pt>
                <c:pt idx="3">
                  <c:v>43.627</c:v>
                </c:pt>
                <c:pt idx="4">
                  <c:v>29.383999999999993</c:v>
                </c:pt>
                <c:pt idx="5">
                  <c:v>47.676</c:v>
                </c:pt>
                <c:pt idx="6">
                  <c:v>33.071000000000005</c:v>
                </c:pt>
                <c:pt idx="7">
                  <c:v>487.08000000000004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32.293</c:v>
                </c:pt>
                <c:pt idx="2">
                  <c:v>72.392</c:v>
                </c:pt>
                <c:pt idx="3">
                  <c:v>116.019</c:v>
                </c:pt>
                <c:pt idx="4">
                  <c:v>145.403</c:v>
                </c:pt>
                <c:pt idx="5">
                  <c:v>193.079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32.293</c:v>
                </c:pt>
                <c:pt idx="1">
                  <c:v>40.099000000000004</c:v>
                </c:pt>
                <c:pt idx="2">
                  <c:v>43.627</c:v>
                </c:pt>
                <c:pt idx="3">
                  <c:v>29.383999999999993</c:v>
                </c:pt>
                <c:pt idx="4">
                  <c:v>47.676</c:v>
                </c:pt>
                <c:pt idx="5">
                  <c:v>33.071000000000005</c:v>
                </c:pt>
                <c:pt idx="6">
                  <c:v>226.15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260.931</c:v>
                </c:pt>
                <c:pt idx="2">
                  <c:v>285.163</c:v>
                </c:pt>
                <c:pt idx="3">
                  <c:v>326.972</c:v>
                </c:pt>
                <c:pt idx="4">
                  <c:v>354.286</c:v>
                </c:pt>
                <c:pt idx="5">
                  <c:v>384.967</c:v>
                </c:pt>
                <c:pt idx="6">
                  <c:v>428.332</c:v>
                </c:pt>
                <c:pt idx="7">
                  <c:v>449.158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260.931</c:v>
                </c:pt>
                <c:pt idx="1">
                  <c:v>24.232</c:v>
                </c:pt>
                <c:pt idx="2">
                  <c:v>41.809</c:v>
                </c:pt>
                <c:pt idx="3">
                  <c:v>27.314</c:v>
                </c:pt>
                <c:pt idx="4">
                  <c:v>30.681000000000004</c:v>
                </c:pt>
                <c:pt idx="5">
                  <c:v>43.365</c:v>
                </c:pt>
                <c:pt idx="6">
                  <c:v>20.826</c:v>
                </c:pt>
                <c:pt idx="7">
                  <c:v>37.921</c:v>
                </c:pt>
                <c:pt idx="8">
                  <c:v>487.07900000000006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24.232</c:v>
                </c:pt>
                <c:pt idx="2">
                  <c:v>66.041</c:v>
                </c:pt>
                <c:pt idx="3">
                  <c:v>93.35499999999999</c:v>
                </c:pt>
                <c:pt idx="4">
                  <c:v>124.036</c:v>
                </c:pt>
                <c:pt idx="5">
                  <c:v>167.401</c:v>
                </c:pt>
                <c:pt idx="6">
                  <c:v>188.227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24.232</c:v>
                </c:pt>
                <c:pt idx="1">
                  <c:v>41.809</c:v>
                </c:pt>
                <c:pt idx="2">
                  <c:v>27.314</c:v>
                </c:pt>
                <c:pt idx="3">
                  <c:v>30.681000000000004</c:v>
                </c:pt>
                <c:pt idx="4">
                  <c:v>43.365</c:v>
                </c:pt>
                <c:pt idx="5">
                  <c:v>20.826</c:v>
                </c:pt>
                <c:pt idx="6">
                  <c:v>37.921</c:v>
                </c:pt>
                <c:pt idx="7">
                  <c:v>226.148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260.93</c:v>
                </c:pt>
                <c:pt idx="2">
                  <c:v>298.795</c:v>
                </c:pt>
                <c:pt idx="3">
                  <c:v>344.152</c:v>
                </c:pt>
                <c:pt idx="4">
                  <c:v>392.854</c:v>
                </c:pt>
                <c:pt idx="5">
                  <c:v>442.937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260.93</c:v>
                </c:pt>
                <c:pt idx="1">
                  <c:v>37.86500000000001</c:v>
                </c:pt>
                <c:pt idx="2">
                  <c:v>45.35699999999999</c:v>
                </c:pt>
                <c:pt idx="3">
                  <c:v>48.702</c:v>
                </c:pt>
                <c:pt idx="4">
                  <c:v>50.083000000000006</c:v>
                </c:pt>
                <c:pt idx="5">
                  <c:v>44.141999999999996</c:v>
                </c:pt>
                <c:pt idx="6">
                  <c:v>487.079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37.86500000000001</c:v>
                </c:pt>
                <c:pt idx="2">
                  <c:v>83.22200000000001</c:v>
                </c:pt>
                <c:pt idx="3">
                  <c:v>131.924</c:v>
                </c:pt>
                <c:pt idx="4">
                  <c:v>182.007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37.86500000000001</c:v>
                </c:pt>
                <c:pt idx="1">
                  <c:v>45.35699999999999</c:v>
                </c:pt>
                <c:pt idx="2">
                  <c:v>48.702</c:v>
                </c:pt>
                <c:pt idx="3">
                  <c:v>50.083000000000006</c:v>
                </c:pt>
                <c:pt idx="4">
                  <c:v>44.141999999999996</c:v>
                </c:pt>
                <c:pt idx="5">
                  <c:v>226.149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260.932</c:v>
                </c:pt>
                <c:pt idx="2">
                  <c:v>311.355</c:v>
                </c:pt>
                <c:pt idx="3">
                  <c:v>372.274</c:v>
                </c:pt>
                <c:pt idx="4">
                  <c:v>423.376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260.932</c:v>
                </c:pt>
                <c:pt idx="1">
                  <c:v>50.423</c:v>
                </c:pt>
                <c:pt idx="2">
                  <c:v>60.91900000000001</c:v>
                </c:pt>
                <c:pt idx="3">
                  <c:v>51.10199999999999</c:v>
                </c:pt>
                <c:pt idx="4">
                  <c:v>63.70399999999999</c:v>
                </c:pt>
                <c:pt idx="5">
                  <c:v>487.0799999999999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50.423</c:v>
                </c:pt>
                <c:pt idx="2">
                  <c:v>111.34200000000001</c:v>
                </c:pt>
                <c:pt idx="3">
                  <c:v>162.44400000000002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50.423</c:v>
                </c:pt>
                <c:pt idx="1">
                  <c:v>60.91900000000001</c:v>
                </c:pt>
                <c:pt idx="2">
                  <c:v>51.10199999999999</c:v>
                </c:pt>
                <c:pt idx="3">
                  <c:v>63.70399999999999</c:v>
                </c:pt>
                <c:pt idx="4">
                  <c:v>226.14800000000002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76.144</c:v>
                </c:pt>
                <c:pt idx="1">
                  <c:v>79.149</c:v>
                </c:pt>
                <c:pt idx="2">
                  <c:v>82.249</c:v>
                </c:pt>
                <c:pt idx="3">
                  <c:v>85.445</c:v>
                </c:pt>
                <c:pt idx="4">
                  <c:v>88.81700000000001</c:v>
                </c:pt>
                <c:pt idx="5">
                  <c:v>92.54499999999999</c:v>
                </c:pt>
                <c:pt idx="6">
                  <c:v>96.706</c:v>
                </c:pt>
                <c:pt idx="7">
                  <c:v>101.37100000000001</c:v>
                </c:pt>
                <c:pt idx="8">
                  <c:v>106.576</c:v>
                </c:pt>
                <c:pt idx="9">
                  <c:v>112.30099999999999</c:v>
                </c:pt>
                <c:pt idx="10">
                  <c:v>118.49</c:v>
                </c:pt>
                <c:pt idx="11">
                  <c:v>125.10300000000001</c:v>
                </c:pt>
                <c:pt idx="12">
                  <c:v>132.062</c:v>
                </c:pt>
                <c:pt idx="13">
                  <c:v>139.33299999999997</c:v>
                </c:pt>
                <c:pt idx="14">
                  <c:v>146.817</c:v>
                </c:pt>
                <c:pt idx="15">
                  <c:v>154.522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Spain</c:v>
                </c:pt>
              </c:strCache>
            </c:strRef>
          </c:cat>
          <c:val>
            <c:numRef>
              <c:f>Sheet1!$B$2:$B$4</c:f>
              <c:numCache>
                <c:formatCode>General</c:formatCode>
                <c:ptCount val="3"/>
                <c:pt idx="0">
                  <c:v>0.05245930274733035</c:v>
                </c:pt>
                <c:pt idx="1">
                  <c:v>0.04646744386955093</c:v>
                </c:pt>
                <c:pt idx="2">
                  <c:v>0.052600897756452714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10112119712111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92.54499999999999</c:v>
                </c:pt>
                <c:pt idx="2">
                  <c:v>96.706</c:v>
                </c:pt>
                <c:pt idx="3">
                  <c:v>101.37100000000001</c:v>
                </c:pt>
                <c:pt idx="4">
                  <c:v>106.576</c:v>
                </c:pt>
                <c:pt idx="5">
                  <c:v>112.30099999999999</c:v>
                </c:pt>
                <c:pt idx="6">
                  <c:v>118.49</c:v>
                </c:pt>
                <c:pt idx="7">
                  <c:v>125.10300000000001</c:v>
                </c:pt>
                <c:pt idx="8">
                  <c:v>132.062</c:v>
                </c:pt>
                <c:pt idx="9">
                  <c:v>139.33299999999997</c:v>
                </c:pt>
                <c:pt idx="10">
                  <c:v>146.817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92.54499999999999</c:v>
                </c:pt>
                <c:pt idx="1">
                  <c:v>4.161000000000016</c:v>
                </c:pt>
                <c:pt idx="2">
                  <c:v>4.665000000000006</c:v>
                </c:pt>
                <c:pt idx="3">
                  <c:v>5.204999999999984</c:v>
                </c:pt>
                <c:pt idx="4">
                  <c:v>5.724999999999994</c:v>
                </c:pt>
                <c:pt idx="5">
                  <c:v>6.189000000000007</c:v>
                </c:pt>
                <c:pt idx="6">
                  <c:v>6.613000000000014</c:v>
                </c:pt>
                <c:pt idx="7">
                  <c:v>6.959000000000003</c:v>
                </c:pt>
                <c:pt idx="8">
                  <c:v>7.270999999999958</c:v>
                </c:pt>
                <c:pt idx="9">
                  <c:v>7.484000000000037</c:v>
                </c:pt>
                <c:pt idx="10">
                  <c:v>7.704999999999984</c:v>
                </c:pt>
                <c:pt idx="11">
                  <c:v>154.522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6.83239535091469</c:v>
                </c:pt>
                <c:pt idx="1">
                  <c:v>1.1697934049665626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93.1676046490853</c:v>
                </c:pt>
                <c:pt idx="1">
                  <c:v>98.83020659503343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140.74</c:v>
                </c:pt>
                <c:pt idx="1">
                  <c:v>147.059</c:v>
                </c:pt>
                <c:pt idx="2">
                  <c:v>153.66500000000002</c:v>
                </c:pt>
                <c:pt idx="3">
                  <c:v>160.656</c:v>
                </c:pt>
                <c:pt idx="4">
                  <c:v>168.117</c:v>
                </c:pt>
                <c:pt idx="5">
                  <c:v>177.18</c:v>
                </c:pt>
                <c:pt idx="6">
                  <c:v>187.421</c:v>
                </c:pt>
                <c:pt idx="7">
                  <c:v>199.07899999999998</c:v>
                </c:pt>
                <c:pt idx="8">
                  <c:v>212.308</c:v>
                </c:pt>
                <c:pt idx="9">
                  <c:v>227.233</c:v>
                </c:pt>
                <c:pt idx="10">
                  <c:v>243.80100000000002</c:v>
                </c:pt>
                <c:pt idx="11">
                  <c:v>262.02700000000004</c:v>
                </c:pt>
                <c:pt idx="12">
                  <c:v>281.795</c:v>
                </c:pt>
                <c:pt idx="13">
                  <c:v>303.123</c:v>
                </c:pt>
                <c:pt idx="14">
                  <c:v>325.85699999999997</c:v>
                </c:pt>
                <c:pt idx="15">
                  <c:v>350.144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Spain</c:v>
                </c:pt>
              </c:strCache>
            </c:strRef>
          </c:cat>
          <c:val>
            <c:numRef>
              <c:f>Sheet1!$B$2:$B$4</c:f>
              <c:numCache>
                <c:formatCode>General</c:formatCode>
                <c:ptCount val="3"/>
                <c:pt idx="0">
                  <c:v>0.06658666629421717</c:v>
                </c:pt>
                <c:pt idx="1">
                  <c:v>0.06255449919419975</c:v>
                </c:pt>
                <c:pt idx="2">
                  <c:v>0.07049144063538537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5163444857770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177.18</c:v>
                </c:pt>
                <c:pt idx="2">
                  <c:v>187.421</c:v>
                </c:pt>
                <c:pt idx="3">
                  <c:v>199.07899999999998</c:v>
                </c:pt>
                <c:pt idx="4">
                  <c:v>212.308</c:v>
                </c:pt>
                <c:pt idx="5">
                  <c:v>227.233</c:v>
                </c:pt>
                <c:pt idx="6">
                  <c:v>243.80100000000002</c:v>
                </c:pt>
                <c:pt idx="7">
                  <c:v>262.02700000000004</c:v>
                </c:pt>
                <c:pt idx="8">
                  <c:v>281.795</c:v>
                </c:pt>
                <c:pt idx="9">
                  <c:v>303.123</c:v>
                </c:pt>
                <c:pt idx="10">
                  <c:v>325.85699999999997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177.18</c:v>
                </c:pt>
                <c:pt idx="1">
                  <c:v>10.240999999999985</c:v>
                </c:pt>
                <c:pt idx="2">
                  <c:v>11.657999999999987</c:v>
                </c:pt>
                <c:pt idx="3">
                  <c:v>13.229000000000013</c:v>
                </c:pt>
                <c:pt idx="4">
                  <c:v>14.925000000000011</c:v>
                </c:pt>
                <c:pt idx="5">
                  <c:v>16.568000000000012</c:v>
                </c:pt>
                <c:pt idx="6">
                  <c:v>18.226000000000028</c:v>
                </c:pt>
                <c:pt idx="7">
                  <c:v>19.767999999999972</c:v>
                </c:pt>
                <c:pt idx="8">
                  <c:v>21.327999999999975</c:v>
                </c:pt>
                <c:pt idx="9">
                  <c:v>22.73399999999998</c:v>
                </c:pt>
                <c:pt idx="10">
                  <c:v>24.287000000000035</c:v>
                </c:pt>
                <c:pt idx="11">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6.30314431489681</c:v>
                </c:pt>
                <c:pt idx="1">
                  <c:v>1.1000617892252307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93.69685568510319</c:v>
                </c:pt>
                <c:pt idx="1">
                  <c:v>98.89993821077476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Sticks and Balms</c:v>
                </c:pt>
                <c:pt idx="4">
                  <c:v>Creams and Lotions</c:v>
                </c:pt>
                <c:pt idx="5">
                  <c:v>Sprays and Mists</c:v>
                </c:pt>
                <c:pt idx="6">
                  <c:v>Waxes, Clays, Pastes…</c:v>
                </c:pt>
                <c:pt idx="7">
                  <c:v>Serums and Oils</c:v>
                </c:pt>
              </c:strCache>
            </c:strRef>
          </c:cat>
          <c:val>
            <c:numRef>
              <c:f>Sheet1!$B$2:$B$9</c:f>
              <c:numCache>
                <c:formatCode>General</c:formatCode>
                <c:ptCount val="8"/>
                <c:pt idx="0">
                  <c:v>12.762</c:v>
                </c:pt>
                <c:pt idx="1">
                  <c:v>15.69</c:v>
                </c:pt>
                <c:pt idx="2">
                  <c:v>17.808</c:v>
                </c:pt>
                <c:pt idx="3">
                  <c:v>22.826</c:v>
                </c:pt>
                <c:pt idx="4">
                  <c:v>23.1</c:v>
                </c:pt>
                <c:pt idx="5">
                  <c:v>23.926000000000002</c:v>
                </c:pt>
                <c:pt idx="6">
                  <c:v>27.939</c:v>
                </c:pt>
                <c:pt idx="7">
                  <c:v>33.129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4.392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31.365</c:v>
                </c:pt>
                <c:pt idx="4">
                  <c:v>33.613</c:v>
                </c:pt>
                <c:pt idx="5">
                  <c:v>35.769</c:v>
                </c:pt>
                <c:pt idx="6">
                  <c:v>37.093</c:v>
                </c:pt>
                <c:pt idx="7">
                  <c:v>39.339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714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55.918</c:v>
                </c:pt>
                <c:pt idx="6">
                  <c:v>57.528</c:v>
                </c:pt>
                <c:pt idx="7">
                  <c:v>63.732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5.400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22.741</c:v>
                </c:pt>
                <c:pt idx="3">
                  <c:v>27.671</c:v>
                </c:pt>
                <c:pt idx="4">
                  <c:v>28.064</c:v>
                </c:pt>
                <c:pt idx="5">
                  <c:v>29.779</c:v>
                </c:pt>
                <c:pt idx="6">
                  <c:v>34.415</c:v>
                </c:pt>
                <c:pt idx="7">
                  <c:v>34.509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242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Heat Styling Support</c:v>
                </c:pt>
                <c:pt idx="6">
                  <c:v>Hold and Shape</c:v>
                </c:pt>
                <c:pt idx="7">
                  <c:v>Smoothing and Frizz C…</c:v>
                </c:pt>
              </c:strCache>
            </c:strRef>
          </c:cat>
          <c:val>
            <c:numRef>
              <c:f>Sheet1!$B$2:$B$9</c:f>
              <c:numCache>
                <c:formatCode>General</c:formatCode>
                <c:ptCount val="8"/>
                <c:pt idx="1">
                  <c:v>20.767</c:v>
                </c:pt>
                <c:pt idx="2">
                  <c:v>24.335</c:v>
                </c:pt>
                <c:pt idx="3">
                  <c:v>24.37</c:v>
                </c:pt>
                <c:pt idx="4">
                  <c:v>24.489</c:v>
                </c:pt>
                <c:pt idx="5">
                  <c:v>24.625</c:v>
                </c:pt>
                <c:pt idx="6">
                  <c:v>27.597</c:v>
                </c:pt>
                <c:pt idx="7">
                  <c:v>30.996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534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31.865</c:v>
                </c:pt>
                <c:pt idx="4">
                  <c:v>33.623</c:v>
                </c:pt>
                <c:pt idx="5">
                  <c:v>35.853</c:v>
                </c:pt>
                <c:pt idx="6">
                  <c:v>37.241</c:v>
                </c:pt>
                <c:pt idx="7">
                  <c:v>38.596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718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42.501999999999995</c:v>
                </c:pt>
                <c:pt idx="5">
                  <c:v>44.202</c:v>
                </c:pt>
                <c:pt idx="6">
                  <c:v>44.478</c:v>
                </c:pt>
                <c:pt idx="7">
                  <c:v>45.995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1.633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177.18</c:v>
                </c:pt>
                <c:pt idx="2">
                  <c:v>192.845</c:v>
                </c:pt>
                <c:pt idx="3">
                  <c:v>201.997</c:v>
                </c:pt>
                <c:pt idx="4">
                  <c:v>215.00900000000001</c:v>
                </c:pt>
                <c:pt idx="5">
                  <c:v>238.08200000000002</c:v>
                </c:pt>
                <c:pt idx="6">
                  <c:v>260.755</c:v>
                </c:pt>
                <c:pt idx="7">
                  <c:v>284.401</c:v>
                </c:pt>
                <c:pt idx="8">
                  <c:v>320.122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177.18</c:v>
                </c:pt>
                <c:pt idx="1">
                  <c:v>15.665</c:v>
                </c:pt>
                <c:pt idx="2">
                  <c:v>9.152000000000001</c:v>
                </c:pt>
                <c:pt idx="3">
                  <c:v>13.012000000000002</c:v>
                </c:pt>
                <c:pt idx="4">
                  <c:v>23.073</c:v>
                </c:pt>
                <c:pt idx="5">
                  <c:v>22.673000000000002</c:v>
                </c:pt>
                <c:pt idx="6">
                  <c:v>23.646</c:v>
                </c:pt>
                <c:pt idx="7">
                  <c:v>35.721</c:v>
                </c:pt>
                <c:pt idx="8">
                  <c:v>30.022</c:v>
                </c:pt>
                <c:pt idx="9">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15.665</c:v>
                </c:pt>
                <c:pt idx="2">
                  <c:v>24.817</c:v>
                </c:pt>
                <c:pt idx="3">
                  <c:v>37.829</c:v>
                </c:pt>
                <c:pt idx="4">
                  <c:v>60.902</c:v>
                </c:pt>
                <c:pt idx="5">
                  <c:v>83.575</c:v>
                </c:pt>
                <c:pt idx="6">
                  <c:v>107.221</c:v>
                </c:pt>
                <c:pt idx="7">
                  <c:v>142.942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15.665</c:v>
                </c:pt>
                <c:pt idx="1">
                  <c:v>9.152000000000001</c:v>
                </c:pt>
                <c:pt idx="2">
                  <c:v>13.012000000000002</c:v>
                </c:pt>
                <c:pt idx="3">
                  <c:v>23.073</c:v>
                </c:pt>
                <c:pt idx="4">
                  <c:v>22.673000000000002</c:v>
                </c:pt>
                <c:pt idx="5">
                  <c:v>23.646</c:v>
                </c:pt>
                <c:pt idx="6">
                  <c:v>35.721</c:v>
                </c:pt>
                <c:pt idx="7">
                  <c:v>30.022</c:v>
                </c:pt>
                <c:pt idx="8">
                  <c:v>172.964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177.17900000000003</c:v>
                </c:pt>
                <c:pt idx="2">
                  <c:v>213.75700000000003</c:v>
                </c:pt>
                <c:pt idx="3">
                  <c:v>255.79400000000004</c:v>
                </c:pt>
                <c:pt idx="4">
                  <c:v>293.54</c:v>
                </c:pt>
                <c:pt idx="5">
                  <c:v>325.62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177.17900000000003</c:v>
                </c:pt>
                <c:pt idx="1">
                  <c:v>36.578</c:v>
                </c:pt>
                <c:pt idx="2">
                  <c:v>42.037</c:v>
                </c:pt>
                <c:pt idx="3">
                  <c:v>37.745999999999995</c:v>
                </c:pt>
                <c:pt idx="4">
                  <c:v>32.08</c:v>
                </c:pt>
                <c:pt idx="5">
                  <c:v>24.523</c:v>
                </c:pt>
                <c:pt idx="6">
                  <c:v>350.143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36.578</c:v>
                </c:pt>
                <c:pt idx="2">
                  <c:v>78.61500000000001</c:v>
                </c:pt>
                <c:pt idx="3">
                  <c:v>116.361</c:v>
                </c:pt>
                <c:pt idx="4">
                  <c:v>148.441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36.578</c:v>
                </c:pt>
                <c:pt idx="1">
                  <c:v>42.037</c:v>
                </c:pt>
                <c:pt idx="2">
                  <c:v>37.745999999999995</c:v>
                </c:pt>
                <c:pt idx="3">
                  <c:v>32.08</c:v>
                </c:pt>
                <c:pt idx="4">
                  <c:v>24.523</c:v>
                </c:pt>
                <c:pt idx="5">
                  <c:v>172.964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177.178</c:v>
                </c:pt>
                <c:pt idx="2">
                  <c:v>230.893</c:v>
                </c:pt>
                <c:pt idx="3">
                  <c:v>280.709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177.178</c:v>
                </c:pt>
                <c:pt idx="1">
                  <c:v>53.714999999999996</c:v>
                </c:pt>
                <c:pt idx="2">
                  <c:v>49.815999999999995</c:v>
                </c:pt>
                <c:pt idx="3">
                  <c:v>69.434</c:v>
                </c:pt>
                <c:pt idx="4">
                  <c:v>350.143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53.714999999999996</c:v>
                </c:pt>
                <c:pt idx="2">
                  <c:v>103.53099999999999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53.714999999999996</c:v>
                </c:pt>
                <c:pt idx="1">
                  <c:v>49.815999999999995</c:v>
                </c:pt>
                <c:pt idx="2">
                  <c:v>69.434</c:v>
                </c:pt>
                <c:pt idx="3">
                  <c:v>172.96499999999997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177.17899999999997</c:v>
                </c:pt>
                <c:pt idx="2">
                  <c:v>203.03099999999998</c:v>
                </c:pt>
                <c:pt idx="3">
                  <c:v>231.57799999999997</c:v>
                </c:pt>
                <c:pt idx="4">
                  <c:v>263.549</c:v>
                </c:pt>
                <c:pt idx="5">
                  <c:v>286.851</c:v>
                </c:pt>
                <c:pt idx="6">
                  <c:v>323.882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177.17899999999997</c:v>
                </c:pt>
                <c:pt idx="1">
                  <c:v>25.851999999999997</c:v>
                </c:pt>
                <c:pt idx="2">
                  <c:v>28.546999999999997</c:v>
                </c:pt>
                <c:pt idx="3">
                  <c:v>31.970999999999997</c:v>
                </c:pt>
                <c:pt idx="4">
                  <c:v>23.302</c:v>
                </c:pt>
                <c:pt idx="5">
                  <c:v>37.031000000000006</c:v>
                </c:pt>
                <c:pt idx="6">
                  <c:v>26.259999999999998</c:v>
                </c:pt>
                <c:pt idx="7">
                  <c:v>350.142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25.851999999999997</c:v>
                </c:pt>
                <c:pt idx="2">
                  <c:v>54.398999999999994</c:v>
                </c:pt>
                <c:pt idx="3">
                  <c:v>86.36999999999999</c:v>
                </c:pt>
                <c:pt idx="4">
                  <c:v>109.672</c:v>
                </c:pt>
                <c:pt idx="5">
                  <c:v>146.703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25.851999999999997</c:v>
                </c:pt>
                <c:pt idx="1">
                  <c:v>28.546999999999997</c:v>
                </c:pt>
                <c:pt idx="2">
                  <c:v>31.970999999999997</c:v>
                </c:pt>
                <c:pt idx="3">
                  <c:v>23.302</c:v>
                </c:pt>
                <c:pt idx="4">
                  <c:v>37.031000000000006</c:v>
                </c:pt>
                <c:pt idx="5">
                  <c:v>26.259999999999998</c:v>
                </c:pt>
                <c:pt idx="6">
                  <c:v>172.963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177.179</c:v>
                </c:pt>
                <c:pt idx="2">
                  <c:v>196.239</c:v>
                </c:pt>
                <c:pt idx="3">
                  <c:v>227.478</c:v>
                </c:pt>
                <c:pt idx="4">
                  <c:v>248.393</c:v>
                </c:pt>
                <c:pt idx="5">
                  <c:v>271.709</c:v>
                </c:pt>
                <c:pt idx="6">
                  <c:v>305.25600000000003</c:v>
                </c:pt>
                <c:pt idx="7">
                  <c:v>321.463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177.179</c:v>
                </c:pt>
                <c:pt idx="1">
                  <c:v>19.059999999999995</c:v>
                </c:pt>
                <c:pt idx="2">
                  <c:v>31.239</c:v>
                </c:pt>
                <c:pt idx="3">
                  <c:v>20.915</c:v>
                </c:pt>
                <c:pt idx="4">
                  <c:v>23.316</c:v>
                </c:pt>
                <c:pt idx="5">
                  <c:v>33.54700000000001</c:v>
                </c:pt>
                <c:pt idx="6">
                  <c:v>16.206999999999997</c:v>
                </c:pt>
                <c:pt idx="7">
                  <c:v>28.680999999999997</c:v>
                </c:pt>
                <c:pt idx="8">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19.059999999999995</c:v>
                </c:pt>
                <c:pt idx="2">
                  <c:v>50.29899999999999</c:v>
                </c:pt>
                <c:pt idx="3">
                  <c:v>71.214</c:v>
                </c:pt>
                <c:pt idx="4">
                  <c:v>94.53</c:v>
                </c:pt>
                <c:pt idx="5">
                  <c:v>128.077</c:v>
                </c:pt>
                <c:pt idx="6">
                  <c:v>144.284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19.059999999999995</c:v>
                </c:pt>
                <c:pt idx="1">
                  <c:v>31.239</c:v>
                </c:pt>
                <c:pt idx="2">
                  <c:v>20.915</c:v>
                </c:pt>
                <c:pt idx="3">
                  <c:v>23.316</c:v>
                </c:pt>
                <c:pt idx="4">
                  <c:v>33.54700000000001</c:v>
                </c:pt>
                <c:pt idx="5">
                  <c:v>16.206999999999997</c:v>
                </c:pt>
                <c:pt idx="6">
                  <c:v>28.680999999999997</c:v>
                </c:pt>
                <c:pt idx="7">
                  <c:v>172.96499999999997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177.178</c:v>
                </c:pt>
                <c:pt idx="2">
                  <c:v>206.599</c:v>
                </c:pt>
                <c:pt idx="3">
                  <c:v>241.28799999999998</c:v>
                </c:pt>
                <c:pt idx="4">
                  <c:v>278.289</c:v>
                </c:pt>
                <c:pt idx="5">
                  <c:v>316.14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177.178</c:v>
                </c:pt>
                <c:pt idx="1">
                  <c:v>29.421000000000006</c:v>
                </c:pt>
                <c:pt idx="2">
                  <c:v>34.689</c:v>
                </c:pt>
                <c:pt idx="3">
                  <c:v>37.001</c:v>
                </c:pt>
                <c:pt idx="4">
                  <c:v>37.851</c:v>
                </c:pt>
                <c:pt idx="5">
                  <c:v>34.004</c:v>
                </c:pt>
                <c:pt idx="6">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29.421000000000006</c:v>
                </c:pt>
                <c:pt idx="2">
                  <c:v>64.11000000000001</c:v>
                </c:pt>
                <c:pt idx="3">
                  <c:v>101.11100000000002</c:v>
                </c:pt>
                <c:pt idx="4">
                  <c:v>138.96200000000002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29.421000000000006</c:v>
                </c:pt>
                <c:pt idx="1">
                  <c:v>34.689</c:v>
                </c:pt>
                <c:pt idx="2">
                  <c:v>37.001</c:v>
                </c:pt>
                <c:pt idx="3">
                  <c:v>37.851</c:v>
                </c:pt>
                <c:pt idx="4">
                  <c:v>34.004</c:v>
                </c:pt>
                <c:pt idx="5">
                  <c:v>172.966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177.17700000000002</c:v>
                </c:pt>
                <c:pt idx="2">
                  <c:v>215.83200000000002</c:v>
                </c:pt>
                <c:pt idx="3">
                  <c:v>260.53700000000003</c:v>
                </c:pt>
                <c:pt idx="4">
                  <c:v>301.44000000000005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177.17700000000002</c:v>
                </c:pt>
                <c:pt idx="1">
                  <c:v>38.65500000000001</c:v>
                </c:pt>
                <c:pt idx="2">
                  <c:v>44.70499999999999</c:v>
                </c:pt>
                <c:pt idx="3">
                  <c:v>40.90299999999999</c:v>
                </c:pt>
                <c:pt idx="4">
                  <c:v>48.70399999999999</c:v>
                </c:pt>
                <c:pt idx="5">
                  <c:v>350.144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38.65500000000001</c:v>
                </c:pt>
                <c:pt idx="2">
                  <c:v>83.36</c:v>
                </c:pt>
                <c:pt idx="3">
                  <c:v>124.26299999999999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38.65500000000001</c:v>
                </c:pt>
                <c:pt idx="1">
                  <c:v>44.70499999999999</c:v>
                </c:pt>
                <c:pt idx="2">
                  <c:v>40.90299999999999</c:v>
                </c:pt>
                <c:pt idx="3">
                  <c:v>48.70399999999999</c:v>
                </c:pt>
                <c:pt idx="4">
                  <c:v>172.96699999999998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23.119999999999997</c:v>
                </c:pt>
                <c:pt idx="1">
                  <c:v>24.134999999999998</c:v>
                </c:pt>
                <c:pt idx="2">
                  <c:v>25.185000000000002</c:v>
                </c:pt>
                <c:pt idx="3">
                  <c:v>26.277</c:v>
                </c:pt>
                <c:pt idx="4">
                  <c:v>27.429000000000002</c:v>
                </c:pt>
                <c:pt idx="5">
                  <c:v>28.707</c:v>
                </c:pt>
                <c:pt idx="6">
                  <c:v>30.137</c:v>
                </c:pt>
                <c:pt idx="7">
                  <c:v>31.743</c:v>
                </c:pt>
                <c:pt idx="8">
                  <c:v>33.541</c:v>
                </c:pt>
                <c:pt idx="9">
                  <c:v>35.528</c:v>
                </c:pt>
                <c:pt idx="10">
                  <c:v>37.678</c:v>
                </c:pt>
                <c:pt idx="11">
                  <c:v>39.983</c:v>
                </c:pt>
                <c:pt idx="12">
                  <c:v>42.42400000000001</c:v>
                </c:pt>
                <c:pt idx="13">
                  <c:v>44.983000000000004</c:v>
                </c:pt>
                <c:pt idx="14">
                  <c:v>47.631</c:v>
                </c:pt>
                <c:pt idx="15">
                  <c:v>50.368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Belgium</c:v>
                </c:pt>
              </c:strCache>
            </c:strRef>
          </c:cat>
          <c:val>
            <c:numRef>
              <c:f>Sheet1!$B$2:$B$4</c:f>
              <c:numCache>
                <c:formatCode>General</c:formatCode>
                <c:ptCount val="3"/>
                <c:pt idx="0">
                  <c:v>0.05245930274733035</c:v>
                </c:pt>
                <c:pt idx="1">
                  <c:v>0.04646744386955093</c:v>
                </c:pt>
                <c:pt idx="2">
                  <c:v>0.05783197363405468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80731644059738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28.707</c:v>
                </c:pt>
                <c:pt idx="2">
                  <c:v>30.137</c:v>
                </c:pt>
                <c:pt idx="3">
                  <c:v>31.743</c:v>
                </c:pt>
                <c:pt idx="4">
                  <c:v>33.541</c:v>
                </c:pt>
                <c:pt idx="5">
                  <c:v>35.528</c:v>
                </c:pt>
                <c:pt idx="6">
                  <c:v>37.678</c:v>
                </c:pt>
                <c:pt idx="7">
                  <c:v>39.983</c:v>
                </c:pt>
                <c:pt idx="8">
                  <c:v>42.42400000000001</c:v>
                </c:pt>
                <c:pt idx="9">
                  <c:v>44.983000000000004</c:v>
                </c:pt>
                <c:pt idx="10">
                  <c:v>47.631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28.707</c:v>
                </c:pt>
                <c:pt idx="1">
                  <c:v>1.4299999999999997</c:v>
                </c:pt>
                <c:pt idx="2">
                  <c:v>1.605999999999998</c:v>
                </c:pt>
                <c:pt idx="3">
                  <c:v>1.7979999999999983</c:v>
                </c:pt>
                <c:pt idx="4">
                  <c:v>1.9870000000000019</c:v>
                </c:pt>
                <c:pt idx="5">
                  <c:v>2.1499999999999986</c:v>
                </c:pt>
                <c:pt idx="6">
                  <c:v>2.3049999999999997</c:v>
                </c:pt>
                <c:pt idx="7">
                  <c:v>2.4410000000000096</c:v>
                </c:pt>
                <c:pt idx="8">
                  <c:v>2.5589999999999975</c:v>
                </c:pt>
                <c:pt idx="9">
                  <c:v>2.647999999999996</c:v>
                </c:pt>
                <c:pt idx="10">
                  <c:v>2.737000000000002</c:v>
                </c:pt>
                <c:pt idx="11">
                  <c:v>50.368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2.1193751508856016</c:v>
                </c:pt>
                <c:pt idx="1">
                  <c:v>0.36286411233859334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97.8806248491144</c:v>
                </c:pt>
                <c:pt idx="1">
                  <c:v>99.6371358876614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49.150999999999996</c:v>
                </c:pt>
                <c:pt idx="1">
                  <c:v>51.565</c:v>
                </c:pt>
                <c:pt idx="2">
                  <c:v>54.095</c:v>
                </c:pt>
                <c:pt idx="3">
                  <c:v>56.766999999999996</c:v>
                </c:pt>
                <c:pt idx="4">
                  <c:v>59.620000000000005</c:v>
                </c:pt>
                <c:pt idx="5">
                  <c:v>63.042</c:v>
                </c:pt>
                <c:pt idx="6">
                  <c:v>66.935</c:v>
                </c:pt>
                <c:pt idx="7">
                  <c:v>71.386</c:v>
                </c:pt>
                <c:pt idx="8">
                  <c:v>76.46699999999998</c:v>
                </c:pt>
                <c:pt idx="9">
                  <c:v>82.214</c:v>
                </c:pt>
                <c:pt idx="10">
                  <c:v>88.597</c:v>
                </c:pt>
                <c:pt idx="11">
                  <c:v>95.64099999999999</c:v>
                </c:pt>
                <c:pt idx="12">
                  <c:v>103.29899999999999</c:v>
                </c:pt>
                <c:pt idx="13">
                  <c:v>111.58800000000001</c:v>
                </c:pt>
                <c:pt idx="14">
                  <c:v>120.47699999999999</c:v>
                </c:pt>
                <c:pt idx="15">
                  <c:v>129.99099999999999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Belgium</c:v>
                </c:pt>
              </c:strCache>
            </c:strRef>
          </c:cat>
          <c:val>
            <c:numRef>
              <c:f>Sheet1!$B$2:$B$4</c:f>
              <c:numCache>
                <c:formatCode>General</c:formatCode>
                <c:ptCount val="3"/>
                <c:pt idx="0">
                  <c:v>0.06658666629421717</c:v>
                </c:pt>
                <c:pt idx="1">
                  <c:v>0.06255449919419975</c:v>
                </c:pt>
                <c:pt idx="2">
                  <c:v>0.0750491749097717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31638612819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63.042</c:v>
                </c:pt>
                <c:pt idx="2">
                  <c:v>66.935</c:v>
                </c:pt>
                <c:pt idx="3">
                  <c:v>71.386</c:v>
                </c:pt>
                <c:pt idx="4">
                  <c:v>76.46699999999998</c:v>
                </c:pt>
                <c:pt idx="5">
                  <c:v>82.214</c:v>
                </c:pt>
                <c:pt idx="6">
                  <c:v>88.597</c:v>
                </c:pt>
                <c:pt idx="7">
                  <c:v>95.64099999999999</c:v>
                </c:pt>
                <c:pt idx="8">
                  <c:v>103.29899999999999</c:v>
                </c:pt>
                <c:pt idx="9">
                  <c:v>111.58800000000001</c:v>
                </c:pt>
                <c:pt idx="10">
                  <c:v>120.47699999999999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63.042</c:v>
                </c:pt>
                <c:pt idx="1">
                  <c:v>3.8930000000000007</c:v>
                </c:pt>
                <c:pt idx="2">
                  <c:v>4.450999999999993</c:v>
                </c:pt>
                <c:pt idx="3">
                  <c:v>5.080999999999989</c:v>
                </c:pt>
                <c:pt idx="4">
                  <c:v>5.747000000000014</c:v>
                </c:pt>
                <c:pt idx="5">
                  <c:v>6.382999999999996</c:v>
                </c:pt>
                <c:pt idx="6">
                  <c:v>7.043999999999997</c:v>
                </c:pt>
                <c:pt idx="7">
                  <c:v>7.658000000000001</c:v>
                </c:pt>
                <c:pt idx="8">
                  <c:v>8.289000000000016</c:v>
                </c:pt>
                <c:pt idx="9">
                  <c:v>8.888999999999982</c:v>
                </c:pt>
                <c:pt idx="10">
                  <c:v>9.513999999999996</c:v>
                </c:pt>
                <c:pt idx="11">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2.242706986678658</c:v>
                </c:pt>
                <c:pt idx="1">
                  <c:v>0.3914104036366237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97.75729301332134</c:v>
                </c:pt>
                <c:pt idx="1">
                  <c:v>99.60858959636337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4.994999999999999</c:v>
                </c:pt>
                <c:pt idx="1">
                  <c:v>5.649</c:v>
                </c:pt>
                <c:pt idx="2">
                  <c:v>6.471</c:v>
                </c:pt>
                <c:pt idx="3">
                  <c:v>7.083</c:v>
                </c:pt>
                <c:pt idx="4">
                  <c:v>8.364</c:v>
                </c:pt>
                <c:pt idx="5">
                  <c:v>9.017</c:v>
                </c:pt>
                <c:pt idx="6">
                  <c:v>10.214</c:v>
                </c:pt>
                <c:pt idx="7">
                  <c:v>11.249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07366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11.163</c:v>
                </c:pt>
                <c:pt idx="4">
                  <c:v>11.948</c:v>
                </c:pt>
                <c:pt idx="5">
                  <c:v>12.722</c:v>
                </c:pt>
                <c:pt idx="6">
                  <c:v>13.206</c:v>
                </c:pt>
                <c:pt idx="7">
                  <c:v>14.003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7640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20.144</c:v>
                </c:pt>
                <c:pt idx="6">
                  <c:v>20.34</c:v>
                </c:pt>
                <c:pt idx="7">
                  <c:v>22.558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227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7.769</c:v>
                </c:pt>
                <c:pt idx="3">
                  <c:v>9.799</c:v>
                </c:pt>
                <c:pt idx="4">
                  <c:v>10.472</c:v>
                </c:pt>
                <c:pt idx="5">
                  <c:v>10.985</c:v>
                </c:pt>
                <c:pt idx="6">
                  <c:v>11.859</c:v>
                </c:pt>
                <c:pt idx="7">
                  <c:v>12.158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29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7.451</c:v>
                </c:pt>
                <c:pt idx="2">
                  <c:v>8.759</c:v>
                </c:pt>
                <c:pt idx="3">
                  <c:v>8.916</c:v>
                </c:pt>
                <c:pt idx="4">
                  <c:v>8.926</c:v>
                </c:pt>
                <c:pt idx="5">
                  <c:v>8.964</c:v>
                </c:pt>
                <c:pt idx="6">
                  <c:v>9.953</c:v>
                </c:pt>
                <c:pt idx="7">
                  <c:v>10.073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3.497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11.334</c:v>
                </c:pt>
                <c:pt idx="4">
                  <c:v>11.952</c:v>
                </c:pt>
                <c:pt idx="5">
                  <c:v>12.764</c:v>
                </c:pt>
                <c:pt idx="6">
                  <c:v>13.256</c:v>
                </c:pt>
                <c:pt idx="7">
                  <c:v>13.736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406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15.088000000000001</c:v>
                </c:pt>
                <c:pt idx="5">
                  <c:v>15.728</c:v>
                </c:pt>
                <c:pt idx="6">
                  <c:v>15.847</c:v>
                </c:pt>
                <c:pt idx="7">
                  <c:v>16.38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94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63.042</c:v>
                </c:pt>
                <c:pt idx="2">
                  <c:v>69.593</c:v>
                </c:pt>
                <c:pt idx="3">
                  <c:v>73.461</c:v>
                </c:pt>
                <c:pt idx="4">
                  <c:v>78.676</c:v>
                </c:pt>
                <c:pt idx="5">
                  <c:v>86.812</c:v>
                </c:pt>
                <c:pt idx="6">
                  <c:v>97.01899999999999</c:v>
                </c:pt>
                <c:pt idx="7">
                  <c:v>105.389</c:v>
                </c:pt>
                <c:pt idx="8">
                  <c:v>117.64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63.042</c:v>
                </c:pt>
                <c:pt idx="1">
                  <c:v>6.551</c:v>
                </c:pt>
                <c:pt idx="2">
                  <c:v>3.8680000000000003</c:v>
                </c:pt>
                <c:pt idx="3">
                  <c:v>5.215000000000001</c:v>
                </c:pt>
                <c:pt idx="4">
                  <c:v>8.136</c:v>
                </c:pt>
                <c:pt idx="5">
                  <c:v>10.206999999999999</c:v>
                </c:pt>
                <c:pt idx="6">
                  <c:v>8.37</c:v>
                </c:pt>
                <c:pt idx="7">
                  <c:v>12.251</c:v>
                </c:pt>
                <c:pt idx="8">
                  <c:v>12.350999999999999</c:v>
                </c:pt>
                <c:pt idx="9">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6.551</c:v>
                </c:pt>
                <c:pt idx="2">
                  <c:v>10.419</c:v>
                </c:pt>
                <c:pt idx="3">
                  <c:v>15.634</c:v>
                </c:pt>
                <c:pt idx="4">
                  <c:v>23.77</c:v>
                </c:pt>
                <c:pt idx="5">
                  <c:v>33.977</c:v>
                </c:pt>
                <c:pt idx="6">
                  <c:v>42.346999999999994</c:v>
                </c:pt>
                <c:pt idx="7">
                  <c:v>54.59799999999999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6.551</c:v>
                </c:pt>
                <c:pt idx="1">
                  <c:v>3.8680000000000003</c:v>
                </c:pt>
                <c:pt idx="2">
                  <c:v>5.215000000000001</c:v>
                </c:pt>
                <c:pt idx="3">
                  <c:v>8.136</c:v>
                </c:pt>
                <c:pt idx="4">
                  <c:v>10.206999999999999</c:v>
                </c:pt>
                <c:pt idx="5">
                  <c:v>8.37</c:v>
                </c:pt>
                <c:pt idx="6">
                  <c:v>12.251</c:v>
                </c:pt>
                <c:pt idx="7">
                  <c:v>12.350999999999999</c:v>
                </c:pt>
                <c:pt idx="8">
                  <c:v>66.949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63.042</c:v>
                </c:pt>
                <c:pt idx="2">
                  <c:v>77.147</c:v>
                </c:pt>
                <c:pt idx="3">
                  <c:v>93.297</c:v>
                </c:pt>
                <c:pt idx="4">
                  <c:v>107.91199999999999</c:v>
                </c:pt>
                <c:pt idx="5">
                  <c:v>120.39399999999999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63.042</c:v>
                </c:pt>
                <c:pt idx="1">
                  <c:v>14.105</c:v>
                </c:pt>
                <c:pt idx="2">
                  <c:v>16.15</c:v>
                </c:pt>
                <c:pt idx="3">
                  <c:v>14.614999999999998</c:v>
                </c:pt>
                <c:pt idx="4">
                  <c:v>12.482</c:v>
                </c:pt>
                <c:pt idx="5">
                  <c:v>9.597000000000001</c:v>
                </c:pt>
                <c:pt idx="6">
                  <c:v>129.99099999999999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14.105</c:v>
                </c:pt>
                <c:pt idx="2">
                  <c:v>30.255</c:v>
                </c:pt>
                <c:pt idx="3">
                  <c:v>44.87</c:v>
                </c:pt>
                <c:pt idx="4">
                  <c:v>57.352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14.105</c:v>
                </c:pt>
                <c:pt idx="1">
                  <c:v>16.15</c:v>
                </c:pt>
                <c:pt idx="2">
                  <c:v>14.614999999999998</c:v>
                </c:pt>
                <c:pt idx="3">
                  <c:v>12.482</c:v>
                </c:pt>
                <c:pt idx="4">
                  <c:v>9.597000000000001</c:v>
                </c:pt>
                <c:pt idx="5">
                  <c:v>66.949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63.041999999999994</c:v>
                </c:pt>
                <c:pt idx="2">
                  <c:v>84.47</c:v>
                </c:pt>
                <c:pt idx="3">
                  <c:v>106.00200000000001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63.041999999999994</c:v>
                </c:pt>
                <c:pt idx="1">
                  <c:v>21.428</c:v>
                </c:pt>
                <c:pt idx="2">
                  <c:v>21.532000000000004</c:v>
                </c:pt>
                <c:pt idx="3">
                  <c:v>23.989000000000004</c:v>
                </c:pt>
                <c:pt idx="4">
                  <c:v>129.991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21.428</c:v>
                </c:pt>
                <c:pt idx="2">
                  <c:v>42.96000000000001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21.428</c:v>
                </c:pt>
                <c:pt idx="1">
                  <c:v>21.532000000000004</c:v>
                </c:pt>
                <c:pt idx="2">
                  <c:v>23.989000000000004</c:v>
                </c:pt>
                <c:pt idx="3">
                  <c:v>66.94900000000001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63.042</c:v>
                </c:pt>
                <c:pt idx="2">
                  <c:v>73.028</c:v>
                </c:pt>
                <c:pt idx="3">
                  <c:v>83.79400000000001</c:v>
                </c:pt>
                <c:pt idx="4">
                  <c:v>94.86600000000001</c:v>
                </c:pt>
                <c:pt idx="5">
                  <c:v>104.48500000000001</c:v>
                </c:pt>
                <c:pt idx="6">
                  <c:v>120.31900000000002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63.042</c:v>
                </c:pt>
                <c:pt idx="1">
                  <c:v>9.985999999999999</c:v>
                </c:pt>
                <c:pt idx="2">
                  <c:v>10.766000000000002</c:v>
                </c:pt>
                <c:pt idx="3">
                  <c:v>11.072</c:v>
                </c:pt>
                <c:pt idx="4">
                  <c:v>9.619000000000002</c:v>
                </c:pt>
                <c:pt idx="5">
                  <c:v>15.834000000000001</c:v>
                </c:pt>
                <c:pt idx="6">
                  <c:v>9.671000000000001</c:v>
                </c:pt>
                <c:pt idx="7">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9.985999999999999</c:v>
                </c:pt>
                <c:pt idx="2">
                  <c:v>20.752000000000002</c:v>
                </c:pt>
                <c:pt idx="3">
                  <c:v>31.824</c:v>
                </c:pt>
                <c:pt idx="4">
                  <c:v>41.443000000000005</c:v>
                </c:pt>
                <c:pt idx="5">
                  <c:v>57.27700000000001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9.985999999999999</c:v>
                </c:pt>
                <c:pt idx="1">
                  <c:v>10.766000000000002</c:v>
                </c:pt>
                <c:pt idx="2">
                  <c:v>11.072</c:v>
                </c:pt>
                <c:pt idx="3">
                  <c:v>9.619000000000002</c:v>
                </c:pt>
                <c:pt idx="4">
                  <c:v>15.834000000000001</c:v>
                </c:pt>
                <c:pt idx="5">
                  <c:v>9.671000000000001</c:v>
                </c:pt>
                <c:pt idx="6">
                  <c:v>66.94800000000001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63.041999999999994</c:v>
                </c:pt>
                <c:pt idx="2">
                  <c:v>70.76499999999999</c:v>
                </c:pt>
                <c:pt idx="3">
                  <c:v>83.10299999999998</c:v>
                </c:pt>
                <c:pt idx="4">
                  <c:v>91.50099999999998</c:v>
                </c:pt>
                <c:pt idx="5">
                  <c:v>100.81599999999997</c:v>
                </c:pt>
                <c:pt idx="6">
                  <c:v>112.52999999999997</c:v>
                </c:pt>
                <c:pt idx="7">
                  <c:v>118.94499999999998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63.041999999999994</c:v>
                </c:pt>
                <c:pt idx="1">
                  <c:v>7.722999999999999</c:v>
                </c:pt>
                <c:pt idx="2">
                  <c:v>12.338</c:v>
                </c:pt>
                <c:pt idx="3">
                  <c:v>8.398</c:v>
                </c:pt>
                <c:pt idx="4">
                  <c:v>9.315</c:v>
                </c:pt>
                <c:pt idx="5">
                  <c:v>11.714000000000002</c:v>
                </c:pt>
                <c:pt idx="6">
                  <c:v>6.415</c:v>
                </c:pt>
                <c:pt idx="7">
                  <c:v>11.044</c:v>
                </c:pt>
                <c:pt idx="8">
                  <c:v>129.989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7.722999999999999</c:v>
                </c:pt>
                <c:pt idx="2">
                  <c:v>20.061</c:v>
                </c:pt>
                <c:pt idx="3">
                  <c:v>28.459</c:v>
                </c:pt>
                <c:pt idx="4">
                  <c:v>37.774</c:v>
                </c:pt>
                <c:pt idx="5">
                  <c:v>49.488</c:v>
                </c:pt>
                <c:pt idx="6">
                  <c:v>55.903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7.722999999999999</c:v>
                </c:pt>
                <c:pt idx="1">
                  <c:v>12.338</c:v>
                </c:pt>
                <c:pt idx="2">
                  <c:v>8.398</c:v>
                </c:pt>
                <c:pt idx="3">
                  <c:v>9.315</c:v>
                </c:pt>
                <c:pt idx="4">
                  <c:v>11.714000000000002</c:v>
                </c:pt>
                <c:pt idx="5">
                  <c:v>6.415</c:v>
                </c:pt>
                <c:pt idx="6">
                  <c:v>11.044</c:v>
                </c:pt>
                <c:pt idx="7">
                  <c:v>66.947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63.042</c:v>
                </c:pt>
                <c:pt idx="2">
                  <c:v>74.546</c:v>
                </c:pt>
                <c:pt idx="3">
                  <c:v>87.971</c:v>
                </c:pt>
                <c:pt idx="4">
                  <c:v>102.232</c:v>
                </c:pt>
                <c:pt idx="5">
                  <c:v>116.767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63.042</c:v>
                </c:pt>
                <c:pt idx="1">
                  <c:v>11.504000000000001</c:v>
                </c:pt>
                <c:pt idx="2">
                  <c:v>13.425</c:v>
                </c:pt>
                <c:pt idx="3">
                  <c:v>14.261000000000001</c:v>
                </c:pt>
                <c:pt idx="4">
                  <c:v>14.535</c:v>
                </c:pt>
                <c:pt idx="5">
                  <c:v>13.222999999999999</c:v>
                </c:pt>
                <c:pt idx="6">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11.504000000000001</c:v>
                </c:pt>
                <c:pt idx="2">
                  <c:v>24.929000000000002</c:v>
                </c:pt>
                <c:pt idx="3">
                  <c:v>39.190000000000005</c:v>
                </c:pt>
                <c:pt idx="4">
                  <c:v>53.72500000000001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11.504000000000001</c:v>
                </c:pt>
                <c:pt idx="1">
                  <c:v>13.425</c:v>
                </c:pt>
                <c:pt idx="2">
                  <c:v>14.261000000000001</c:v>
                </c:pt>
                <c:pt idx="3">
                  <c:v>14.535</c:v>
                </c:pt>
                <c:pt idx="4">
                  <c:v>13.222999999999999</c:v>
                </c:pt>
                <c:pt idx="5">
                  <c:v>66.94800000000001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63.043</c:v>
                </c:pt>
                <c:pt idx="2">
                  <c:v>78.334</c:v>
                </c:pt>
                <c:pt idx="3">
                  <c:v>96.438</c:v>
                </c:pt>
                <c:pt idx="4">
                  <c:v>112.0</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63.043</c:v>
                </c:pt>
                <c:pt idx="1">
                  <c:v>15.291</c:v>
                </c:pt>
                <c:pt idx="2">
                  <c:v>18.104</c:v>
                </c:pt>
                <c:pt idx="3">
                  <c:v>15.562</c:v>
                </c:pt>
                <c:pt idx="4">
                  <c:v>17.990000000000002</c:v>
                </c:pt>
                <c:pt idx="5">
                  <c:v>129.99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15.291</c:v>
                </c:pt>
                <c:pt idx="2">
                  <c:v>33.394999999999996</c:v>
                </c:pt>
                <c:pt idx="3">
                  <c:v>48.956999999999994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15.291</c:v>
                </c:pt>
                <c:pt idx="1">
                  <c:v>18.104</c:v>
                </c:pt>
                <c:pt idx="2">
                  <c:v>15.562</c:v>
                </c:pt>
                <c:pt idx="3">
                  <c:v>17.990000000000002</c:v>
                </c:pt>
                <c:pt idx="4">
                  <c:v>66.947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36.203</c:v>
                </c:pt>
                <c:pt idx="1">
                  <c:v>37.827</c:v>
                </c:pt>
                <c:pt idx="2">
                  <c:v>39.515</c:v>
                </c:pt>
                <c:pt idx="3">
                  <c:v>41.257999999999996</c:v>
                </c:pt>
                <c:pt idx="4">
                  <c:v>43.101</c:v>
                </c:pt>
                <c:pt idx="5">
                  <c:v>45.147999999999996</c:v>
                </c:pt>
                <c:pt idx="6">
                  <c:v>47.436</c:v>
                </c:pt>
                <c:pt idx="7">
                  <c:v>50.009</c:v>
                </c:pt>
                <c:pt idx="8">
                  <c:v>52.889</c:v>
                </c:pt>
                <c:pt idx="9">
                  <c:v>56.071</c:v>
                </c:pt>
                <c:pt idx="10">
                  <c:v>59.514</c:v>
                </c:pt>
                <c:pt idx="11">
                  <c:v>63.209</c:v>
                </c:pt>
                <c:pt idx="12">
                  <c:v>67.119</c:v>
                </c:pt>
                <c:pt idx="13">
                  <c:v>71.22399999999999</c:v>
                </c:pt>
                <c:pt idx="14">
                  <c:v>75.476</c:v>
                </c:pt>
                <c:pt idx="15">
                  <c:v>79.871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Netherlands</c:v>
                </c:pt>
              </c:strCache>
            </c:strRef>
          </c:cat>
          <c:val>
            <c:numRef>
              <c:f>Sheet1!$B$2:$B$4</c:f>
              <c:numCache>
                <c:formatCode>General</c:formatCode>
                <c:ptCount val="3"/>
                <c:pt idx="0">
                  <c:v>0.05245930274733035</c:v>
                </c:pt>
                <c:pt idx="1">
                  <c:v>0.04646744386955093</c:v>
                </c:pt>
                <c:pt idx="2">
                  <c:v>0.0587052350124766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92520672668434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45.147999999999996</c:v>
                </c:pt>
                <c:pt idx="2">
                  <c:v>47.436</c:v>
                </c:pt>
                <c:pt idx="3">
                  <c:v>50.009</c:v>
                </c:pt>
                <c:pt idx="4">
                  <c:v>52.889</c:v>
                </c:pt>
                <c:pt idx="5">
                  <c:v>56.071</c:v>
                </c:pt>
                <c:pt idx="6">
                  <c:v>59.514</c:v>
                </c:pt>
                <c:pt idx="7">
                  <c:v>63.209</c:v>
                </c:pt>
                <c:pt idx="8">
                  <c:v>67.119</c:v>
                </c:pt>
                <c:pt idx="9">
                  <c:v>71.22399999999999</c:v>
                </c:pt>
                <c:pt idx="10">
                  <c:v>75.476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45.147999999999996</c:v>
                </c:pt>
                <c:pt idx="1">
                  <c:v>2.288000000000004</c:v>
                </c:pt>
                <c:pt idx="2">
                  <c:v>2.5730000000000004</c:v>
                </c:pt>
                <c:pt idx="3">
                  <c:v>2.8800000000000026</c:v>
                </c:pt>
                <c:pt idx="4">
                  <c:v>3.181999999999995</c:v>
                </c:pt>
                <c:pt idx="5">
                  <c:v>3.443000000000005</c:v>
                </c:pt>
                <c:pt idx="6">
                  <c:v>3.6950000000000003</c:v>
                </c:pt>
                <c:pt idx="7">
                  <c:v>3.9099999999999966</c:v>
                </c:pt>
                <c:pt idx="8">
                  <c:v>4.10499999999999</c:v>
                </c:pt>
                <c:pt idx="9">
                  <c:v>4.2520000000000095</c:v>
                </c:pt>
                <c:pt idx="10">
                  <c:v>4.394999999999996</c:v>
                </c:pt>
                <c:pt idx="11">
                  <c:v>79.871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3.3331782949170288</c:v>
                </c:pt>
                <c:pt idx="1">
                  <c:v>0.5706827235121332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96.66682170508297</c:v>
                </c:pt>
                <c:pt idx="1">
                  <c:v>99.42931727648786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78.32300000000001</c:v>
                </c:pt>
                <c:pt idx="1">
                  <c:v>82.328</c:v>
                </c:pt>
                <c:pt idx="2">
                  <c:v>86.533</c:v>
                </c:pt>
                <c:pt idx="3">
                  <c:v>90.988</c:v>
                </c:pt>
                <c:pt idx="4">
                  <c:v>95.739</c:v>
                </c:pt>
                <c:pt idx="5">
                  <c:v>101.453</c:v>
                </c:pt>
                <c:pt idx="6">
                  <c:v>107.951</c:v>
                </c:pt>
                <c:pt idx="7">
                  <c:v>115.379</c:v>
                </c:pt>
                <c:pt idx="8">
                  <c:v>123.869</c:v>
                </c:pt>
                <c:pt idx="9">
                  <c:v>133.46499999999997</c:v>
                </c:pt>
                <c:pt idx="10">
                  <c:v>144.172</c:v>
                </c:pt>
                <c:pt idx="11">
                  <c:v>156.014</c:v>
                </c:pt>
                <c:pt idx="12">
                  <c:v>168.93</c:v>
                </c:pt>
                <c:pt idx="13">
                  <c:v>182.94299999999998</c:v>
                </c:pt>
                <c:pt idx="14">
                  <c:v>198.043</c:v>
                </c:pt>
                <c:pt idx="15">
                  <c:v>214.26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Netherlands</c:v>
                </c:pt>
              </c:strCache>
            </c:strRef>
          </c:cat>
          <c:val>
            <c:numRef>
              <c:f>Sheet1!$B$2:$B$4</c:f>
              <c:numCache>
                <c:formatCode>General</c:formatCode>
                <c:ptCount val="3"/>
                <c:pt idx="0">
                  <c:v>0.06658666629421717</c:v>
                </c:pt>
                <c:pt idx="1">
                  <c:v>0.06255449919419975</c:v>
                </c:pt>
                <c:pt idx="2">
                  <c:v>0.0776249071413746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7936246408557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101.453</c:v>
                </c:pt>
                <c:pt idx="2">
                  <c:v>107.951</c:v>
                </c:pt>
                <c:pt idx="3">
                  <c:v>115.379</c:v>
                </c:pt>
                <c:pt idx="4">
                  <c:v>123.869</c:v>
                </c:pt>
                <c:pt idx="5">
                  <c:v>133.46499999999997</c:v>
                </c:pt>
                <c:pt idx="6">
                  <c:v>144.172</c:v>
                </c:pt>
                <c:pt idx="7">
                  <c:v>156.014</c:v>
                </c:pt>
                <c:pt idx="8">
                  <c:v>168.93</c:v>
                </c:pt>
                <c:pt idx="9">
                  <c:v>182.94299999999998</c:v>
                </c:pt>
                <c:pt idx="10">
                  <c:v>198.043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101.453</c:v>
                </c:pt>
                <c:pt idx="1">
                  <c:v>6.4979999999999905</c:v>
                </c:pt>
                <c:pt idx="2">
                  <c:v>7.4280000000000115</c:v>
                </c:pt>
                <c:pt idx="3">
                  <c:v>8.489999999999995</c:v>
                </c:pt>
                <c:pt idx="4">
                  <c:v>9.595999999999975</c:v>
                </c:pt>
                <c:pt idx="5">
                  <c:v>10.707000000000022</c:v>
                </c:pt>
                <c:pt idx="6">
                  <c:v>11.842000000000013</c:v>
                </c:pt>
                <c:pt idx="7">
                  <c:v>12.915999999999997</c:v>
                </c:pt>
                <c:pt idx="8">
                  <c:v>14.012999999999977</c:v>
                </c:pt>
                <c:pt idx="9">
                  <c:v>15.100000000000023</c:v>
                </c:pt>
                <c:pt idx="10">
                  <c:v>16.216999999999985</c:v>
                </c:pt>
                <c:pt idx="11">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3.6091709006616206</c:v>
                </c:pt>
                <c:pt idx="1">
                  <c:v>0.6298937165722278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96.39082909933838</c:v>
                </c:pt>
                <c:pt idx="1">
                  <c:v>99.37010628342777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7.48</c:v>
                </c:pt>
                <c:pt idx="1">
                  <c:v>9.141</c:v>
                </c:pt>
                <c:pt idx="2">
                  <c:v>10.447</c:v>
                </c:pt>
                <c:pt idx="3">
                  <c:v>11.567</c:v>
                </c:pt>
                <c:pt idx="4">
                  <c:v>13.352</c:v>
                </c:pt>
                <c:pt idx="5">
                  <c:v>14.374</c:v>
                </c:pt>
                <c:pt idx="6">
                  <c:v>16.624</c:v>
                </c:pt>
                <c:pt idx="7">
                  <c:v>18.468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7471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17.966</c:v>
                </c:pt>
                <c:pt idx="4">
                  <c:v>19.224</c:v>
                </c:pt>
                <c:pt idx="5">
                  <c:v>20.473</c:v>
                </c:pt>
                <c:pt idx="6">
                  <c:v>21.254</c:v>
                </c:pt>
                <c:pt idx="7">
                  <c:v>22.536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1982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32.105</c:v>
                </c:pt>
                <c:pt idx="6">
                  <c:v>33.456</c:v>
                </c:pt>
                <c:pt idx="7">
                  <c:v>35.893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096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13.902</c:v>
                </c:pt>
                <c:pt idx="3">
                  <c:v>15.059</c:v>
                </c:pt>
                <c:pt idx="4">
                  <c:v>15.184</c:v>
                </c:pt>
                <c:pt idx="5">
                  <c:v>17.243</c:v>
                </c:pt>
                <c:pt idx="6">
                  <c:v>18.926</c:v>
                </c:pt>
                <c:pt idx="7">
                  <c:v>21.138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3249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11.992</c:v>
                </c:pt>
                <c:pt idx="2">
                  <c:v>14.096</c:v>
                </c:pt>
                <c:pt idx="3">
                  <c:v>14.349</c:v>
                </c:pt>
                <c:pt idx="4">
                  <c:v>14.365</c:v>
                </c:pt>
                <c:pt idx="5">
                  <c:v>14.425</c:v>
                </c:pt>
                <c:pt idx="6">
                  <c:v>16.015</c:v>
                </c:pt>
                <c:pt idx="7">
                  <c:v>16.212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24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18.238</c:v>
                </c:pt>
                <c:pt idx="4">
                  <c:v>19.23</c:v>
                </c:pt>
                <c:pt idx="5">
                  <c:v>20.543</c:v>
                </c:pt>
                <c:pt idx="6">
                  <c:v>21.335</c:v>
                </c:pt>
                <c:pt idx="7">
                  <c:v>22.107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623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24.239</c:v>
                </c:pt>
                <c:pt idx="5">
                  <c:v>25.323999999999998</c:v>
                </c:pt>
                <c:pt idx="6">
                  <c:v>25.559</c:v>
                </c:pt>
                <c:pt idx="7">
                  <c:v>26.33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28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101.453</c:v>
                </c:pt>
                <c:pt idx="2">
                  <c:v>112.775</c:v>
                </c:pt>
                <c:pt idx="3">
                  <c:v>118.33000000000001</c:v>
                </c:pt>
                <c:pt idx="4">
                  <c:v>126.45100000000001</c:v>
                </c:pt>
                <c:pt idx="5">
                  <c:v>141.098</c:v>
                </c:pt>
                <c:pt idx="6">
                  <c:v>156.905</c:v>
                </c:pt>
                <c:pt idx="7">
                  <c:v>170.34300000000002</c:v>
                </c:pt>
                <c:pt idx="8">
                  <c:v>194.257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101.453</c:v>
                </c:pt>
                <c:pt idx="1">
                  <c:v>11.322000000000001</c:v>
                </c:pt>
                <c:pt idx="2">
                  <c:v>5.555</c:v>
                </c:pt>
                <c:pt idx="3">
                  <c:v>8.121</c:v>
                </c:pt>
                <c:pt idx="4">
                  <c:v>14.646999999999998</c:v>
                </c:pt>
                <c:pt idx="5">
                  <c:v>15.806999999999999</c:v>
                </c:pt>
                <c:pt idx="6">
                  <c:v>13.438000000000002</c:v>
                </c:pt>
                <c:pt idx="7">
                  <c:v>23.913999999999998</c:v>
                </c:pt>
                <c:pt idx="8">
                  <c:v>20.002999999999997</c:v>
                </c:pt>
                <c:pt idx="9">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11.322000000000001</c:v>
                </c:pt>
                <c:pt idx="2">
                  <c:v>16.877000000000002</c:v>
                </c:pt>
                <c:pt idx="3">
                  <c:v>24.998000000000005</c:v>
                </c:pt>
                <c:pt idx="4">
                  <c:v>39.645</c:v>
                </c:pt>
                <c:pt idx="5">
                  <c:v>55.452</c:v>
                </c:pt>
                <c:pt idx="6">
                  <c:v>68.89</c:v>
                </c:pt>
                <c:pt idx="7">
                  <c:v>92.804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11.322000000000001</c:v>
                </c:pt>
                <c:pt idx="1">
                  <c:v>5.555</c:v>
                </c:pt>
                <c:pt idx="2">
                  <c:v>8.121</c:v>
                </c:pt>
                <c:pt idx="3">
                  <c:v>14.646999999999998</c:v>
                </c:pt>
                <c:pt idx="4">
                  <c:v>15.806999999999999</c:v>
                </c:pt>
                <c:pt idx="5">
                  <c:v>13.438000000000002</c:v>
                </c:pt>
                <c:pt idx="6">
                  <c:v>23.913999999999998</c:v>
                </c:pt>
                <c:pt idx="7">
                  <c:v>20.002999999999997</c:v>
                </c:pt>
                <c:pt idx="8">
                  <c:v>112.80699999999999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101.453</c:v>
                </c:pt>
                <c:pt idx="2">
                  <c:v>125.169</c:v>
                </c:pt>
                <c:pt idx="3">
                  <c:v>152.28</c:v>
                </c:pt>
                <c:pt idx="4">
                  <c:v>176.915</c:v>
                </c:pt>
                <c:pt idx="5">
                  <c:v>198.004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101.453</c:v>
                </c:pt>
                <c:pt idx="1">
                  <c:v>23.715999999999998</c:v>
                </c:pt>
                <c:pt idx="2">
                  <c:v>27.111000000000004</c:v>
                </c:pt>
                <c:pt idx="3">
                  <c:v>24.634999999999998</c:v>
                </c:pt>
                <c:pt idx="4">
                  <c:v>21.089000000000002</c:v>
                </c:pt>
                <c:pt idx="5">
                  <c:v>16.254999999999995</c:v>
                </c:pt>
                <c:pt idx="6">
                  <c:v>214.25900000000001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23.715999999999998</c:v>
                </c:pt>
                <c:pt idx="2">
                  <c:v>50.827</c:v>
                </c:pt>
                <c:pt idx="3">
                  <c:v>75.46199999999999</c:v>
                </c:pt>
                <c:pt idx="4">
                  <c:v>96.55099999999999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23.715999999999998</c:v>
                </c:pt>
                <c:pt idx="1">
                  <c:v>27.111000000000004</c:v>
                </c:pt>
                <c:pt idx="2">
                  <c:v>24.634999999999998</c:v>
                </c:pt>
                <c:pt idx="3">
                  <c:v>21.089000000000002</c:v>
                </c:pt>
                <c:pt idx="4">
                  <c:v>16.254999999999995</c:v>
                </c:pt>
                <c:pt idx="5">
                  <c:v>112.80599999999998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101.45400000000001</c:v>
                </c:pt>
                <c:pt idx="2">
                  <c:v>140.96</c:v>
                </c:pt>
                <c:pt idx="3">
                  <c:v>174.395</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101.45400000000001</c:v>
                </c:pt>
                <c:pt idx="1">
                  <c:v>39.506</c:v>
                </c:pt>
                <c:pt idx="2">
                  <c:v>33.435</c:v>
                </c:pt>
                <c:pt idx="3">
                  <c:v>39.86600000000001</c:v>
                </c:pt>
                <c:pt idx="4">
                  <c:v>214.26100000000002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39.506</c:v>
                </c:pt>
                <c:pt idx="2">
                  <c:v>72.941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39.506</c:v>
                </c:pt>
                <c:pt idx="1">
                  <c:v>33.435</c:v>
                </c:pt>
                <c:pt idx="2">
                  <c:v>39.86600000000001</c:v>
                </c:pt>
                <c:pt idx="3">
                  <c:v>112.80700000000002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101.452</c:v>
                </c:pt>
                <c:pt idx="2">
                  <c:v>116.877</c:v>
                </c:pt>
                <c:pt idx="3">
                  <c:v>135.0</c:v>
                </c:pt>
                <c:pt idx="4">
                  <c:v>153.14600000000002</c:v>
                </c:pt>
                <c:pt idx="5">
                  <c:v>167.086</c:v>
                </c:pt>
                <c:pt idx="6">
                  <c:v>196.572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101.452</c:v>
                </c:pt>
                <c:pt idx="1">
                  <c:v>15.425</c:v>
                </c:pt>
                <c:pt idx="2">
                  <c:v>18.123000000000005</c:v>
                </c:pt>
                <c:pt idx="3">
                  <c:v>18.146000000000004</c:v>
                </c:pt>
                <c:pt idx="4">
                  <c:v>13.94</c:v>
                </c:pt>
                <c:pt idx="5">
                  <c:v>29.486</c:v>
                </c:pt>
                <c:pt idx="6">
                  <c:v>17.689</c:v>
                </c:pt>
                <c:pt idx="7">
                  <c:v>214.261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15.425</c:v>
                </c:pt>
                <c:pt idx="2">
                  <c:v>33.548</c:v>
                </c:pt>
                <c:pt idx="3">
                  <c:v>51.694</c:v>
                </c:pt>
                <c:pt idx="4">
                  <c:v>65.634</c:v>
                </c:pt>
                <c:pt idx="5">
                  <c:v>95.12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15.425</c:v>
                </c:pt>
                <c:pt idx="1">
                  <c:v>18.123000000000005</c:v>
                </c:pt>
                <c:pt idx="2">
                  <c:v>18.146000000000004</c:v>
                </c:pt>
                <c:pt idx="3">
                  <c:v>13.94</c:v>
                </c:pt>
                <c:pt idx="4">
                  <c:v>29.486</c:v>
                </c:pt>
                <c:pt idx="5">
                  <c:v>17.689</c:v>
                </c:pt>
                <c:pt idx="6">
                  <c:v>112.809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101.45400000000002</c:v>
                </c:pt>
                <c:pt idx="2">
                  <c:v>114.57900000000002</c:v>
                </c:pt>
                <c:pt idx="3">
                  <c:v>135.26300000000003</c:v>
                </c:pt>
                <c:pt idx="4">
                  <c:v>149.45300000000003</c:v>
                </c:pt>
                <c:pt idx="5">
                  <c:v>165.15500000000003</c:v>
                </c:pt>
                <c:pt idx="6">
                  <c:v>184.85200000000003</c:v>
                </c:pt>
                <c:pt idx="7">
                  <c:v>195.71600000000004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101.45400000000002</c:v>
                </c:pt>
                <c:pt idx="1">
                  <c:v>13.125</c:v>
                </c:pt>
                <c:pt idx="2">
                  <c:v>20.684</c:v>
                </c:pt>
                <c:pt idx="3">
                  <c:v>14.190000000000001</c:v>
                </c:pt>
                <c:pt idx="4">
                  <c:v>15.702</c:v>
                </c:pt>
                <c:pt idx="5">
                  <c:v>19.697000000000003</c:v>
                </c:pt>
                <c:pt idx="6">
                  <c:v>10.864</c:v>
                </c:pt>
                <c:pt idx="7">
                  <c:v>18.543000000000003</c:v>
                </c:pt>
                <c:pt idx="8">
                  <c:v>214.25900000000001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13.125</c:v>
                </c:pt>
                <c:pt idx="2">
                  <c:v>33.809</c:v>
                </c:pt>
                <c:pt idx="3">
                  <c:v>47.998999999999995</c:v>
                </c:pt>
                <c:pt idx="4">
                  <c:v>63.70099999999999</c:v>
                </c:pt>
                <c:pt idx="5">
                  <c:v>83.398</c:v>
                </c:pt>
                <c:pt idx="6">
                  <c:v>94.262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13.125</c:v>
                </c:pt>
                <c:pt idx="1">
                  <c:v>20.684</c:v>
                </c:pt>
                <c:pt idx="2">
                  <c:v>14.190000000000001</c:v>
                </c:pt>
                <c:pt idx="3">
                  <c:v>15.702</c:v>
                </c:pt>
                <c:pt idx="4">
                  <c:v>19.697000000000003</c:v>
                </c:pt>
                <c:pt idx="5">
                  <c:v>10.864</c:v>
                </c:pt>
                <c:pt idx="6">
                  <c:v>18.543000000000003</c:v>
                </c:pt>
                <c:pt idx="7">
                  <c:v>112.805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101.453</c:v>
                </c:pt>
                <c:pt idx="2">
                  <c:v>120.934</c:v>
                </c:pt>
                <c:pt idx="3">
                  <c:v>143.557</c:v>
                </c:pt>
                <c:pt idx="4">
                  <c:v>167.53099999999998</c:v>
                </c:pt>
                <c:pt idx="5">
                  <c:v>191.92899999999997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101.453</c:v>
                </c:pt>
                <c:pt idx="1">
                  <c:v>19.481</c:v>
                </c:pt>
                <c:pt idx="2">
                  <c:v>22.622999999999998</c:v>
                </c:pt>
                <c:pt idx="3">
                  <c:v>23.974</c:v>
                </c:pt>
                <c:pt idx="4">
                  <c:v>24.398000000000003</c:v>
                </c:pt>
                <c:pt idx="5">
                  <c:v>22.332</c:v>
                </c:pt>
                <c:pt idx="6">
                  <c:v>214.261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19.481</c:v>
                </c:pt>
                <c:pt idx="2">
                  <c:v>42.104</c:v>
                </c:pt>
                <c:pt idx="3">
                  <c:v>66.078</c:v>
                </c:pt>
                <c:pt idx="4">
                  <c:v>90.476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19.481</c:v>
                </c:pt>
                <c:pt idx="1">
                  <c:v>22.622999999999998</c:v>
                </c:pt>
                <c:pt idx="2">
                  <c:v>23.974</c:v>
                </c:pt>
                <c:pt idx="3">
                  <c:v>24.398000000000003</c:v>
                </c:pt>
                <c:pt idx="4">
                  <c:v>22.332</c:v>
                </c:pt>
                <c:pt idx="5">
                  <c:v>112.80799999999999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101.452</c:v>
                </c:pt>
                <c:pt idx="2">
                  <c:v>125.63</c:v>
                </c:pt>
                <c:pt idx="3">
                  <c:v>155.96599999999998</c:v>
                </c:pt>
                <c:pt idx="4">
                  <c:v>181.75099999999998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101.452</c:v>
                </c:pt>
                <c:pt idx="1">
                  <c:v>24.177999999999997</c:v>
                </c:pt>
                <c:pt idx="2">
                  <c:v>30.335999999999995</c:v>
                </c:pt>
                <c:pt idx="3">
                  <c:v>25.785000000000004</c:v>
                </c:pt>
                <c:pt idx="4">
                  <c:v>32.509</c:v>
                </c:pt>
                <c:pt idx="5">
                  <c:v>214.26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24.177999999999997</c:v>
                </c:pt>
                <c:pt idx="2">
                  <c:v>54.513999999999996</c:v>
                </c:pt>
                <c:pt idx="3">
                  <c:v>80.299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24.177999999999997</c:v>
                </c:pt>
                <c:pt idx="1">
                  <c:v>30.335999999999995</c:v>
                </c:pt>
                <c:pt idx="2">
                  <c:v>25.785000000000004</c:v>
                </c:pt>
                <c:pt idx="3">
                  <c:v>32.509</c:v>
                </c:pt>
                <c:pt idx="4">
                  <c:v>112.808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66.229</c:v>
                </c:pt>
                <c:pt idx="1">
                  <c:v>68.5</c:v>
                </c:pt>
                <c:pt idx="2">
                  <c:v>70.834</c:v>
                </c:pt>
                <c:pt idx="3">
                  <c:v>73.23400000000001</c:v>
                </c:pt>
                <c:pt idx="4">
                  <c:v>75.757</c:v>
                </c:pt>
                <c:pt idx="5">
                  <c:v>78.53</c:v>
                </c:pt>
                <c:pt idx="6">
                  <c:v>81.606</c:v>
                </c:pt>
                <c:pt idx="7">
                  <c:v>85.02799999999999</c:v>
                </c:pt>
                <c:pt idx="8">
                  <c:v>88.821</c:v>
                </c:pt>
                <c:pt idx="9">
                  <c:v>92.97</c:v>
                </c:pt>
                <c:pt idx="10">
                  <c:v>97.42500000000001</c:v>
                </c:pt>
                <c:pt idx="11">
                  <c:v>102.15299999999999</c:v>
                </c:pt>
                <c:pt idx="12">
                  <c:v>107.087</c:v>
                </c:pt>
                <c:pt idx="13">
                  <c:v>112.201</c:v>
                </c:pt>
                <c:pt idx="14">
                  <c:v>117.434</c:v>
                </c:pt>
                <c:pt idx="15">
                  <c:v>122.781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Nordic</c:v>
                </c:pt>
              </c:strCache>
            </c:strRef>
          </c:cat>
          <c:val>
            <c:numRef>
              <c:f>Sheet1!$B$2:$B$4</c:f>
              <c:numCache>
                <c:formatCode>General</c:formatCode>
                <c:ptCount val="3"/>
                <c:pt idx="0">
                  <c:v>0.05245930274733035</c:v>
                </c:pt>
                <c:pt idx="1">
                  <c:v>0.04646744386955093</c:v>
                </c:pt>
                <c:pt idx="2">
                  <c:v>0.04570589640566425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78.53</c:v>
                </c:pt>
                <c:pt idx="2">
                  <c:v>81.606</c:v>
                </c:pt>
                <c:pt idx="3">
                  <c:v>85.02799999999999</c:v>
                </c:pt>
                <c:pt idx="4">
                  <c:v>88.821</c:v>
                </c:pt>
                <c:pt idx="5">
                  <c:v>92.97</c:v>
                </c:pt>
                <c:pt idx="6">
                  <c:v>97.42500000000001</c:v>
                </c:pt>
                <c:pt idx="7">
                  <c:v>102.15299999999999</c:v>
                </c:pt>
                <c:pt idx="8">
                  <c:v>107.087</c:v>
                </c:pt>
                <c:pt idx="9">
                  <c:v>112.201</c:v>
                </c:pt>
                <c:pt idx="10">
                  <c:v>117.434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78.53</c:v>
                </c:pt>
                <c:pt idx="1">
                  <c:v>3.0759999999999934</c:v>
                </c:pt>
                <c:pt idx="2">
                  <c:v>3.421999999999997</c:v>
                </c:pt>
                <c:pt idx="3">
                  <c:v>3.7930000000000064</c:v>
                </c:pt>
                <c:pt idx="4">
                  <c:v>4.149000000000001</c:v>
                </c:pt>
                <c:pt idx="5">
                  <c:v>4.4550000000000125</c:v>
                </c:pt>
                <c:pt idx="6">
                  <c:v>4.72799999999998</c:v>
                </c:pt>
                <c:pt idx="7">
                  <c:v>4.934000000000012</c:v>
                </c:pt>
                <c:pt idx="8">
                  <c:v>5.11399999999999</c:v>
                </c:pt>
                <c:pt idx="9">
                  <c:v>5.233000000000004</c:v>
                </c:pt>
                <c:pt idx="10">
                  <c:v>5.347000000000008</c:v>
                </c:pt>
                <c:pt idx="11">
                  <c:v>122.781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5.797698491623866</c:v>
                </c:pt>
                <c:pt idx="1">
                  <c:v>0.9926400787943613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94.20230150837614</c:v>
                </c:pt>
                <c:pt idx="1">
                  <c:v>99.00735992120563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174.61499999999998</c:v>
                </c:pt>
                <c:pt idx="1">
                  <c:v>181.63</c:v>
                </c:pt>
                <c:pt idx="2">
                  <c:v>188.95100000000002</c:v>
                </c:pt>
                <c:pt idx="3">
                  <c:v>196.66500000000002</c:v>
                </c:pt>
                <c:pt idx="4">
                  <c:v>204.849</c:v>
                </c:pt>
                <c:pt idx="5">
                  <c:v>214.756</c:v>
                </c:pt>
                <c:pt idx="6">
                  <c:v>225.88400000000001</c:v>
                </c:pt>
                <c:pt idx="7">
                  <c:v>238.447</c:v>
                </c:pt>
                <c:pt idx="8">
                  <c:v>252.653</c:v>
                </c:pt>
                <c:pt idx="9">
                  <c:v>268.58500000000004</c:v>
                </c:pt>
                <c:pt idx="10">
                  <c:v>286.062</c:v>
                </c:pt>
                <c:pt idx="11">
                  <c:v>305.111</c:v>
                </c:pt>
                <c:pt idx="12">
                  <c:v>325.592</c:v>
                </c:pt>
                <c:pt idx="13">
                  <c:v>347.481</c:v>
                </c:pt>
                <c:pt idx="14">
                  <c:v>370.776</c:v>
                </c:pt>
                <c:pt idx="15">
                  <c:v>395.51099999999997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Nordic</c:v>
                </c:pt>
              </c:strCache>
            </c:strRef>
          </c:cat>
          <c:val>
            <c:numRef>
              <c:f>Sheet1!$B$2:$B$4</c:f>
              <c:numCache>
                <c:formatCode>General</c:formatCode>
                <c:ptCount val="3"/>
                <c:pt idx="0">
                  <c:v>0.06658666629421717</c:v>
                </c:pt>
                <c:pt idx="1">
                  <c:v>0.06255449919419975</c:v>
                </c:pt>
                <c:pt idx="2">
                  <c:v>0.06297077918849658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214.756</c:v>
                </c:pt>
                <c:pt idx="2">
                  <c:v>225.88400000000001</c:v>
                </c:pt>
                <c:pt idx="3">
                  <c:v>238.447</c:v>
                </c:pt>
                <c:pt idx="4">
                  <c:v>252.653</c:v>
                </c:pt>
                <c:pt idx="5">
                  <c:v>268.58500000000004</c:v>
                </c:pt>
                <c:pt idx="6">
                  <c:v>286.062</c:v>
                </c:pt>
                <c:pt idx="7">
                  <c:v>305.111</c:v>
                </c:pt>
                <c:pt idx="8">
                  <c:v>325.592</c:v>
                </c:pt>
                <c:pt idx="9">
                  <c:v>347.481</c:v>
                </c:pt>
                <c:pt idx="10">
                  <c:v>370.776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214.756</c:v>
                </c:pt>
                <c:pt idx="1">
                  <c:v>11.128000000000014</c:v>
                </c:pt>
                <c:pt idx="2">
                  <c:v>12.562999999999988</c:v>
                </c:pt>
                <c:pt idx="3">
                  <c:v>14.205999999999989</c:v>
                </c:pt>
                <c:pt idx="4">
                  <c:v>15.932000000000045</c:v>
                </c:pt>
                <c:pt idx="5">
                  <c:v>17.476999999999975</c:v>
                </c:pt>
                <c:pt idx="6">
                  <c:v>19.048999999999978</c:v>
                </c:pt>
                <c:pt idx="7">
                  <c:v>20.480999999999995</c:v>
                </c:pt>
                <c:pt idx="8">
                  <c:v>21.88900000000001</c:v>
                </c:pt>
                <c:pt idx="9">
                  <c:v>23.295000000000016</c:v>
                </c:pt>
                <c:pt idx="10">
                  <c:v>24.734999999999957</c:v>
                </c:pt>
                <c:pt idx="11">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7.6399032649846434</c:v>
                </c:pt>
                <c:pt idx="1">
                  <c:v>1.3333608172866782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92.36009673501536</c:v>
                </c:pt>
                <c:pt idx="1">
                  <c:v>98.66663918271333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Creams and Lotions</c:v>
                </c:pt>
                <c:pt idx="3">
                  <c:v>Powders</c:v>
                </c:pt>
                <c:pt idx="4">
                  <c:v>Sticks and Balms</c:v>
                </c:pt>
                <c:pt idx="5">
                  <c:v>Sprays and Mists</c:v>
                </c:pt>
                <c:pt idx="6">
                  <c:v>Waxes, Clays, Pastes…</c:v>
                </c:pt>
                <c:pt idx="7">
                  <c:v>Serums and Oils</c:v>
                </c:pt>
              </c:strCache>
            </c:strRef>
          </c:cat>
          <c:val>
            <c:numRef>
              <c:f>Sheet1!$B$2:$B$9</c:f>
              <c:numCache>
                <c:formatCode>General</c:formatCode>
                <c:ptCount val="8"/>
                <c:pt idx="0">
                  <c:v>15.55</c:v>
                </c:pt>
                <c:pt idx="1">
                  <c:v>19.107</c:v>
                </c:pt>
                <c:pt idx="2">
                  <c:v>24.046</c:v>
                </c:pt>
                <c:pt idx="3">
                  <c:v>24.2</c:v>
                </c:pt>
                <c:pt idx="4">
                  <c:v>28.205</c:v>
                </c:pt>
                <c:pt idx="5">
                  <c:v>30.464</c:v>
                </c:pt>
                <c:pt idx="6">
                  <c:v>34.83</c:v>
                </c:pt>
                <c:pt idx="7">
                  <c:v>38.354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394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38.001</c:v>
                </c:pt>
                <c:pt idx="4">
                  <c:v>40.798</c:v>
                </c:pt>
                <c:pt idx="5">
                  <c:v>43.376</c:v>
                </c:pt>
                <c:pt idx="6">
                  <c:v>44.924</c:v>
                </c:pt>
                <c:pt idx="7">
                  <c:v>47.656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859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66.85</c:v>
                </c:pt>
                <c:pt idx="6">
                  <c:v>70.067</c:v>
                </c:pt>
                <c:pt idx="7">
                  <c:v>77.839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4.304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26.527</c:v>
                </c:pt>
                <c:pt idx="3">
                  <c:v>32.891</c:v>
                </c:pt>
                <c:pt idx="4">
                  <c:v>33.334</c:v>
                </c:pt>
                <c:pt idx="5">
                  <c:v>37.392</c:v>
                </c:pt>
                <c:pt idx="6">
                  <c:v>41.154</c:v>
                </c:pt>
                <c:pt idx="7">
                  <c:v>43.457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23238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25.378</c:v>
                </c:pt>
                <c:pt idx="2">
                  <c:v>29.851</c:v>
                </c:pt>
                <c:pt idx="3">
                  <c:v>30.327</c:v>
                </c:pt>
                <c:pt idx="4">
                  <c:v>30.384</c:v>
                </c:pt>
                <c:pt idx="5">
                  <c:v>30.559</c:v>
                </c:pt>
                <c:pt idx="6">
                  <c:v>33.981</c:v>
                </c:pt>
                <c:pt idx="7">
                  <c:v>34.274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5.927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38.643</c:v>
                </c:pt>
                <c:pt idx="4">
                  <c:v>40.811</c:v>
                </c:pt>
                <c:pt idx="5">
                  <c:v>43.424</c:v>
                </c:pt>
                <c:pt idx="6">
                  <c:v>45.112</c:v>
                </c:pt>
                <c:pt idx="7">
                  <c:v>46.764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66376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51.453</c:v>
                </c:pt>
                <c:pt idx="5">
                  <c:v>53.587</c:v>
                </c:pt>
                <c:pt idx="6">
                  <c:v>53.91799999999999</c:v>
                </c:pt>
                <c:pt idx="7">
                  <c:v>55.796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4.7666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214.756</c:v>
                </c:pt>
                <c:pt idx="2">
                  <c:v>232.136</c:v>
                </c:pt>
                <c:pt idx="3">
                  <c:v>241.065</c:v>
                </c:pt>
                <c:pt idx="4">
                  <c:v>253.185</c:v>
                </c:pt>
                <c:pt idx="5">
                  <c:v>271.78</c:v>
                </c:pt>
                <c:pt idx="6">
                  <c:v>301.93499999999995</c:v>
                </c:pt>
                <c:pt idx="7">
                  <c:v>323.89399999999995</c:v>
                </c:pt>
                <c:pt idx="8">
                  <c:v>361.73699999999997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214.756</c:v>
                </c:pt>
                <c:pt idx="1">
                  <c:v>17.380000000000003</c:v>
                </c:pt>
                <c:pt idx="2">
                  <c:v>8.928999999999998</c:v>
                </c:pt>
                <c:pt idx="3">
                  <c:v>12.120000000000001</c:v>
                </c:pt>
                <c:pt idx="4">
                  <c:v>18.595</c:v>
                </c:pt>
                <c:pt idx="5">
                  <c:v>30.155</c:v>
                </c:pt>
                <c:pt idx="6">
                  <c:v>21.959</c:v>
                </c:pt>
                <c:pt idx="7">
                  <c:v>37.843</c:v>
                </c:pt>
                <c:pt idx="8">
                  <c:v>33.774</c:v>
                </c:pt>
                <c:pt idx="9">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17.380000000000003</c:v>
                </c:pt>
                <c:pt idx="2">
                  <c:v>26.309</c:v>
                </c:pt>
                <c:pt idx="3">
                  <c:v>38.429</c:v>
                </c:pt>
                <c:pt idx="4">
                  <c:v>57.024</c:v>
                </c:pt>
                <c:pt idx="5">
                  <c:v>87.179</c:v>
                </c:pt>
                <c:pt idx="6">
                  <c:v>109.138</c:v>
                </c:pt>
                <c:pt idx="7">
                  <c:v>146.981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17.380000000000003</c:v>
                </c:pt>
                <c:pt idx="1">
                  <c:v>8.928999999999998</c:v>
                </c:pt>
                <c:pt idx="2">
                  <c:v>12.120000000000001</c:v>
                </c:pt>
                <c:pt idx="3">
                  <c:v>18.595</c:v>
                </c:pt>
                <c:pt idx="4">
                  <c:v>30.155</c:v>
                </c:pt>
                <c:pt idx="5">
                  <c:v>21.959</c:v>
                </c:pt>
                <c:pt idx="6">
                  <c:v>37.843</c:v>
                </c:pt>
                <c:pt idx="7">
                  <c:v>33.774</c:v>
                </c:pt>
                <c:pt idx="8">
                  <c:v>180.755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214.75500000000002</c:v>
                </c:pt>
                <c:pt idx="2">
                  <c:v>253.26700000000002</c:v>
                </c:pt>
                <c:pt idx="3">
                  <c:v>297.836</c:v>
                </c:pt>
                <c:pt idx="4">
                  <c:v>337.249</c:v>
                </c:pt>
                <c:pt idx="5">
                  <c:v>370.43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214.75500000000002</c:v>
                </c:pt>
                <c:pt idx="1">
                  <c:v>38.512</c:v>
                </c:pt>
                <c:pt idx="2">
                  <c:v>44.568999999999996</c:v>
                </c:pt>
                <c:pt idx="3">
                  <c:v>39.413000000000004</c:v>
                </c:pt>
                <c:pt idx="4">
                  <c:v>33.181000000000004</c:v>
                </c:pt>
                <c:pt idx="5">
                  <c:v>25.081000000000003</c:v>
                </c:pt>
                <c:pt idx="6">
                  <c:v>395.511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38.512</c:v>
                </c:pt>
                <c:pt idx="2">
                  <c:v>83.08099999999999</c:v>
                </c:pt>
                <c:pt idx="3">
                  <c:v>122.494</c:v>
                </c:pt>
                <c:pt idx="4">
                  <c:v>155.675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38.512</c:v>
                </c:pt>
                <c:pt idx="1">
                  <c:v>44.568999999999996</c:v>
                </c:pt>
                <c:pt idx="2">
                  <c:v>39.413000000000004</c:v>
                </c:pt>
                <c:pt idx="3">
                  <c:v>33.181000000000004</c:v>
                </c:pt>
                <c:pt idx="4">
                  <c:v>25.081000000000003</c:v>
                </c:pt>
                <c:pt idx="5">
                  <c:v>180.75600000000003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214.756</c:v>
                </c:pt>
                <c:pt idx="2">
                  <c:v>279.679</c:v>
                </c:pt>
                <c:pt idx="3">
                  <c:v>331.902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214.756</c:v>
                </c:pt>
                <c:pt idx="1">
                  <c:v>64.923</c:v>
                </c:pt>
                <c:pt idx="2">
                  <c:v>52.22300000000001</c:v>
                </c:pt>
                <c:pt idx="3">
                  <c:v>63.60900000000001</c:v>
                </c:pt>
                <c:pt idx="4">
                  <c:v>395.511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64.923</c:v>
                </c:pt>
                <c:pt idx="2">
                  <c:v>117.14600000000002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64.923</c:v>
                </c:pt>
                <c:pt idx="1">
                  <c:v>52.22300000000001</c:v>
                </c:pt>
                <c:pt idx="2">
                  <c:v>63.60900000000001</c:v>
                </c:pt>
                <c:pt idx="3">
                  <c:v>180.75500000000002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214.755</c:v>
                </c:pt>
                <c:pt idx="2">
                  <c:v>240.319</c:v>
                </c:pt>
                <c:pt idx="3">
                  <c:v>269.383</c:v>
                </c:pt>
                <c:pt idx="4">
                  <c:v>298.875</c:v>
                </c:pt>
                <c:pt idx="5">
                  <c:v>322.128</c:v>
                </c:pt>
                <c:pt idx="6">
                  <c:v>369.09299999999996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214.755</c:v>
                </c:pt>
                <c:pt idx="1">
                  <c:v>25.564</c:v>
                </c:pt>
                <c:pt idx="2">
                  <c:v>29.064</c:v>
                </c:pt>
                <c:pt idx="3">
                  <c:v>29.491999999999997</c:v>
                </c:pt>
                <c:pt idx="4">
                  <c:v>23.253</c:v>
                </c:pt>
                <c:pt idx="5">
                  <c:v>46.964999999999996</c:v>
                </c:pt>
                <c:pt idx="6">
                  <c:v>26.418999999999997</c:v>
                </c:pt>
                <c:pt idx="7">
                  <c:v>395.51200000000006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25.564</c:v>
                </c:pt>
                <c:pt idx="2">
                  <c:v>54.628</c:v>
                </c:pt>
                <c:pt idx="3">
                  <c:v>84.12</c:v>
                </c:pt>
                <c:pt idx="4">
                  <c:v>107.373</c:v>
                </c:pt>
                <c:pt idx="5">
                  <c:v>154.338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25.564</c:v>
                </c:pt>
                <c:pt idx="1">
                  <c:v>29.064</c:v>
                </c:pt>
                <c:pt idx="2">
                  <c:v>29.491999999999997</c:v>
                </c:pt>
                <c:pt idx="3">
                  <c:v>23.253</c:v>
                </c:pt>
                <c:pt idx="4">
                  <c:v>46.964999999999996</c:v>
                </c:pt>
                <c:pt idx="5">
                  <c:v>26.418999999999997</c:v>
                </c:pt>
                <c:pt idx="6">
                  <c:v>180.757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214.75400000000002</c:v>
                </c:pt>
                <c:pt idx="2">
                  <c:v>234.524</c:v>
                </c:pt>
                <c:pt idx="3">
                  <c:v>268.887</c:v>
                </c:pt>
                <c:pt idx="4">
                  <c:v>291.202</c:v>
                </c:pt>
                <c:pt idx="5">
                  <c:v>316.314</c:v>
                </c:pt>
                <c:pt idx="6">
                  <c:v>348.28900000000004</c:v>
                </c:pt>
                <c:pt idx="7">
                  <c:v>365.04400000000004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214.75400000000002</c:v>
                </c:pt>
                <c:pt idx="1">
                  <c:v>19.769999999999996</c:v>
                </c:pt>
                <c:pt idx="2">
                  <c:v>34.363</c:v>
                </c:pt>
                <c:pt idx="3">
                  <c:v>22.315</c:v>
                </c:pt>
                <c:pt idx="4">
                  <c:v>25.112000000000002</c:v>
                </c:pt>
                <c:pt idx="5">
                  <c:v>31.975</c:v>
                </c:pt>
                <c:pt idx="6">
                  <c:v>16.755000000000003</c:v>
                </c:pt>
                <c:pt idx="7">
                  <c:v>30.467</c:v>
                </c:pt>
                <c:pt idx="8">
                  <c:v>395.51099999999997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19.769999999999996</c:v>
                </c:pt>
                <c:pt idx="2">
                  <c:v>54.132999999999996</c:v>
                </c:pt>
                <c:pt idx="3">
                  <c:v>76.448</c:v>
                </c:pt>
                <c:pt idx="4">
                  <c:v>101.56</c:v>
                </c:pt>
                <c:pt idx="5">
                  <c:v>133.535</c:v>
                </c:pt>
                <c:pt idx="6">
                  <c:v>150.29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19.769999999999996</c:v>
                </c:pt>
                <c:pt idx="1">
                  <c:v>34.363</c:v>
                </c:pt>
                <c:pt idx="2">
                  <c:v>22.315</c:v>
                </c:pt>
                <c:pt idx="3">
                  <c:v>25.112000000000002</c:v>
                </c:pt>
                <c:pt idx="4">
                  <c:v>31.975</c:v>
                </c:pt>
                <c:pt idx="5">
                  <c:v>16.755000000000003</c:v>
                </c:pt>
                <c:pt idx="6">
                  <c:v>30.467</c:v>
                </c:pt>
                <c:pt idx="7">
                  <c:v>180.757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214.75400000000002</c:v>
                </c:pt>
                <c:pt idx="2">
                  <c:v>244.888</c:v>
                </c:pt>
                <c:pt idx="3">
                  <c:v>281.146</c:v>
                </c:pt>
                <c:pt idx="4">
                  <c:v>320.137</c:v>
                </c:pt>
                <c:pt idx="5">
                  <c:v>360.297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214.75400000000002</c:v>
                </c:pt>
                <c:pt idx="1">
                  <c:v>30.133999999999993</c:v>
                </c:pt>
                <c:pt idx="2">
                  <c:v>36.258</c:v>
                </c:pt>
                <c:pt idx="3">
                  <c:v>38.99100000000001</c:v>
                </c:pt>
                <c:pt idx="4">
                  <c:v>40.16</c:v>
                </c:pt>
                <c:pt idx="5">
                  <c:v>35.213</c:v>
                </c:pt>
                <c:pt idx="6">
                  <c:v>395.51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30.133999999999993</c:v>
                </c:pt>
                <c:pt idx="2">
                  <c:v>66.392</c:v>
                </c:pt>
                <c:pt idx="3">
                  <c:v>105.38300000000001</c:v>
                </c:pt>
                <c:pt idx="4">
                  <c:v>145.543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30.133999999999993</c:v>
                </c:pt>
                <c:pt idx="1">
                  <c:v>36.258</c:v>
                </c:pt>
                <c:pt idx="2">
                  <c:v>38.99100000000001</c:v>
                </c:pt>
                <c:pt idx="3">
                  <c:v>40.16</c:v>
                </c:pt>
                <c:pt idx="4">
                  <c:v>35.213</c:v>
                </c:pt>
                <c:pt idx="5">
                  <c:v>180.756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214.754</c:v>
                </c:pt>
                <c:pt idx="2">
                  <c:v>255.531</c:v>
                </c:pt>
                <c:pt idx="3">
                  <c:v>303.267</c:v>
                </c:pt>
                <c:pt idx="4">
                  <c:v>346.135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214.754</c:v>
                </c:pt>
                <c:pt idx="1">
                  <c:v>40.77700000000001</c:v>
                </c:pt>
                <c:pt idx="2">
                  <c:v>47.736000000000004</c:v>
                </c:pt>
                <c:pt idx="3">
                  <c:v>42.867999999999995</c:v>
                </c:pt>
                <c:pt idx="4">
                  <c:v>49.375</c:v>
                </c:pt>
                <c:pt idx="5">
                  <c:v>395.51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40.77700000000001</c:v>
                </c:pt>
                <c:pt idx="2">
                  <c:v>88.513</c:v>
                </c:pt>
                <c:pt idx="3">
                  <c:v>131.381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40.77700000000001</c:v>
                </c:pt>
                <c:pt idx="1">
                  <c:v>47.736000000000004</c:v>
                </c:pt>
                <c:pt idx="2">
                  <c:v>42.867999999999995</c:v>
                </c:pt>
                <c:pt idx="3">
                  <c:v>49.375</c:v>
                </c:pt>
                <c:pt idx="4">
                  <c:v>180.756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25.497</c:v>
                </c:pt>
                <c:pt idx="1">
                  <c:v>26.278</c:v>
                </c:pt>
                <c:pt idx="2">
                  <c:v>27.073</c:v>
                </c:pt>
                <c:pt idx="3">
                  <c:v>27.886000000000003</c:v>
                </c:pt>
                <c:pt idx="4">
                  <c:v>28.736</c:v>
                </c:pt>
                <c:pt idx="5">
                  <c:v>29.665</c:v>
                </c:pt>
                <c:pt idx="6">
                  <c:v>30.693</c:v>
                </c:pt>
                <c:pt idx="7">
                  <c:v>31.83</c:v>
                </c:pt>
                <c:pt idx="8">
                  <c:v>33.093</c:v>
                </c:pt>
                <c:pt idx="9">
                  <c:v>34.468</c:v>
                </c:pt>
                <c:pt idx="10">
                  <c:v>35.935</c:v>
                </c:pt>
                <c:pt idx="11">
                  <c:v>37.485</c:v>
                </c:pt>
                <c:pt idx="12">
                  <c:v>39.095</c:v>
                </c:pt>
                <c:pt idx="13">
                  <c:v>40.757000000000005</c:v>
                </c:pt>
                <c:pt idx="14">
                  <c:v>42.447</c:v>
                </c:pt>
                <c:pt idx="15">
                  <c:v>44.169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Switzerland</c:v>
                </c:pt>
              </c:strCache>
            </c:strRef>
          </c:cat>
          <c:val>
            <c:numRef>
              <c:f>Sheet1!$B$2:$B$4</c:f>
              <c:numCache>
                <c:formatCode>General</c:formatCode>
                <c:ptCount val="3"/>
                <c:pt idx="0">
                  <c:v>0.05245930274733035</c:v>
                </c:pt>
                <c:pt idx="1">
                  <c:v>0.04646744386955093</c:v>
                </c:pt>
                <c:pt idx="2">
                  <c:v>0.04060838592742777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29.665</c:v>
                </c:pt>
                <c:pt idx="2">
                  <c:v>30.693</c:v>
                </c:pt>
                <c:pt idx="3">
                  <c:v>31.83</c:v>
                </c:pt>
                <c:pt idx="4">
                  <c:v>33.093</c:v>
                </c:pt>
                <c:pt idx="5">
                  <c:v>34.468</c:v>
                </c:pt>
                <c:pt idx="6">
                  <c:v>35.935</c:v>
                </c:pt>
                <c:pt idx="7">
                  <c:v>37.485</c:v>
                </c:pt>
                <c:pt idx="8">
                  <c:v>39.095</c:v>
                </c:pt>
                <c:pt idx="9">
                  <c:v>40.757000000000005</c:v>
                </c:pt>
                <c:pt idx="10">
                  <c:v>42.447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29.665</c:v>
                </c:pt>
                <c:pt idx="1">
                  <c:v>1.0280000000000022</c:v>
                </c:pt>
                <c:pt idx="2">
                  <c:v>1.136999999999997</c:v>
                </c:pt>
                <c:pt idx="3">
                  <c:v>1.2630000000000052</c:v>
                </c:pt>
                <c:pt idx="4">
                  <c:v>1.375</c:v>
                </c:pt>
                <c:pt idx="5">
                  <c:v>1.4669999999999987</c:v>
                </c:pt>
                <c:pt idx="6">
                  <c:v>1.5499999999999972</c:v>
                </c:pt>
                <c:pt idx="7">
                  <c:v>1.6099999999999994</c:v>
                </c:pt>
                <c:pt idx="8">
                  <c:v>1.6620000000000061</c:v>
                </c:pt>
                <c:pt idx="9">
                  <c:v>1.6899999999999977</c:v>
                </c:pt>
                <c:pt idx="10">
                  <c:v>1.7219999999999942</c:v>
                </c:pt>
                <c:pt idx="11">
                  <c:v>44.169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2.190102199847472</c:v>
                </c:pt>
                <c:pt idx="1">
                  <c:v>0.3749734870423371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97.80989780015253</c:v>
                </c:pt>
                <c:pt idx="1">
                  <c:v>99.62502651295766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86.98500000000001</c:v>
                </c:pt>
                <c:pt idx="1">
                  <c:v>90.038</c:v>
                </c:pt>
                <c:pt idx="2">
                  <c:v>93.191</c:v>
                </c:pt>
                <c:pt idx="3">
                  <c:v>96.456</c:v>
                </c:pt>
                <c:pt idx="4">
                  <c:v>99.881</c:v>
                </c:pt>
                <c:pt idx="5">
                  <c:v>103.91600000000001</c:v>
                </c:pt>
                <c:pt idx="6">
                  <c:v>108.439</c:v>
                </c:pt>
                <c:pt idx="7">
                  <c:v>113.50399999999999</c:v>
                </c:pt>
                <c:pt idx="8">
                  <c:v>119.19500000000001</c:v>
                </c:pt>
                <c:pt idx="9">
                  <c:v>125.514</c:v>
                </c:pt>
                <c:pt idx="10">
                  <c:v>132.413</c:v>
                </c:pt>
                <c:pt idx="11">
                  <c:v>139.864</c:v>
                </c:pt>
                <c:pt idx="12">
                  <c:v>147.773</c:v>
                </c:pt>
                <c:pt idx="13">
                  <c:v>156.13600000000002</c:v>
                </c:pt>
                <c:pt idx="14">
                  <c:v>164.88400000000001</c:v>
                </c:pt>
                <c:pt idx="15">
                  <c:v>174.056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Switzerland</c:v>
                </c:pt>
              </c:strCache>
            </c:strRef>
          </c:cat>
          <c:val>
            <c:numRef>
              <c:f>Sheet1!$B$2:$B$4</c:f>
              <c:numCache>
                <c:formatCode>General</c:formatCode>
                <c:ptCount val="3"/>
                <c:pt idx="0">
                  <c:v>0.06658666629421717</c:v>
                </c:pt>
                <c:pt idx="1">
                  <c:v>0.06255449919419975</c:v>
                </c:pt>
                <c:pt idx="2">
                  <c:v>0.052932807531157255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103.91600000000001</c:v>
                </c:pt>
                <c:pt idx="2">
                  <c:v>108.439</c:v>
                </c:pt>
                <c:pt idx="3">
                  <c:v>113.50399999999999</c:v>
                </c:pt>
                <c:pt idx="4">
                  <c:v>119.19500000000001</c:v>
                </c:pt>
                <c:pt idx="5">
                  <c:v>125.514</c:v>
                </c:pt>
                <c:pt idx="6">
                  <c:v>132.413</c:v>
                </c:pt>
                <c:pt idx="7">
                  <c:v>139.864</c:v>
                </c:pt>
                <c:pt idx="8">
                  <c:v>147.773</c:v>
                </c:pt>
                <c:pt idx="9">
                  <c:v>156.13600000000002</c:v>
                </c:pt>
                <c:pt idx="10">
                  <c:v>164.88400000000001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103.91600000000001</c:v>
                </c:pt>
                <c:pt idx="1">
                  <c:v>4.522999999999982</c:v>
                </c:pt>
                <c:pt idx="2">
                  <c:v>5.064999999999998</c:v>
                </c:pt>
                <c:pt idx="3">
                  <c:v>5.691000000000017</c:v>
                </c:pt>
                <c:pt idx="4">
                  <c:v>6.318999999999988</c:v>
                </c:pt>
                <c:pt idx="5">
                  <c:v>6.899000000000015</c:v>
                </c:pt>
                <c:pt idx="6">
                  <c:v>7.450999999999993</c:v>
                </c:pt>
                <c:pt idx="7">
                  <c:v>7.908999999999992</c:v>
                </c:pt>
                <c:pt idx="8">
                  <c:v>8.363000000000028</c:v>
                </c:pt>
                <c:pt idx="9">
                  <c:v>8.74799999999999</c:v>
                </c:pt>
                <c:pt idx="10">
                  <c:v>9.171999999999997</c:v>
                </c:pt>
                <c:pt idx="11">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3.6967916504504843</c:v>
                </c:pt>
                <c:pt idx="1">
                  <c:v>0.6451858047698898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96.30320834954952</c:v>
                </c:pt>
                <c:pt idx="1">
                  <c:v>99.3548141952301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7.393000000000001</c:v>
                </c:pt>
                <c:pt idx="1">
                  <c:v>8.903</c:v>
                </c:pt>
                <c:pt idx="2">
                  <c:v>10.244</c:v>
                </c:pt>
                <c:pt idx="3">
                  <c:v>12.371</c:v>
                </c:pt>
                <c:pt idx="4">
                  <c:v>13.162</c:v>
                </c:pt>
                <c:pt idx="5">
                  <c:v>13.280000000000001</c:v>
                </c:pt>
                <c:pt idx="6">
                  <c:v>16.263</c:v>
                </c:pt>
                <c:pt idx="7">
                  <c:v>22.3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8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18.383</c:v>
                </c:pt>
                <c:pt idx="4">
                  <c:v>19.761</c:v>
                </c:pt>
                <c:pt idx="5">
                  <c:v>20.997</c:v>
                </c:pt>
                <c:pt idx="6">
                  <c:v>21.726</c:v>
                </c:pt>
                <c:pt idx="7">
                  <c:v>23.051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888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32.8</c:v>
                </c:pt>
                <c:pt idx="6">
                  <c:v>33.068</c:v>
                </c:pt>
                <c:pt idx="7">
                  <c:v>38.05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0.98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13.887</c:v>
                </c:pt>
                <c:pt idx="3">
                  <c:v>15.09</c:v>
                </c:pt>
                <c:pt idx="4">
                  <c:v>16.329</c:v>
                </c:pt>
                <c:pt idx="5">
                  <c:v>17.694</c:v>
                </c:pt>
                <c:pt idx="6">
                  <c:v>18.773</c:v>
                </c:pt>
                <c:pt idx="7">
                  <c:v>22.146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675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12.279</c:v>
                </c:pt>
                <c:pt idx="2">
                  <c:v>14.447</c:v>
                </c:pt>
                <c:pt idx="3">
                  <c:v>14.666</c:v>
                </c:pt>
                <c:pt idx="4">
                  <c:v>14.698</c:v>
                </c:pt>
                <c:pt idx="5">
                  <c:v>14.792</c:v>
                </c:pt>
                <c:pt idx="6">
                  <c:v>16.459</c:v>
                </c:pt>
                <c:pt idx="7">
                  <c:v>16.577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2131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18.706</c:v>
                </c:pt>
                <c:pt idx="4">
                  <c:v>19.768</c:v>
                </c:pt>
                <c:pt idx="5">
                  <c:v>21.001</c:v>
                </c:pt>
                <c:pt idx="6">
                  <c:v>21.82</c:v>
                </c:pt>
                <c:pt idx="7">
                  <c:v>22.623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31482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24.968</c:v>
                </c:pt>
                <c:pt idx="5">
                  <c:v>25.877</c:v>
                </c:pt>
                <c:pt idx="6">
                  <c:v>26.075000000000003</c:v>
                </c:pt>
                <c:pt idx="7">
                  <c:v>26.999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178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103.91600000000001</c:v>
                </c:pt>
                <c:pt idx="2">
                  <c:v>110.18800000000002</c:v>
                </c:pt>
                <c:pt idx="3">
                  <c:v>113.91200000000002</c:v>
                </c:pt>
                <c:pt idx="4">
                  <c:v>118.49200000000002</c:v>
                </c:pt>
                <c:pt idx="5">
                  <c:v>126.31500000000001</c:v>
                </c:pt>
                <c:pt idx="6">
                  <c:v>138.532</c:v>
                </c:pt>
                <c:pt idx="7">
                  <c:v>146.781</c:v>
                </c:pt>
                <c:pt idx="8">
                  <c:v>162.197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103.91600000000001</c:v>
                </c:pt>
                <c:pt idx="1">
                  <c:v>6.2719999999999985</c:v>
                </c:pt>
                <c:pt idx="2">
                  <c:v>3.724</c:v>
                </c:pt>
                <c:pt idx="3">
                  <c:v>4.58</c:v>
                </c:pt>
                <c:pt idx="4">
                  <c:v>7.822999999999999</c:v>
                </c:pt>
                <c:pt idx="5">
                  <c:v>12.216999999999999</c:v>
                </c:pt>
                <c:pt idx="6">
                  <c:v>8.248999999999999</c:v>
                </c:pt>
                <c:pt idx="7">
                  <c:v>15.416</c:v>
                </c:pt>
                <c:pt idx="8">
                  <c:v>11.859</c:v>
                </c:pt>
                <c:pt idx="9">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6.2719999999999985</c:v>
                </c:pt>
                <c:pt idx="2">
                  <c:v>9.995999999999999</c:v>
                </c:pt>
                <c:pt idx="3">
                  <c:v>14.575999999999999</c:v>
                </c:pt>
                <c:pt idx="4">
                  <c:v>22.398999999999997</c:v>
                </c:pt>
                <c:pt idx="5">
                  <c:v>34.616</c:v>
                </c:pt>
                <c:pt idx="6">
                  <c:v>42.864999999999995</c:v>
                </c:pt>
                <c:pt idx="7">
                  <c:v>58.28099999999999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6.2719999999999985</c:v>
                </c:pt>
                <c:pt idx="1">
                  <c:v>3.724</c:v>
                </c:pt>
                <c:pt idx="2">
                  <c:v>4.58</c:v>
                </c:pt>
                <c:pt idx="3">
                  <c:v>7.822999999999999</c:v>
                </c:pt>
                <c:pt idx="4">
                  <c:v>12.216999999999999</c:v>
                </c:pt>
                <c:pt idx="5">
                  <c:v>8.248999999999999</c:v>
                </c:pt>
                <c:pt idx="6">
                  <c:v>15.416</c:v>
                </c:pt>
                <c:pt idx="7">
                  <c:v>11.859</c:v>
                </c:pt>
                <c:pt idx="8">
                  <c:v>70.14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103.91799999999999</c:v>
                </c:pt>
                <c:pt idx="2">
                  <c:v>119.068</c:v>
                </c:pt>
                <c:pt idx="3">
                  <c:v>136.792</c:v>
                </c:pt>
                <c:pt idx="4">
                  <c:v>152.05700000000002</c:v>
                </c:pt>
                <c:pt idx="5">
                  <c:v>164.69400000000002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103.91799999999999</c:v>
                </c:pt>
                <c:pt idx="1">
                  <c:v>15.150000000000002</c:v>
                </c:pt>
                <c:pt idx="2">
                  <c:v>17.723999999999997</c:v>
                </c:pt>
                <c:pt idx="3">
                  <c:v>15.265000000000004</c:v>
                </c:pt>
                <c:pt idx="4">
                  <c:v>12.637</c:v>
                </c:pt>
                <c:pt idx="5">
                  <c:v>9.363</c:v>
                </c:pt>
                <c:pt idx="6">
                  <c:v>174.05700000000002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15.150000000000002</c:v>
                </c:pt>
                <c:pt idx="2">
                  <c:v>32.873999999999995</c:v>
                </c:pt>
                <c:pt idx="3">
                  <c:v>48.138999999999996</c:v>
                </c:pt>
                <c:pt idx="4">
                  <c:v>60.775999999999996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15.150000000000002</c:v>
                </c:pt>
                <c:pt idx="1">
                  <c:v>17.723999999999997</c:v>
                </c:pt>
                <c:pt idx="2">
                  <c:v>15.265000000000004</c:v>
                </c:pt>
                <c:pt idx="3">
                  <c:v>12.637</c:v>
                </c:pt>
                <c:pt idx="4">
                  <c:v>9.363</c:v>
                </c:pt>
                <c:pt idx="5">
                  <c:v>70.139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103.91799999999999</c:v>
                </c:pt>
                <c:pt idx="2">
                  <c:v>126.121</c:v>
                </c:pt>
                <c:pt idx="3">
                  <c:v>148.588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103.91799999999999</c:v>
                </c:pt>
                <c:pt idx="1">
                  <c:v>22.203000000000003</c:v>
                </c:pt>
                <c:pt idx="2">
                  <c:v>22.467000000000006</c:v>
                </c:pt>
                <c:pt idx="3">
                  <c:v>25.468000000000004</c:v>
                </c:pt>
                <c:pt idx="4">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22.203000000000003</c:v>
                </c:pt>
                <c:pt idx="2">
                  <c:v>44.67000000000001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22.203000000000003</c:v>
                </c:pt>
                <c:pt idx="1">
                  <c:v>22.467000000000006</c:v>
                </c:pt>
                <c:pt idx="2">
                  <c:v>25.468000000000004</c:v>
                </c:pt>
                <c:pt idx="3">
                  <c:v>70.138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103.91900000000001</c:v>
                </c:pt>
                <c:pt idx="2">
                  <c:v>112.93</c:v>
                </c:pt>
                <c:pt idx="3">
                  <c:v>125.498</c:v>
                </c:pt>
                <c:pt idx="4">
                  <c:v>139.527</c:v>
                </c:pt>
                <c:pt idx="5">
                  <c:v>147.94899999999998</c:v>
                </c:pt>
                <c:pt idx="6">
                  <c:v>162.64999999999998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103.91900000000001</c:v>
                </c:pt>
                <c:pt idx="1">
                  <c:v>9.011</c:v>
                </c:pt>
                <c:pt idx="2">
                  <c:v>12.568000000000001</c:v>
                </c:pt>
                <c:pt idx="3">
                  <c:v>14.028999999999996</c:v>
                </c:pt>
                <c:pt idx="4">
                  <c:v>8.422</c:v>
                </c:pt>
                <c:pt idx="5">
                  <c:v>14.701</c:v>
                </c:pt>
                <c:pt idx="6">
                  <c:v>11.405999999999999</c:v>
                </c:pt>
                <c:pt idx="7">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9.011</c:v>
                </c:pt>
                <c:pt idx="2">
                  <c:v>21.579</c:v>
                </c:pt>
                <c:pt idx="3">
                  <c:v>35.608</c:v>
                </c:pt>
                <c:pt idx="4">
                  <c:v>44.03</c:v>
                </c:pt>
                <c:pt idx="5">
                  <c:v>58.731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9.011</c:v>
                </c:pt>
                <c:pt idx="1">
                  <c:v>12.568000000000001</c:v>
                </c:pt>
                <c:pt idx="2">
                  <c:v>14.028999999999996</c:v>
                </c:pt>
                <c:pt idx="3">
                  <c:v>8.422</c:v>
                </c:pt>
                <c:pt idx="4">
                  <c:v>14.701</c:v>
                </c:pt>
                <c:pt idx="5">
                  <c:v>11.405999999999999</c:v>
                </c:pt>
                <c:pt idx="6">
                  <c:v>70.137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103.91799999999999</c:v>
                </c:pt>
                <c:pt idx="2">
                  <c:v>111.106</c:v>
                </c:pt>
                <c:pt idx="3">
                  <c:v>124.905</c:v>
                </c:pt>
                <c:pt idx="4">
                  <c:v>133.399</c:v>
                </c:pt>
                <c:pt idx="5">
                  <c:v>143.122</c:v>
                </c:pt>
                <c:pt idx="6">
                  <c:v>155.69500000000002</c:v>
                </c:pt>
                <c:pt idx="7">
                  <c:v>161.94800000000004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103.91799999999999</c:v>
                </c:pt>
                <c:pt idx="1">
                  <c:v>7.187999999999999</c:v>
                </c:pt>
                <c:pt idx="2">
                  <c:v>13.799000000000001</c:v>
                </c:pt>
                <c:pt idx="3">
                  <c:v>8.494</c:v>
                </c:pt>
                <c:pt idx="4">
                  <c:v>9.722999999999999</c:v>
                </c:pt>
                <c:pt idx="5">
                  <c:v>12.573</c:v>
                </c:pt>
                <c:pt idx="6">
                  <c:v>6.253</c:v>
                </c:pt>
                <c:pt idx="7">
                  <c:v>12.11</c:v>
                </c:pt>
                <c:pt idx="8">
                  <c:v>174.05800000000002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7.187999999999999</c:v>
                </c:pt>
                <c:pt idx="2">
                  <c:v>20.987000000000002</c:v>
                </c:pt>
                <c:pt idx="3">
                  <c:v>29.481</c:v>
                </c:pt>
                <c:pt idx="4">
                  <c:v>39.204</c:v>
                </c:pt>
                <c:pt idx="5">
                  <c:v>51.777</c:v>
                </c:pt>
                <c:pt idx="6">
                  <c:v>58.03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7.187999999999999</c:v>
                </c:pt>
                <c:pt idx="1">
                  <c:v>13.799000000000001</c:v>
                </c:pt>
                <c:pt idx="2">
                  <c:v>8.494</c:v>
                </c:pt>
                <c:pt idx="3">
                  <c:v>9.722999999999999</c:v>
                </c:pt>
                <c:pt idx="4">
                  <c:v>12.573</c:v>
                </c:pt>
                <c:pt idx="5">
                  <c:v>6.253</c:v>
                </c:pt>
                <c:pt idx="6">
                  <c:v>12.11</c:v>
                </c:pt>
                <c:pt idx="7">
                  <c:v>70.14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103.918</c:v>
                </c:pt>
                <c:pt idx="2">
                  <c:v>115.19500000000001</c:v>
                </c:pt>
                <c:pt idx="3">
                  <c:v>129.261</c:v>
                </c:pt>
                <c:pt idx="4">
                  <c:v>144.62099999999998</c:v>
                </c:pt>
                <c:pt idx="5">
                  <c:v>160.612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103.918</c:v>
                </c:pt>
                <c:pt idx="1">
                  <c:v>11.277000000000001</c:v>
                </c:pt>
                <c:pt idx="2">
                  <c:v>14.065999999999999</c:v>
                </c:pt>
                <c:pt idx="3">
                  <c:v>15.36</c:v>
                </c:pt>
                <c:pt idx="4">
                  <c:v>15.991000000000003</c:v>
                </c:pt>
                <c:pt idx="5">
                  <c:v>13.443999999999999</c:v>
                </c:pt>
                <c:pt idx="6">
                  <c:v>174.056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11.277000000000001</c:v>
                </c:pt>
                <c:pt idx="2">
                  <c:v>25.343</c:v>
                </c:pt>
                <c:pt idx="3">
                  <c:v>40.703</c:v>
                </c:pt>
                <c:pt idx="4">
                  <c:v>56.694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11.277000000000001</c:v>
                </c:pt>
                <c:pt idx="1">
                  <c:v>14.065999999999999</c:v>
                </c:pt>
                <c:pt idx="2">
                  <c:v>15.36</c:v>
                </c:pt>
                <c:pt idx="3">
                  <c:v>15.991000000000003</c:v>
                </c:pt>
                <c:pt idx="4">
                  <c:v>13.443999999999999</c:v>
                </c:pt>
                <c:pt idx="5">
                  <c:v>70.138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103.919</c:v>
                </c:pt>
                <c:pt idx="2">
                  <c:v>119.489</c:v>
                </c:pt>
                <c:pt idx="3">
                  <c:v>137.359</c:v>
                </c:pt>
                <c:pt idx="4">
                  <c:v>153.162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103.919</c:v>
                </c:pt>
                <c:pt idx="1">
                  <c:v>15.570000000000004</c:v>
                </c:pt>
                <c:pt idx="2">
                  <c:v>17.869999999999997</c:v>
                </c:pt>
                <c:pt idx="3">
                  <c:v>15.803</c:v>
                </c:pt>
                <c:pt idx="4">
                  <c:v>20.895</c:v>
                </c:pt>
                <c:pt idx="5">
                  <c:v>174.05700000000002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15.570000000000004</c:v>
                </c:pt>
                <c:pt idx="2">
                  <c:v>33.44</c:v>
                </c:pt>
                <c:pt idx="3">
                  <c:v>49.242999999999995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15.570000000000004</c:v>
                </c:pt>
                <c:pt idx="1">
                  <c:v>17.869999999999997</c:v>
                </c:pt>
                <c:pt idx="2">
                  <c:v>15.803</c:v>
                </c:pt>
                <c:pt idx="3">
                  <c:v>20.895</c:v>
                </c:pt>
                <c:pt idx="4">
                  <c:v>70.13799999999999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104.48100000000001</c:v>
                </c:pt>
                <c:pt idx="1">
                  <c:v>107.917</c:v>
                </c:pt>
                <c:pt idx="2">
                  <c:v>111.44800000000001</c:v>
                </c:pt>
                <c:pt idx="3">
                  <c:v>115.065</c:v>
                </c:pt>
                <c:pt idx="4">
                  <c:v>118.857</c:v>
                </c:pt>
                <c:pt idx="5">
                  <c:v>123.026</c:v>
                </c:pt>
                <c:pt idx="6">
                  <c:v>127.64699999999999</c:v>
                </c:pt>
                <c:pt idx="7">
                  <c:v>132.788</c:v>
                </c:pt>
                <c:pt idx="8">
                  <c:v>138.48399999999998</c:v>
                </c:pt>
                <c:pt idx="9">
                  <c:v>144.709</c:v>
                </c:pt>
                <c:pt idx="10">
                  <c:v>151.382</c:v>
                </c:pt>
                <c:pt idx="11">
                  <c:v>158.45</c:v>
                </c:pt>
                <c:pt idx="12">
                  <c:v>165.818</c:v>
                </c:pt>
                <c:pt idx="13">
                  <c:v>173.45</c:v>
                </c:pt>
                <c:pt idx="14">
                  <c:v>181.241</c:v>
                </c:pt>
                <c:pt idx="15">
                  <c:v>189.196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Russia</c:v>
                </c:pt>
              </c:strCache>
            </c:strRef>
          </c:cat>
          <c:val>
            <c:numRef>
              <c:f>Sheet1!$B$2:$B$4</c:f>
              <c:numCache>
                <c:formatCode>General</c:formatCode>
                <c:ptCount val="3"/>
                <c:pt idx="0">
                  <c:v>0.05245930274733035</c:v>
                </c:pt>
                <c:pt idx="1">
                  <c:v>0.04646744386955093</c:v>
                </c:pt>
                <c:pt idx="2">
                  <c:v>0.04397837950510142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123.026</c:v>
                </c:pt>
                <c:pt idx="2">
                  <c:v>127.64699999999999</c:v>
                </c:pt>
                <c:pt idx="3">
                  <c:v>132.788</c:v>
                </c:pt>
                <c:pt idx="4">
                  <c:v>138.48399999999998</c:v>
                </c:pt>
                <c:pt idx="5">
                  <c:v>144.709</c:v>
                </c:pt>
                <c:pt idx="6">
                  <c:v>151.382</c:v>
                </c:pt>
                <c:pt idx="7">
                  <c:v>158.45</c:v>
                </c:pt>
                <c:pt idx="8">
                  <c:v>165.818</c:v>
                </c:pt>
                <c:pt idx="9">
                  <c:v>173.45</c:v>
                </c:pt>
                <c:pt idx="10">
                  <c:v>181.241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123.026</c:v>
                </c:pt>
                <c:pt idx="1">
                  <c:v>4.620999999999995</c:v>
                </c:pt>
                <c:pt idx="2">
                  <c:v>5.1410000000000196</c:v>
                </c:pt>
                <c:pt idx="3">
                  <c:v>5.6959999999999695</c:v>
                </c:pt>
                <c:pt idx="4">
                  <c:v>6.225000000000023</c:v>
                </c:pt>
                <c:pt idx="5">
                  <c:v>6.673000000000002</c:v>
                </c:pt>
                <c:pt idx="6">
                  <c:v>7.067999999999984</c:v>
                </c:pt>
                <c:pt idx="7">
                  <c:v>7.368000000000023</c:v>
                </c:pt>
                <c:pt idx="8">
                  <c:v>7.631999999999977</c:v>
                </c:pt>
                <c:pt idx="9">
                  <c:v>7.791000000000025</c:v>
                </c:pt>
                <c:pt idx="10">
                  <c:v>7.954999999999984</c:v>
                </c:pt>
                <c:pt idx="11">
                  <c:v>189.196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9.08274104966914</c:v>
                </c:pt>
                <c:pt idx="1">
                  <c:v>1.5550813489590616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90.91725895033086</c:v>
                </c:pt>
                <c:pt idx="1">
                  <c:v>98.44491865104094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138.805</c:v>
                </c:pt>
                <c:pt idx="1">
                  <c:v>144.19299999999998</c:v>
                </c:pt>
                <c:pt idx="2">
                  <c:v>149.80700000000002</c:v>
                </c:pt>
                <c:pt idx="3">
                  <c:v>155.726</c:v>
                </c:pt>
                <c:pt idx="4">
                  <c:v>161.997</c:v>
                </c:pt>
                <c:pt idx="5">
                  <c:v>169.64000000000001</c:v>
                </c:pt>
                <c:pt idx="6">
                  <c:v>178.275</c:v>
                </c:pt>
                <c:pt idx="7">
                  <c:v>188.055</c:v>
                </c:pt>
                <c:pt idx="8">
                  <c:v>199.091</c:v>
                </c:pt>
                <c:pt idx="9">
                  <c:v>211.45600000000002</c:v>
                </c:pt>
                <c:pt idx="10">
                  <c:v>225.04999999999998</c:v>
                </c:pt>
                <c:pt idx="11">
                  <c:v>239.911</c:v>
                </c:pt>
                <c:pt idx="12">
                  <c:v>255.933</c:v>
                </c:pt>
                <c:pt idx="13">
                  <c:v>273.142</c:v>
                </c:pt>
                <c:pt idx="14">
                  <c:v>291.572</c:v>
                </c:pt>
                <c:pt idx="15">
                  <c:v>311.22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Russia</c:v>
                </c:pt>
              </c:strCache>
            </c:strRef>
          </c:cat>
          <c:val>
            <c:numRef>
              <c:f>Sheet1!$B$2:$B$4</c:f>
              <c:numCache>
                <c:formatCode>General</c:formatCode>
                <c:ptCount val="3"/>
                <c:pt idx="0">
                  <c:v>0.06658666629421717</c:v>
                </c:pt>
                <c:pt idx="1">
                  <c:v>0.06255449919419975</c:v>
                </c:pt>
                <c:pt idx="2">
                  <c:v>0.06256112683297221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169.64000000000001</c:v>
                </c:pt>
                <c:pt idx="2">
                  <c:v>178.275</c:v>
                </c:pt>
                <c:pt idx="3">
                  <c:v>188.055</c:v>
                </c:pt>
                <c:pt idx="4">
                  <c:v>199.091</c:v>
                </c:pt>
                <c:pt idx="5">
                  <c:v>211.45600000000002</c:v>
                </c:pt>
                <c:pt idx="6">
                  <c:v>225.04999999999998</c:v>
                </c:pt>
                <c:pt idx="7">
                  <c:v>239.911</c:v>
                </c:pt>
                <c:pt idx="8">
                  <c:v>255.933</c:v>
                </c:pt>
                <c:pt idx="9">
                  <c:v>273.142</c:v>
                </c:pt>
                <c:pt idx="10">
                  <c:v>291.572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169.64000000000001</c:v>
                </c:pt>
                <c:pt idx="1">
                  <c:v>8.634999999999991</c:v>
                </c:pt>
                <c:pt idx="2">
                  <c:v>9.780000000000001</c:v>
                </c:pt>
                <c:pt idx="3">
                  <c:v>11.036000000000001</c:v>
                </c:pt>
                <c:pt idx="4">
                  <c:v>12.365000000000009</c:v>
                </c:pt>
                <c:pt idx="5">
                  <c:v>13.593999999999966</c:v>
                </c:pt>
                <c:pt idx="6">
                  <c:v>14.861000000000018</c:v>
                </c:pt>
                <c:pt idx="7">
                  <c:v>16.02199999999999</c:v>
                </c:pt>
                <c:pt idx="8">
                  <c:v>17.209000000000003</c:v>
                </c:pt>
                <c:pt idx="9">
                  <c:v>18.430000000000007</c:v>
                </c:pt>
                <c:pt idx="10">
                  <c:v>19.648000000000025</c:v>
                </c:pt>
                <c:pt idx="11">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6.034910269664154</c:v>
                </c:pt>
                <c:pt idx="1">
                  <c:v>1.0532480072478165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93.96508973033585</c:v>
                </c:pt>
                <c:pt idx="1">
                  <c:v>98.94675199275218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Waxes, Clays, Pastes…</c:v>
                </c:pt>
                <c:pt idx="6">
                  <c:v>Sprays and Mists</c:v>
                </c:pt>
                <c:pt idx="7">
                  <c:v>Serums and Oils</c:v>
                </c:pt>
              </c:strCache>
            </c:strRef>
          </c:cat>
          <c:val>
            <c:numRef>
              <c:f>Sheet1!$B$2:$B$9</c:f>
              <c:numCache>
                <c:formatCode>General</c:formatCode>
                <c:ptCount val="8"/>
                <c:pt idx="0">
                  <c:v>13.318000000000001</c:v>
                </c:pt>
                <c:pt idx="1">
                  <c:v>14.894</c:v>
                </c:pt>
                <c:pt idx="2">
                  <c:v>17.114</c:v>
                </c:pt>
                <c:pt idx="3">
                  <c:v>18.697</c:v>
                </c:pt>
                <c:pt idx="4">
                  <c:v>22.044</c:v>
                </c:pt>
                <c:pt idx="5">
                  <c:v>26.89</c:v>
                </c:pt>
                <c:pt idx="6">
                  <c:v>26.987000000000002</c:v>
                </c:pt>
                <c:pt idx="7">
                  <c:v>29.696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9.79264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26.327</c:v>
                </c:pt>
                <c:pt idx="4">
                  <c:v>32.733</c:v>
                </c:pt>
                <c:pt idx="5">
                  <c:v>34.233</c:v>
                </c:pt>
                <c:pt idx="6">
                  <c:v>35.939</c:v>
                </c:pt>
                <c:pt idx="7">
                  <c:v>40.407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4.1453799999999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55.359</c:v>
                </c:pt>
                <c:pt idx="6">
                  <c:v>56.383</c:v>
                </c:pt>
                <c:pt idx="7">
                  <c:v>57.898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7.583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20.803</c:v>
                </c:pt>
                <c:pt idx="3">
                  <c:v>25.833</c:v>
                </c:pt>
                <c:pt idx="4">
                  <c:v>27.004</c:v>
                </c:pt>
                <c:pt idx="5">
                  <c:v>28.024</c:v>
                </c:pt>
                <c:pt idx="6">
                  <c:v>29.045</c:v>
                </c:pt>
                <c:pt idx="7">
                  <c:v>38.932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1688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20.046</c:v>
                </c:pt>
                <c:pt idx="2">
                  <c:v>23.581</c:v>
                </c:pt>
                <c:pt idx="3">
                  <c:v>23.953</c:v>
                </c:pt>
                <c:pt idx="4">
                  <c:v>24.0</c:v>
                </c:pt>
                <c:pt idx="5">
                  <c:v>24.141</c:v>
                </c:pt>
                <c:pt idx="6">
                  <c:v>26.849</c:v>
                </c:pt>
                <c:pt idx="7">
                  <c:v>27.071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275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30.528</c:v>
                </c:pt>
                <c:pt idx="4">
                  <c:v>32.244</c:v>
                </c:pt>
                <c:pt idx="5">
                  <c:v>34.298</c:v>
                </c:pt>
                <c:pt idx="6">
                  <c:v>35.632</c:v>
                </c:pt>
                <c:pt idx="7">
                  <c:v>36.938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496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40.647</c:v>
                </c:pt>
                <c:pt idx="5">
                  <c:v>42.366</c:v>
                </c:pt>
                <c:pt idx="6">
                  <c:v>42.622</c:v>
                </c:pt>
                <c:pt idx="7">
                  <c:v>44.004999999999995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9666999999999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169.64000000000001</c:v>
                </c:pt>
                <c:pt idx="2">
                  <c:v>186.763</c:v>
                </c:pt>
                <c:pt idx="3">
                  <c:v>194.58100000000002</c:v>
                </c:pt>
                <c:pt idx="4">
                  <c:v>205.847</c:v>
                </c:pt>
                <c:pt idx="5">
                  <c:v>221.234</c:v>
                </c:pt>
                <c:pt idx="6">
                  <c:v>238.139</c:v>
                </c:pt>
                <c:pt idx="7">
                  <c:v>257.702</c:v>
                </c:pt>
                <c:pt idx="8">
                  <c:v>286.076</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169.64000000000001</c:v>
                </c:pt>
                <c:pt idx="1">
                  <c:v>17.122999999999998</c:v>
                </c:pt>
                <c:pt idx="2">
                  <c:v>7.818000000000001</c:v>
                </c:pt>
                <c:pt idx="3">
                  <c:v>11.266</c:v>
                </c:pt>
                <c:pt idx="4">
                  <c:v>15.387000000000004</c:v>
                </c:pt>
                <c:pt idx="5">
                  <c:v>16.905</c:v>
                </c:pt>
                <c:pt idx="6">
                  <c:v>19.563</c:v>
                </c:pt>
                <c:pt idx="7">
                  <c:v>28.374</c:v>
                </c:pt>
                <c:pt idx="8">
                  <c:v>25.144000000000002</c:v>
                </c:pt>
                <c:pt idx="9">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17.122999999999998</c:v>
                </c:pt>
                <c:pt idx="2">
                  <c:v>24.941</c:v>
                </c:pt>
                <c:pt idx="3">
                  <c:v>36.207</c:v>
                </c:pt>
                <c:pt idx="4">
                  <c:v>51.59400000000001</c:v>
                </c:pt>
                <c:pt idx="5">
                  <c:v>68.49900000000001</c:v>
                </c:pt>
                <c:pt idx="6">
                  <c:v>88.06200000000001</c:v>
                </c:pt>
                <c:pt idx="7">
                  <c:v>116.436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17.122999999999998</c:v>
                </c:pt>
                <c:pt idx="1">
                  <c:v>7.818000000000001</c:v>
                </c:pt>
                <c:pt idx="2">
                  <c:v>11.266</c:v>
                </c:pt>
                <c:pt idx="3">
                  <c:v>15.387000000000004</c:v>
                </c:pt>
                <c:pt idx="4">
                  <c:v>16.905</c:v>
                </c:pt>
                <c:pt idx="5">
                  <c:v>19.563</c:v>
                </c:pt>
                <c:pt idx="6">
                  <c:v>28.374</c:v>
                </c:pt>
                <c:pt idx="7">
                  <c:v>25.144000000000002</c:v>
                </c:pt>
                <c:pt idx="8">
                  <c:v>141.58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169.639</c:v>
                </c:pt>
                <c:pt idx="2">
                  <c:v>194.638</c:v>
                </c:pt>
                <c:pt idx="3">
                  <c:v>228.471</c:v>
                </c:pt>
                <c:pt idx="4">
                  <c:v>258.396</c:v>
                </c:pt>
                <c:pt idx="5">
                  <c:v>288.457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169.639</c:v>
                </c:pt>
                <c:pt idx="1">
                  <c:v>24.999</c:v>
                </c:pt>
                <c:pt idx="2">
                  <c:v>33.833000000000006</c:v>
                </c:pt>
                <c:pt idx="3">
                  <c:v>29.925000000000004</c:v>
                </c:pt>
                <c:pt idx="4">
                  <c:v>30.061000000000007</c:v>
                </c:pt>
                <c:pt idx="5">
                  <c:v>22.763000000000005</c:v>
                </c:pt>
                <c:pt idx="6">
                  <c:v>311.21999999999997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24.999</c:v>
                </c:pt>
                <c:pt idx="2">
                  <c:v>58.83200000000001</c:v>
                </c:pt>
                <c:pt idx="3">
                  <c:v>88.757</c:v>
                </c:pt>
                <c:pt idx="4">
                  <c:v>118.81800000000001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24.999</c:v>
                </c:pt>
                <c:pt idx="1">
                  <c:v>33.833000000000006</c:v>
                </c:pt>
                <c:pt idx="2">
                  <c:v>29.925000000000004</c:v>
                </c:pt>
                <c:pt idx="3">
                  <c:v>30.061000000000007</c:v>
                </c:pt>
                <c:pt idx="4">
                  <c:v>22.763000000000005</c:v>
                </c:pt>
                <c:pt idx="5">
                  <c:v>141.58100000000002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169.64000000000001</c:v>
                </c:pt>
                <c:pt idx="2">
                  <c:v>216.25400000000002</c:v>
                </c:pt>
                <c:pt idx="3">
                  <c:v>259.002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169.64000000000001</c:v>
                </c:pt>
                <c:pt idx="1">
                  <c:v>46.614</c:v>
                </c:pt>
                <c:pt idx="2">
                  <c:v>42.748</c:v>
                </c:pt>
                <c:pt idx="3">
                  <c:v>52.217999999999996</c:v>
                </c:pt>
                <c:pt idx="4">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46.614</c:v>
                </c:pt>
                <c:pt idx="2">
                  <c:v>89.362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46.614</c:v>
                </c:pt>
                <c:pt idx="1">
                  <c:v>42.748</c:v>
                </c:pt>
                <c:pt idx="2">
                  <c:v>52.217999999999996</c:v>
                </c:pt>
                <c:pt idx="3">
                  <c:v>141.57999999999998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169.641</c:v>
                </c:pt>
                <c:pt idx="2">
                  <c:v>194.28199999999998</c:v>
                </c:pt>
                <c:pt idx="3">
                  <c:v>217.16299999999998</c:v>
                </c:pt>
                <c:pt idx="4">
                  <c:v>240.452</c:v>
                </c:pt>
                <c:pt idx="5">
                  <c:v>260.61</c:v>
                </c:pt>
                <c:pt idx="6">
                  <c:v>290.204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169.641</c:v>
                </c:pt>
                <c:pt idx="1">
                  <c:v>24.641</c:v>
                </c:pt>
                <c:pt idx="2">
                  <c:v>22.881</c:v>
                </c:pt>
                <c:pt idx="3">
                  <c:v>23.289</c:v>
                </c:pt>
                <c:pt idx="4">
                  <c:v>20.158</c:v>
                </c:pt>
                <c:pt idx="5">
                  <c:v>29.593999999999998</c:v>
                </c:pt>
                <c:pt idx="6">
                  <c:v>21.016000000000002</c:v>
                </c:pt>
                <c:pt idx="7">
                  <c:v>311.22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24.641</c:v>
                </c:pt>
                <c:pt idx="2">
                  <c:v>47.522</c:v>
                </c:pt>
                <c:pt idx="3">
                  <c:v>70.811</c:v>
                </c:pt>
                <c:pt idx="4">
                  <c:v>90.96900000000001</c:v>
                </c:pt>
                <c:pt idx="5">
                  <c:v>120.563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24.641</c:v>
                </c:pt>
                <c:pt idx="1">
                  <c:v>22.881</c:v>
                </c:pt>
                <c:pt idx="2">
                  <c:v>23.289</c:v>
                </c:pt>
                <c:pt idx="3">
                  <c:v>20.158</c:v>
                </c:pt>
                <c:pt idx="4">
                  <c:v>29.593999999999998</c:v>
                </c:pt>
                <c:pt idx="5">
                  <c:v>21.016000000000002</c:v>
                </c:pt>
                <c:pt idx="6">
                  <c:v>141.579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169.641</c:v>
                </c:pt>
                <c:pt idx="2">
                  <c:v>185.088</c:v>
                </c:pt>
                <c:pt idx="3">
                  <c:v>212.041</c:v>
                </c:pt>
                <c:pt idx="4">
                  <c:v>229.508</c:v>
                </c:pt>
                <c:pt idx="5">
                  <c:v>249.17600000000002</c:v>
                </c:pt>
                <c:pt idx="6">
                  <c:v>274.22900000000004</c:v>
                </c:pt>
                <c:pt idx="7">
                  <c:v>287.33200000000005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169.641</c:v>
                </c:pt>
                <c:pt idx="1">
                  <c:v>15.447</c:v>
                </c:pt>
                <c:pt idx="2">
                  <c:v>26.953000000000003</c:v>
                </c:pt>
                <c:pt idx="3">
                  <c:v>17.467000000000002</c:v>
                </c:pt>
                <c:pt idx="4">
                  <c:v>19.668</c:v>
                </c:pt>
                <c:pt idx="5">
                  <c:v>25.053</c:v>
                </c:pt>
                <c:pt idx="6">
                  <c:v>13.103000000000002</c:v>
                </c:pt>
                <c:pt idx="7">
                  <c:v>23.887000000000004</c:v>
                </c:pt>
                <c:pt idx="8">
                  <c:v>311.219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15.447</c:v>
                </c:pt>
                <c:pt idx="2">
                  <c:v>42.400000000000006</c:v>
                </c:pt>
                <c:pt idx="3">
                  <c:v>59.867000000000004</c:v>
                </c:pt>
                <c:pt idx="4">
                  <c:v>79.535</c:v>
                </c:pt>
                <c:pt idx="5">
                  <c:v>104.588</c:v>
                </c:pt>
                <c:pt idx="6">
                  <c:v>117.691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15.447</c:v>
                </c:pt>
                <c:pt idx="1">
                  <c:v>26.953000000000003</c:v>
                </c:pt>
                <c:pt idx="2">
                  <c:v>17.467000000000002</c:v>
                </c:pt>
                <c:pt idx="3">
                  <c:v>19.668</c:v>
                </c:pt>
                <c:pt idx="4">
                  <c:v>25.053</c:v>
                </c:pt>
                <c:pt idx="5">
                  <c:v>13.103000000000002</c:v>
                </c:pt>
                <c:pt idx="6">
                  <c:v>23.887000000000004</c:v>
                </c:pt>
                <c:pt idx="7">
                  <c:v>141.578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169.64</c:v>
                </c:pt>
                <c:pt idx="2">
                  <c:v>193.21099999999998</c:v>
                </c:pt>
                <c:pt idx="3">
                  <c:v>221.613</c:v>
                </c:pt>
                <c:pt idx="4">
                  <c:v>252.167</c:v>
                </c:pt>
                <c:pt idx="5">
                  <c:v>283.654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169.64</c:v>
                </c:pt>
                <c:pt idx="1">
                  <c:v>23.571000000000005</c:v>
                </c:pt>
                <c:pt idx="2">
                  <c:v>28.402</c:v>
                </c:pt>
                <c:pt idx="3">
                  <c:v>30.554000000000002</c:v>
                </c:pt>
                <c:pt idx="4">
                  <c:v>31.487000000000002</c:v>
                </c:pt>
                <c:pt idx="5">
                  <c:v>27.564999999999998</c:v>
                </c:pt>
                <c:pt idx="6">
                  <c:v>311.219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23.571000000000005</c:v>
                </c:pt>
                <c:pt idx="2">
                  <c:v>51.973000000000006</c:v>
                </c:pt>
                <c:pt idx="3">
                  <c:v>82.52700000000002</c:v>
                </c:pt>
                <c:pt idx="4">
                  <c:v>114.01400000000001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23.571000000000005</c:v>
                </c:pt>
                <c:pt idx="1">
                  <c:v>28.402</c:v>
                </c:pt>
                <c:pt idx="2">
                  <c:v>30.554000000000002</c:v>
                </c:pt>
                <c:pt idx="3">
                  <c:v>31.487000000000002</c:v>
                </c:pt>
                <c:pt idx="4">
                  <c:v>27.564999999999998</c:v>
                </c:pt>
                <c:pt idx="5">
                  <c:v>141.579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169.64</c:v>
                </c:pt>
                <c:pt idx="2">
                  <c:v>199.635</c:v>
                </c:pt>
                <c:pt idx="3">
                  <c:v>237.963</c:v>
                </c:pt>
                <c:pt idx="4">
                  <c:v>272.418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169.64</c:v>
                </c:pt>
                <c:pt idx="1">
                  <c:v>29.995000000000005</c:v>
                </c:pt>
                <c:pt idx="2">
                  <c:v>38.328</c:v>
                </c:pt>
                <c:pt idx="3">
                  <c:v>34.455</c:v>
                </c:pt>
                <c:pt idx="4">
                  <c:v>38.803000000000004</c:v>
                </c:pt>
                <c:pt idx="5">
                  <c:v>311.221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29.995000000000005</c:v>
                </c:pt>
                <c:pt idx="2">
                  <c:v>68.32300000000001</c:v>
                </c:pt>
                <c:pt idx="3">
                  <c:v>102.778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29.995000000000005</c:v>
                </c:pt>
                <c:pt idx="1">
                  <c:v>38.328</c:v>
                </c:pt>
                <c:pt idx="2">
                  <c:v>34.455</c:v>
                </c:pt>
                <c:pt idx="3">
                  <c:v>38.803000000000004</c:v>
                </c:pt>
                <c:pt idx="4">
                  <c:v>141.58100000000002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39.087</c:v>
                </c:pt>
                <c:pt idx="1">
                  <c:v>40.942</c:v>
                </c:pt>
                <c:pt idx="2">
                  <c:v>42.876999999999995</c:v>
                </c:pt>
                <c:pt idx="3">
                  <c:v>44.887</c:v>
                </c:pt>
                <c:pt idx="4">
                  <c:v>47.021</c:v>
                </c:pt>
                <c:pt idx="5">
                  <c:v>49.391</c:v>
                </c:pt>
                <c:pt idx="6">
                  <c:v>52.05</c:v>
                </c:pt>
                <c:pt idx="7">
                  <c:v>55.04600000000001</c:v>
                </c:pt>
                <c:pt idx="8">
                  <c:v>58.402</c:v>
                </c:pt>
                <c:pt idx="9">
                  <c:v>62.117</c:v>
                </c:pt>
                <c:pt idx="10">
                  <c:v>66.154</c:v>
                </c:pt>
                <c:pt idx="11">
                  <c:v>70.497</c:v>
                </c:pt>
                <c:pt idx="12">
                  <c:v>75.11200000000001</c:v>
                </c:pt>
                <c:pt idx="13">
                  <c:v>79.97200000000001</c:v>
                </c:pt>
                <c:pt idx="14">
                  <c:v>85.02199999999999</c:v>
                </c:pt>
                <c:pt idx="15">
                  <c:v>90.261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Poland</c:v>
                </c:pt>
              </c:strCache>
            </c:strRef>
          </c:cat>
          <c:val>
            <c:numRef>
              <c:f>Sheet1!$B$2:$B$4</c:f>
              <c:numCache>
                <c:formatCode>General</c:formatCode>
                <c:ptCount val="3"/>
                <c:pt idx="0">
                  <c:v>0.05245930274733035</c:v>
                </c:pt>
                <c:pt idx="1">
                  <c:v>0.04646744386955093</c:v>
                </c:pt>
                <c:pt idx="2">
                  <c:v>0.0621484805151713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3900448695481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49.391</c:v>
                </c:pt>
                <c:pt idx="2">
                  <c:v>52.05</c:v>
                </c:pt>
                <c:pt idx="3">
                  <c:v>55.04600000000001</c:v>
                </c:pt>
                <c:pt idx="4">
                  <c:v>58.402</c:v>
                </c:pt>
                <c:pt idx="5">
                  <c:v>62.117</c:v>
                </c:pt>
                <c:pt idx="6">
                  <c:v>66.154</c:v>
                </c:pt>
                <c:pt idx="7">
                  <c:v>70.497</c:v>
                </c:pt>
                <c:pt idx="8">
                  <c:v>75.11200000000001</c:v>
                </c:pt>
                <c:pt idx="9">
                  <c:v>79.97200000000001</c:v>
                </c:pt>
                <c:pt idx="10">
                  <c:v>85.02199999999999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49.391</c:v>
                </c:pt>
                <c:pt idx="1">
                  <c:v>2.658999999999999</c:v>
                </c:pt>
                <c:pt idx="2">
                  <c:v>2.9960000000000093</c:v>
                </c:pt>
                <c:pt idx="3">
                  <c:v>3.3559999999999945</c:v>
                </c:pt>
                <c:pt idx="4">
                  <c:v>3.7149999999999963</c:v>
                </c:pt>
                <c:pt idx="5">
                  <c:v>4.036999999999999</c:v>
                </c:pt>
                <c:pt idx="6">
                  <c:v>4.3430000000000035</c:v>
                </c:pt>
                <c:pt idx="7">
                  <c:v>4.615000000000009</c:v>
                </c:pt>
                <c:pt idx="8">
                  <c:v>4.859999999999999</c:v>
                </c:pt>
                <c:pt idx="9">
                  <c:v>5.049999999999983</c:v>
                </c:pt>
                <c:pt idx="10">
                  <c:v>5.239000000000004</c:v>
                </c:pt>
                <c:pt idx="11">
                  <c:v>90.261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3.6464297236698626</c:v>
                </c:pt>
                <c:pt idx="1">
                  <c:v>0.6243153715998001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96.35357027633013</c:v>
                </c:pt>
                <c:pt idx="1">
                  <c:v>99.3756846284002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59.026</c:v>
                </c:pt>
                <c:pt idx="1">
                  <c:v>62.09100000000001</c:v>
                </c:pt>
                <c:pt idx="2">
                  <c:v>65.309</c:v>
                </c:pt>
                <c:pt idx="3">
                  <c:v>68.70700000000001</c:v>
                </c:pt>
                <c:pt idx="4">
                  <c:v>72.355</c:v>
                </c:pt>
                <c:pt idx="5">
                  <c:v>76.703</c:v>
                </c:pt>
                <c:pt idx="6">
                  <c:v>81.65700000000001</c:v>
                </c:pt>
                <c:pt idx="7">
                  <c:v>87.32</c:v>
                </c:pt>
                <c:pt idx="8">
                  <c:v>93.77600000000001</c:v>
                </c:pt>
                <c:pt idx="9">
                  <c:v>101.076</c:v>
                </c:pt>
                <c:pt idx="10">
                  <c:v>109.176</c:v>
                </c:pt>
                <c:pt idx="11">
                  <c:v>118.11500000000001</c:v>
                </c:pt>
                <c:pt idx="12">
                  <c:v>127.82700000000001</c:v>
                </c:pt>
                <c:pt idx="13">
                  <c:v>138.326</c:v>
                </c:pt>
                <c:pt idx="14">
                  <c:v>149.552</c:v>
                </c:pt>
                <c:pt idx="15">
                  <c:v>161.53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Poland</c:v>
                </c:pt>
              </c:strCache>
            </c:strRef>
          </c:cat>
          <c:val>
            <c:numRef>
              <c:f>Sheet1!$B$2:$B$4</c:f>
              <c:numCache>
                <c:formatCode>General</c:formatCode>
                <c:ptCount val="3"/>
                <c:pt idx="0">
                  <c:v>0.06658666629421717</c:v>
                </c:pt>
                <c:pt idx="1">
                  <c:v>0.06255449919419975</c:v>
                </c:pt>
                <c:pt idx="2">
                  <c:v>0.07731841700042019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3798629505672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76.703</c:v>
                </c:pt>
                <c:pt idx="2">
                  <c:v>81.65700000000001</c:v>
                </c:pt>
                <c:pt idx="3">
                  <c:v>87.32</c:v>
                </c:pt>
                <c:pt idx="4">
                  <c:v>93.77600000000001</c:v>
                </c:pt>
                <c:pt idx="5">
                  <c:v>101.076</c:v>
                </c:pt>
                <c:pt idx="6">
                  <c:v>109.176</c:v>
                </c:pt>
                <c:pt idx="7">
                  <c:v>118.11500000000001</c:v>
                </c:pt>
                <c:pt idx="8">
                  <c:v>127.82700000000001</c:v>
                </c:pt>
                <c:pt idx="9">
                  <c:v>138.326</c:v>
                </c:pt>
                <c:pt idx="10">
                  <c:v>149.552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76.703</c:v>
                </c:pt>
                <c:pt idx="1">
                  <c:v>4.954000000000008</c:v>
                </c:pt>
                <c:pt idx="2">
                  <c:v>5.6629999999999825</c:v>
                </c:pt>
                <c:pt idx="3">
                  <c:v>6.456000000000017</c:v>
                </c:pt>
                <c:pt idx="4">
                  <c:v>7.299999999999983</c:v>
                </c:pt>
                <c:pt idx="5">
                  <c:v>8.100000000000009</c:v>
                </c:pt>
                <c:pt idx="6">
                  <c:v>8.939000000000007</c:v>
                </c:pt>
                <c:pt idx="7">
                  <c:v>9.712000000000003</c:v>
                </c:pt>
                <c:pt idx="8">
                  <c:v>10.498999999999981</c:v>
                </c:pt>
                <c:pt idx="9">
                  <c:v>11.225999999999999</c:v>
                </c:pt>
                <c:pt idx="10">
                  <c:v>11.978000000000009</c:v>
                </c:pt>
                <c:pt idx="11">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2.7286944259257813</c:v>
                </c:pt>
                <c:pt idx="1">
                  <c:v>0.4762277876675859</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97.27130557407422</c:v>
                </c:pt>
                <c:pt idx="1">
                  <c:v>99.52377221233242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5.992</c:v>
                </c:pt>
                <c:pt idx="1">
                  <c:v>7.76</c:v>
                </c:pt>
                <c:pt idx="2">
                  <c:v>7.79</c:v>
                </c:pt>
                <c:pt idx="3">
                  <c:v>8.475</c:v>
                </c:pt>
                <c:pt idx="4">
                  <c:v>9.689</c:v>
                </c:pt>
                <c:pt idx="5">
                  <c:v>11.227</c:v>
                </c:pt>
                <c:pt idx="6">
                  <c:v>12.313</c:v>
                </c:pt>
                <c:pt idx="7">
                  <c:v>13.457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0323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12.62</c:v>
                </c:pt>
                <c:pt idx="4">
                  <c:v>14.933</c:v>
                </c:pt>
                <c:pt idx="5">
                  <c:v>15.034</c:v>
                </c:pt>
                <c:pt idx="6">
                  <c:v>16.502</c:v>
                </c:pt>
                <c:pt idx="7">
                  <c:v>17.612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600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24.942</c:v>
                </c:pt>
                <c:pt idx="6">
                  <c:v>25.529</c:v>
                </c:pt>
                <c:pt idx="7">
                  <c:v>26.232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150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Online Marketplaces</c:v>
                </c:pt>
                <c:pt idx="5">
                  <c:v>Pharmacies and Drugst…</c:v>
                </c:pt>
                <c:pt idx="6">
                  <c:v>Salon and Professiona…</c:v>
                </c:pt>
                <c:pt idx="7">
                  <c:v>Mass Retail</c:v>
                </c:pt>
              </c:strCache>
            </c:strRef>
          </c:cat>
          <c:val>
            <c:numRef>
              <c:f>Sheet1!$B$2:$B$9</c:f>
              <c:numCache>
                <c:formatCode>General</c:formatCode>
                <c:ptCount val="8"/>
                <c:pt idx="2">
                  <c:v>9.219</c:v>
                </c:pt>
                <c:pt idx="3">
                  <c:v>11.546</c:v>
                </c:pt>
                <c:pt idx="4">
                  <c:v>12.192</c:v>
                </c:pt>
                <c:pt idx="5">
                  <c:v>12.747</c:v>
                </c:pt>
                <c:pt idx="6">
                  <c:v>12.836</c:v>
                </c:pt>
                <c:pt idx="7">
                  <c:v>18.162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337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9.067</c:v>
                </c:pt>
                <c:pt idx="2">
                  <c:v>10.656</c:v>
                </c:pt>
                <c:pt idx="3">
                  <c:v>10.854</c:v>
                </c:pt>
                <c:pt idx="4">
                  <c:v>10.863</c:v>
                </c:pt>
                <c:pt idx="5">
                  <c:v>10.902</c:v>
                </c:pt>
                <c:pt idx="6">
                  <c:v>12.098</c:v>
                </c:pt>
                <c:pt idx="7">
                  <c:v>12.262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431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13.785</c:v>
                </c:pt>
                <c:pt idx="4">
                  <c:v>14.527</c:v>
                </c:pt>
                <c:pt idx="5">
                  <c:v>15.538</c:v>
                </c:pt>
                <c:pt idx="6">
                  <c:v>16.135</c:v>
                </c:pt>
                <c:pt idx="7">
                  <c:v>16.717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400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18.384999999999998</c:v>
                </c:pt>
                <c:pt idx="5">
                  <c:v>19.156</c:v>
                </c:pt>
                <c:pt idx="6">
                  <c:v>19.237000000000002</c:v>
                </c:pt>
                <c:pt idx="7">
                  <c:v>19.923000000000002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69682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76.703</c:v>
                </c:pt>
                <c:pt idx="2">
                  <c:v>85.915</c:v>
                </c:pt>
                <c:pt idx="3">
                  <c:v>90.89500000000001</c:v>
                </c:pt>
                <c:pt idx="4">
                  <c:v>99.21000000000001</c:v>
                </c:pt>
                <c:pt idx="5">
                  <c:v>108.44000000000001</c:v>
                </c:pt>
                <c:pt idx="6">
                  <c:v>120.76</c:v>
                </c:pt>
                <c:pt idx="7">
                  <c:v>131.358</c:v>
                </c:pt>
                <c:pt idx="8">
                  <c:v>147.934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76.703</c:v>
                </c:pt>
                <c:pt idx="1">
                  <c:v>9.212</c:v>
                </c:pt>
                <c:pt idx="2">
                  <c:v>4.9799999999999995</c:v>
                </c:pt>
                <c:pt idx="3">
                  <c:v>8.315000000000001</c:v>
                </c:pt>
                <c:pt idx="4">
                  <c:v>9.229999999999999</c:v>
                </c:pt>
                <c:pt idx="5">
                  <c:v>12.319999999999999</c:v>
                </c:pt>
                <c:pt idx="6">
                  <c:v>10.598</c:v>
                </c:pt>
                <c:pt idx="7">
                  <c:v>16.576</c:v>
                </c:pt>
                <c:pt idx="8">
                  <c:v>13.596</c:v>
                </c:pt>
                <c:pt idx="9">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9.212</c:v>
                </c:pt>
                <c:pt idx="2">
                  <c:v>14.192</c:v>
                </c:pt>
                <c:pt idx="3">
                  <c:v>22.507</c:v>
                </c:pt>
                <c:pt idx="4">
                  <c:v>31.737000000000002</c:v>
                </c:pt>
                <c:pt idx="5">
                  <c:v>44.057</c:v>
                </c:pt>
                <c:pt idx="6">
                  <c:v>54.655</c:v>
                </c:pt>
                <c:pt idx="7">
                  <c:v>71.231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9.212</c:v>
                </c:pt>
                <c:pt idx="1">
                  <c:v>4.9799999999999995</c:v>
                </c:pt>
                <c:pt idx="2">
                  <c:v>8.315000000000001</c:v>
                </c:pt>
                <c:pt idx="3">
                  <c:v>9.229999999999999</c:v>
                </c:pt>
                <c:pt idx="4">
                  <c:v>12.319999999999999</c:v>
                </c:pt>
                <c:pt idx="5">
                  <c:v>10.598</c:v>
                </c:pt>
                <c:pt idx="6">
                  <c:v>16.576</c:v>
                </c:pt>
                <c:pt idx="7">
                  <c:v>13.596</c:v>
                </c:pt>
                <c:pt idx="8">
                  <c:v>84.827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76.701</c:v>
                </c:pt>
                <c:pt idx="2">
                  <c:v>92.35199999999999</c:v>
                </c:pt>
                <c:pt idx="3">
                  <c:v>112.20299999999999</c:v>
                </c:pt>
                <c:pt idx="4">
                  <c:v>130.31</c:v>
                </c:pt>
                <c:pt idx="5">
                  <c:v>147.857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76.701</c:v>
                </c:pt>
                <c:pt idx="1">
                  <c:v>15.651000000000002</c:v>
                </c:pt>
                <c:pt idx="2">
                  <c:v>19.851</c:v>
                </c:pt>
                <c:pt idx="3">
                  <c:v>18.107000000000003</c:v>
                </c:pt>
                <c:pt idx="4">
                  <c:v>17.547</c:v>
                </c:pt>
                <c:pt idx="5">
                  <c:v>13.673999999999998</c:v>
                </c:pt>
                <c:pt idx="6">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15.651000000000002</c:v>
                </c:pt>
                <c:pt idx="2">
                  <c:v>35.502</c:v>
                </c:pt>
                <c:pt idx="3">
                  <c:v>53.60900000000001</c:v>
                </c:pt>
                <c:pt idx="4">
                  <c:v>71.156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15.651000000000002</c:v>
                </c:pt>
                <c:pt idx="1">
                  <c:v>19.851</c:v>
                </c:pt>
                <c:pt idx="2">
                  <c:v>18.107000000000003</c:v>
                </c:pt>
                <c:pt idx="3">
                  <c:v>17.547</c:v>
                </c:pt>
                <c:pt idx="4">
                  <c:v>13.673999999999998</c:v>
                </c:pt>
                <c:pt idx="5">
                  <c:v>84.83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76.703</c:v>
                </c:pt>
                <c:pt idx="2">
                  <c:v>104.63300000000001</c:v>
                </c:pt>
                <c:pt idx="3">
                  <c:v>130.687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76.703</c:v>
                </c:pt>
                <c:pt idx="1">
                  <c:v>27.930000000000003</c:v>
                </c:pt>
                <c:pt idx="2">
                  <c:v>26.054000000000002</c:v>
                </c:pt>
                <c:pt idx="3">
                  <c:v>30.844</c:v>
                </c:pt>
                <c:pt idx="4">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27.930000000000003</c:v>
                </c:pt>
                <c:pt idx="2">
                  <c:v>53.98400000000001</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27.930000000000003</c:v>
                </c:pt>
                <c:pt idx="1">
                  <c:v>26.054000000000002</c:v>
                </c:pt>
                <c:pt idx="2">
                  <c:v>30.844</c:v>
                </c:pt>
                <c:pt idx="3">
                  <c:v>84.828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76.702</c:v>
                </c:pt>
                <c:pt idx="2">
                  <c:v>92.645</c:v>
                </c:pt>
                <c:pt idx="3">
                  <c:v>106.06099999999999</c:v>
                </c:pt>
                <c:pt idx="4">
                  <c:v>119.78899999999999</c:v>
                </c:pt>
                <c:pt idx="5">
                  <c:v>132.25799999999998</c:v>
                </c:pt>
                <c:pt idx="6">
                  <c:v>149.40499999999997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76.702</c:v>
                </c:pt>
                <c:pt idx="1">
                  <c:v>15.942999999999998</c:v>
                </c:pt>
                <c:pt idx="2">
                  <c:v>13.416</c:v>
                </c:pt>
                <c:pt idx="3">
                  <c:v>13.728</c:v>
                </c:pt>
                <c:pt idx="4">
                  <c:v>12.469000000000001</c:v>
                </c:pt>
                <c:pt idx="5">
                  <c:v>17.147</c:v>
                </c:pt>
                <c:pt idx="6">
                  <c:v>12.125000000000002</c:v>
                </c:pt>
                <c:pt idx="7">
                  <c:v>161.53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15.942999999999998</c:v>
                </c:pt>
                <c:pt idx="2">
                  <c:v>29.358999999999998</c:v>
                </c:pt>
                <c:pt idx="3">
                  <c:v>43.086999999999996</c:v>
                </c:pt>
                <c:pt idx="4">
                  <c:v>55.556</c:v>
                </c:pt>
                <c:pt idx="5">
                  <c:v>72.703</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15.942999999999998</c:v>
                </c:pt>
                <c:pt idx="1">
                  <c:v>13.416</c:v>
                </c:pt>
                <c:pt idx="2">
                  <c:v>13.728</c:v>
                </c:pt>
                <c:pt idx="3">
                  <c:v>12.469000000000001</c:v>
                </c:pt>
                <c:pt idx="4">
                  <c:v>17.147</c:v>
                </c:pt>
                <c:pt idx="5">
                  <c:v>12.125000000000002</c:v>
                </c:pt>
                <c:pt idx="6">
                  <c:v>84.828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76.702</c:v>
                </c:pt>
                <c:pt idx="2">
                  <c:v>86.572</c:v>
                </c:pt>
                <c:pt idx="3">
                  <c:v>102.123</c:v>
                </c:pt>
                <c:pt idx="4">
                  <c:v>112.79</c:v>
                </c:pt>
                <c:pt idx="5">
                  <c:v>124.596</c:v>
                </c:pt>
                <c:pt idx="6">
                  <c:v>139.417</c:v>
                </c:pt>
                <c:pt idx="7">
                  <c:v>147.589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76.702</c:v>
                </c:pt>
                <c:pt idx="1">
                  <c:v>9.870000000000001</c:v>
                </c:pt>
                <c:pt idx="2">
                  <c:v>15.551</c:v>
                </c:pt>
                <c:pt idx="3">
                  <c:v>10.667000000000002</c:v>
                </c:pt>
                <c:pt idx="4">
                  <c:v>11.806000000000001</c:v>
                </c:pt>
                <c:pt idx="5">
                  <c:v>14.821</c:v>
                </c:pt>
                <c:pt idx="6">
                  <c:v>8.172</c:v>
                </c:pt>
                <c:pt idx="7">
                  <c:v>13.941999999999998</c:v>
                </c:pt>
                <c:pt idx="8">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9.870000000000001</c:v>
                </c:pt>
                <c:pt idx="2">
                  <c:v>25.421</c:v>
                </c:pt>
                <c:pt idx="3">
                  <c:v>36.088</c:v>
                </c:pt>
                <c:pt idx="4">
                  <c:v>47.894000000000005</c:v>
                </c:pt>
                <c:pt idx="5">
                  <c:v>62.715</c:v>
                </c:pt>
                <c:pt idx="6">
                  <c:v>70.887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9.870000000000001</c:v>
                </c:pt>
                <c:pt idx="1">
                  <c:v>15.551</c:v>
                </c:pt>
                <c:pt idx="2">
                  <c:v>10.667000000000002</c:v>
                </c:pt>
                <c:pt idx="3">
                  <c:v>11.806000000000001</c:v>
                </c:pt>
                <c:pt idx="4">
                  <c:v>14.821</c:v>
                </c:pt>
                <c:pt idx="5">
                  <c:v>8.172</c:v>
                </c:pt>
                <c:pt idx="6">
                  <c:v>13.941999999999998</c:v>
                </c:pt>
                <c:pt idx="7">
                  <c:v>84.829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76.702</c:v>
                </c:pt>
                <c:pt idx="2">
                  <c:v>91.351</c:v>
                </c:pt>
                <c:pt idx="3">
                  <c:v>108.356</c:v>
                </c:pt>
                <c:pt idx="4">
                  <c:v>126.39399999999999</c:v>
                </c:pt>
                <c:pt idx="5">
                  <c:v>144.739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76.702</c:v>
                </c:pt>
                <c:pt idx="1">
                  <c:v>14.648999999999997</c:v>
                </c:pt>
                <c:pt idx="2">
                  <c:v>17.005</c:v>
                </c:pt>
                <c:pt idx="3">
                  <c:v>18.037999999999997</c:v>
                </c:pt>
                <c:pt idx="4">
                  <c:v>18.345000000000002</c:v>
                </c:pt>
                <c:pt idx="5">
                  <c:v>16.792</c:v>
                </c:pt>
                <c:pt idx="6">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14.648999999999997</c:v>
                </c:pt>
                <c:pt idx="2">
                  <c:v>31.653999999999996</c:v>
                </c:pt>
                <c:pt idx="3">
                  <c:v>49.69199999999999</c:v>
                </c:pt>
                <c:pt idx="4">
                  <c:v>68.03699999999999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14.648999999999997</c:v>
                </c:pt>
                <c:pt idx="1">
                  <c:v>17.005</c:v>
                </c:pt>
                <c:pt idx="2">
                  <c:v>18.037999999999997</c:v>
                </c:pt>
                <c:pt idx="3">
                  <c:v>18.345000000000002</c:v>
                </c:pt>
                <c:pt idx="4">
                  <c:v>16.792</c:v>
                </c:pt>
                <c:pt idx="5">
                  <c:v>84.829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76.701</c:v>
                </c:pt>
                <c:pt idx="2">
                  <c:v>95.823</c:v>
                </c:pt>
                <c:pt idx="3">
                  <c:v>117.948</c:v>
                </c:pt>
                <c:pt idx="4">
                  <c:v>138.106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76.701</c:v>
                </c:pt>
                <c:pt idx="1">
                  <c:v>19.122</c:v>
                </c:pt>
                <c:pt idx="2">
                  <c:v>22.125</c:v>
                </c:pt>
                <c:pt idx="3">
                  <c:v>20.158</c:v>
                </c:pt>
                <c:pt idx="4">
                  <c:v>23.425000000000004</c:v>
                </c:pt>
                <c:pt idx="5">
                  <c:v>161.531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19.122</c:v>
                </c:pt>
                <c:pt idx="2">
                  <c:v>41.247</c:v>
                </c:pt>
                <c:pt idx="3">
                  <c:v>61.405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19.122</c:v>
                </c:pt>
                <c:pt idx="1">
                  <c:v>22.125</c:v>
                </c:pt>
                <c:pt idx="2">
                  <c:v>20.158</c:v>
                </c:pt>
                <c:pt idx="3">
                  <c:v>23.425000000000004</c:v>
                </c:pt>
                <c:pt idx="4">
                  <c:v>84.83000000000001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172.472</c:v>
                </c:pt>
                <c:pt idx="1">
                  <c:v>179.257</c:v>
                </c:pt>
                <c:pt idx="2">
                  <c:v>186.279</c:v>
                </c:pt>
                <c:pt idx="3">
                  <c:v>193.51500000000001</c:v>
                </c:pt>
                <c:pt idx="4">
                  <c:v>201.14499999999998</c:v>
                </c:pt>
                <c:pt idx="5">
                  <c:v>209.57100000000003</c:v>
                </c:pt>
                <c:pt idx="6">
                  <c:v>218.953</c:v>
                </c:pt>
                <c:pt idx="7">
                  <c:v>229.451</c:v>
                </c:pt>
                <c:pt idx="8">
                  <c:v>241.14000000000001</c:v>
                </c:pt>
                <c:pt idx="9">
                  <c:v>253.976</c:v>
                </c:pt>
                <c:pt idx="10">
                  <c:v>267.826</c:v>
                </c:pt>
                <c:pt idx="11">
                  <c:v>282.605</c:v>
                </c:pt>
                <c:pt idx="12">
                  <c:v>298.152</c:v>
                </c:pt>
                <c:pt idx="13">
                  <c:v>314.375</c:v>
                </c:pt>
                <c:pt idx="14">
                  <c:v>331.073</c:v>
                </c:pt>
                <c:pt idx="15">
                  <c:v>348.249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Rest of Europe</c:v>
                </c:pt>
              </c:strCache>
            </c:strRef>
          </c:cat>
          <c:val>
            <c:numRef>
              <c:f>Sheet1!$B$2:$B$4</c:f>
              <c:numCache>
                <c:formatCode>General</c:formatCode>
                <c:ptCount val="3"/>
                <c:pt idx="0">
                  <c:v>0.05245930274733035</c:v>
                </c:pt>
                <c:pt idx="1">
                  <c:v>0.04646744386955093</c:v>
                </c:pt>
                <c:pt idx="2">
                  <c:v>0.052097210753883294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209.57100000000003</c:v>
                </c:pt>
                <c:pt idx="2">
                  <c:v>218.953</c:v>
                </c:pt>
                <c:pt idx="3">
                  <c:v>229.451</c:v>
                </c:pt>
                <c:pt idx="4">
                  <c:v>241.14000000000001</c:v>
                </c:pt>
                <c:pt idx="5">
                  <c:v>253.976</c:v>
                </c:pt>
                <c:pt idx="6">
                  <c:v>267.826</c:v>
                </c:pt>
                <c:pt idx="7">
                  <c:v>282.605</c:v>
                </c:pt>
                <c:pt idx="8">
                  <c:v>298.152</c:v>
                </c:pt>
                <c:pt idx="9">
                  <c:v>314.375</c:v>
                </c:pt>
                <c:pt idx="10">
                  <c:v>331.073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209.57100000000003</c:v>
                </c:pt>
                <c:pt idx="1">
                  <c:v>9.381999999999977</c:v>
                </c:pt>
                <c:pt idx="2">
                  <c:v>10.49799999999999</c:v>
                </c:pt>
                <c:pt idx="3">
                  <c:v>11.689000000000021</c:v>
                </c:pt>
                <c:pt idx="4">
                  <c:v>12.835999999999984</c:v>
                </c:pt>
                <c:pt idx="5">
                  <c:v>13.850000000000023</c:v>
                </c:pt>
                <c:pt idx="6">
                  <c:v>14.778999999999996</c:v>
                </c:pt>
                <c:pt idx="7">
                  <c:v>15.546999999999969</c:v>
                </c:pt>
                <c:pt idx="8">
                  <c:v>16.223000000000013</c:v>
                </c:pt>
                <c:pt idx="9">
                  <c:v>16.69799999999998</c:v>
                </c:pt>
                <c:pt idx="10">
                  <c:v>17.176000000000045</c:v>
                </c:pt>
                <c:pt idx="11">
                  <c:v>348.249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15.472169496856045</c:v>
                </c:pt>
                <c:pt idx="1">
                  <c:v>2.649033158703847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84.52783050314396</c:v>
                </c:pt>
                <c:pt idx="1">
                  <c:v>97.35096684129616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292.931</c:v>
                </c:pt>
                <c:pt idx="1">
                  <c:v>305.928</c:v>
                </c:pt>
                <c:pt idx="2">
                  <c:v>319.51300000000003</c:v>
                </c:pt>
                <c:pt idx="3">
                  <c:v>333.81800000000004</c:v>
                </c:pt>
                <c:pt idx="4">
                  <c:v>349.028</c:v>
                </c:pt>
                <c:pt idx="5">
                  <c:v>367.284</c:v>
                </c:pt>
                <c:pt idx="6">
                  <c:v>387.86699999999996</c:v>
                </c:pt>
                <c:pt idx="7">
                  <c:v>411.279</c:v>
                </c:pt>
                <c:pt idx="8">
                  <c:v>437.749</c:v>
                </c:pt>
                <c:pt idx="9">
                  <c:v>467.51500000000004</c:v>
                </c:pt>
                <c:pt idx="10">
                  <c:v>500.476</c:v>
                </c:pt>
                <c:pt idx="11">
                  <c:v>536.566</c:v>
                </c:pt>
                <c:pt idx="12">
                  <c:v>575.6500000000001</c:v>
                </c:pt>
                <c:pt idx="13">
                  <c:v>617.616</c:v>
                </c:pt>
                <c:pt idx="14">
                  <c:v>662.393</c:v>
                </c:pt>
                <c:pt idx="15">
                  <c:v>710.154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Europe</c:v>
                </c:pt>
                <c:pt idx="2">
                  <c:v>Rest of Europe</c:v>
                </c:pt>
              </c:strCache>
            </c:strRef>
          </c:cat>
          <c:val>
            <c:numRef>
              <c:f>Sheet1!$B$2:$B$4</c:f>
              <c:numCache>
                <c:formatCode>General</c:formatCode>
                <c:ptCount val="3"/>
                <c:pt idx="0">
                  <c:v>0.06658666629421717</c:v>
                </c:pt>
                <c:pt idx="1">
                  <c:v>0.06255449919419975</c:v>
                </c:pt>
                <c:pt idx="2">
                  <c:v>0.06815690625594972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0118234455321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367.284</c:v>
                </c:pt>
                <c:pt idx="2">
                  <c:v>387.86699999999996</c:v>
                </c:pt>
                <c:pt idx="3">
                  <c:v>411.279</c:v>
                </c:pt>
                <c:pt idx="4">
                  <c:v>437.749</c:v>
                </c:pt>
                <c:pt idx="5">
                  <c:v>467.51500000000004</c:v>
                </c:pt>
                <c:pt idx="6">
                  <c:v>500.476</c:v>
                </c:pt>
                <c:pt idx="7">
                  <c:v>536.566</c:v>
                </c:pt>
                <c:pt idx="8">
                  <c:v>575.6500000000001</c:v>
                </c:pt>
                <c:pt idx="9">
                  <c:v>617.616</c:v>
                </c:pt>
                <c:pt idx="10">
                  <c:v>662.393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367.284</c:v>
                </c:pt>
                <c:pt idx="1">
                  <c:v>20.58299999999997</c:v>
                </c:pt>
                <c:pt idx="2">
                  <c:v>23.412000000000035</c:v>
                </c:pt>
                <c:pt idx="3">
                  <c:v>26.470000000000027</c:v>
                </c:pt>
                <c:pt idx="4">
                  <c:v>29.76600000000002</c:v>
                </c:pt>
                <c:pt idx="5">
                  <c:v>32.960999999999956</c:v>
                </c:pt>
                <c:pt idx="6">
                  <c:v>36.09000000000003</c:v>
                </c:pt>
                <c:pt idx="7">
                  <c:v>39.08400000000006</c:v>
                </c:pt>
                <c:pt idx="8">
                  <c:v>41.965999999999894</c:v>
                </c:pt>
                <c:pt idx="9">
                  <c:v>44.777000000000044</c:v>
                </c:pt>
                <c:pt idx="10">
                  <c:v>47.76099999999997</c:v>
                </c:pt>
                <c:pt idx="11">
                  <c:v>710.154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Sheet1!$B$2:$B$3</c:f>
              <c:numCache>
                <c:formatCode>General</c:formatCode>
                <c:ptCount val="2"/>
                <c:pt idx="0">
                  <c:v>13.066057436237497</c:v>
                </c:pt>
                <c:pt idx="1">
                  <c:v>2.2803651325984853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Europe</c:v>
                </c:pt>
                <c:pt idx="1">
                  <c:v>Share of Global</c:v>
                </c:pt>
              </c:strCache>
            </c:strRef>
          </c:cat>
          <c:val>
            <c:numRef>
              <c:f>Sheet1!$C$2:$C$3</c:f>
              <c:numCache>
                <c:formatCode>General</c:formatCode>
                <c:ptCount val="2"/>
                <c:pt idx="0">
                  <c:v>86.9339425637625</c:v>
                </c:pt>
                <c:pt idx="1">
                  <c:v>97.71963486740151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28.365000000000002</c:v>
                </c:pt>
                <c:pt idx="1">
                  <c:v>34.272</c:v>
                </c:pt>
                <c:pt idx="2">
                  <c:v>37.237</c:v>
                </c:pt>
                <c:pt idx="3">
                  <c:v>40.887</c:v>
                </c:pt>
                <c:pt idx="4">
                  <c:v>47.762</c:v>
                </c:pt>
                <c:pt idx="5">
                  <c:v>53.361000000000004</c:v>
                </c:pt>
                <c:pt idx="6">
                  <c:v>59.432</c:v>
                </c:pt>
                <c:pt idx="7">
                  <c:v>65.968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8.3971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65.018</c:v>
                </c:pt>
                <c:pt idx="4">
                  <c:v>69.678</c:v>
                </c:pt>
                <c:pt idx="5">
                  <c:v>74.147</c:v>
                </c:pt>
                <c:pt idx="6">
                  <c:v>76.892</c:v>
                </c:pt>
                <c:pt idx="7">
                  <c:v>81.548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9.274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119.665</c:v>
                </c:pt>
                <c:pt idx="6">
                  <c:v>122.15</c:v>
                </c:pt>
                <c:pt idx="7">
                  <c:v>125.469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8.128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46.04</c:v>
                </c:pt>
                <c:pt idx="3">
                  <c:v>56.99</c:v>
                </c:pt>
                <c:pt idx="4">
                  <c:v>57.799</c:v>
                </c:pt>
                <c:pt idx="5">
                  <c:v>67.269</c:v>
                </c:pt>
                <c:pt idx="6">
                  <c:v>67.656</c:v>
                </c:pt>
                <c:pt idx="7">
                  <c:v>71.529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5.848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43.409</c:v>
                </c:pt>
                <c:pt idx="2">
                  <c:v>51.04</c:v>
                </c:pt>
                <c:pt idx="3">
                  <c:v>51.912</c:v>
                </c:pt>
                <c:pt idx="4">
                  <c:v>51.986</c:v>
                </c:pt>
                <c:pt idx="5">
                  <c:v>52.239</c:v>
                </c:pt>
                <c:pt idx="6">
                  <c:v>58.039</c:v>
                </c:pt>
                <c:pt idx="7">
                  <c:v>58.658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8.60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66.055</c:v>
                </c:pt>
                <c:pt idx="4">
                  <c:v>69.701</c:v>
                </c:pt>
                <c:pt idx="5">
                  <c:v>74.322</c:v>
                </c:pt>
                <c:pt idx="6">
                  <c:v>77.198</c:v>
                </c:pt>
                <c:pt idx="7">
                  <c:v>80.007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7.2093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87.928</c:v>
                </c:pt>
                <c:pt idx="5">
                  <c:v>91.727</c:v>
                </c:pt>
                <c:pt idx="6">
                  <c:v>92.315</c:v>
                </c:pt>
                <c:pt idx="7">
                  <c:v>95.312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7.718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367.284</c:v>
                </c:pt>
                <c:pt idx="2">
                  <c:v>401.849</c:v>
                </c:pt>
                <c:pt idx="3">
                  <c:v>419.942</c:v>
                </c:pt>
                <c:pt idx="4">
                  <c:v>447.31</c:v>
                </c:pt>
                <c:pt idx="5">
                  <c:v>483.483</c:v>
                </c:pt>
                <c:pt idx="6">
                  <c:v>537.579</c:v>
                </c:pt>
                <c:pt idx="7">
                  <c:v>576.0169999999999</c:v>
                </c:pt>
                <c:pt idx="8">
                  <c:v>649.02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367.284</c:v>
                </c:pt>
                <c:pt idx="1">
                  <c:v>34.565</c:v>
                </c:pt>
                <c:pt idx="2">
                  <c:v>18.092999999999996</c:v>
                </c:pt>
                <c:pt idx="3">
                  <c:v>27.368000000000002</c:v>
                </c:pt>
                <c:pt idx="4">
                  <c:v>36.173</c:v>
                </c:pt>
                <c:pt idx="5">
                  <c:v>54.096000000000004</c:v>
                </c:pt>
                <c:pt idx="6">
                  <c:v>38.437999999999995</c:v>
                </c:pt>
                <c:pt idx="7">
                  <c:v>73.003</c:v>
                </c:pt>
                <c:pt idx="8">
                  <c:v>61.134</c:v>
                </c:pt>
                <c:pt idx="9">
                  <c:v>710.154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34.565</c:v>
                </c:pt>
                <c:pt idx="2">
                  <c:v>52.657999999999994</c:v>
                </c:pt>
                <c:pt idx="3">
                  <c:v>80.026</c:v>
                </c:pt>
                <c:pt idx="4">
                  <c:v>116.199</c:v>
                </c:pt>
                <c:pt idx="5">
                  <c:v>170.29500000000002</c:v>
                </c:pt>
                <c:pt idx="6">
                  <c:v>208.733</c:v>
                </c:pt>
                <c:pt idx="7">
                  <c:v>281.736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34.565</c:v>
                </c:pt>
                <c:pt idx="1">
                  <c:v>18.092999999999996</c:v>
                </c:pt>
                <c:pt idx="2">
                  <c:v>27.368000000000002</c:v>
                </c:pt>
                <c:pt idx="3">
                  <c:v>36.173</c:v>
                </c:pt>
                <c:pt idx="4">
                  <c:v>54.096000000000004</c:v>
                </c:pt>
                <c:pt idx="5">
                  <c:v>38.437999999999995</c:v>
                </c:pt>
                <c:pt idx="6">
                  <c:v>73.003</c:v>
                </c:pt>
                <c:pt idx="7">
                  <c:v>61.134</c:v>
                </c:pt>
                <c:pt idx="8">
                  <c:v>342.87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367.283</c:v>
                </c:pt>
                <c:pt idx="2">
                  <c:v>439.966</c:v>
                </c:pt>
                <c:pt idx="3">
                  <c:v>523.624</c:v>
                </c:pt>
                <c:pt idx="4">
                  <c:v>598.418</c:v>
                </c:pt>
                <c:pt idx="5">
                  <c:v>661.822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367.283</c:v>
                </c:pt>
                <c:pt idx="1">
                  <c:v>72.68299999999999</c:v>
                </c:pt>
                <c:pt idx="2">
                  <c:v>83.658</c:v>
                </c:pt>
                <c:pt idx="3">
                  <c:v>74.79400000000001</c:v>
                </c:pt>
                <c:pt idx="4">
                  <c:v>63.403999999999996</c:v>
                </c:pt>
                <c:pt idx="5">
                  <c:v>48.334</c:v>
                </c:pt>
                <c:pt idx="6">
                  <c:v>710.1560000000001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72.68299999999999</c:v>
                </c:pt>
                <c:pt idx="2">
                  <c:v>156.341</c:v>
                </c:pt>
                <c:pt idx="3">
                  <c:v>231.13500000000002</c:v>
                </c:pt>
                <c:pt idx="4">
                  <c:v>294.539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72.68299999999999</c:v>
                </c:pt>
                <c:pt idx="1">
                  <c:v>83.658</c:v>
                </c:pt>
                <c:pt idx="2">
                  <c:v>74.79400000000001</c:v>
                </c:pt>
                <c:pt idx="3">
                  <c:v>63.403999999999996</c:v>
                </c:pt>
                <c:pt idx="4">
                  <c:v>48.334</c:v>
                </c:pt>
                <c:pt idx="5">
                  <c:v>342.873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367.284</c:v>
                </c:pt>
                <c:pt idx="2">
                  <c:v>480.15999999999997</c:v>
                </c:pt>
                <c:pt idx="3">
                  <c:v>584.444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367.284</c:v>
                </c:pt>
                <c:pt idx="1">
                  <c:v>112.876</c:v>
                </c:pt>
                <c:pt idx="2">
                  <c:v>104.28399999999999</c:v>
                </c:pt>
                <c:pt idx="3">
                  <c:v>125.711</c:v>
                </c:pt>
                <c:pt idx="4">
                  <c:v>710.155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112.876</c:v>
                </c:pt>
                <c:pt idx="2">
                  <c:v>217.16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112.876</c:v>
                </c:pt>
                <c:pt idx="1">
                  <c:v>104.28399999999999</c:v>
                </c:pt>
                <c:pt idx="2">
                  <c:v>125.711</c:v>
                </c:pt>
                <c:pt idx="3">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367.2830000000001</c:v>
                </c:pt>
                <c:pt idx="2">
                  <c:v>417.9150000000001</c:v>
                </c:pt>
                <c:pt idx="3">
                  <c:v>473.95700000000005</c:v>
                </c:pt>
                <c:pt idx="4">
                  <c:v>533.73</c:v>
                </c:pt>
                <c:pt idx="5">
                  <c:v>579.244</c:v>
                </c:pt>
                <c:pt idx="6">
                  <c:v>659.332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367.2830000000001</c:v>
                </c:pt>
                <c:pt idx="1">
                  <c:v>50.632000000000005</c:v>
                </c:pt>
                <c:pt idx="2">
                  <c:v>56.041999999999994</c:v>
                </c:pt>
                <c:pt idx="3">
                  <c:v>59.772999999999996</c:v>
                </c:pt>
                <c:pt idx="4">
                  <c:v>45.514</c:v>
                </c:pt>
                <c:pt idx="5">
                  <c:v>80.088</c:v>
                </c:pt>
                <c:pt idx="6">
                  <c:v>50.824000000000005</c:v>
                </c:pt>
                <c:pt idx="7">
                  <c:v>710.1560000000001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50.632000000000005</c:v>
                </c:pt>
                <c:pt idx="2">
                  <c:v>106.674</c:v>
                </c:pt>
                <c:pt idx="3">
                  <c:v>166.447</c:v>
                </c:pt>
                <c:pt idx="4">
                  <c:v>211.961</c:v>
                </c:pt>
                <c:pt idx="5">
                  <c:v>292.049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50.632000000000005</c:v>
                </c:pt>
                <c:pt idx="1">
                  <c:v>56.041999999999994</c:v>
                </c:pt>
                <c:pt idx="2">
                  <c:v>59.772999999999996</c:v>
                </c:pt>
                <c:pt idx="3">
                  <c:v>45.514</c:v>
                </c:pt>
                <c:pt idx="4">
                  <c:v>80.088</c:v>
                </c:pt>
                <c:pt idx="5">
                  <c:v>50.824000000000005</c:v>
                </c:pt>
                <c:pt idx="6">
                  <c:v>342.873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367.283</c:v>
                </c:pt>
                <c:pt idx="2">
                  <c:v>405.774</c:v>
                </c:pt>
                <c:pt idx="3">
                  <c:v>469.991</c:v>
                </c:pt>
                <c:pt idx="4">
                  <c:v>512.639</c:v>
                </c:pt>
                <c:pt idx="5">
                  <c:v>560.304</c:v>
                </c:pt>
                <c:pt idx="6">
                  <c:v>620.658</c:v>
                </c:pt>
                <c:pt idx="7">
                  <c:v>652.9590000000001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367.283</c:v>
                </c:pt>
                <c:pt idx="1">
                  <c:v>38.491</c:v>
                </c:pt>
                <c:pt idx="2">
                  <c:v>64.21700000000001</c:v>
                </c:pt>
                <c:pt idx="3">
                  <c:v>42.648</c:v>
                </c:pt>
                <c:pt idx="4">
                  <c:v>47.665</c:v>
                </c:pt>
                <c:pt idx="5">
                  <c:v>60.354</c:v>
                </c:pt>
                <c:pt idx="6">
                  <c:v>32.300999999999995</c:v>
                </c:pt>
                <c:pt idx="7">
                  <c:v>57.195</c:v>
                </c:pt>
                <c:pt idx="8">
                  <c:v>710.1540000000001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38.491</c:v>
                </c:pt>
                <c:pt idx="2">
                  <c:v>102.70800000000001</c:v>
                </c:pt>
                <c:pt idx="3">
                  <c:v>145.35600000000002</c:v>
                </c:pt>
                <c:pt idx="4">
                  <c:v>193.02100000000002</c:v>
                </c:pt>
                <c:pt idx="5">
                  <c:v>253.375</c:v>
                </c:pt>
                <c:pt idx="6">
                  <c:v>285.676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38.491</c:v>
                </c:pt>
                <c:pt idx="1">
                  <c:v>64.21700000000001</c:v>
                </c:pt>
                <c:pt idx="2">
                  <c:v>42.648</c:v>
                </c:pt>
                <c:pt idx="3">
                  <c:v>47.665</c:v>
                </c:pt>
                <c:pt idx="4">
                  <c:v>60.354</c:v>
                </c:pt>
                <c:pt idx="5">
                  <c:v>32.300999999999995</c:v>
                </c:pt>
                <c:pt idx="6">
                  <c:v>57.195</c:v>
                </c:pt>
                <c:pt idx="7">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367.28299999999996</c:v>
                </c:pt>
                <c:pt idx="2">
                  <c:v>425.28599999999994</c:v>
                </c:pt>
                <c:pt idx="3">
                  <c:v>494.03599999999994</c:v>
                </c:pt>
                <c:pt idx="4">
                  <c:v>567.574</c:v>
                </c:pt>
                <c:pt idx="5">
                  <c:v>642.9159999999999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367.28299999999996</c:v>
                </c:pt>
                <c:pt idx="1">
                  <c:v>58.003</c:v>
                </c:pt>
                <c:pt idx="2">
                  <c:v>68.75</c:v>
                </c:pt>
                <c:pt idx="3">
                  <c:v>73.53800000000001</c:v>
                </c:pt>
                <c:pt idx="4">
                  <c:v>75.34199999999998</c:v>
                </c:pt>
                <c:pt idx="5">
                  <c:v>67.238</c:v>
                </c:pt>
                <c:pt idx="6">
                  <c:v>710.1540000000001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58.003</c:v>
                </c:pt>
                <c:pt idx="2">
                  <c:v>126.753</c:v>
                </c:pt>
                <c:pt idx="3">
                  <c:v>200.291</c:v>
                </c:pt>
                <c:pt idx="4">
                  <c:v>275.633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58.003</c:v>
                </c:pt>
                <c:pt idx="1">
                  <c:v>68.75</c:v>
                </c:pt>
                <c:pt idx="2">
                  <c:v>73.53800000000001</c:v>
                </c:pt>
                <c:pt idx="3">
                  <c:v>75.34199999999998</c:v>
                </c:pt>
                <c:pt idx="4">
                  <c:v>67.238</c:v>
                </c:pt>
                <c:pt idx="5">
                  <c:v>342.871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367.28200000000004</c:v>
                </c:pt>
                <c:pt idx="2">
                  <c:v>442.17800000000005</c:v>
                </c:pt>
                <c:pt idx="3">
                  <c:v>534.1260000000001</c:v>
                </c:pt>
                <c:pt idx="4">
                  <c:v>617.5280000000001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367.28200000000004</c:v>
                </c:pt>
                <c:pt idx="1">
                  <c:v>74.896</c:v>
                </c:pt>
                <c:pt idx="2">
                  <c:v>91.94800000000001</c:v>
                </c:pt>
                <c:pt idx="3">
                  <c:v>83.40200000000002</c:v>
                </c:pt>
                <c:pt idx="4">
                  <c:v>92.62799999999999</c:v>
                </c:pt>
                <c:pt idx="5">
                  <c:v>710.156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74.896</c:v>
                </c:pt>
                <c:pt idx="2">
                  <c:v>166.844</c:v>
                </c:pt>
                <c:pt idx="3">
                  <c:v>250.246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74.896</c:v>
                </c:pt>
                <c:pt idx="1">
                  <c:v>91.94800000000001</c:v>
                </c:pt>
                <c:pt idx="2">
                  <c:v>83.40200000000002</c:v>
                </c:pt>
                <c:pt idx="3">
                  <c:v>92.62799999999999</c:v>
                </c:pt>
                <c:pt idx="4">
                  <c:v>342.874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1120.955</c:v>
                </c:pt>
                <c:pt idx="1">
                  <c:v>1166.8449999999998</c:v>
                </c:pt>
                <c:pt idx="2">
                  <c:v>1214.294</c:v>
                </c:pt>
                <c:pt idx="3">
                  <c:v>1263.174</c:v>
                </c:pt>
                <c:pt idx="4">
                  <c:v>1314.701</c:v>
                </c:pt>
                <c:pt idx="5">
                  <c:v>1371.629</c:v>
                </c:pt>
                <c:pt idx="6">
                  <c:v>1435.082</c:v>
                </c:pt>
                <c:pt idx="7">
                  <c:v>1506.161</c:v>
                </c:pt>
                <c:pt idx="8">
                  <c:v>1585.2939999999999</c:v>
                </c:pt>
                <c:pt idx="9">
                  <c:v>1672.157</c:v>
                </c:pt>
                <c:pt idx="10">
                  <c:v>1765.8400000000001</c:v>
                </c:pt>
                <c:pt idx="11">
                  <c:v>1865.8519999999999</c:v>
                </c:pt>
                <c:pt idx="12">
                  <c:v>1971.163</c:v>
                </c:pt>
                <c:pt idx="13">
                  <c:v>2081.209</c:v>
                </c:pt>
                <c:pt idx="14">
                  <c:v>2194.5959999999995</c:v>
                </c:pt>
                <c:pt idx="15">
                  <c:v>2311.3369999999995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China</c:v>
                </c:pt>
              </c:strCache>
            </c:strRef>
          </c:cat>
          <c:val>
            <c:numRef>
              <c:f>Sheet1!$B$2:$B$4</c:f>
              <c:numCache>
                <c:formatCode>General</c:formatCode>
                <c:ptCount val="3"/>
                <c:pt idx="0">
                  <c:v>0.05245930274733035</c:v>
                </c:pt>
                <c:pt idx="1">
                  <c:v>0.049659900716721106</c:v>
                </c:pt>
                <c:pt idx="2">
                  <c:v>0.053568218207227014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2317094579756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1371.629</c:v>
                </c:pt>
                <c:pt idx="2">
                  <c:v>1435.082</c:v>
                </c:pt>
                <c:pt idx="3">
                  <c:v>1506.161</c:v>
                </c:pt>
                <c:pt idx="4">
                  <c:v>1585.2939999999999</c:v>
                </c:pt>
                <c:pt idx="5">
                  <c:v>1672.157</c:v>
                </c:pt>
                <c:pt idx="6">
                  <c:v>1765.8400000000001</c:v>
                </c:pt>
                <c:pt idx="7">
                  <c:v>1865.8519999999999</c:v>
                </c:pt>
                <c:pt idx="8">
                  <c:v>1971.163</c:v>
                </c:pt>
                <c:pt idx="9">
                  <c:v>2081.209</c:v>
                </c:pt>
                <c:pt idx="10">
                  <c:v>2194.5959999999995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1371.629</c:v>
                </c:pt>
                <c:pt idx="1">
                  <c:v>63.4530000000002</c:v>
                </c:pt>
                <c:pt idx="2">
                  <c:v>71.07899999999995</c:v>
                </c:pt>
                <c:pt idx="3">
                  <c:v>79.13299999999981</c:v>
                </c:pt>
                <c:pt idx="4">
                  <c:v>86.86300000000006</c:v>
                </c:pt>
                <c:pt idx="5">
                  <c:v>93.68300000000022</c:v>
                </c:pt>
                <c:pt idx="6">
                  <c:v>100.01199999999972</c:v>
                </c:pt>
                <c:pt idx="7">
                  <c:v>105.31100000000015</c:v>
                </c:pt>
                <c:pt idx="8">
                  <c:v>110.04599999999982</c:v>
                </c:pt>
                <c:pt idx="9">
                  <c:v>113.38699999999972</c:v>
                </c:pt>
                <c:pt idx="10">
                  <c:v>116.74099999999999</c:v>
                </c:pt>
                <c:pt idx="11">
                  <c:v>2311.3369999999995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64.80720783037464</c:v>
                </c:pt>
                <c:pt idx="1">
                  <c:v>17.33775523540852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35.19279216962536</c:v>
                </c:pt>
                <c:pt idx="1">
                  <c:v>82.66224476459148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1520.8419999999999</c:v>
                </c:pt>
                <c:pt idx="1">
                  <c:v>1592.88</c:v>
                </c:pt>
                <c:pt idx="2">
                  <c:v>1668.336</c:v>
                </c:pt>
                <c:pt idx="3">
                  <c:v>1748.022</c:v>
                </c:pt>
                <c:pt idx="4">
                  <c:v>1832.7459999999999</c:v>
                </c:pt>
                <c:pt idx="5">
                  <c:v>1935.6399999999999</c:v>
                </c:pt>
                <c:pt idx="6">
                  <c:v>2052.5170000000003</c:v>
                </c:pt>
                <c:pt idx="7">
                  <c:v>2186.243</c:v>
                </c:pt>
                <c:pt idx="8">
                  <c:v>2339.139</c:v>
                </c:pt>
                <c:pt idx="9">
                  <c:v>2512.081</c:v>
                </c:pt>
                <c:pt idx="10">
                  <c:v>2705.2019999999998</c:v>
                </c:pt>
                <c:pt idx="11">
                  <c:v>2918.9049999999997</c:v>
                </c:pt>
                <c:pt idx="12">
                  <c:v>3152.891</c:v>
                </c:pt>
                <c:pt idx="13">
                  <c:v>3407.053</c:v>
                </c:pt>
                <c:pt idx="14">
                  <c:v>3682.205</c:v>
                </c:pt>
                <c:pt idx="15">
                  <c:v>3979.404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China</c:v>
                </c:pt>
              </c:strCache>
            </c:strRef>
          </c:cat>
          <c:val>
            <c:numRef>
              <c:f>Sheet1!$B$2:$B$4</c:f>
              <c:numCache>
                <c:formatCode>General</c:formatCode>
                <c:ptCount val="3"/>
                <c:pt idx="0">
                  <c:v>0.06658666629421717</c:v>
                </c:pt>
                <c:pt idx="1">
                  <c:v>0.06543619249267518</c:v>
                </c:pt>
                <c:pt idx="2">
                  <c:v>0.07472993183699317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08854079799407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1935.6399999999999</c:v>
                </c:pt>
                <c:pt idx="2">
                  <c:v>2052.5170000000003</c:v>
                </c:pt>
                <c:pt idx="3">
                  <c:v>2186.243</c:v>
                </c:pt>
                <c:pt idx="4">
                  <c:v>2339.139</c:v>
                </c:pt>
                <c:pt idx="5">
                  <c:v>2512.081</c:v>
                </c:pt>
                <c:pt idx="6">
                  <c:v>2705.2019999999998</c:v>
                </c:pt>
                <c:pt idx="7">
                  <c:v>2918.9049999999997</c:v>
                </c:pt>
                <c:pt idx="8">
                  <c:v>3152.891</c:v>
                </c:pt>
                <c:pt idx="9">
                  <c:v>3407.053</c:v>
                </c:pt>
                <c:pt idx="10">
                  <c:v>3682.205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1935.6399999999999</c:v>
                </c:pt>
                <c:pt idx="1">
                  <c:v>116.87700000000041</c:v>
                </c:pt>
                <c:pt idx="2">
                  <c:v>133.72599999999966</c:v>
                </c:pt>
                <c:pt idx="3">
                  <c:v>152.89600000000019</c:v>
                </c:pt>
                <c:pt idx="4">
                  <c:v>172.942</c:v>
                </c:pt>
                <c:pt idx="5">
                  <c:v>193.12099999999964</c:v>
                </c:pt>
                <c:pt idx="6">
                  <c:v>213.70299999999997</c:v>
                </c:pt>
                <c:pt idx="7">
                  <c:v>233.98600000000033</c:v>
                </c:pt>
                <c:pt idx="8">
                  <c:v>254.1619999999998</c:v>
                </c:pt>
                <c:pt idx="9">
                  <c:v>275.15200000000004</c:v>
                </c:pt>
                <c:pt idx="10">
                  <c:v>297.19900000000007</c:v>
                </c:pt>
                <c:pt idx="11">
                  <c:v>3979.404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46.883609895541035</c:v>
                </c:pt>
                <c:pt idx="1">
                  <c:v>12.017855297979034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53.116390104458965</c:v>
                </c:pt>
                <c:pt idx="1">
                  <c:v>87.98214470202096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136.978</c:v>
                </c:pt>
                <c:pt idx="1">
                  <c:v>179.957</c:v>
                </c:pt>
                <c:pt idx="2">
                  <c:v>192.848</c:v>
                </c:pt>
                <c:pt idx="3">
                  <c:v>211.719</c:v>
                </c:pt>
                <c:pt idx="4">
                  <c:v>242.256</c:v>
                </c:pt>
                <c:pt idx="5">
                  <c:v>277.10699999999997</c:v>
                </c:pt>
                <c:pt idx="6">
                  <c:v>336.317</c:v>
                </c:pt>
                <c:pt idx="7">
                  <c:v>358.458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0.3337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342.678</c:v>
                </c:pt>
                <c:pt idx="4">
                  <c:v>367.136</c:v>
                </c:pt>
                <c:pt idx="5">
                  <c:v>390.736</c:v>
                </c:pt>
                <c:pt idx="6">
                  <c:v>405.283</c:v>
                </c:pt>
                <c:pt idx="7">
                  <c:v>429.807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5.9413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630.532</c:v>
                </c:pt>
                <c:pt idx="6">
                  <c:v>643.797</c:v>
                </c:pt>
                <c:pt idx="7">
                  <c:v>661.311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86.1567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Brand-owned Online St…</c:v>
                </c:pt>
                <c:pt idx="4">
                  <c:v>Beauty Specialty Reta…</c:v>
                </c:pt>
                <c:pt idx="5">
                  <c:v>Salon and Professiona…</c:v>
                </c:pt>
                <c:pt idx="6">
                  <c:v>Mass Retail</c:v>
                </c:pt>
                <c:pt idx="7">
                  <c:v>Online Marketplaces</c:v>
                </c:pt>
              </c:strCache>
            </c:strRef>
          </c:cat>
          <c:val>
            <c:numRef>
              <c:f>Sheet1!$B$2:$B$9</c:f>
              <c:numCache>
                <c:formatCode>General</c:formatCode>
                <c:ptCount val="8"/>
                <c:pt idx="2">
                  <c:v>273.691</c:v>
                </c:pt>
                <c:pt idx="3">
                  <c:v>280.802</c:v>
                </c:pt>
                <c:pt idx="4">
                  <c:v>299.534</c:v>
                </c:pt>
                <c:pt idx="5">
                  <c:v>313.173</c:v>
                </c:pt>
                <c:pt idx="6">
                  <c:v>341.679</c:v>
                </c:pt>
                <c:pt idx="7">
                  <c:v>426.762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1.861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Curl Definition</c:v>
                </c:pt>
                <c:pt idx="4">
                  <c:v>Hold and Shape</c:v>
                </c:pt>
                <c:pt idx="5">
                  <c:v>Volume and Root Lift</c:v>
                </c:pt>
                <c:pt idx="6">
                  <c:v>Heat Styling Support</c:v>
                </c:pt>
                <c:pt idx="7">
                  <c:v>Smoothing and Frizz C…</c:v>
                </c:pt>
              </c:strCache>
            </c:strRef>
          </c:cat>
          <c:val>
            <c:numRef>
              <c:f>Sheet1!$B$2:$B$9</c:f>
              <c:numCache>
                <c:formatCode>General</c:formatCode>
                <c:ptCount val="8"/>
                <c:pt idx="1">
                  <c:v>213.375</c:v>
                </c:pt>
                <c:pt idx="2">
                  <c:v>250.647</c:v>
                </c:pt>
                <c:pt idx="3">
                  <c:v>251.846</c:v>
                </c:pt>
                <c:pt idx="4">
                  <c:v>282.249</c:v>
                </c:pt>
                <c:pt idx="5">
                  <c:v>294.926</c:v>
                </c:pt>
                <c:pt idx="6">
                  <c:v>307.939</c:v>
                </c:pt>
                <c:pt idx="7">
                  <c:v>334.658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48.44172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All Hair Types</c:v>
                </c:pt>
                <c:pt idx="7">
                  <c:v>Straight Hair</c:v>
                </c:pt>
              </c:strCache>
            </c:strRef>
          </c:cat>
          <c:val>
            <c:numRef>
              <c:f>Sheet1!$B$2:$B$9</c:f>
              <c:numCache>
                <c:formatCode>General</c:formatCode>
                <c:ptCount val="8"/>
                <c:pt idx="3">
                  <c:v>336.475</c:v>
                </c:pt>
                <c:pt idx="4">
                  <c:v>350.001</c:v>
                </c:pt>
                <c:pt idx="5">
                  <c:v>374.245</c:v>
                </c:pt>
                <c:pt idx="6">
                  <c:v>408.191</c:v>
                </c:pt>
                <c:pt idx="7">
                  <c:v>466.728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5.415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462.369</c:v>
                </c:pt>
                <c:pt idx="5">
                  <c:v>483.602</c:v>
                </c:pt>
                <c:pt idx="6">
                  <c:v>486.797</c:v>
                </c:pt>
                <c:pt idx="7">
                  <c:v>502.871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73.847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1935.6399999999999</c:v>
                </c:pt>
                <c:pt idx="2">
                  <c:v>2139.654</c:v>
                </c:pt>
                <c:pt idx="3">
                  <c:v>2248.642</c:v>
                </c:pt>
                <c:pt idx="4">
                  <c:v>2405.2019999999998</c:v>
                </c:pt>
                <c:pt idx="5">
                  <c:v>2649.716</c:v>
                </c:pt>
                <c:pt idx="6">
                  <c:v>3009.7509999999997</c:v>
                </c:pt>
                <c:pt idx="7">
                  <c:v>3253.2789999999995</c:v>
                </c:pt>
                <c:pt idx="8">
                  <c:v>3665.7779999999993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1935.6399999999999</c:v>
                </c:pt>
                <c:pt idx="1">
                  <c:v>204.01400000000007</c:v>
                </c:pt>
                <c:pt idx="2">
                  <c:v>108.988</c:v>
                </c:pt>
                <c:pt idx="3">
                  <c:v>156.56</c:v>
                </c:pt>
                <c:pt idx="4">
                  <c:v>244.514</c:v>
                </c:pt>
                <c:pt idx="5">
                  <c:v>360.035</c:v>
                </c:pt>
                <c:pt idx="6">
                  <c:v>243.52799999999996</c:v>
                </c:pt>
                <c:pt idx="7">
                  <c:v>412.499</c:v>
                </c:pt>
                <c:pt idx="8">
                  <c:v>313.626</c:v>
                </c:pt>
                <c:pt idx="9">
                  <c:v>3979.404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204.01400000000007</c:v>
                </c:pt>
                <c:pt idx="2">
                  <c:v>313.00200000000007</c:v>
                </c:pt>
                <c:pt idx="3">
                  <c:v>469.56200000000007</c:v>
                </c:pt>
                <c:pt idx="4">
                  <c:v>714.076</c:v>
                </c:pt>
                <c:pt idx="5">
                  <c:v>1074.111</c:v>
                </c:pt>
                <c:pt idx="6">
                  <c:v>1317.6390000000001</c:v>
                </c:pt>
                <c:pt idx="7">
                  <c:v>1730.1380000000001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204.01400000000007</c:v>
                </c:pt>
                <c:pt idx="1">
                  <c:v>108.988</c:v>
                </c:pt>
                <c:pt idx="2">
                  <c:v>156.56</c:v>
                </c:pt>
                <c:pt idx="3">
                  <c:v>244.514</c:v>
                </c:pt>
                <c:pt idx="4">
                  <c:v>360.035</c:v>
                </c:pt>
                <c:pt idx="5">
                  <c:v>243.52799999999996</c:v>
                </c:pt>
                <c:pt idx="6">
                  <c:v>412.499</c:v>
                </c:pt>
                <c:pt idx="7">
                  <c:v>313.626</c:v>
                </c:pt>
                <c:pt idx="8">
                  <c:v>2043.7640000000001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1935.6399999999999</c:v>
                </c:pt>
                <c:pt idx="2">
                  <c:v>2366.194</c:v>
                </c:pt>
                <c:pt idx="3">
                  <c:v>2859.638</c:v>
                </c:pt>
                <c:pt idx="4">
                  <c:v>3305.908</c:v>
                </c:pt>
                <c:pt idx="5">
                  <c:v>3686.8329999999996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1935.6399999999999</c:v>
                </c:pt>
                <c:pt idx="1">
                  <c:v>430.55400000000003</c:v>
                </c:pt>
                <c:pt idx="2">
                  <c:v>493.44399999999996</c:v>
                </c:pt>
                <c:pt idx="3">
                  <c:v>446.27</c:v>
                </c:pt>
                <c:pt idx="4">
                  <c:v>380.92499999999995</c:v>
                </c:pt>
                <c:pt idx="5">
                  <c:v>292.57000000000005</c:v>
                </c:pt>
                <c:pt idx="6">
                  <c:v>3979.4030000000002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430.55400000000003</c:v>
                </c:pt>
                <c:pt idx="2">
                  <c:v>923.998</c:v>
                </c:pt>
                <c:pt idx="3">
                  <c:v>1370.268</c:v>
                </c:pt>
                <c:pt idx="4">
                  <c:v>1751.193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430.55400000000003</c:v>
                </c:pt>
                <c:pt idx="1">
                  <c:v>493.44399999999996</c:v>
                </c:pt>
                <c:pt idx="2">
                  <c:v>446.27</c:v>
                </c:pt>
                <c:pt idx="3">
                  <c:v>380.92499999999995</c:v>
                </c:pt>
                <c:pt idx="4">
                  <c:v>292.57000000000005</c:v>
                </c:pt>
                <c:pt idx="5">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1935.6400000000003</c:v>
                </c:pt>
                <c:pt idx="2">
                  <c:v>2608.826</c:v>
                </c:pt>
                <c:pt idx="3">
                  <c:v>3235.017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1935.6400000000003</c:v>
                </c:pt>
                <c:pt idx="1">
                  <c:v>673.1859999999999</c:v>
                </c:pt>
                <c:pt idx="2">
                  <c:v>626.1909999999999</c:v>
                </c:pt>
                <c:pt idx="3">
                  <c:v>744.3859999999999</c:v>
                </c:pt>
                <c:pt idx="4">
                  <c:v>3979.4029999999993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673.1859999999999</c:v>
                </c:pt>
                <c:pt idx="2">
                  <c:v>1299.377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673.1859999999999</c:v>
                </c:pt>
                <c:pt idx="1">
                  <c:v>626.1909999999999</c:v>
                </c:pt>
                <c:pt idx="2">
                  <c:v>744.3859999999999</c:v>
                </c:pt>
                <c:pt idx="3">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1935.641</c:v>
                </c:pt>
                <c:pt idx="2">
                  <c:v>2194.648</c:v>
                </c:pt>
                <c:pt idx="3">
                  <c:v>2531.1910000000003</c:v>
                </c:pt>
                <c:pt idx="4">
                  <c:v>2841.079</c:v>
                </c:pt>
                <c:pt idx="5">
                  <c:v>3077.9620000000004</c:v>
                </c:pt>
                <c:pt idx="6">
                  <c:v>3641.733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1935.641</c:v>
                </c:pt>
                <c:pt idx="1">
                  <c:v>259.00700000000006</c:v>
                </c:pt>
                <c:pt idx="2">
                  <c:v>336.543</c:v>
                </c:pt>
                <c:pt idx="3">
                  <c:v>309.88800000000003</c:v>
                </c:pt>
                <c:pt idx="4">
                  <c:v>236.88300000000004</c:v>
                </c:pt>
                <c:pt idx="5">
                  <c:v>563.771</c:v>
                </c:pt>
                <c:pt idx="6">
                  <c:v>337.66999999999996</c:v>
                </c:pt>
                <c:pt idx="7">
                  <c:v>3979.4030000000002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259.00700000000006</c:v>
                </c:pt>
                <c:pt idx="2">
                  <c:v>595.5500000000001</c:v>
                </c:pt>
                <c:pt idx="3">
                  <c:v>905.4380000000001</c:v>
                </c:pt>
                <c:pt idx="4">
                  <c:v>1142.3210000000001</c:v>
                </c:pt>
                <c:pt idx="5">
                  <c:v>1706.092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259.00700000000006</c:v>
                </c:pt>
                <c:pt idx="1">
                  <c:v>336.543</c:v>
                </c:pt>
                <c:pt idx="2">
                  <c:v>309.88800000000003</c:v>
                </c:pt>
                <c:pt idx="3">
                  <c:v>236.88300000000004</c:v>
                </c:pt>
                <c:pt idx="4">
                  <c:v>563.771</c:v>
                </c:pt>
                <c:pt idx="5">
                  <c:v>337.66999999999996</c:v>
                </c:pt>
                <c:pt idx="6">
                  <c:v>2043.7620000000002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1935.64</c:v>
                </c:pt>
                <c:pt idx="2">
                  <c:v>2148.885</c:v>
                </c:pt>
                <c:pt idx="3">
                  <c:v>2492.0840000000003</c:v>
                </c:pt>
                <c:pt idx="4">
                  <c:v>2766.5490000000004</c:v>
                </c:pt>
                <c:pt idx="5">
                  <c:v>3025.1340000000005</c:v>
                </c:pt>
                <c:pt idx="6">
                  <c:v>3414.1230000000005</c:v>
                </c:pt>
                <c:pt idx="7">
                  <c:v>3595.2250000000004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1935.64</c:v>
                </c:pt>
                <c:pt idx="1">
                  <c:v>213.245</c:v>
                </c:pt>
                <c:pt idx="2">
                  <c:v>343.19899999999996</c:v>
                </c:pt>
                <c:pt idx="3">
                  <c:v>274.465</c:v>
                </c:pt>
                <c:pt idx="4">
                  <c:v>258.58500000000004</c:v>
                </c:pt>
                <c:pt idx="5">
                  <c:v>388.98900000000003</c:v>
                </c:pt>
                <c:pt idx="6">
                  <c:v>181.10199999999998</c:v>
                </c:pt>
                <c:pt idx="7">
                  <c:v>384.17699999999996</c:v>
                </c:pt>
                <c:pt idx="8">
                  <c:v>3979.4019999999996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213.245</c:v>
                </c:pt>
                <c:pt idx="2">
                  <c:v>556.444</c:v>
                </c:pt>
                <c:pt idx="3">
                  <c:v>830.9089999999999</c:v>
                </c:pt>
                <c:pt idx="4">
                  <c:v>1089.494</c:v>
                </c:pt>
                <c:pt idx="5">
                  <c:v>1478.483</c:v>
                </c:pt>
                <c:pt idx="6">
                  <c:v>1659.585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213.245</c:v>
                </c:pt>
                <c:pt idx="1">
                  <c:v>343.19899999999996</c:v>
                </c:pt>
                <c:pt idx="2">
                  <c:v>274.465</c:v>
                </c:pt>
                <c:pt idx="3">
                  <c:v>258.58500000000004</c:v>
                </c:pt>
                <c:pt idx="4">
                  <c:v>388.98900000000003</c:v>
                </c:pt>
                <c:pt idx="5">
                  <c:v>181.10199999999998</c:v>
                </c:pt>
                <c:pt idx="6">
                  <c:v>384.17699999999996</c:v>
                </c:pt>
                <c:pt idx="7">
                  <c:v>2043.762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1935.64</c:v>
                </c:pt>
                <c:pt idx="2">
                  <c:v>2341.312</c:v>
                </c:pt>
                <c:pt idx="3">
                  <c:v>2735.87</c:v>
                </c:pt>
                <c:pt idx="4">
                  <c:v>3153.636</c:v>
                </c:pt>
                <c:pt idx="5">
                  <c:v>3585.834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1935.64</c:v>
                </c:pt>
                <c:pt idx="1">
                  <c:v>405.67199999999997</c:v>
                </c:pt>
                <c:pt idx="2">
                  <c:v>394.558</c:v>
                </c:pt>
                <c:pt idx="3">
                  <c:v>417.7660000000001</c:v>
                </c:pt>
                <c:pt idx="4">
                  <c:v>432.198</c:v>
                </c:pt>
                <c:pt idx="5">
                  <c:v>393.56800000000004</c:v>
                </c:pt>
                <c:pt idx="6">
                  <c:v>3979.402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405.67199999999997</c:v>
                </c:pt>
                <c:pt idx="2">
                  <c:v>800.23</c:v>
                </c:pt>
                <c:pt idx="3">
                  <c:v>1217.996</c:v>
                </c:pt>
                <c:pt idx="4">
                  <c:v>1650.194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405.67199999999997</c:v>
                </c:pt>
                <c:pt idx="1">
                  <c:v>394.558</c:v>
                </c:pt>
                <c:pt idx="2">
                  <c:v>417.7660000000001</c:v>
                </c:pt>
                <c:pt idx="3">
                  <c:v>432.198</c:v>
                </c:pt>
                <c:pt idx="4">
                  <c:v>393.56800000000004</c:v>
                </c:pt>
                <c:pt idx="5">
                  <c:v>2043.762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1935.6390000000001</c:v>
                </c:pt>
                <c:pt idx="2">
                  <c:v>2384.598</c:v>
                </c:pt>
                <c:pt idx="3">
                  <c:v>2916.955</c:v>
                </c:pt>
                <c:pt idx="4">
                  <c:v>3400.987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1935.6390000000001</c:v>
                </c:pt>
                <c:pt idx="1">
                  <c:v>448.95899999999995</c:v>
                </c:pt>
                <c:pt idx="2">
                  <c:v>532.357</c:v>
                </c:pt>
                <c:pt idx="3">
                  <c:v>484.03200000000004</c:v>
                </c:pt>
                <c:pt idx="4">
                  <c:v>578.4150000000001</c:v>
                </c:pt>
                <c:pt idx="5">
                  <c:v>3979.402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448.95899999999995</c:v>
                </c:pt>
                <c:pt idx="2">
                  <c:v>981.3159999999999</c:v>
                </c:pt>
                <c:pt idx="3">
                  <c:v>1465.348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448.95899999999995</c:v>
                </c:pt>
                <c:pt idx="1">
                  <c:v>532.357</c:v>
                </c:pt>
                <c:pt idx="2">
                  <c:v>484.03200000000004</c:v>
                </c:pt>
                <c:pt idx="3">
                  <c:v>578.4150000000001</c:v>
                </c:pt>
                <c:pt idx="4">
                  <c:v>2043.763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444.49199999999996</c:v>
                </c:pt>
                <c:pt idx="1">
                  <c:v>457.994</c:v>
                </c:pt>
                <c:pt idx="2">
                  <c:v>471.822</c:v>
                </c:pt>
                <c:pt idx="3">
                  <c:v>485.923</c:v>
                </c:pt>
                <c:pt idx="4">
                  <c:v>500.645</c:v>
                </c:pt>
                <c:pt idx="5">
                  <c:v>516.723</c:v>
                </c:pt>
                <c:pt idx="6">
                  <c:v>534.4300000000001</c:v>
                </c:pt>
                <c:pt idx="7">
                  <c:v>554.0029999999999</c:v>
                </c:pt>
                <c:pt idx="8">
                  <c:v>575.524</c:v>
                </c:pt>
                <c:pt idx="9">
                  <c:v>598.8340000000001</c:v>
                </c:pt>
                <c:pt idx="10">
                  <c:v>623.6790000000001</c:v>
                </c:pt>
                <c:pt idx="11">
                  <c:v>649.88</c:v>
                </c:pt>
                <c:pt idx="12">
                  <c:v>677.137</c:v>
                </c:pt>
                <c:pt idx="13">
                  <c:v>705.263</c:v>
                </c:pt>
                <c:pt idx="14">
                  <c:v>733.868</c:v>
                </c:pt>
                <c:pt idx="15">
                  <c:v>762.954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Japan</c:v>
                </c:pt>
              </c:strCache>
            </c:strRef>
          </c:cat>
          <c:val>
            <c:numRef>
              <c:f>Sheet1!$B$2:$B$4</c:f>
              <c:numCache>
                <c:formatCode>General</c:formatCode>
                <c:ptCount val="3"/>
                <c:pt idx="0">
                  <c:v>0.05245930274733035</c:v>
                </c:pt>
                <c:pt idx="1">
                  <c:v>0.049659900716721106</c:v>
                </c:pt>
                <c:pt idx="2">
                  <c:v>0.03973833377547442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516.723</c:v>
                </c:pt>
                <c:pt idx="2">
                  <c:v>534.4300000000001</c:v>
                </c:pt>
                <c:pt idx="3">
                  <c:v>554.0029999999999</c:v>
                </c:pt>
                <c:pt idx="4">
                  <c:v>575.524</c:v>
                </c:pt>
                <c:pt idx="5">
                  <c:v>598.8340000000001</c:v>
                </c:pt>
                <c:pt idx="6">
                  <c:v>623.6790000000001</c:v>
                </c:pt>
                <c:pt idx="7">
                  <c:v>649.88</c:v>
                </c:pt>
                <c:pt idx="8">
                  <c:v>677.137</c:v>
                </c:pt>
                <c:pt idx="9">
                  <c:v>705.263</c:v>
                </c:pt>
                <c:pt idx="10">
                  <c:v>733.868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516.723</c:v>
                </c:pt>
                <c:pt idx="1">
                  <c:v>17.707000000000107</c:v>
                </c:pt>
                <c:pt idx="2">
                  <c:v>19.572999999999865</c:v>
                </c:pt>
                <c:pt idx="3">
                  <c:v>21.521000000000072</c:v>
                </c:pt>
                <c:pt idx="4">
                  <c:v>23.31000000000006</c:v>
                </c:pt>
                <c:pt idx="5">
                  <c:v>24.845000000000027</c:v>
                </c:pt>
                <c:pt idx="6">
                  <c:v>26.200999999999908</c:v>
                </c:pt>
                <c:pt idx="7">
                  <c:v>27.256999999999948</c:v>
                </c:pt>
                <c:pt idx="8">
                  <c:v>28.12600000000009</c:v>
                </c:pt>
                <c:pt idx="9">
                  <c:v>28.605000000000018</c:v>
                </c:pt>
                <c:pt idx="10">
                  <c:v>29.0859999999999</c:v>
                </c:pt>
                <c:pt idx="11">
                  <c:v>762.954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24.41430944645722</c:v>
                </c:pt>
                <c:pt idx="1">
                  <c:v>6.5315161012970675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75.58569055354278</c:v>
                </c:pt>
                <c:pt idx="1">
                  <c:v>93.46848389870293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1352.2440000000001</c:v>
                </c:pt>
                <c:pt idx="1">
                  <c:v>1400.3110000000001</c:v>
                </c:pt>
                <c:pt idx="2">
                  <c:v>1450.143</c:v>
                </c:pt>
                <c:pt idx="3">
                  <c:v>1502.2620000000002</c:v>
                </c:pt>
                <c:pt idx="4">
                  <c:v>1557.1170000000002</c:v>
                </c:pt>
                <c:pt idx="5">
                  <c:v>1622.812</c:v>
                </c:pt>
                <c:pt idx="6">
                  <c:v>1696.2549999999999</c:v>
                </c:pt>
                <c:pt idx="7">
                  <c:v>1778.617</c:v>
                </c:pt>
                <c:pt idx="8">
                  <c:v>1870.972</c:v>
                </c:pt>
                <c:pt idx="9">
                  <c:v>1973.233</c:v>
                </c:pt>
                <c:pt idx="10">
                  <c:v>2085.127</c:v>
                </c:pt>
                <c:pt idx="11">
                  <c:v>2206.678</c:v>
                </c:pt>
                <c:pt idx="12">
                  <c:v>2336.523</c:v>
                </c:pt>
                <c:pt idx="13">
                  <c:v>2474.819</c:v>
                </c:pt>
                <c:pt idx="14">
                  <c:v>2620.918</c:v>
                </c:pt>
                <c:pt idx="15">
                  <c:v>2775.0480000000002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Japan</c:v>
                </c:pt>
              </c:strCache>
            </c:strRef>
          </c:cat>
          <c:val>
            <c:numRef>
              <c:f>Sheet1!$B$2:$B$4</c:f>
              <c:numCache>
                <c:formatCode>General</c:formatCode>
                <c:ptCount val="3"/>
                <c:pt idx="0">
                  <c:v>0.06658666629421717</c:v>
                </c:pt>
                <c:pt idx="1">
                  <c:v>0.06543619249267518</c:v>
                </c:pt>
                <c:pt idx="2">
                  <c:v>0.05511604879843146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1622.812</c:v>
                </c:pt>
                <c:pt idx="2">
                  <c:v>1696.2549999999999</c:v>
                </c:pt>
                <c:pt idx="3">
                  <c:v>1778.617</c:v>
                </c:pt>
                <c:pt idx="4">
                  <c:v>1870.972</c:v>
                </c:pt>
                <c:pt idx="5">
                  <c:v>1973.233</c:v>
                </c:pt>
                <c:pt idx="6">
                  <c:v>2085.127</c:v>
                </c:pt>
                <c:pt idx="7">
                  <c:v>2206.678</c:v>
                </c:pt>
                <c:pt idx="8">
                  <c:v>2336.523</c:v>
                </c:pt>
                <c:pt idx="9">
                  <c:v>2474.819</c:v>
                </c:pt>
                <c:pt idx="10">
                  <c:v>2620.918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1622.812</c:v>
                </c:pt>
                <c:pt idx="1">
                  <c:v>73.44299999999998</c:v>
                </c:pt>
                <c:pt idx="2">
                  <c:v>82.36200000000008</c:v>
                </c:pt>
                <c:pt idx="3">
                  <c:v>92.35500000000002</c:v>
                </c:pt>
                <c:pt idx="4">
                  <c:v>102.26099999999997</c:v>
                </c:pt>
                <c:pt idx="5">
                  <c:v>111.894</c:v>
                </c:pt>
                <c:pt idx="6">
                  <c:v>121.55099999999993</c:v>
                </c:pt>
                <c:pt idx="7">
                  <c:v>129.84500000000025</c:v>
                </c:pt>
                <c:pt idx="8">
                  <c:v>138.29599999999982</c:v>
                </c:pt>
                <c:pt idx="9">
                  <c:v>146.09900000000016</c:v>
                </c:pt>
                <c:pt idx="10">
                  <c:v>154.1300000000001</c:v>
                </c:pt>
                <c:pt idx="11">
                  <c:v>2775.0480000000002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39.30652639013594</c:v>
                </c:pt>
                <c:pt idx="1">
                  <c:v>10.075592461317163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60.69347360986406</c:v>
                </c:pt>
                <c:pt idx="1">
                  <c:v>89.92440753868284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Sprays and Mists</c:v>
                </c:pt>
                <c:pt idx="5">
                  <c:v>Sticks and Balms</c:v>
                </c:pt>
                <c:pt idx="6">
                  <c:v>Serums and Oils</c:v>
                </c:pt>
                <c:pt idx="7">
                  <c:v>Waxes, Clays, Pastes…</c:v>
                </c:pt>
              </c:strCache>
            </c:strRef>
          </c:cat>
          <c:val>
            <c:numRef>
              <c:f>Sheet1!$B$2:$B$9</c:f>
              <c:numCache>
                <c:formatCode>General</c:formatCode>
                <c:ptCount val="8"/>
                <c:pt idx="0">
                  <c:v>108.89099999999999</c:v>
                </c:pt>
                <c:pt idx="1">
                  <c:v>152.494</c:v>
                </c:pt>
                <c:pt idx="2">
                  <c:v>156.603</c:v>
                </c:pt>
                <c:pt idx="3">
                  <c:v>168.319</c:v>
                </c:pt>
                <c:pt idx="4">
                  <c:v>182.701</c:v>
                </c:pt>
                <c:pt idx="5">
                  <c:v>231.829</c:v>
                </c:pt>
                <c:pt idx="6">
                  <c:v>266.009</c:v>
                </c:pt>
                <c:pt idx="7">
                  <c:v>355.966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76.99444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287.057</c:v>
                </c:pt>
                <c:pt idx="4">
                  <c:v>308.668</c:v>
                </c:pt>
                <c:pt idx="5">
                  <c:v>327.922</c:v>
                </c:pt>
                <c:pt idx="6">
                  <c:v>339.229</c:v>
                </c:pt>
                <c:pt idx="7">
                  <c:v>359.937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2.3155800000000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491.175</c:v>
                </c:pt>
                <c:pt idx="6">
                  <c:v>509.58</c:v>
                </c:pt>
                <c:pt idx="7">
                  <c:v>622.058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33.557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205.611</c:v>
                </c:pt>
                <c:pt idx="3">
                  <c:v>255.057</c:v>
                </c:pt>
                <c:pt idx="4">
                  <c:v>258.339</c:v>
                </c:pt>
                <c:pt idx="5">
                  <c:v>274.677</c:v>
                </c:pt>
                <c:pt idx="6">
                  <c:v>311.777</c:v>
                </c:pt>
                <c:pt idx="7">
                  <c:v>317.351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5.25034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Curl Definition</c:v>
                </c:pt>
                <c:pt idx="5">
                  <c:v>Hold and Shape</c:v>
                </c:pt>
                <c:pt idx="6">
                  <c:v>Smoothing and Frizz C…</c:v>
                </c:pt>
                <c:pt idx="7">
                  <c:v>Texture and Separation</c:v>
                </c:pt>
              </c:strCache>
            </c:strRef>
          </c:cat>
          <c:val>
            <c:numRef>
              <c:f>Sheet1!$B$2:$B$9</c:f>
              <c:numCache>
                <c:formatCode>General</c:formatCode>
                <c:ptCount val="8"/>
                <c:pt idx="1">
                  <c:v>183.67</c:v>
                </c:pt>
                <c:pt idx="2">
                  <c:v>219.045</c:v>
                </c:pt>
                <c:pt idx="3">
                  <c:v>220.849</c:v>
                </c:pt>
                <c:pt idx="4">
                  <c:v>222.794</c:v>
                </c:pt>
                <c:pt idx="5">
                  <c:v>247.551</c:v>
                </c:pt>
                <c:pt idx="6">
                  <c:v>248.96</c:v>
                </c:pt>
                <c:pt idx="7">
                  <c:v>279.944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75.1249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All Hair Types</c:v>
                </c:pt>
                <c:pt idx="6">
                  <c:v>Wavy Hair</c:v>
                </c:pt>
                <c:pt idx="7">
                  <c:v>Straight Hair</c:v>
                </c:pt>
              </c:strCache>
            </c:strRef>
          </c:cat>
          <c:val>
            <c:numRef>
              <c:f>Sheet1!$B$2:$B$9</c:f>
              <c:numCache>
                <c:formatCode>General</c:formatCode>
                <c:ptCount val="8"/>
                <c:pt idx="3">
                  <c:v>280.798</c:v>
                </c:pt>
                <c:pt idx="4">
                  <c:v>294.301</c:v>
                </c:pt>
                <c:pt idx="5">
                  <c:v>306.359</c:v>
                </c:pt>
                <c:pt idx="6">
                  <c:v>311.7</c:v>
                </c:pt>
                <c:pt idx="7">
                  <c:v>429.654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5.736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389.321</c:v>
                </c:pt>
                <c:pt idx="5">
                  <c:v>404.05899999999997</c:v>
                </c:pt>
                <c:pt idx="6">
                  <c:v>407.541</c:v>
                </c:pt>
                <c:pt idx="7">
                  <c:v>421.892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65.335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1622.812</c:v>
                </c:pt>
                <c:pt idx="2">
                  <c:v>1699.414</c:v>
                </c:pt>
                <c:pt idx="3">
                  <c:v>1757.908</c:v>
                </c:pt>
                <c:pt idx="4">
                  <c:v>1835.75</c:v>
                </c:pt>
                <c:pt idx="5">
                  <c:v>1973.821</c:v>
                </c:pt>
                <c:pt idx="6">
                  <c:v>2194.261</c:v>
                </c:pt>
                <c:pt idx="7">
                  <c:v>2343.401</c:v>
                </c:pt>
                <c:pt idx="8">
                  <c:v>2542.6929999999998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1622.812</c:v>
                </c:pt>
                <c:pt idx="1">
                  <c:v>76.602</c:v>
                </c:pt>
                <c:pt idx="2">
                  <c:v>58.494</c:v>
                </c:pt>
                <c:pt idx="3">
                  <c:v>77.84199999999998</c:v>
                </c:pt>
                <c:pt idx="4">
                  <c:v>138.071</c:v>
                </c:pt>
                <c:pt idx="5">
                  <c:v>220.43999999999994</c:v>
                </c:pt>
                <c:pt idx="6">
                  <c:v>149.14000000000001</c:v>
                </c:pt>
                <c:pt idx="7">
                  <c:v>199.29199999999997</c:v>
                </c:pt>
                <c:pt idx="8">
                  <c:v>232.35500000000002</c:v>
                </c:pt>
                <c:pt idx="9">
                  <c:v>2775.0480000000002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76.602</c:v>
                </c:pt>
                <c:pt idx="2">
                  <c:v>135.096</c:v>
                </c:pt>
                <c:pt idx="3">
                  <c:v>212.938</c:v>
                </c:pt>
                <c:pt idx="4">
                  <c:v>351.009</c:v>
                </c:pt>
                <c:pt idx="5">
                  <c:v>571.449</c:v>
                </c:pt>
                <c:pt idx="6">
                  <c:v>720.5889999999999</c:v>
                </c:pt>
                <c:pt idx="7">
                  <c:v>919.8809999999999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76.602</c:v>
                </c:pt>
                <c:pt idx="1">
                  <c:v>58.494</c:v>
                </c:pt>
                <c:pt idx="2">
                  <c:v>77.84199999999998</c:v>
                </c:pt>
                <c:pt idx="3">
                  <c:v>138.071</c:v>
                </c:pt>
                <c:pt idx="4">
                  <c:v>220.43999999999994</c:v>
                </c:pt>
                <c:pt idx="5">
                  <c:v>149.14000000000001</c:v>
                </c:pt>
                <c:pt idx="6">
                  <c:v>199.29199999999997</c:v>
                </c:pt>
                <c:pt idx="7">
                  <c:v>232.35500000000002</c:v>
                </c:pt>
                <c:pt idx="8">
                  <c:v>1152.2359999999999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1622.813</c:v>
                </c:pt>
                <c:pt idx="2">
                  <c:v>1870.7640000000001</c:v>
                </c:pt>
                <c:pt idx="3">
                  <c:v>2160.2490000000003</c:v>
                </c:pt>
                <c:pt idx="4">
                  <c:v>2411.1940000000004</c:v>
                </c:pt>
                <c:pt idx="5">
                  <c:v>2619.7880000000005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1622.813</c:v>
                </c:pt>
                <c:pt idx="1">
                  <c:v>247.95100000000002</c:v>
                </c:pt>
                <c:pt idx="2">
                  <c:v>289.485</c:v>
                </c:pt>
                <c:pt idx="3">
                  <c:v>250.94499999999994</c:v>
                </c:pt>
                <c:pt idx="4">
                  <c:v>208.594</c:v>
                </c:pt>
                <c:pt idx="5">
                  <c:v>155.257</c:v>
                </c:pt>
                <c:pt idx="6">
                  <c:v>2775.0449999999996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247.95100000000002</c:v>
                </c:pt>
                <c:pt idx="2">
                  <c:v>537.436</c:v>
                </c:pt>
                <c:pt idx="3">
                  <c:v>788.381</c:v>
                </c:pt>
                <c:pt idx="4">
                  <c:v>996.9749999999999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247.95100000000002</c:v>
                </c:pt>
                <c:pt idx="1">
                  <c:v>289.485</c:v>
                </c:pt>
                <c:pt idx="2">
                  <c:v>250.94499999999994</c:v>
                </c:pt>
                <c:pt idx="3">
                  <c:v>208.594</c:v>
                </c:pt>
                <c:pt idx="4">
                  <c:v>155.257</c:v>
                </c:pt>
                <c:pt idx="5">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1622.8129999999999</c:v>
                </c:pt>
                <c:pt idx="2">
                  <c:v>2060.548</c:v>
                </c:pt>
                <c:pt idx="3">
                  <c:v>2377.0469999999996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1622.8129999999999</c:v>
                </c:pt>
                <c:pt idx="1">
                  <c:v>437.7349999999999</c:v>
                </c:pt>
                <c:pt idx="2">
                  <c:v>316.49899999999997</c:v>
                </c:pt>
                <c:pt idx="3">
                  <c:v>397.998</c:v>
                </c:pt>
                <c:pt idx="4">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437.7349999999999</c:v>
                </c:pt>
                <c:pt idx="2">
                  <c:v>754.2339999999999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437.7349999999999</c:v>
                </c:pt>
                <c:pt idx="1">
                  <c:v>316.49899999999997</c:v>
                </c:pt>
                <c:pt idx="2">
                  <c:v>397.998</c:v>
                </c:pt>
                <c:pt idx="3">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1622.812</c:v>
                </c:pt>
                <c:pt idx="2">
                  <c:v>1785.561</c:v>
                </c:pt>
                <c:pt idx="3">
                  <c:v>1978.9579999999999</c:v>
                </c:pt>
                <c:pt idx="4">
                  <c:v>2187.7999999999997</c:v>
                </c:pt>
                <c:pt idx="5">
                  <c:v>2338.957</c:v>
                </c:pt>
                <c:pt idx="6">
                  <c:v>2597.892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1622.812</c:v>
                </c:pt>
                <c:pt idx="1">
                  <c:v>162.74900000000002</c:v>
                </c:pt>
                <c:pt idx="2">
                  <c:v>193.397</c:v>
                </c:pt>
                <c:pt idx="3">
                  <c:v>208.84200000000004</c:v>
                </c:pt>
                <c:pt idx="4">
                  <c:v>151.157</c:v>
                </c:pt>
                <c:pt idx="5">
                  <c:v>258.93499999999995</c:v>
                </c:pt>
                <c:pt idx="6">
                  <c:v>177.15300000000002</c:v>
                </c:pt>
                <c:pt idx="7">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162.74900000000002</c:v>
                </c:pt>
                <c:pt idx="2">
                  <c:v>356.146</c:v>
                </c:pt>
                <c:pt idx="3">
                  <c:v>564.988</c:v>
                </c:pt>
                <c:pt idx="4">
                  <c:v>716.1450000000001</c:v>
                </c:pt>
                <c:pt idx="5">
                  <c:v>975.08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162.74900000000002</c:v>
                </c:pt>
                <c:pt idx="1">
                  <c:v>193.397</c:v>
                </c:pt>
                <c:pt idx="2">
                  <c:v>208.84200000000004</c:v>
                </c:pt>
                <c:pt idx="3">
                  <c:v>151.157</c:v>
                </c:pt>
                <c:pt idx="4">
                  <c:v>258.93499999999995</c:v>
                </c:pt>
                <c:pt idx="5">
                  <c:v>177.15300000000002</c:v>
                </c:pt>
                <c:pt idx="6">
                  <c:v>1152.2330000000002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1622.813</c:v>
                </c:pt>
                <c:pt idx="2">
                  <c:v>1737.529</c:v>
                </c:pt>
                <c:pt idx="3">
                  <c:v>1954.368</c:v>
                </c:pt>
                <c:pt idx="4">
                  <c:v>2089.565</c:v>
                </c:pt>
                <c:pt idx="5">
                  <c:v>2284.471</c:v>
                </c:pt>
                <c:pt idx="6">
                  <c:v>2483.739</c:v>
                </c:pt>
                <c:pt idx="7">
                  <c:v>2583.012</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1622.813</c:v>
                </c:pt>
                <c:pt idx="1">
                  <c:v>114.71600000000001</c:v>
                </c:pt>
                <c:pt idx="2">
                  <c:v>216.83899999999997</c:v>
                </c:pt>
                <c:pt idx="3">
                  <c:v>135.197</c:v>
                </c:pt>
                <c:pt idx="4">
                  <c:v>194.906</c:v>
                </c:pt>
                <c:pt idx="5">
                  <c:v>199.268</c:v>
                </c:pt>
                <c:pt idx="6">
                  <c:v>99.273</c:v>
                </c:pt>
                <c:pt idx="7">
                  <c:v>192.033</c:v>
                </c:pt>
                <c:pt idx="8">
                  <c:v>2775.0449999999996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114.71600000000001</c:v>
                </c:pt>
                <c:pt idx="2">
                  <c:v>331.55499999999995</c:v>
                </c:pt>
                <c:pt idx="3">
                  <c:v>466.75199999999995</c:v>
                </c:pt>
                <c:pt idx="4">
                  <c:v>661.6579999999999</c:v>
                </c:pt>
                <c:pt idx="5">
                  <c:v>860.9259999999999</c:v>
                </c:pt>
                <c:pt idx="6">
                  <c:v>960.199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114.71600000000001</c:v>
                </c:pt>
                <c:pt idx="1">
                  <c:v>216.83899999999997</c:v>
                </c:pt>
                <c:pt idx="2">
                  <c:v>135.197</c:v>
                </c:pt>
                <c:pt idx="3">
                  <c:v>194.906</c:v>
                </c:pt>
                <c:pt idx="4">
                  <c:v>199.268</c:v>
                </c:pt>
                <c:pt idx="5">
                  <c:v>99.273</c:v>
                </c:pt>
                <c:pt idx="6">
                  <c:v>192.033</c:v>
                </c:pt>
                <c:pt idx="7">
                  <c:v>1152.232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1622.812</c:v>
                </c:pt>
                <c:pt idx="2">
                  <c:v>1861.8849999999998</c:v>
                </c:pt>
                <c:pt idx="3">
                  <c:v>2084.296</c:v>
                </c:pt>
                <c:pt idx="4">
                  <c:v>2326.555</c:v>
                </c:pt>
                <c:pt idx="5">
                  <c:v>2580.216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1622.812</c:v>
                </c:pt>
                <c:pt idx="1">
                  <c:v>239.07299999999998</c:v>
                </c:pt>
                <c:pt idx="2">
                  <c:v>222.411</c:v>
                </c:pt>
                <c:pt idx="3">
                  <c:v>242.25899999999996</c:v>
                </c:pt>
                <c:pt idx="4">
                  <c:v>253.66099999999994</c:v>
                </c:pt>
                <c:pt idx="5">
                  <c:v>194.829</c:v>
                </c:pt>
                <c:pt idx="6">
                  <c:v>2775.045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239.07299999999998</c:v>
                </c:pt>
                <c:pt idx="2">
                  <c:v>461.484</c:v>
                </c:pt>
                <c:pt idx="3">
                  <c:v>703.7429999999999</c:v>
                </c:pt>
                <c:pt idx="4">
                  <c:v>957.4039999999999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239.07299999999998</c:v>
                </c:pt>
                <c:pt idx="1">
                  <c:v>222.411</c:v>
                </c:pt>
                <c:pt idx="2">
                  <c:v>242.25899999999996</c:v>
                </c:pt>
                <c:pt idx="3">
                  <c:v>253.66099999999994</c:v>
                </c:pt>
                <c:pt idx="4">
                  <c:v>194.829</c:v>
                </c:pt>
                <c:pt idx="5">
                  <c:v>1152.233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1622.813</c:v>
                </c:pt>
                <c:pt idx="2">
                  <c:v>1882.931</c:v>
                </c:pt>
                <c:pt idx="3">
                  <c:v>2189.431</c:v>
                </c:pt>
                <c:pt idx="4">
                  <c:v>2449.362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1622.813</c:v>
                </c:pt>
                <c:pt idx="1">
                  <c:v>260.118</c:v>
                </c:pt>
                <c:pt idx="2">
                  <c:v>306.49999999999994</c:v>
                </c:pt>
                <c:pt idx="3">
                  <c:v>259.93100000000004</c:v>
                </c:pt>
                <c:pt idx="4">
                  <c:v>325.68499999999995</c:v>
                </c:pt>
                <c:pt idx="5">
                  <c:v>2775.047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260.118</c:v>
                </c:pt>
                <c:pt idx="2">
                  <c:v>566.6179999999999</c:v>
                </c:pt>
                <c:pt idx="3">
                  <c:v>826.549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260.118</c:v>
                </c:pt>
                <c:pt idx="1">
                  <c:v>306.49999999999994</c:v>
                </c:pt>
                <c:pt idx="2">
                  <c:v>259.93100000000004</c:v>
                </c:pt>
                <c:pt idx="3">
                  <c:v>325.68499999999995</c:v>
                </c:pt>
                <c:pt idx="4">
                  <c:v>1152.234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191.222</c:v>
                </c:pt>
                <c:pt idx="1">
                  <c:v>198.01800000000003</c:v>
                </c:pt>
                <c:pt idx="2">
                  <c:v>205.029</c:v>
                </c:pt>
                <c:pt idx="3">
                  <c:v>212.22899999999998</c:v>
                </c:pt>
                <c:pt idx="4">
                  <c:v>219.795</c:v>
                </c:pt>
                <c:pt idx="5">
                  <c:v>228.122</c:v>
                </c:pt>
                <c:pt idx="6">
                  <c:v>237.36399999999998</c:v>
                </c:pt>
                <c:pt idx="7">
                  <c:v>247.67000000000002</c:v>
                </c:pt>
                <c:pt idx="8">
                  <c:v>259.1</c:v>
                </c:pt>
                <c:pt idx="9">
                  <c:v>271.606</c:v>
                </c:pt>
                <c:pt idx="10">
                  <c:v>285.044</c:v>
                </c:pt>
                <c:pt idx="11">
                  <c:v>299.329</c:v>
                </c:pt>
                <c:pt idx="12">
                  <c:v>314.28700000000003</c:v>
                </c:pt>
                <c:pt idx="13">
                  <c:v>329.832</c:v>
                </c:pt>
                <c:pt idx="14">
                  <c:v>345.764</c:v>
                </c:pt>
                <c:pt idx="15">
                  <c:v>362.07500000000005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South Korea</c:v>
                </c:pt>
              </c:strCache>
            </c:strRef>
          </c:cat>
          <c:val>
            <c:numRef>
              <c:f>Sheet1!$B$2:$B$4</c:f>
              <c:numCache>
                <c:formatCode>General</c:formatCode>
                <c:ptCount val="3"/>
                <c:pt idx="0">
                  <c:v>0.05245930274733035</c:v>
                </c:pt>
                <c:pt idx="1">
                  <c:v>0.049659900716721106</c:v>
                </c:pt>
                <c:pt idx="2">
                  <c:v>0.04728078862564855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820058708895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228.122</c:v>
                </c:pt>
                <c:pt idx="2">
                  <c:v>237.36399999999998</c:v>
                </c:pt>
                <c:pt idx="3">
                  <c:v>247.67000000000002</c:v>
                </c:pt>
                <c:pt idx="4">
                  <c:v>259.1</c:v>
                </c:pt>
                <c:pt idx="5">
                  <c:v>271.606</c:v>
                </c:pt>
                <c:pt idx="6">
                  <c:v>285.044</c:v>
                </c:pt>
                <c:pt idx="7">
                  <c:v>299.329</c:v>
                </c:pt>
                <c:pt idx="8">
                  <c:v>314.28700000000003</c:v>
                </c:pt>
                <c:pt idx="9">
                  <c:v>329.832</c:v>
                </c:pt>
                <c:pt idx="10">
                  <c:v>345.764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228.122</c:v>
                </c:pt>
                <c:pt idx="1">
                  <c:v>9.241999999999962</c:v>
                </c:pt>
                <c:pt idx="2">
                  <c:v>10.30600000000004</c:v>
                </c:pt>
                <c:pt idx="3">
                  <c:v>11.430000000000007</c:v>
                </c:pt>
                <c:pt idx="4">
                  <c:v>12.505999999999972</c:v>
                </c:pt>
                <c:pt idx="5">
                  <c:v>13.437999999999988</c:v>
                </c:pt>
                <c:pt idx="6">
                  <c:v>14.285000000000025</c:v>
                </c:pt>
                <c:pt idx="7">
                  <c:v>14.958000000000027</c:v>
                </c:pt>
                <c:pt idx="8">
                  <c:v>15.544999999999959</c:v>
                </c:pt>
                <c:pt idx="9">
                  <c:v>15.932000000000016</c:v>
                </c:pt>
                <c:pt idx="10">
                  <c:v>16.311000000000035</c:v>
                </c:pt>
                <c:pt idx="11">
                  <c:v>362.07500000000005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10.778388226467014</c:v>
                </c:pt>
                <c:pt idx="1">
                  <c:v>2.883522730863712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89.22161177353298</c:v>
                </c:pt>
                <c:pt idx="1">
                  <c:v>97.11647726913628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465.49699999999996</c:v>
                </c:pt>
                <c:pt idx="1">
                  <c:v>484.036</c:v>
                </c:pt>
                <c:pt idx="2">
                  <c:v>503.34</c:v>
                </c:pt>
                <c:pt idx="3">
                  <c:v>523.559</c:v>
                </c:pt>
                <c:pt idx="4">
                  <c:v>544.929</c:v>
                </c:pt>
                <c:pt idx="5">
                  <c:v>570.153</c:v>
                </c:pt>
                <c:pt idx="6">
                  <c:v>598.548</c:v>
                </c:pt>
                <c:pt idx="7">
                  <c:v>630.585</c:v>
                </c:pt>
                <c:pt idx="8">
                  <c:v>666.712</c:v>
                </c:pt>
                <c:pt idx="9">
                  <c:v>707.144</c:v>
                </c:pt>
                <c:pt idx="10">
                  <c:v>751.5350000000001</c:v>
                </c:pt>
                <c:pt idx="11">
                  <c:v>799.8539999999999</c:v>
                </c:pt>
                <c:pt idx="12">
                  <c:v>851.646</c:v>
                </c:pt>
                <c:pt idx="13">
                  <c:v>906.978</c:v>
                </c:pt>
                <c:pt idx="14">
                  <c:v>965.4380000000001</c:v>
                </c:pt>
                <c:pt idx="15">
                  <c:v>1027.312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East Asia</c:v>
                </c:pt>
                <c:pt idx="2">
                  <c:v>South Korea</c:v>
                </c:pt>
              </c:strCache>
            </c:strRef>
          </c:cat>
          <c:val>
            <c:numRef>
              <c:f>Sheet1!$B$2:$B$4</c:f>
              <c:numCache>
                <c:formatCode>General</c:formatCode>
                <c:ptCount val="3"/>
                <c:pt idx="0">
                  <c:v>0.06658666629421717</c:v>
                </c:pt>
                <c:pt idx="1">
                  <c:v>0.06543619249267518</c:v>
                </c:pt>
                <c:pt idx="2">
                  <c:v>0.06064755393548582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91999497193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570.153</c:v>
                </c:pt>
                <c:pt idx="2">
                  <c:v>598.548</c:v>
                </c:pt>
                <c:pt idx="3">
                  <c:v>630.585</c:v>
                </c:pt>
                <c:pt idx="4">
                  <c:v>666.712</c:v>
                </c:pt>
                <c:pt idx="5">
                  <c:v>707.144</c:v>
                </c:pt>
                <c:pt idx="6">
                  <c:v>751.5350000000001</c:v>
                </c:pt>
                <c:pt idx="7">
                  <c:v>799.8539999999999</c:v>
                </c:pt>
                <c:pt idx="8">
                  <c:v>851.646</c:v>
                </c:pt>
                <c:pt idx="9">
                  <c:v>906.978</c:v>
                </c:pt>
                <c:pt idx="10">
                  <c:v>965.4380000000001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570.153</c:v>
                </c:pt>
                <c:pt idx="1">
                  <c:v>28.394999999999982</c:v>
                </c:pt>
                <c:pt idx="2">
                  <c:v>32.037000000000035</c:v>
                </c:pt>
                <c:pt idx="3">
                  <c:v>36.12699999999995</c:v>
                </c:pt>
                <c:pt idx="4">
                  <c:v>40.432000000000016</c:v>
                </c:pt>
                <c:pt idx="5">
                  <c:v>44.391000000000076</c:v>
                </c:pt>
                <c:pt idx="6">
                  <c:v>48.318999999999846</c:v>
                </c:pt>
                <c:pt idx="7">
                  <c:v>51.79200000000003</c:v>
                </c:pt>
                <c:pt idx="8">
                  <c:v>55.331999999999994</c:v>
                </c:pt>
                <c:pt idx="9">
                  <c:v>58.46000000000015</c:v>
                </c:pt>
                <c:pt idx="10">
                  <c:v>61.873999999999796</c:v>
                </c:pt>
                <c:pt idx="11">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Sheet1!$B$2:$B$3</c:f>
              <c:numCache>
                <c:formatCode>General</c:formatCode>
                <c:ptCount val="2"/>
                <c:pt idx="0">
                  <c:v>13.809815271833816</c:v>
                </c:pt>
                <c:pt idx="1">
                  <c:v>3.539922842940134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East Asia</c:v>
                </c:pt>
                <c:pt idx="1">
                  <c:v>Share of Global</c:v>
                </c:pt>
              </c:strCache>
            </c:strRef>
          </c:cat>
          <c:val>
            <c:numRef>
              <c:f>Sheet1!$C$2:$C$3</c:f>
              <c:numCache>
                <c:formatCode>General</c:formatCode>
                <c:ptCount val="2"/>
                <c:pt idx="0">
                  <c:v>86.19018472816619</c:v>
                </c:pt>
                <c:pt idx="1">
                  <c:v>96.46007715705987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Creams and Lotions</c:v>
                </c:pt>
                <c:pt idx="3">
                  <c:v>Powders</c:v>
                </c:pt>
                <c:pt idx="4">
                  <c:v>Sticks and Balms</c:v>
                </c:pt>
                <c:pt idx="5">
                  <c:v>Sprays and Mists</c:v>
                </c:pt>
                <c:pt idx="6">
                  <c:v>Serums and Oils</c:v>
                </c:pt>
                <c:pt idx="7">
                  <c:v>Waxes, Clays, Pastes…</c:v>
                </c:pt>
              </c:strCache>
            </c:strRef>
          </c:cat>
          <c:val>
            <c:numRef>
              <c:f>Sheet1!$B$2:$B$9</c:f>
              <c:numCache>
                <c:formatCode>General</c:formatCode>
                <c:ptCount val="8"/>
                <c:pt idx="0">
                  <c:v>38.875</c:v>
                </c:pt>
                <c:pt idx="1">
                  <c:v>47.419</c:v>
                </c:pt>
                <c:pt idx="2">
                  <c:v>60.153</c:v>
                </c:pt>
                <c:pt idx="3">
                  <c:v>64.041</c:v>
                </c:pt>
                <c:pt idx="4">
                  <c:v>69.63</c:v>
                </c:pt>
                <c:pt idx="5">
                  <c:v>86.326</c:v>
                </c:pt>
                <c:pt idx="6">
                  <c:v>95.452</c:v>
                </c:pt>
                <c:pt idx="7">
                  <c:v>108.257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5.06438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100.902</c:v>
                </c:pt>
                <c:pt idx="4">
                  <c:v>108.272</c:v>
                </c:pt>
                <c:pt idx="5">
                  <c:v>115.144</c:v>
                </c:pt>
                <c:pt idx="6">
                  <c:v>119.295</c:v>
                </c:pt>
                <c:pt idx="7">
                  <c:v>126.541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9.564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185.946</c:v>
                </c:pt>
                <c:pt idx="6">
                  <c:v>189.546</c:v>
                </c:pt>
                <c:pt idx="7">
                  <c:v>194.662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0.847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Salon and Professiona…</c:v>
                </c:pt>
                <c:pt idx="5">
                  <c:v>Beauty Specialty Reta…</c:v>
                </c:pt>
                <c:pt idx="6">
                  <c:v>Mass Retail</c:v>
                </c:pt>
                <c:pt idx="7">
                  <c:v>Online Marketplaces</c:v>
                </c:pt>
              </c:strCache>
            </c:strRef>
          </c:cat>
          <c:val>
            <c:numRef>
              <c:f>Sheet1!$B$2:$B$9</c:f>
              <c:numCache>
                <c:formatCode>General</c:formatCode>
                <c:ptCount val="8"/>
                <c:pt idx="2">
                  <c:v>78.892</c:v>
                </c:pt>
                <c:pt idx="3">
                  <c:v>80.495</c:v>
                </c:pt>
                <c:pt idx="4">
                  <c:v>91.838</c:v>
                </c:pt>
                <c:pt idx="5">
                  <c:v>95.388</c:v>
                </c:pt>
                <c:pt idx="6">
                  <c:v>100.758</c:v>
                </c:pt>
                <c:pt idx="7">
                  <c:v>122.783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4.529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Texture and Separation</c:v>
                </c:pt>
                <c:pt idx="3">
                  <c:v>Curl Definition</c:v>
                </c:pt>
                <c:pt idx="4">
                  <c:v>Hold and Shape</c:v>
                </c:pt>
                <c:pt idx="5">
                  <c:v>Smoothing and Frizz C…</c:v>
                </c:pt>
                <c:pt idx="6">
                  <c:v>Heat Styling Support</c:v>
                </c:pt>
                <c:pt idx="7">
                  <c:v>Volume and Root Lift</c:v>
                </c:pt>
              </c:strCache>
            </c:strRef>
          </c:cat>
          <c:val>
            <c:numRef>
              <c:f>Sheet1!$B$2:$B$9</c:f>
              <c:numCache>
                <c:formatCode>General</c:formatCode>
                <c:ptCount val="8"/>
                <c:pt idx="1">
                  <c:v>62.834</c:v>
                </c:pt>
                <c:pt idx="2">
                  <c:v>73.793</c:v>
                </c:pt>
                <c:pt idx="3">
                  <c:v>74.198</c:v>
                </c:pt>
                <c:pt idx="4">
                  <c:v>83.643</c:v>
                </c:pt>
                <c:pt idx="5">
                  <c:v>83.922</c:v>
                </c:pt>
                <c:pt idx="6">
                  <c:v>87.263</c:v>
                </c:pt>
                <c:pt idx="7">
                  <c:v>104.5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All Hair Types</c:v>
                </c:pt>
                <c:pt idx="7">
                  <c:v>Straight Hair</c:v>
                </c:pt>
              </c:strCache>
            </c:strRef>
          </c:cat>
          <c:val>
            <c:numRef>
              <c:f>Sheet1!$B$2:$B$9</c:f>
              <c:numCache>
                <c:formatCode>General</c:formatCode>
                <c:ptCount val="8"/>
                <c:pt idx="3">
                  <c:v>98.015</c:v>
                </c:pt>
                <c:pt idx="4">
                  <c:v>102.659</c:v>
                </c:pt>
                <c:pt idx="5">
                  <c:v>109.596</c:v>
                </c:pt>
                <c:pt idx="6">
                  <c:v>118.495</c:v>
                </c:pt>
                <c:pt idx="7">
                  <c:v>141.389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9.4612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136.80700000000002</c:v>
                </c:pt>
                <c:pt idx="5">
                  <c:v>142.18099999999998</c:v>
                </c:pt>
                <c:pt idx="6">
                  <c:v>143.154</c:v>
                </c:pt>
                <c:pt idx="7">
                  <c:v>148.01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8.33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570.153</c:v>
                </c:pt>
                <c:pt idx="2">
                  <c:v>610.299</c:v>
                </c:pt>
                <c:pt idx="3">
                  <c:v>633.9209999999999</c:v>
                </c:pt>
                <c:pt idx="4">
                  <c:v>670.0219999999999</c:v>
                </c:pt>
                <c:pt idx="5">
                  <c:v>717.284</c:v>
                </c:pt>
                <c:pt idx="6">
                  <c:v>791.685</c:v>
                </c:pt>
                <c:pt idx="7">
                  <c:v>857.731</c:v>
                </c:pt>
                <c:pt idx="8">
                  <c:v>948.559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570.153</c:v>
                </c:pt>
                <c:pt idx="1">
                  <c:v>40.146</c:v>
                </c:pt>
                <c:pt idx="2">
                  <c:v>23.622</c:v>
                </c:pt>
                <c:pt idx="3">
                  <c:v>36.101</c:v>
                </c:pt>
                <c:pt idx="4">
                  <c:v>47.26200000000001</c:v>
                </c:pt>
                <c:pt idx="5">
                  <c:v>74.40099999999998</c:v>
                </c:pt>
                <c:pt idx="6">
                  <c:v>66.04599999999999</c:v>
                </c:pt>
                <c:pt idx="7">
                  <c:v>90.828</c:v>
                </c:pt>
                <c:pt idx="8">
                  <c:v>78.75300000000001</c:v>
                </c:pt>
                <c:pt idx="9">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40.146</c:v>
                </c:pt>
                <c:pt idx="2">
                  <c:v>63.768</c:v>
                </c:pt>
                <c:pt idx="3">
                  <c:v>99.869</c:v>
                </c:pt>
                <c:pt idx="4">
                  <c:v>147.131</c:v>
                </c:pt>
                <c:pt idx="5">
                  <c:v>221.53199999999998</c:v>
                </c:pt>
                <c:pt idx="6">
                  <c:v>287.578</c:v>
                </c:pt>
                <c:pt idx="7">
                  <c:v>378.40599999999995</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40.146</c:v>
                </c:pt>
                <c:pt idx="1">
                  <c:v>23.622</c:v>
                </c:pt>
                <c:pt idx="2">
                  <c:v>36.101</c:v>
                </c:pt>
                <c:pt idx="3">
                  <c:v>47.26200000000001</c:v>
                </c:pt>
                <c:pt idx="4">
                  <c:v>74.40099999999998</c:v>
                </c:pt>
                <c:pt idx="5">
                  <c:v>66.04599999999999</c:v>
                </c:pt>
                <c:pt idx="6">
                  <c:v>90.828</c:v>
                </c:pt>
                <c:pt idx="7">
                  <c:v>78.75300000000001</c:v>
                </c:pt>
                <c:pt idx="8">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570.154</c:v>
                </c:pt>
                <c:pt idx="2">
                  <c:v>667.867</c:v>
                </c:pt>
                <c:pt idx="3">
                  <c:v>781.1099999999999</c:v>
                </c:pt>
                <c:pt idx="4">
                  <c:v>880.7269999999999</c:v>
                </c:pt>
                <c:pt idx="5">
                  <c:v>964.3279999999999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570.154</c:v>
                </c:pt>
                <c:pt idx="1">
                  <c:v>97.71300000000001</c:v>
                </c:pt>
                <c:pt idx="2">
                  <c:v>113.243</c:v>
                </c:pt>
                <c:pt idx="3">
                  <c:v>99.61699999999999</c:v>
                </c:pt>
                <c:pt idx="4">
                  <c:v>83.60099999999998</c:v>
                </c:pt>
                <c:pt idx="5">
                  <c:v>62.985</c:v>
                </c:pt>
                <c:pt idx="6">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97.71300000000001</c:v>
                </c:pt>
                <c:pt idx="2">
                  <c:v>210.95600000000002</c:v>
                </c:pt>
                <c:pt idx="3">
                  <c:v>310.573</c:v>
                </c:pt>
                <c:pt idx="4">
                  <c:v>394.174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97.71300000000001</c:v>
                </c:pt>
                <c:pt idx="1">
                  <c:v>113.243</c:v>
                </c:pt>
                <c:pt idx="2">
                  <c:v>99.61699999999999</c:v>
                </c:pt>
                <c:pt idx="3">
                  <c:v>83.60099999999998</c:v>
                </c:pt>
                <c:pt idx="4">
                  <c:v>62.985</c:v>
                </c:pt>
                <c:pt idx="5">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570.154</c:v>
                </c:pt>
                <c:pt idx="2">
                  <c:v>720.595</c:v>
                </c:pt>
                <c:pt idx="3">
                  <c:v>858.21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570.154</c:v>
                </c:pt>
                <c:pt idx="1">
                  <c:v>150.44100000000003</c:v>
                </c:pt>
                <c:pt idx="2">
                  <c:v>137.61499999999998</c:v>
                </c:pt>
                <c:pt idx="3">
                  <c:v>169.10299999999998</c:v>
                </c:pt>
                <c:pt idx="4">
                  <c:v>1027.313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150.44100000000003</c:v>
                </c:pt>
                <c:pt idx="2">
                  <c:v>288.05600000000004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150.44100000000003</c:v>
                </c:pt>
                <c:pt idx="1">
                  <c:v>137.61499999999998</c:v>
                </c:pt>
                <c:pt idx="2">
                  <c:v>169.10299999999998</c:v>
                </c:pt>
                <c:pt idx="3">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570.154</c:v>
                </c:pt>
                <c:pt idx="2">
                  <c:v>628.241</c:v>
                </c:pt>
                <c:pt idx="3">
                  <c:v>706.429</c:v>
                </c:pt>
                <c:pt idx="4">
                  <c:v>774.316</c:v>
                </c:pt>
                <c:pt idx="5">
                  <c:v>827.4480000000001</c:v>
                </c:pt>
                <c:pt idx="6">
                  <c:v>953.0550000000001</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570.154</c:v>
                </c:pt>
                <c:pt idx="1">
                  <c:v>58.087</c:v>
                </c:pt>
                <c:pt idx="2">
                  <c:v>78.18799999999999</c:v>
                </c:pt>
                <c:pt idx="3">
                  <c:v>67.887</c:v>
                </c:pt>
                <c:pt idx="4">
                  <c:v>53.132000000000005</c:v>
                </c:pt>
                <c:pt idx="5">
                  <c:v>125.60699999999999</c:v>
                </c:pt>
                <c:pt idx="6">
                  <c:v>74.25900000000001</c:v>
                </c:pt>
                <c:pt idx="7">
                  <c:v>1027.3139999999999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58.087</c:v>
                </c:pt>
                <c:pt idx="2">
                  <c:v>136.27499999999998</c:v>
                </c:pt>
                <c:pt idx="3">
                  <c:v>204.16199999999998</c:v>
                </c:pt>
                <c:pt idx="4">
                  <c:v>257.294</c:v>
                </c:pt>
                <c:pt idx="5">
                  <c:v>382.90099999999995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58.087</c:v>
                </c:pt>
                <c:pt idx="1">
                  <c:v>78.18799999999999</c:v>
                </c:pt>
                <c:pt idx="2">
                  <c:v>67.887</c:v>
                </c:pt>
                <c:pt idx="3">
                  <c:v>53.132000000000005</c:v>
                </c:pt>
                <c:pt idx="4">
                  <c:v>125.60699999999999</c:v>
                </c:pt>
                <c:pt idx="5">
                  <c:v>74.25900000000001</c:v>
                </c:pt>
                <c:pt idx="6">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570.153</c:v>
                </c:pt>
                <c:pt idx="2">
                  <c:v>615.663</c:v>
                </c:pt>
                <c:pt idx="3">
                  <c:v>695.78</c:v>
                </c:pt>
                <c:pt idx="4">
                  <c:v>768.858</c:v>
                </c:pt>
                <c:pt idx="5">
                  <c:v>827.0149999999999</c:v>
                </c:pt>
                <c:pt idx="6">
                  <c:v>902.6279999999999</c:v>
                </c:pt>
                <c:pt idx="7">
                  <c:v>941.9509999999999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570.153</c:v>
                </c:pt>
                <c:pt idx="1">
                  <c:v>45.50999999999999</c:v>
                </c:pt>
                <c:pt idx="2">
                  <c:v>80.117</c:v>
                </c:pt>
                <c:pt idx="3">
                  <c:v>73.078</c:v>
                </c:pt>
                <c:pt idx="4">
                  <c:v>58.15699999999998</c:v>
                </c:pt>
                <c:pt idx="5">
                  <c:v>75.613</c:v>
                </c:pt>
                <c:pt idx="6">
                  <c:v>39.32299999999999</c:v>
                </c:pt>
                <c:pt idx="7">
                  <c:v>85.362</c:v>
                </c:pt>
                <c:pt idx="8">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45.50999999999999</c:v>
                </c:pt>
                <c:pt idx="2">
                  <c:v>125.627</c:v>
                </c:pt>
                <c:pt idx="3">
                  <c:v>198.70499999999998</c:v>
                </c:pt>
                <c:pt idx="4">
                  <c:v>256.86199999999997</c:v>
                </c:pt>
                <c:pt idx="5">
                  <c:v>332.47499999999997</c:v>
                </c:pt>
                <c:pt idx="6">
                  <c:v>371.79799999999994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45.50999999999999</c:v>
                </c:pt>
                <c:pt idx="1">
                  <c:v>80.117</c:v>
                </c:pt>
                <c:pt idx="2">
                  <c:v>73.078</c:v>
                </c:pt>
                <c:pt idx="3">
                  <c:v>58.15699999999998</c:v>
                </c:pt>
                <c:pt idx="4">
                  <c:v>75.613</c:v>
                </c:pt>
                <c:pt idx="5">
                  <c:v>39.32299999999999</c:v>
                </c:pt>
                <c:pt idx="6">
                  <c:v>85.362</c:v>
                </c:pt>
                <c:pt idx="7">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570.154</c:v>
                </c:pt>
                <c:pt idx="2">
                  <c:v>660.5509999999999</c:v>
                </c:pt>
                <c:pt idx="3">
                  <c:v>748.5609999999999</c:v>
                </c:pt>
                <c:pt idx="4">
                  <c:v>843.2449999999999</c:v>
                </c:pt>
                <c:pt idx="5">
                  <c:v>941.6599999999999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570.154</c:v>
                </c:pt>
                <c:pt idx="1">
                  <c:v>90.39699999999999</c:v>
                </c:pt>
                <c:pt idx="2">
                  <c:v>88.00999999999999</c:v>
                </c:pt>
                <c:pt idx="3">
                  <c:v>94.68399999999998</c:v>
                </c:pt>
                <c:pt idx="4">
                  <c:v>98.415</c:v>
                </c:pt>
                <c:pt idx="5">
                  <c:v>85.65299999999999</c:v>
                </c:pt>
                <c:pt idx="6">
                  <c:v>1027.3129999999999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90.39699999999999</c:v>
                </c:pt>
                <c:pt idx="2">
                  <c:v>178.40699999999998</c:v>
                </c:pt>
                <c:pt idx="3">
                  <c:v>273.09099999999995</c:v>
                </c:pt>
                <c:pt idx="4">
                  <c:v>371.506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90.39699999999999</c:v>
                </c:pt>
                <c:pt idx="1">
                  <c:v>88.00999999999999</c:v>
                </c:pt>
                <c:pt idx="2">
                  <c:v>94.68399999999998</c:v>
                </c:pt>
                <c:pt idx="3">
                  <c:v>98.415</c:v>
                </c:pt>
                <c:pt idx="4">
                  <c:v>85.65299999999999</c:v>
                </c:pt>
                <c:pt idx="5">
                  <c:v>457.159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570.152</c:v>
                </c:pt>
                <c:pt idx="2">
                  <c:v>668.902</c:v>
                </c:pt>
                <c:pt idx="3">
                  <c:v>790.129</c:v>
                </c:pt>
                <c:pt idx="4">
                  <c:v>896.711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570.152</c:v>
                </c:pt>
                <c:pt idx="1">
                  <c:v>98.75</c:v>
                </c:pt>
                <c:pt idx="2">
                  <c:v>121.22699999999998</c:v>
                </c:pt>
                <c:pt idx="3">
                  <c:v>106.582</c:v>
                </c:pt>
                <c:pt idx="4">
                  <c:v>130.601</c:v>
                </c:pt>
                <c:pt idx="5">
                  <c:v>1027.312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98.75</c:v>
                </c:pt>
                <c:pt idx="2">
                  <c:v>219.97699999999998</c:v>
                </c:pt>
                <c:pt idx="3">
                  <c:v>326.55899999999997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98.75</c:v>
                </c:pt>
                <c:pt idx="1">
                  <c:v>121.22699999999998</c:v>
                </c:pt>
                <c:pt idx="2">
                  <c:v>106.582</c:v>
                </c:pt>
                <c:pt idx="3">
                  <c:v>130.601</c:v>
                </c:pt>
                <c:pt idx="4">
                  <c:v>457.15999999999997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364.452</c:v>
                </c:pt>
                <c:pt idx="1">
                  <c:v>385.4</c:v>
                </c:pt>
                <c:pt idx="2">
                  <c:v>407.428</c:v>
                </c:pt>
                <c:pt idx="3">
                  <c:v>430.508</c:v>
                </c:pt>
                <c:pt idx="4">
                  <c:v>455.226</c:v>
                </c:pt>
                <c:pt idx="5">
                  <c:v>482.912</c:v>
                </c:pt>
                <c:pt idx="6">
                  <c:v>514.219</c:v>
                </c:pt>
                <c:pt idx="7">
                  <c:v>549.809</c:v>
                </c:pt>
                <c:pt idx="8">
                  <c:v>590.006</c:v>
                </c:pt>
                <c:pt idx="9">
                  <c:v>634.7860000000001</c:v>
                </c:pt>
                <c:pt idx="10">
                  <c:v>683.892</c:v>
                </c:pt>
                <c:pt idx="11">
                  <c:v>737.2729999999999</c:v>
                </c:pt>
                <c:pt idx="12">
                  <c:v>794.639</c:v>
                </c:pt>
                <c:pt idx="13">
                  <c:v>855.757</c:v>
                </c:pt>
                <c:pt idx="14">
                  <c:v>919.938</c:v>
                </c:pt>
                <c:pt idx="15">
                  <c:v>987.238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India</c:v>
                </c:pt>
              </c:strCache>
            </c:strRef>
          </c:cat>
          <c:val>
            <c:numRef>
              <c:f>Sheet1!$B$2:$B$4</c:f>
              <c:numCache>
                <c:formatCode>General</c:formatCode>
                <c:ptCount val="3"/>
                <c:pt idx="0">
                  <c:v>0.05245930274733035</c:v>
                </c:pt>
                <c:pt idx="1">
                  <c:v>0.06654594628969646</c:v>
                </c:pt>
                <c:pt idx="2">
                  <c:v>0.0741263895070765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00706258345532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482.912</c:v>
                </c:pt>
                <c:pt idx="2">
                  <c:v>514.219</c:v>
                </c:pt>
                <c:pt idx="3">
                  <c:v>549.809</c:v>
                </c:pt>
                <c:pt idx="4">
                  <c:v>590.006</c:v>
                </c:pt>
                <c:pt idx="5">
                  <c:v>634.7860000000001</c:v>
                </c:pt>
                <c:pt idx="6">
                  <c:v>683.892</c:v>
                </c:pt>
                <c:pt idx="7">
                  <c:v>737.2729999999999</c:v>
                </c:pt>
                <c:pt idx="8">
                  <c:v>794.639</c:v>
                </c:pt>
                <c:pt idx="9">
                  <c:v>855.757</c:v>
                </c:pt>
                <c:pt idx="10">
                  <c:v>919.938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482.912</c:v>
                </c:pt>
                <c:pt idx="1">
                  <c:v>31.307000000000073</c:v>
                </c:pt>
                <c:pt idx="2">
                  <c:v>35.58999999999992</c:v>
                </c:pt>
                <c:pt idx="3">
                  <c:v>40.197</c:v>
                </c:pt>
                <c:pt idx="4">
                  <c:v>44.780000000000086</c:v>
                </c:pt>
                <c:pt idx="5">
                  <c:v>49.105999999999995</c:v>
                </c:pt>
                <c:pt idx="6">
                  <c:v>53.38099999999986</c:v>
                </c:pt>
                <c:pt idx="7">
                  <c:v>57.3660000000001</c:v>
                </c:pt>
                <c:pt idx="8">
                  <c:v>61.11799999999994</c:v>
                </c:pt>
                <c:pt idx="9">
                  <c:v>64.18100000000004</c:v>
                </c:pt>
                <c:pt idx="10">
                  <c:v>67.30000000000007</c:v>
                </c:pt>
                <c:pt idx="11">
                  <c:v>987.238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39.974438186435684</c:v>
                </c:pt>
                <c:pt idx="1">
                  <c:v>6.104136071956483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60.025561813564316</c:v>
                </c:pt>
                <c:pt idx="1">
                  <c:v>93.89586392804351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357.432</c:v>
                </c:pt>
                <c:pt idx="1">
                  <c:v>380.032</c:v>
                </c:pt>
                <c:pt idx="2">
                  <c:v>403.993</c:v>
                </c:pt>
                <c:pt idx="3">
                  <c:v>429.563</c:v>
                </c:pt>
                <c:pt idx="4">
                  <c:v>457.186</c:v>
                </c:pt>
                <c:pt idx="5">
                  <c:v>490.546</c:v>
                </c:pt>
                <c:pt idx="6">
                  <c:v>528.857</c:v>
                </c:pt>
                <c:pt idx="7">
                  <c:v>573.109</c:v>
                </c:pt>
                <c:pt idx="8">
                  <c:v>624.085</c:v>
                </c:pt>
                <c:pt idx="9">
                  <c:v>682.2860000000001</c:v>
                </c:pt>
                <c:pt idx="10">
                  <c:v>747.768</c:v>
                </c:pt>
                <c:pt idx="11">
                  <c:v>820.874</c:v>
                </c:pt>
                <c:pt idx="12">
                  <c:v>901.5140000000001</c:v>
                </c:pt>
                <c:pt idx="13">
                  <c:v>989.8799999999999</c:v>
                </c:pt>
                <c:pt idx="14">
                  <c:v>1085.863</c:v>
                </c:pt>
                <c:pt idx="15">
                  <c:v>1190.032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India</c:v>
                </c:pt>
              </c:strCache>
            </c:strRef>
          </c:cat>
          <c:val>
            <c:numRef>
              <c:f>Sheet1!$B$2:$B$4</c:f>
              <c:numCache>
                <c:formatCode>General</c:formatCode>
                <c:ptCount val="3"/>
                <c:pt idx="0">
                  <c:v>0.06658666629421717</c:v>
                </c:pt>
                <c:pt idx="1">
                  <c:v>0.07853749693674184</c:v>
                </c:pt>
                <c:pt idx="2">
                  <c:v>0.09266715874938791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5100664311673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490.546</c:v>
                </c:pt>
                <c:pt idx="2">
                  <c:v>528.857</c:v>
                </c:pt>
                <c:pt idx="3">
                  <c:v>573.109</c:v>
                </c:pt>
                <c:pt idx="4">
                  <c:v>624.085</c:v>
                </c:pt>
                <c:pt idx="5">
                  <c:v>682.2860000000001</c:v>
                </c:pt>
                <c:pt idx="6">
                  <c:v>747.768</c:v>
                </c:pt>
                <c:pt idx="7">
                  <c:v>820.874</c:v>
                </c:pt>
                <c:pt idx="8">
                  <c:v>901.5140000000001</c:v>
                </c:pt>
                <c:pt idx="9">
                  <c:v>989.8799999999999</c:v>
                </c:pt>
                <c:pt idx="10">
                  <c:v>1085.863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490.546</c:v>
                </c:pt>
                <c:pt idx="1">
                  <c:v>38.31099999999998</c:v>
                </c:pt>
                <c:pt idx="2">
                  <c:v>44.252000000000066</c:v>
                </c:pt>
                <c:pt idx="3">
                  <c:v>50.976</c:v>
                </c:pt>
                <c:pt idx="4">
                  <c:v>58.20100000000002</c:v>
                </c:pt>
                <c:pt idx="5">
                  <c:v>65.48199999999997</c:v>
                </c:pt>
                <c:pt idx="6">
                  <c:v>73.106</c:v>
                </c:pt>
                <c:pt idx="7">
                  <c:v>80.6400000000001</c:v>
                </c:pt>
                <c:pt idx="8">
                  <c:v>88.36599999999976</c:v>
                </c:pt>
                <c:pt idx="9">
                  <c:v>95.98300000000017</c:v>
                </c:pt>
                <c:pt idx="10">
                  <c:v>104.16899999999987</c:v>
                </c:pt>
                <c:pt idx="11">
                  <c:v>1190.032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27.700284487149517</c:v>
                </c:pt>
                <c:pt idx="1">
                  <c:v>3.045664919614403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72.29971551285048</c:v>
                </c:pt>
                <c:pt idx="1">
                  <c:v>96.95433508038559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Creams and Lotions</c:v>
                </c:pt>
                <c:pt idx="4">
                  <c:v>Gels and Jellies</c:v>
                </c:pt>
                <c:pt idx="5">
                  <c:v>Sticks and Balms</c:v>
                </c:pt>
                <c:pt idx="6">
                  <c:v>Serums and Oils</c:v>
                </c:pt>
                <c:pt idx="7">
                  <c:v>Waxes, Clays, Pastes…</c:v>
                </c:pt>
              </c:strCache>
            </c:strRef>
          </c:cat>
          <c:val>
            <c:numRef>
              <c:f>Sheet1!$B$2:$B$9</c:f>
              <c:numCache>
                <c:formatCode>General</c:formatCode>
                <c:ptCount val="8"/>
                <c:pt idx="0">
                  <c:v>33.275999999999996</c:v>
                </c:pt>
                <c:pt idx="1">
                  <c:v>43.097</c:v>
                </c:pt>
                <c:pt idx="2">
                  <c:v>45.393</c:v>
                </c:pt>
                <c:pt idx="3">
                  <c:v>62.114</c:v>
                </c:pt>
                <c:pt idx="4">
                  <c:v>63.054</c:v>
                </c:pt>
                <c:pt idx="5">
                  <c:v>67.106</c:v>
                </c:pt>
                <c:pt idx="6">
                  <c:v>81.688</c:v>
                </c:pt>
                <c:pt idx="7">
                  <c:v>94.818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7.056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Strong Hold</c:v>
                </c:pt>
                <c:pt idx="7">
                  <c:v>Medium Hold</c:v>
                </c:pt>
              </c:strCache>
            </c:strRef>
          </c:cat>
          <c:val>
            <c:numRef>
              <c:f>Sheet1!$B$2:$B$9</c:f>
              <c:numCache>
                <c:formatCode>General</c:formatCode>
                <c:ptCount val="8"/>
                <c:pt idx="3">
                  <c:v>70.808</c:v>
                </c:pt>
                <c:pt idx="4">
                  <c:v>89.978</c:v>
                </c:pt>
                <c:pt idx="5">
                  <c:v>96.167</c:v>
                </c:pt>
                <c:pt idx="6">
                  <c:v>112.231</c:v>
                </c:pt>
                <c:pt idx="7">
                  <c:v>121.363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2.626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159.175</c:v>
                </c:pt>
                <c:pt idx="6">
                  <c:v>163.406</c:v>
                </c:pt>
                <c:pt idx="7">
                  <c:v>167.967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5.0757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57.375</c:v>
                </c:pt>
                <c:pt idx="3">
                  <c:v>69.866</c:v>
                </c:pt>
                <c:pt idx="4">
                  <c:v>70.479</c:v>
                </c:pt>
                <c:pt idx="5">
                  <c:v>79.609</c:v>
                </c:pt>
                <c:pt idx="6">
                  <c:v>88.352</c:v>
                </c:pt>
                <c:pt idx="7">
                  <c:v>124.866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7.3204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56.549</c:v>
                </c:pt>
                <c:pt idx="2">
                  <c:v>65.67</c:v>
                </c:pt>
                <c:pt idx="3">
                  <c:v>67.057</c:v>
                </c:pt>
                <c:pt idx="4">
                  <c:v>67.066</c:v>
                </c:pt>
                <c:pt idx="5">
                  <c:v>67.222</c:v>
                </c:pt>
                <c:pt idx="6">
                  <c:v>74.808</c:v>
                </c:pt>
                <c:pt idx="7">
                  <c:v>92.175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514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All Hair Types</c:v>
                </c:pt>
                <c:pt idx="6">
                  <c:v>Wavy Hair</c:v>
                </c:pt>
                <c:pt idx="7">
                  <c:v>Straight Hair</c:v>
                </c:pt>
              </c:strCache>
            </c:strRef>
          </c:cat>
          <c:val>
            <c:numRef>
              <c:f>Sheet1!$B$2:$B$9</c:f>
              <c:numCache>
                <c:formatCode>General</c:formatCode>
                <c:ptCount val="8"/>
                <c:pt idx="3">
                  <c:v>84.143</c:v>
                </c:pt>
                <c:pt idx="4">
                  <c:v>87.849</c:v>
                </c:pt>
                <c:pt idx="5">
                  <c:v>101.561</c:v>
                </c:pt>
                <c:pt idx="6">
                  <c:v>104.913</c:v>
                </c:pt>
                <c:pt idx="7">
                  <c:v>112.081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0.18854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116.881</c:v>
                </c:pt>
                <c:pt idx="5">
                  <c:v>122.634</c:v>
                </c:pt>
                <c:pt idx="6">
                  <c:v>123.645</c:v>
                </c:pt>
                <c:pt idx="7">
                  <c:v>127.387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70.69858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490.546</c:v>
                </c:pt>
                <c:pt idx="2">
                  <c:v>532.153</c:v>
                </c:pt>
                <c:pt idx="3">
                  <c:v>569.024</c:v>
                </c:pt>
                <c:pt idx="4">
                  <c:v>641.052</c:v>
                </c:pt>
                <c:pt idx="5">
                  <c:v>740.977</c:v>
                </c:pt>
                <c:pt idx="6">
                  <c:v>873.7529999999999</c:v>
                </c:pt>
                <c:pt idx="7">
                  <c:v>951.7459999999999</c:v>
                </c:pt>
                <c:pt idx="8">
                  <c:v>1074.8539999999998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490.546</c:v>
                </c:pt>
                <c:pt idx="1">
                  <c:v>41.607000000000006</c:v>
                </c:pt>
                <c:pt idx="2">
                  <c:v>36.870999999999995</c:v>
                </c:pt>
                <c:pt idx="3">
                  <c:v>72.02799999999999</c:v>
                </c:pt>
                <c:pt idx="4">
                  <c:v>99.92499999999998</c:v>
                </c:pt>
                <c:pt idx="5">
                  <c:v>132.776</c:v>
                </c:pt>
                <c:pt idx="6">
                  <c:v>77.993</c:v>
                </c:pt>
                <c:pt idx="7">
                  <c:v>123.10799999999999</c:v>
                </c:pt>
                <c:pt idx="8">
                  <c:v>115.178</c:v>
                </c:pt>
                <c:pt idx="9">
                  <c:v>1190.032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41.607000000000006</c:v>
                </c:pt>
                <c:pt idx="2">
                  <c:v>78.47800000000001</c:v>
                </c:pt>
                <c:pt idx="3">
                  <c:v>150.506</c:v>
                </c:pt>
                <c:pt idx="4">
                  <c:v>250.43099999999998</c:v>
                </c:pt>
                <c:pt idx="5">
                  <c:v>383.207</c:v>
                </c:pt>
                <c:pt idx="6">
                  <c:v>461.2</c:v>
                </c:pt>
                <c:pt idx="7">
                  <c:v>584.308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41.607000000000006</c:v>
                </c:pt>
                <c:pt idx="1">
                  <c:v>36.870999999999995</c:v>
                </c:pt>
                <c:pt idx="2">
                  <c:v>72.02799999999999</c:v>
                </c:pt>
                <c:pt idx="3">
                  <c:v>99.92499999999998</c:v>
                </c:pt>
                <c:pt idx="4">
                  <c:v>132.776</c:v>
                </c:pt>
                <c:pt idx="5">
                  <c:v>77.993</c:v>
                </c:pt>
                <c:pt idx="6">
                  <c:v>123.10799999999999</c:v>
                </c:pt>
                <c:pt idx="7">
                  <c:v>115.178</c:v>
                </c:pt>
                <c:pt idx="8">
                  <c:v>699.486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490.547</c:v>
                </c:pt>
                <c:pt idx="2">
                  <c:v>603.23</c:v>
                </c:pt>
                <c:pt idx="3">
                  <c:v>755.2660000000001</c:v>
                </c:pt>
                <c:pt idx="4">
                  <c:v>927.644</c:v>
                </c:pt>
                <c:pt idx="5">
                  <c:v>1074.013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490.547</c:v>
                </c:pt>
                <c:pt idx="1">
                  <c:v>112.683</c:v>
                </c:pt>
                <c:pt idx="2">
                  <c:v>152.036</c:v>
                </c:pt>
                <c:pt idx="3">
                  <c:v>172.378</c:v>
                </c:pt>
                <c:pt idx="4">
                  <c:v>146.36900000000003</c:v>
                </c:pt>
                <c:pt idx="5">
                  <c:v>116.02099999999999</c:v>
                </c:pt>
                <c:pt idx="6">
                  <c:v>1190.034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112.683</c:v>
                </c:pt>
                <c:pt idx="2">
                  <c:v>264.719</c:v>
                </c:pt>
                <c:pt idx="3">
                  <c:v>437.097</c:v>
                </c:pt>
                <c:pt idx="4">
                  <c:v>583.466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112.683</c:v>
                </c:pt>
                <c:pt idx="1">
                  <c:v>152.036</c:v>
                </c:pt>
                <c:pt idx="2">
                  <c:v>172.378</c:v>
                </c:pt>
                <c:pt idx="3">
                  <c:v>146.36900000000003</c:v>
                </c:pt>
                <c:pt idx="4">
                  <c:v>116.02099999999999</c:v>
                </c:pt>
                <c:pt idx="5">
                  <c:v>699.487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490.54800000000006</c:v>
                </c:pt>
                <c:pt idx="2">
                  <c:v>720.99</c:v>
                </c:pt>
                <c:pt idx="3">
                  <c:v>938.433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490.54800000000006</c:v>
                </c:pt>
                <c:pt idx="1">
                  <c:v>230.442</c:v>
                </c:pt>
                <c:pt idx="2">
                  <c:v>217.443</c:v>
                </c:pt>
                <c:pt idx="3">
                  <c:v>251.59999999999997</c:v>
                </c:pt>
                <c:pt idx="4">
                  <c:v>1190.033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230.442</c:v>
                </c:pt>
                <c:pt idx="2">
                  <c:v>447.885</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230.442</c:v>
                </c:pt>
                <c:pt idx="1">
                  <c:v>217.443</c:v>
                </c:pt>
                <c:pt idx="2">
                  <c:v>251.59999999999997</c:v>
                </c:pt>
                <c:pt idx="3">
                  <c:v>699.4849999999999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490.547</c:v>
                </c:pt>
                <c:pt idx="2">
                  <c:v>630.048</c:v>
                </c:pt>
                <c:pt idx="3">
                  <c:v>739.225</c:v>
                </c:pt>
                <c:pt idx="4">
                  <c:v>849.794</c:v>
                </c:pt>
                <c:pt idx="5">
                  <c:v>937.5699999999999</c:v>
                </c:pt>
                <c:pt idx="6">
                  <c:v>1095.6299999999999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490.547</c:v>
                </c:pt>
                <c:pt idx="1">
                  <c:v>139.50100000000003</c:v>
                </c:pt>
                <c:pt idx="2">
                  <c:v>109.177</c:v>
                </c:pt>
                <c:pt idx="3">
                  <c:v>110.569</c:v>
                </c:pt>
                <c:pt idx="4">
                  <c:v>87.776</c:v>
                </c:pt>
                <c:pt idx="5">
                  <c:v>158.06</c:v>
                </c:pt>
                <c:pt idx="6">
                  <c:v>94.404</c:v>
                </c:pt>
                <c:pt idx="7">
                  <c:v>1190.0339999999999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139.50100000000003</c:v>
                </c:pt>
                <c:pt idx="2">
                  <c:v>248.67800000000005</c:v>
                </c:pt>
                <c:pt idx="3">
                  <c:v>359.24700000000007</c:v>
                </c:pt>
                <c:pt idx="4">
                  <c:v>447.0230000000001</c:v>
                </c:pt>
                <c:pt idx="5">
                  <c:v>605.0830000000001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139.50100000000003</c:v>
                </c:pt>
                <c:pt idx="1">
                  <c:v>109.177</c:v>
                </c:pt>
                <c:pt idx="2">
                  <c:v>110.569</c:v>
                </c:pt>
                <c:pt idx="3">
                  <c:v>87.776</c:v>
                </c:pt>
                <c:pt idx="4">
                  <c:v>158.06</c:v>
                </c:pt>
                <c:pt idx="5">
                  <c:v>94.404</c:v>
                </c:pt>
                <c:pt idx="6">
                  <c:v>699.4870000000001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490.54699999999997</c:v>
                </c:pt>
                <c:pt idx="2">
                  <c:v>591.086</c:v>
                </c:pt>
                <c:pt idx="3">
                  <c:v>712.522</c:v>
                </c:pt>
                <c:pt idx="4">
                  <c:v>799.2700000000001</c:v>
                </c:pt>
                <c:pt idx="5">
                  <c:v>894.124</c:v>
                </c:pt>
                <c:pt idx="6">
                  <c:v>1012.2950000000001</c:v>
                </c:pt>
                <c:pt idx="7">
                  <c:v>1080.327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490.54699999999997</c:v>
                </c:pt>
                <c:pt idx="1">
                  <c:v>100.539</c:v>
                </c:pt>
                <c:pt idx="2">
                  <c:v>121.43599999999999</c:v>
                </c:pt>
                <c:pt idx="3">
                  <c:v>86.748</c:v>
                </c:pt>
                <c:pt idx="4">
                  <c:v>94.85399999999998</c:v>
                </c:pt>
                <c:pt idx="5">
                  <c:v>118.171</c:v>
                </c:pt>
                <c:pt idx="6">
                  <c:v>68.03200000000001</c:v>
                </c:pt>
                <c:pt idx="7">
                  <c:v>109.704</c:v>
                </c:pt>
                <c:pt idx="8">
                  <c:v>1190.031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100.539</c:v>
                </c:pt>
                <c:pt idx="2">
                  <c:v>221.975</c:v>
                </c:pt>
                <c:pt idx="3">
                  <c:v>308.723</c:v>
                </c:pt>
                <c:pt idx="4">
                  <c:v>403.577</c:v>
                </c:pt>
                <c:pt idx="5">
                  <c:v>521.748</c:v>
                </c:pt>
                <c:pt idx="6">
                  <c:v>589.7800000000001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100.539</c:v>
                </c:pt>
                <c:pt idx="1">
                  <c:v>121.43599999999999</c:v>
                </c:pt>
                <c:pt idx="2">
                  <c:v>86.748</c:v>
                </c:pt>
                <c:pt idx="3">
                  <c:v>94.85399999999998</c:v>
                </c:pt>
                <c:pt idx="4">
                  <c:v>118.171</c:v>
                </c:pt>
                <c:pt idx="5">
                  <c:v>68.03200000000001</c:v>
                </c:pt>
                <c:pt idx="6">
                  <c:v>109.704</c:v>
                </c:pt>
                <c:pt idx="7">
                  <c:v>699.484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490.547</c:v>
                </c:pt>
                <c:pt idx="2">
                  <c:v>625.504</c:v>
                </c:pt>
                <c:pt idx="3">
                  <c:v>774.124</c:v>
                </c:pt>
                <c:pt idx="4">
                  <c:v>914.1020000000001</c:v>
                </c:pt>
                <c:pt idx="5">
                  <c:v>1056.449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490.547</c:v>
                </c:pt>
                <c:pt idx="1">
                  <c:v>134.957</c:v>
                </c:pt>
                <c:pt idx="2">
                  <c:v>148.62</c:v>
                </c:pt>
                <c:pt idx="3">
                  <c:v>139.978</c:v>
                </c:pt>
                <c:pt idx="4">
                  <c:v>142.347</c:v>
                </c:pt>
                <c:pt idx="5">
                  <c:v>133.584</c:v>
                </c:pt>
                <c:pt idx="6">
                  <c:v>1190.0330000000001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134.957</c:v>
                </c:pt>
                <c:pt idx="2">
                  <c:v>283.577</c:v>
                </c:pt>
                <c:pt idx="3">
                  <c:v>423.555</c:v>
                </c:pt>
                <c:pt idx="4">
                  <c:v>565.902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134.957</c:v>
                </c:pt>
                <c:pt idx="1">
                  <c:v>148.62</c:v>
                </c:pt>
                <c:pt idx="2">
                  <c:v>139.978</c:v>
                </c:pt>
                <c:pt idx="3">
                  <c:v>142.347</c:v>
                </c:pt>
                <c:pt idx="4">
                  <c:v>133.584</c:v>
                </c:pt>
                <c:pt idx="5">
                  <c:v>699.4860000000001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490.547</c:v>
                </c:pt>
                <c:pt idx="2">
                  <c:v>644.3130000000001</c:v>
                </c:pt>
                <c:pt idx="3">
                  <c:v>832.0870000000001</c:v>
                </c:pt>
                <c:pt idx="4">
                  <c:v>995.6870000000001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490.547</c:v>
                </c:pt>
                <c:pt idx="1">
                  <c:v>153.76600000000002</c:v>
                </c:pt>
                <c:pt idx="2">
                  <c:v>187.774</c:v>
                </c:pt>
                <c:pt idx="3">
                  <c:v>163.60000000000002</c:v>
                </c:pt>
                <c:pt idx="4">
                  <c:v>194.34599999999998</c:v>
                </c:pt>
                <c:pt idx="5">
                  <c:v>1190.033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153.76600000000002</c:v>
                </c:pt>
                <c:pt idx="2">
                  <c:v>341.54</c:v>
                </c:pt>
                <c:pt idx="3">
                  <c:v>505.14000000000004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153.76600000000002</c:v>
                </c:pt>
                <c:pt idx="1">
                  <c:v>187.774</c:v>
                </c:pt>
                <c:pt idx="2">
                  <c:v>163.60000000000002</c:v>
                </c:pt>
                <c:pt idx="3">
                  <c:v>194.34599999999998</c:v>
                </c:pt>
                <c:pt idx="4">
                  <c:v>699.486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77.885</c:v>
                </c:pt>
                <c:pt idx="1">
                  <c:v>81.42</c:v>
                </c:pt>
                <c:pt idx="2">
                  <c:v>85.083</c:v>
                </c:pt>
                <c:pt idx="3">
                  <c:v>88.872</c:v>
                </c:pt>
                <c:pt idx="4">
                  <c:v>92.879</c:v>
                </c:pt>
                <c:pt idx="5">
                  <c:v>97.33</c:v>
                </c:pt>
                <c:pt idx="6">
                  <c:v>102.319</c:v>
                </c:pt>
                <c:pt idx="7">
                  <c:v>107.93799999999999</c:v>
                </c:pt>
                <c:pt idx="8">
                  <c:v>114.238</c:v>
                </c:pt>
                <c:pt idx="9">
                  <c:v>121.205</c:v>
                </c:pt>
                <c:pt idx="10">
                  <c:v>128.76299999999998</c:v>
                </c:pt>
                <c:pt idx="11">
                  <c:v>136.87</c:v>
                </c:pt>
                <c:pt idx="12">
                  <c:v>145.438</c:v>
                </c:pt>
                <c:pt idx="13">
                  <c:v>154.43200000000002</c:v>
                </c:pt>
                <c:pt idx="14">
                  <c:v>163.746</c:v>
                </c:pt>
                <c:pt idx="15">
                  <c:v>173.384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Thailand</c:v>
                </c:pt>
              </c:strCache>
            </c:strRef>
          </c:cat>
          <c:val>
            <c:numRef>
              <c:f>Sheet1!$B$2:$B$4</c:f>
              <c:numCache>
                <c:formatCode>General</c:formatCode>
                <c:ptCount val="3"/>
                <c:pt idx="0">
                  <c:v>0.05245930274733035</c:v>
                </c:pt>
                <c:pt idx="1">
                  <c:v>0.06654594628969646</c:v>
                </c:pt>
                <c:pt idx="2">
                  <c:v>0.059439666814857794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97.33</c:v>
                </c:pt>
                <c:pt idx="2">
                  <c:v>102.319</c:v>
                </c:pt>
                <c:pt idx="3">
                  <c:v>107.93799999999999</c:v>
                </c:pt>
                <c:pt idx="4">
                  <c:v>114.238</c:v>
                </c:pt>
                <c:pt idx="5">
                  <c:v>121.205</c:v>
                </c:pt>
                <c:pt idx="6">
                  <c:v>128.76299999999998</c:v>
                </c:pt>
                <c:pt idx="7">
                  <c:v>136.87</c:v>
                </c:pt>
                <c:pt idx="8">
                  <c:v>145.438</c:v>
                </c:pt>
                <c:pt idx="9">
                  <c:v>154.43200000000002</c:v>
                </c:pt>
                <c:pt idx="10">
                  <c:v>163.746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97.33</c:v>
                </c:pt>
                <c:pt idx="1">
                  <c:v>4.989000000000004</c:v>
                </c:pt>
                <c:pt idx="2">
                  <c:v>5.618999999999986</c:v>
                </c:pt>
                <c:pt idx="3">
                  <c:v>6.300000000000011</c:v>
                </c:pt>
                <c:pt idx="4">
                  <c:v>6.966999999999999</c:v>
                </c:pt>
                <c:pt idx="5">
                  <c:v>7.5579999999999785</c:v>
                </c:pt>
                <c:pt idx="6">
                  <c:v>8.107000000000028</c:v>
                </c:pt>
                <c:pt idx="7">
                  <c:v>8.567999999999984</c:v>
                </c:pt>
                <c:pt idx="8">
                  <c:v>8.994000000000028</c:v>
                </c:pt>
                <c:pt idx="9">
                  <c:v>9.313999999999993</c:v>
                </c:pt>
                <c:pt idx="10">
                  <c:v>9.637999999999977</c:v>
                </c:pt>
                <c:pt idx="11">
                  <c:v>173.384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8.056772390592458</c:v>
                </c:pt>
                <c:pt idx="1">
                  <c:v>1.23027707715593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91.94322760940754</c:v>
                </c:pt>
                <c:pt idx="1">
                  <c:v>98.76972292284407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110.255</c:v>
                </c:pt>
                <c:pt idx="1">
                  <c:v>115.95700000000001</c:v>
                </c:pt>
                <c:pt idx="2">
                  <c:v>121.942</c:v>
                </c:pt>
                <c:pt idx="3">
                  <c:v>128.28199999999998</c:v>
                </c:pt>
                <c:pt idx="4">
                  <c:v>135.05700000000002</c:v>
                </c:pt>
                <c:pt idx="5">
                  <c:v>143.267</c:v>
                </c:pt>
                <c:pt idx="6">
                  <c:v>152.611</c:v>
                </c:pt>
                <c:pt idx="7">
                  <c:v>163.308</c:v>
                </c:pt>
                <c:pt idx="8">
                  <c:v>175.532</c:v>
                </c:pt>
                <c:pt idx="9">
                  <c:v>189.34699999999998</c:v>
                </c:pt>
                <c:pt idx="10">
                  <c:v>204.749</c:v>
                </c:pt>
                <c:pt idx="11">
                  <c:v>221.75600000000003</c:v>
                </c:pt>
                <c:pt idx="12">
                  <c:v>240.197</c:v>
                </c:pt>
                <c:pt idx="13">
                  <c:v>260.188</c:v>
                </c:pt>
                <c:pt idx="14">
                  <c:v>281.682</c:v>
                </c:pt>
                <c:pt idx="15">
                  <c:v>304.71299999999997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Thailand</c:v>
                </c:pt>
              </c:strCache>
            </c:strRef>
          </c:cat>
          <c:val>
            <c:numRef>
              <c:f>Sheet1!$B$2:$B$4</c:f>
              <c:numCache>
                <c:formatCode>General</c:formatCode>
                <c:ptCount val="3"/>
                <c:pt idx="0">
                  <c:v>0.06658666629421717</c:v>
                </c:pt>
                <c:pt idx="1">
                  <c:v>0.07853749693674184</c:v>
                </c:pt>
                <c:pt idx="2">
                  <c:v>0.07838659730078623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143.267</c:v>
                </c:pt>
                <c:pt idx="2">
                  <c:v>152.611</c:v>
                </c:pt>
                <c:pt idx="3">
                  <c:v>163.308</c:v>
                </c:pt>
                <c:pt idx="4">
                  <c:v>175.532</c:v>
                </c:pt>
                <c:pt idx="5">
                  <c:v>189.34699999999998</c:v>
                </c:pt>
                <c:pt idx="6">
                  <c:v>204.749</c:v>
                </c:pt>
                <c:pt idx="7">
                  <c:v>221.75600000000003</c:v>
                </c:pt>
                <c:pt idx="8">
                  <c:v>240.197</c:v>
                </c:pt>
                <c:pt idx="9">
                  <c:v>260.188</c:v>
                </c:pt>
                <c:pt idx="10">
                  <c:v>281.682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143.267</c:v>
                </c:pt>
                <c:pt idx="1">
                  <c:v>9.343999999999994</c:v>
                </c:pt>
                <c:pt idx="2">
                  <c:v>10.697000000000003</c:v>
                </c:pt>
                <c:pt idx="3">
                  <c:v>12.224000000000018</c:v>
                </c:pt>
                <c:pt idx="4">
                  <c:v>13.81499999999997</c:v>
                </c:pt>
                <c:pt idx="5">
                  <c:v>15.402000000000015</c:v>
                </c:pt>
                <c:pt idx="6">
                  <c:v>17.007000000000033</c:v>
                </c:pt>
                <c:pt idx="7">
                  <c:v>18.440999999999974</c:v>
                </c:pt>
                <c:pt idx="8">
                  <c:v>19.990999999999985</c:v>
                </c:pt>
                <c:pt idx="9">
                  <c:v>21.494000000000028</c:v>
                </c:pt>
                <c:pt idx="10">
                  <c:v>23.03099999999995</c:v>
                </c:pt>
                <c:pt idx="11">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8.090039787543777</c:v>
                </c:pt>
                <c:pt idx="1">
                  <c:v>0.8895053186416702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91.90996021245623</c:v>
                </c:pt>
                <c:pt idx="1">
                  <c:v>99.11049468135833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10.178</c:v>
                </c:pt>
                <c:pt idx="1">
                  <c:v>12.307</c:v>
                </c:pt>
                <c:pt idx="2">
                  <c:v>14.022</c:v>
                </c:pt>
                <c:pt idx="3">
                  <c:v>16.27</c:v>
                </c:pt>
                <c:pt idx="4">
                  <c:v>17.651</c:v>
                </c:pt>
                <c:pt idx="5">
                  <c:v>18.921</c:v>
                </c:pt>
                <c:pt idx="6">
                  <c:v>22.201</c:v>
                </c:pt>
                <c:pt idx="7">
                  <c:v>31.717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500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25.371</c:v>
                </c:pt>
                <c:pt idx="4">
                  <c:v>27.147</c:v>
                </c:pt>
                <c:pt idx="5">
                  <c:v>28.91</c:v>
                </c:pt>
                <c:pt idx="6">
                  <c:v>30.014</c:v>
                </c:pt>
                <c:pt idx="7">
                  <c:v>31.825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645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44.525</c:v>
                </c:pt>
                <c:pt idx="6">
                  <c:v>45.552</c:v>
                </c:pt>
                <c:pt idx="7">
                  <c:v>53.191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1.275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Salon and Professiona…</c:v>
                </c:pt>
                <c:pt idx="6">
                  <c:v>Online Marketplaces</c:v>
                </c:pt>
                <c:pt idx="7">
                  <c:v>Mass Retail</c:v>
                </c:pt>
              </c:strCache>
            </c:strRef>
          </c:cat>
          <c:val>
            <c:numRef>
              <c:f>Sheet1!$B$2:$B$9</c:f>
              <c:numCache>
                <c:formatCode>General</c:formatCode>
                <c:ptCount val="8"/>
                <c:pt idx="2">
                  <c:v>18.194</c:v>
                </c:pt>
                <c:pt idx="3">
                  <c:v>22.159</c:v>
                </c:pt>
                <c:pt idx="4">
                  <c:v>22.271</c:v>
                </c:pt>
                <c:pt idx="5">
                  <c:v>25.076</c:v>
                </c:pt>
                <c:pt idx="6">
                  <c:v>27.696</c:v>
                </c:pt>
                <c:pt idx="7">
                  <c:v>27.872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7.348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16.083</c:v>
                </c:pt>
                <c:pt idx="2">
                  <c:v>18.973</c:v>
                </c:pt>
                <c:pt idx="3">
                  <c:v>18.993</c:v>
                </c:pt>
                <c:pt idx="4">
                  <c:v>19.072</c:v>
                </c:pt>
                <c:pt idx="5">
                  <c:v>21.475</c:v>
                </c:pt>
                <c:pt idx="6">
                  <c:v>21.784</c:v>
                </c:pt>
                <c:pt idx="7">
                  <c:v>26.887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0285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25.755</c:v>
                </c:pt>
                <c:pt idx="4">
                  <c:v>27.156</c:v>
                </c:pt>
                <c:pt idx="5">
                  <c:v>29.01</c:v>
                </c:pt>
                <c:pt idx="6">
                  <c:v>30.128</c:v>
                </c:pt>
                <c:pt idx="7">
                  <c:v>31.218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832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34.195</c:v>
                </c:pt>
                <c:pt idx="5">
                  <c:v>35.688</c:v>
                </c:pt>
                <c:pt idx="6">
                  <c:v>36.111999999999995</c:v>
                </c:pt>
                <c:pt idx="7">
                  <c:v>37.272999999999996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945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143.267</c:v>
                </c:pt>
                <c:pt idx="2">
                  <c:v>154.476</c:v>
                </c:pt>
                <c:pt idx="3">
                  <c:v>163.152</c:v>
                </c:pt>
                <c:pt idx="4">
                  <c:v>175.232</c:v>
                </c:pt>
                <c:pt idx="5">
                  <c:v>198.892</c:v>
                </c:pt>
                <c:pt idx="6">
                  <c:v>217.887</c:v>
                </c:pt>
                <c:pt idx="7">
                  <c:v>236.064</c:v>
                </c:pt>
                <c:pt idx="8">
                  <c:v>277.629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143.267</c:v>
                </c:pt>
                <c:pt idx="1">
                  <c:v>11.209</c:v>
                </c:pt>
                <c:pt idx="2">
                  <c:v>8.675999999999998</c:v>
                </c:pt>
                <c:pt idx="3">
                  <c:v>12.08</c:v>
                </c:pt>
                <c:pt idx="4">
                  <c:v>23.660000000000004</c:v>
                </c:pt>
                <c:pt idx="5">
                  <c:v>18.994999999999997</c:v>
                </c:pt>
                <c:pt idx="6">
                  <c:v>18.177</c:v>
                </c:pt>
                <c:pt idx="7">
                  <c:v>41.565</c:v>
                </c:pt>
                <c:pt idx="8">
                  <c:v>27.084</c:v>
                </c:pt>
                <c:pt idx="9">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11.209</c:v>
                </c:pt>
                <c:pt idx="2">
                  <c:v>19.884999999999998</c:v>
                </c:pt>
                <c:pt idx="3">
                  <c:v>31.964999999999996</c:v>
                </c:pt>
                <c:pt idx="4">
                  <c:v>55.625</c:v>
                </c:pt>
                <c:pt idx="5">
                  <c:v>74.62</c:v>
                </c:pt>
                <c:pt idx="6">
                  <c:v>92.797</c:v>
                </c:pt>
                <c:pt idx="7">
                  <c:v>134.362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11.209</c:v>
                </c:pt>
                <c:pt idx="1">
                  <c:v>8.675999999999998</c:v>
                </c:pt>
                <c:pt idx="2">
                  <c:v>12.08</c:v>
                </c:pt>
                <c:pt idx="3">
                  <c:v>23.660000000000004</c:v>
                </c:pt>
                <c:pt idx="4">
                  <c:v>18.994999999999997</c:v>
                </c:pt>
                <c:pt idx="5">
                  <c:v>18.177</c:v>
                </c:pt>
                <c:pt idx="6">
                  <c:v>41.565</c:v>
                </c:pt>
                <c:pt idx="7">
                  <c:v>27.084</c:v>
                </c:pt>
                <c:pt idx="8">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143.267</c:v>
                </c:pt>
                <c:pt idx="2">
                  <c:v>177.188</c:v>
                </c:pt>
                <c:pt idx="3">
                  <c:v>215.951</c:v>
                </c:pt>
                <c:pt idx="4">
                  <c:v>251.21099999999998</c:v>
                </c:pt>
                <c:pt idx="5">
                  <c:v>281.416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143.267</c:v>
                </c:pt>
                <c:pt idx="1">
                  <c:v>33.921</c:v>
                </c:pt>
                <c:pt idx="2">
                  <c:v>38.763000000000005</c:v>
                </c:pt>
                <c:pt idx="3">
                  <c:v>35.25999999999999</c:v>
                </c:pt>
                <c:pt idx="4">
                  <c:v>30.205000000000002</c:v>
                </c:pt>
                <c:pt idx="5">
                  <c:v>23.297</c:v>
                </c:pt>
                <c:pt idx="6">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33.921</c:v>
                </c:pt>
                <c:pt idx="2">
                  <c:v>72.684</c:v>
                </c:pt>
                <c:pt idx="3">
                  <c:v>107.94399999999999</c:v>
                </c:pt>
                <c:pt idx="4">
                  <c:v>138.149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33.921</c:v>
                </c:pt>
                <c:pt idx="1">
                  <c:v>38.763000000000005</c:v>
                </c:pt>
                <c:pt idx="2">
                  <c:v>35.25999999999999</c:v>
                </c:pt>
                <c:pt idx="3">
                  <c:v>30.205000000000002</c:v>
                </c:pt>
                <c:pt idx="4">
                  <c:v>23.297</c:v>
                </c:pt>
                <c:pt idx="5">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143.268</c:v>
                </c:pt>
                <c:pt idx="2">
                  <c:v>192.541</c:v>
                </c:pt>
                <c:pt idx="3">
                  <c:v>238.326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143.268</c:v>
                </c:pt>
                <c:pt idx="1">
                  <c:v>49.273</c:v>
                </c:pt>
                <c:pt idx="2">
                  <c:v>45.785000000000004</c:v>
                </c:pt>
                <c:pt idx="3">
                  <c:v>66.387</c:v>
                </c:pt>
                <c:pt idx="4">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49.273</c:v>
                </c:pt>
                <c:pt idx="2">
                  <c:v>95.058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49.273</c:v>
                </c:pt>
                <c:pt idx="1">
                  <c:v>45.785000000000004</c:v>
                </c:pt>
                <c:pt idx="2">
                  <c:v>66.387</c:v>
                </c:pt>
                <c:pt idx="3">
                  <c:v>161.445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143.268</c:v>
                </c:pt>
                <c:pt idx="2">
                  <c:v>166.57</c:v>
                </c:pt>
                <c:pt idx="3">
                  <c:v>193.581</c:v>
                </c:pt>
                <c:pt idx="4">
                  <c:v>220.57</c:v>
                </c:pt>
                <c:pt idx="5">
                  <c:v>241.683</c:v>
                </c:pt>
                <c:pt idx="6">
                  <c:v>281.085</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143.268</c:v>
                </c:pt>
                <c:pt idx="1">
                  <c:v>23.302</c:v>
                </c:pt>
                <c:pt idx="2">
                  <c:v>27.011000000000003</c:v>
                </c:pt>
                <c:pt idx="3">
                  <c:v>26.988999999999997</c:v>
                </c:pt>
                <c:pt idx="4">
                  <c:v>21.113</c:v>
                </c:pt>
                <c:pt idx="5">
                  <c:v>39.402</c:v>
                </c:pt>
                <c:pt idx="6">
                  <c:v>23.629</c:v>
                </c:pt>
                <c:pt idx="7">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23.302</c:v>
                </c:pt>
                <c:pt idx="2">
                  <c:v>50.313</c:v>
                </c:pt>
                <c:pt idx="3">
                  <c:v>77.30199999999999</c:v>
                </c:pt>
                <c:pt idx="4">
                  <c:v>98.41499999999999</c:v>
                </c:pt>
                <c:pt idx="5">
                  <c:v>137.817</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23.302</c:v>
                </c:pt>
                <c:pt idx="1">
                  <c:v>27.011000000000003</c:v>
                </c:pt>
                <c:pt idx="2">
                  <c:v>26.988999999999997</c:v>
                </c:pt>
                <c:pt idx="3">
                  <c:v>21.113</c:v>
                </c:pt>
                <c:pt idx="4">
                  <c:v>39.402</c:v>
                </c:pt>
                <c:pt idx="5">
                  <c:v>23.629</c:v>
                </c:pt>
                <c:pt idx="6">
                  <c:v>161.446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143.267</c:v>
                </c:pt>
                <c:pt idx="2">
                  <c:v>160.767</c:v>
                </c:pt>
                <c:pt idx="3">
                  <c:v>188.252</c:v>
                </c:pt>
                <c:pt idx="4">
                  <c:v>207.125</c:v>
                </c:pt>
                <c:pt idx="5">
                  <c:v>228.004</c:v>
                </c:pt>
                <c:pt idx="6">
                  <c:v>261.248</c:v>
                </c:pt>
                <c:pt idx="7">
                  <c:v>275.909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143.267</c:v>
                </c:pt>
                <c:pt idx="1">
                  <c:v>17.5</c:v>
                </c:pt>
                <c:pt idx="2">
                  <c:v>27.485000000000003</c:v>
                </c:pt>
                <c:pt idx="3">
                  <c:v>18.872999999999998</c:v>
                </c:pt>
                <c:pt idx="4">
                  <c:v>20.879</c:v>
                </c:pt>
                <c:pt idx="5">
                  <c:v>33.244</c:v>
                </c:pt>
                <c:pt idx="6">
                  <c:v>14.661000000000001</c:v>
                </c:pt>
                <c:pt idx="7">
                  <c:v>28.805</c:v>
                </c:pt>
                <c:pt idx="8">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17.5</c:v>
                </c:pt>
                <c:pt idx="2">
                  <c:v>44.985</c:v>
                </c:pt>
                <c:pt idx="3">
                  <c:v>63.858</c:v>
                </c:pt>
                <c:pt idx="4">
                  <c:v>84.737</c:v>
                </c:pt>
                <c:pt idx="5">
                  <c:v>117.981</c:v>
                </c:pt>
                <c:pt idx="6">
                  <c:v>132.642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17.5</c:v>
                </c:pt>
                <c:pt idx="1">
                  <c:v>27.485000000000003</c:v>
                </c:pt>
                <c:pt idx="2">
                  <c:v>18.872999999999998</c:v>
                </c:pt>
                <c:pt idx="3">
                  <c:v>20.879</c:v>
                </c:pt>
                <c:pt idx="4">
                  <c:v>33.244</c:v>
                </c:pt>
                <c:pt idx="5">
                  <c:v>14.661000000000001</c:v>
                </c:pt>
                <c:pt idx="6">
                  <c:v>28.805</c:v>
                </c:pt>
                <c:pt idx="7">
                  <c:v>161.447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143.267</c:v>
                </c:pt>
                <c:pt idx="2">
                  <c:v>171.18599999999998</c:v>
                </c:pt>
                <c:pt idx="3">
                  <c:v>203.56599999999997</c:v>
                </c:pt>
                <c:pt idx="4">
                  <c:v>237.85299999999998</c:v>
                </c:pt>
                <c:pt idx="5">
                  <c:v>272.73299999999995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143.267</c:v>
                </c:pt>
                <c:pt idx="1">
                  <c:v>27.918999999999997</c:v>
                </c:pt>
                <c:pt idx="2">
                  <c:v>32.379999999999995</c:v>
                </c:pt>
                <c:pt idx="3">
                  <c:v>34.287</c:v>
                </c:pt>
                <c:pt idx="4">
                  <c:v>34.879999999999995</c:v>
                </c:pt>
                <c:pt idx="5">
                  <c:v>31.980999999999998</c:v>
                </c:pt>
                <c:pt idx="6">
                  <c:v>304.714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27.918999999999997</c:v>
                </c:pt>
                <c:pt idx="2">
                  <c:v>60.29899999999999</c:v>
                </c:pt>
                <c:pt idx="3">
                  <c:v>94.58599999999998</c:v>
                </c:pt>
                <c:pt idx="4">
                  <c:v>129.46599999999998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27.918999999999997</c:v>
                </c:pt>
                <c:pt idx="1">
                  <c:v>32.379999999999995</c:v>
                </c:pt>
                <c:pt idx="2">
                  <c:v>34.287</c:v>
                </c:pt>
                <c:pt idx="3">
                  <c:v>34.879999999999995</c:v>
                </c:pt>
                <c:pt idx="4">
                  <c:v>31.980999999999998</c:v>
                </c:pt>
                <c:pt idx="5">
                  <c:v>161.44699999999997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143.268</c:v>
                </c:pt>
                <c:pt idx="2">
                  <c:v>179.904</c:v>
                </c:pt>
                <c:pt idx="3">
                  <c:v>223.677</c:v>
                </c:pt>
                <c:pt idx="4">
                  <c:v>259.157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143.268</c:v>
                </c:pt>
                <c:pt idx="1">
                  <c:v>36.63600000000001</c:v>
                </c:pt>
                <c:pt idx="2">
                  <c:v>43.772999999999996</c:v>
                </c:pt>
                <c:pt idx="3">
                  <c:v>35.480000000000004</c:v>
                </c:pt>
                <c:pt idx="4">
                  <c:v>45.556000000000004</c:v>
                </c:pt>
                <c:pt idx="5">
                  <c:v>304.71299999999997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36.63600000000001</c:v>
                </c:pt>
                <c:pt idx="2">
                  <c:v>80.409</c:v>
                </c:pt>
                <c:pt idx="3">
                  <c:v>115.88900000000001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36.63600000000001</c:v>
                </c:pt>
                <c:pt idx="1">
                  <c:v>43.772999999999996</c:v>
                </c:pt>
                <c:pt idx="2">
                  <c:v>35.480000000000004</c:v>
                </c:pt>
                <c:pt idx="3">
                  <c:v>45.556000000000004</c:v>
                </c:pt>
                <c:pt idx="4">
                  <c:v>161.44500000000002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44.67</c:v>
                </c:pt>
                <c:pt idx="1">
                  <c:v>46.829</c:v>
                </c:pt>
                <c:pt idx="2">
                  <c:v>49.075</c:v>
                </c:pt>
                <c:pt idx="3">
                  <c:v>51.41</c:v>
                </c:pt>
                <c:pt idx="4">
                  <c:v>53.891999999999996</c:v>
                </c:pt>
                <c:pt idx="5">
                  <c:v>56.656000000000006</c:v>
                </c:pt>
                <c:pt idx="6">
                  <c:v>59.760999999999996</c:v>
                </c:pt>
                <c:pt idx="7">
                  <c:v>63.268</c:v>
                </c:pt>
                <c:pt idx="8">
                  <c:v>67.206</c:v>
                </c:pt>
                <c:pt idx="9">
                  <c:v>71.571</c:v>
                </c:pt>
                <c:pt idx="10">
                  <c:v>76.32900000000001</c:v>
                </c:pt>
                <c:pt idx="11">
                  <c:v>81.458</c:v>
                </c:pt>
                <c:pt idx="12">
                  <c:v>86.921</c:v>
                </c:pt>
                <c:pt idx="13">
                  <c:v>92.687</c:v>
                </c:pt>
                <c:pt idx="14">
                  <c:v>98.681</c:v>
                </c:pt>
                <c:pt idx="15">
                  <c:v>104.90700000000001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Malaysia</c:v>
                </c:pt>
              </c:strCache>
            </c:strRef>
          </c:cat>
          <c:val>
            <c:numRef>
              <c:f>Sheet1!$B$2:$B$4</c:f>
              <c:numCache>
                <c:formatCode>General</c:formatCode>
                <c:ptCount val="3"/>
                <c:pt idx="0">
                  <c:v>0.05245930274733035</c:v>
                </c:pt>
                <c:pt idx="1">
                  <c:v>0.06654594628969646</c:v>
                </c:pt>
                <c:pt idx="2">
                  <c:v>0.06354496482060501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56.656000000000006</c:v>
                </c:pt>
                <c:pt idx="2">
                  <c:v>59.760999999999996</c:v>
                </c:pt>
                <c:pt idx="3">
                  <c:v>63.268</c:v>
                </c:pt>
                <c:pt idx="4">
                  <c:v>67.206</c:v>
                </c:pt>
                <c:pt idx="5">
                  <c:v>71.571</c:v>
                </c:pt>
                <c:pt idx="6">
                  <c:v>76.32900000000001</c:v>
                </c:pt>
                <c:pt idx="7">
                  <c:v>81.458</c:v>
                </c:pt>
                <c:pt idx="8">
                  <c:v>86.921</c:v>
                </c:pt>
                <c:pt idx="9">
                  <c:v>92.687</c:v>
                </c:pt>
                <c:pt idx="10">
                  <c:v>98.681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56.656000000000006</c:v>
                </c:pt>
                <c:pt idx="1">
                  <c:v>3.1049999999999898</c:v>
                </c:pt>
                <c:pt idx="2">
                  <c:v>3.507000000000005</c:v>
                </c:pt>
                <c:pt idx="3">
                  <c:v>3.9380000000000024</c:v>
                </c:pt>
                <c:pt idx="4">
                  <c:v>4.364999999999995</c:v>
                </c:pt>
                <c:pt idx="5">
                  <c:v>4.75800000000001</c:v>
                </c:pt>
                <c:pt idx="6">
                  <c:v>5.128999999999991</c:v>
                </c:pt>
                <c:pt idx="7">
                  <c:v>5.463000000000008</c:v>
                </c:pt>
                <c:pt idx="8">
                  <c:v>5.765999999999991</c:v>
                </c:pt>
                <c:pt idx="9">
                  <c:v>5.994</c:v>
                </c:pt>
                <c:pt idx="10">
                  <c:v>6.226000000000013</c:v>
                </c:pt>
                <c:pt idx="11">
                  <c:v>104.90700000000001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4.6898643435878595</c:v>
                </c:pt>
                <c:pt idx="1">
                  <c:v>0.7161469031475022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95.31013565641214</c:v>
                </c:pt>
                <c:pt idx="1">
                  <c:v>99.2838530968525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68.747</c:v>
                </c:pt>
                <c:pt idx="1">
                  <c:v>72.364</c:v>
                </c:pt>
                <c:pt idx="2">
                  <c:v>76.16</c:v>
                </c:pt>
                <c:pt idx="3">
                  <c:v>80.15899999999999</c:v>
                </c:pt>
                <c:pt idx="4">
                  <c:v>84.43700000000001</c:v>
                </c:pt>
                <c:pt idx="5">
                  <c:v>89.47200000000001</c:v>
                </c:pt>
                <c:pt idx="6">
                  <c:v>95.22</c:v>
                </c:pt>
                <c:pt idx="7">
                  <c:v>101.80499999999999</c:v>
                </c:pt>
                <c:pt idx="8">
                  <c:v>109.33599999999998</c:v>
                </c:pt>
                <c:pt idx="9">
                  <c:v>117.858</c:v>
                </c:pt>
                <c:pt idx="10">
                  <c:v>127.35000000000001</c:v>
                </c:pt>
                <c:pt idx="11">
                  <c:v>137.845</c:v>
                </c:pt>
                <c:pt idx="12">
                  <c:v>149.285</c:v>
                </c:pt>
                <c:pt idx="13">
                  <c:v>161.703</c:v>
                </c:pt>
                <c:pt idx="14">
                  <c:v>175.005</c:v>
                </c:pt>
                <c:pt idx="15">
                  <c:v>189.242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Malaysia</c:v>
                </c:pt>
              </c:strCache>
            </c:strRef>
          </c:cat>
          <c:val>
            <c:numRef>
              <c:f>Sheet1!$B$2:$B$4</c:f>
              <c:numCache>
                <c:formatCode>General</c:formatCode>
                <c:ptCount val="3"/>
                <c:pt idx="0">
                  <c:v>0.06658666629421717</c:v>
                </c:pt>
                <c:pt idx="1">
                  <c:v>0.07853749693674184</c:v>
                </c:pt>
                <c:pt idx="2">
                  <c:v>0.07778724182854524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89.47200000000001</c:v>
                </c:pt>
                <c:pt idx="2">
                  <c:v>95.22</c:v>
                </c:pt>
                <c:pt idx="3">
                  <c:v>101.80499999999999</c:v>
                </c:pt>
                <c:pt idx="4">
                  <c:v>109.33599999999998</c:v>
                </c:pt>
                <c:pt idx="5">
                  <c:v>117.858</c:v>
                </c:pt>
                <c:pt idx="6">
                  <c:v>127.35000000000001</c:v>
                </c:pt>
                <c:pt idx="7">
                  <c:v>137.845</c:v>
                </c:pt>
                <c:pt idx="8">
                  <c:v>149.285</c:v>
                </c:pt>
                <c:pt idx="9">
                  <c:v>161.703</c:v>
                </c:pt>
                <c:pt idx="10">
                  <c:v>175.005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89.47200000000001</c:v>
                </c:pt>
                <c:pt idx="1">
                  <c:v>5.7479999999999905</c:v>
                </c:pt>
                <c:pt idx="2">
                  <c:v>6.584999999999994</c:v>
                </c:pt>
                <c:pt idx="3">
                  <c:v>7.530999999999992</c:v>
                </c:pt>
                <c:pt idx="4">
                  <c:v>8.52200000000002</c:v>
                </c:pt>
                <c:pt idx="5">
                  <c:v>9.492000000000004</c:v>
                </c:pt>
                <c:pt idx="6">
                  <c:v>10.49499999999999</c:v>
                </c:pt>
                <c:pt idx="7">
                  <c:v>11.439999999999998</c:v>
                </c:pt>
                <c:pt idx="8">
                  <c:v>12.418000000000006</c:v>
                </c:pt>
                <c:pt idx="9">
                  <c:v>13.301999999999992</c:v>
                </c:pt>
                <c:pt idx="10">
                  <c:v>14.236999999999995</c:v>
                </c:pt>
                <c:pt idx="11">
                  <c:v>189.242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5.052329146775718</c:v>
                </c:pt>
                <c:pt idx="1">
                  <c:v>0.5555069895335808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94.94767085322428</c:v>
                </c:pt>
                <c:pt idx="1">
                  <c:v>99.44449301046642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6.257</c:v>
                </c:pt>
                <c:pt idx="1">
                  <c:v>8.469</c:v>
                </c:pt>
                <c:pt idx="2">
                  <c:v>8.71</c:v>
                </c:pt>
                <c:pt idx="3">
                  <c:v>9.893</c:v>
                </c:pt>
                <c:pt idx="4">
                  <c:v>11.1</c:v>
                </c:pt>
                <c:pt idx="5">
                  <c:v>11.702</c:v>
                </c:pt>
                <c:pt idx="6">
                  <c:v>15.908</c:v>
                </c:pt>
                <c:pt idx="7">
                  <c:v>17.433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360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15.848</c:v>
                </c:pt>
                <c:pt idx="4">
                  <c:v>16.94</c:v>
                </c:pt>
                <c:pt idx="5">
                  <c:v>18.05</c:v>
                </c:pt>
                <c:pt idx="6">
                  <c:v>18.752</c:v>
                </c:pt>
                <c:pt idx="7">
                  <c:v>19.881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6405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29.094</c:v>
                </c:pt>
                <c:pt idx="6">
                  <c:v>29.779</c:v>
                </c:pt>
                <c:pt idx="7">
                  <c:v>30.599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0026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10.747</c:v>
                </c:pt>
                <c:pt idx="3">
                  <c:v>13.259</c:v>
                </c:pt>
                <c:pt idx="4">
                  <c:v>13.642</c:v>
                </c:pt>
                <c:pt idx="5">
                  <c:v>15.144</c:v>
                </c:pt>
                <c:pt idx="6">
                  <c:v>18.328</c:v>
                </c:pt>
                <c:pt idx="7">
                  <c:v>18.352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5916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Hold and Shape</c:v>
                </c:pt>
                <c:pt idx="7">
                  <c:v>Smoothing and Frizz C…</c:v>
                </c:pt>
              </c:strCache>
            </c:strRef>
          </c:cat>
          <c:val>
            <c:numRef>
              <c:f>Sheet1!$B$2:$B$9</c:f>
              <c:numCache>
                <c:formatCode>General</c:formatCode>
                <c:ptCount val="8"/>
                <c:pt idx="1">
                  <c:v>10.401</c:v>
                </c:pt>
                <c:pt idx="2">
                  <c:v>12.073</c:v>
                </c:pt>
                <c:pt idx="3">
                  <c:v>12.215</c:v>
                </c:pt>
                <c:pt idx="4">
                  <c:v>12.225</c:v>
                </c:pt>
                <c:pt idx="5">
                  <c:v>12.27</c:v>
                </c:pt>
                <c:pt idx="6">
                  <c:v>13.951</c:v>
                </c:pt>
                <c:pt idx="7">
                  <c:v>16.336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8902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16.08</c:v>
                </c:pt>
                <c:pt idx="4">
                  <c:v>16.946</c:v>
                </c:pt>
                <c:pt idx="5">
                  <c:v>18.124</c:v>
                </c:pt>
                <c:pt idx="6">
                  <c:v>18.822</c:v>
                </c:pt>
                <c:pt idx="7">
                  <c:v>19.5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13000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21.448999999999998</c:v>
                </c:pt>
                <c:pt idx="5">
                  <c:v>22.298000000000002</c:v>
                </c:pt>
                <c:pt idx="6">
                  <c:v>22.458</c:v>
                </c:pt>
                <c:pt idx="7">
                  <c:v>23.265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17510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89.47200000000001</c:v>
                </c:pt>
                <c:pt idx="2">
                  <c:v>96.92600000000002</c:v>
                </c:pt>
                <c:pt idx="3">
                  <c:v>102.36400000000002</c:v>
                </c:pt>
                <c:pt idx="4">
                  <c:v>109.42200000000003</c:v>
                </c:pt>
                <c:pt idx="5">
                  <c:v>123.07500000000003</c:v>
                </c:pt>
                <c:pt idx="6">
                  <c:v>139.78700000000003</c:v>
                </c:pt>
                <c:pt idx="7">
                  <c:v>151.83000000000004</c:v>
                </c:pt>
                <c:pt idx="8">
                  <c:v>173.26000000000005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89.47200000000001</c:v>
                </c:pt>
                <c:pt idx="1">
                  <c:v>7.454000000000001</c:v>
                </c:pt>
                <c:pt idx="2">
                  <c:v>5.438000000000001</c:v>
                </c:pt>
                <c:pt idx="3">
                  <c:v>7.058</c:v>
                </c:pt>
                <c:pt idx="4">
                  <c:v>13.653</c:v>
                </c:pt>
                <c:pt idx="5">
                  <c:v>16.711999999999996</c:v>
                </c:pt>
                <c:pt idx="6">
                  <c:v>12.043</c:v>
                </c:pt>
                <c:pt idx="7">
                  <c:v>21.43</c:v>
                </c:pt>
                <c:pt idx="8">
                  <c:v>15.982000000000001</c:v>
                </c:pt>
                <c:pt idx="9">
                  <c:v>189.242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7.454000000000001</c:v>
                </c:pt>
                <c:pt idx="2">
                  <c:v>12.892000000000001</c:v>
                </c:pt>
                <c:pt idx="3">
                  <c:v>19.950000000000003</c:v>
                </c:pt>
                <c:pt idx="4">
                  <c:v>33.603</c:v>
                </c:pt>
                <c:pt idx="5">
                  <c:v>50.315</c:v>
                </c:pt>
                <c:pt idx="6">
                  <c:v>62.358</c:v>
                </c:pt>
                <c:pt idx="7">
                  <c:v>83.788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7.454000000000001</c:v>
                </c:pt>
                <c:pt idx="1">
                  <c:v>5.438000000000001</c:v>
                </c:pt>
                <c:pt idx="2">
                  <c:v>7.058</c:v>
                </c:pt>
                <c:pt idx="3">
                  <c:v>13.653</c:v>
                </c:pt>
                <c:pt idx="4">
                  <c:v>16.711999999999996</c:v>
                </c:pt>
                <c:pt idx="5">
                  <c:v>12.043</c:v>
                </c:pt>
                <c:pt idx="6">
                  <c:v>21.43</c:v>
                </c:pt>
                <c:pt idx="7">
                  <c:v>15.982000000000001</c:v>
                </c:pt>
                <c:pt idx="8">
                  <c:v>99.77000000000001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89.471</c:v>
                </c:pt>
                <c:pt idx="2">
                  <c:v>110.45100000000001</c:v>
                </c:pt>
                <c:pt idx="3">
                  <c:v>134.41400000000002</c:v>
                </c:pt>
                <c:pt idx="4">
                  <c:v>156.198</c:v>
                </c:pt>
                <c:pt idx="5">
                  <c:v>174.853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89.471</c:v>
                </c:pt>
                <c:pt idx="1">
                  <c:v>20.98</c:v>
                </c:pt>
                <c:pt idx="2">
                  <c:v>23.962999999999997</c:v>
                </c:pt>
                <c:pt idx="3">
                  <c:v>21.784</c:v>
                </c:pt>
                <c:pt idx="4">
                  <c:v>18.654999999999998</c:v>
                </c:pt>
                <c:pt idx="5">
                  <c:v>14.389999999999999</c:v>
                </c:pt>
                <c:pt idx="6">
                  <c:v>189.243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20.98</c:v>
                </c:pt>
                <c:pt idx="2">
                  <c:v>44.943</c:v>
                </c:pt>
                <c:pt idx="3">
                  <c:v>66.727</c:v>
                </c:pt>
                <c:pt idx="4">
                  <c:v>85.382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20.98</c:v>
                </c:pt>
                <c:pt idx="1">
                  <c:v>23.962999999999997</c:v>
                </c:pt>
                <c:pt idx="2">
                  <c:v>21.784</c:v>
                </c:pt>
                <c:pt idx="3">
                  <c:v>18.654999999999998</c:v>
                </c:pt>
                <c:pt idx="4">
                  <c:v>14.389999999999999</c:v>
                </c:pt>
                <c:pt idx="5">
                  <c:v>99.772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89.47200000000001</c:v>
                </c:pt>
                <c:pt idx="2">
                  <c:v>122.32400000000001</c:v>
                </c:pt>
                <c:pt idx="3">
                  <c:v>152.98100000000002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89.47200000000001</c:v>
                </c:pt>
                <c:pt idx="1">
                  <c:v>32.852000000000004</c:v>
                </c:pt>
                <c:pt idx="2">
                  <c:v>30.657</c:v>
                </c:pt>
                <c:pt idx="3">
                  <c:v>36.263</c:v>
                </c:pt>
                <c:pt idx="4">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32.852000000000004</c:v>
                </c:pt>
                <c:pt idx="2">
                  <c:v>63.509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32.852000000000004</c:v>
                </c:pt>
                <c:pt idx="1">
                  <c:v>30.657</c:v>
                </c:pt>
                <c:pt idx="2">
                  <c:v>36.263</c:v>
                </c:pt>
                <c:pt idx="3">
                  <c:v>99.77199999999999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89.472</c:v>
                </c:pt>
                <c:pt idx="2">
                  <c:v>105.32799999999999</c:v>
                </c:pt>
                <c:pt idx="3">
                  <c:v>120.97999999999999</c:v>
                </c:pt>
                <c:pt idx="4">
                  <c:v>136.96599999999998</c:v>
                </c:pt>
                <c:pt idx="5">
                  <c:v>149.76</c:v>
                </c:pt>
                <c:pt idx="6">
                  <c:v>175.274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89.472</c:v>
                </c:pt>
                <c:pt idx="1">
                  <c:v>15.855999999999998</c:v>
                </c:pt>
                <c:pt idx="2">
                  <c:v>15.652000000000001</c:v>
                </c:pt>
                <c:pt idx="3">
                  <c:v>15.985999999999999</c:v>
                </c:pt>
                <c:pt idx="4">
                  <c:v>12.794</c:v>
                </c:pt>
                <c:pt idx="5">
                  <c:v>25.514</c:v>
                </c:pt>
                <c:pt idx="6">
                  <c:v>13.969000000000001</c:v>
                </c:pt>
                <c:pt idx="7">
                  <c:v>189.243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15.855999999999998</c:v>
                </c:pt>
                <c:pt idx="2">
                  <c:v>31.508</c:v>
                </c:pt>
                <c:pt idx="3">
                  <c:v>47.494</c:v>
                </c:pt>
                <c:pt idx="4">
                  <c:v>60.288</c:v>
                </c:pt>
                <c:pt idx="5">
                  <c:v>85.80199999999999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15.855999999999998</c:v>
                </c:pt>
                <c:pt idx="1">
                  <c:v>15.652000000000001</c:v>
                </c:pt>
                <c:pt idx="2">
                  <c:v>15.985999999999999</c:v>
                </c:pt>
                <c:pt idx="3">
                  <c:v>12.794</c:v>
                </c:pt>
                <c:pt idx="4">
                  <c:v>25.514</c:v>
                </c:pt>
                <c:pt idx="5">
                  <c:v>13.969000000000001</c:v>
                </c:pt>
                <c:pt idx="6">
                  <c:v>99.77099999999999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89.471</c:v>
                </c:pt>
                <c:pt idx="2">
                  <c:v>100.777</c:v>
                </c:pt>
                <c:pt idx="3">
                  <c:v>118.368</c:v>
                </c:pt>
                <c:pt idx="4">
                  <c:v>130.446</c:v>
                </c:pt>
                <c:pt idx="5">
                  <c:v>143.809</c:v>
                </c:pt>
                <c:pt idx="6">
                  <c:v>163.93</c:v>
                </c:pt>
                <c:pt idx="7">
                  <c:v>173.365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89.471</c:v>
                </c:pt>
                <c:pt idx="1">
                  <c:v>11.306000000000001</c:v>
                </c:pt>
                <c:pt idx="2">
                  <c:v>17.591</c:v>
                </c:pt>
                <c:pt idx="3">
                  <c:v>12.078</c:v>
                </c:pt>
                <c:pt idx="4">
                  <c:v>13.363000000000001</c:v>
                </c:pt>
                <c:pt idx="5">
                  <c:v>20.121000000000002</c:v>
                </c:pt>
                <c:pt idx="6">
                  <c:v>9.434999999999999</c:v>
                </c:pt>
                <c:pt idx="7">
                  <c:v>15.879000000000001</c:v>
                </c:pt>
                <c:pt idx="8">
                  <c:v>189.24399999999997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11.306000000000001</c:v>
                </c:pt>
                <c:pt idx="2">
                  <c:v>28.897000000000002</c:v>
                </c:pt>
                <c:pt idx="3">
                  <c:v>40.975</c:v>
                </c:pt>
                <c:pt idx="4">
                  <c:v>54.338</c:v>
                </c:pt>
                <c:pt idx="5">
                  <c:v>74.459</c:v>
                </c:pt>
                <c:pt idx="6">
                  <c:v>83.894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11.306000000000001</c:v>
                </c:pt>
                <c:pt idx="1">
                  <c:v>17.591</c:v>
                </c:pt>
                <c:pt idx="2">
                  <c:v>12.078</c:v>
                </c:pt>
                <c:pt idx="3">
                  <c:v>13.363000000000001</c:v>
                </c:pt>
                <c:pt idx="4">
                  <c:v>20.121000000000002</c:v>
                </c:pt>
                <c:pt idx="5">
                  <c:v>9.434999999999999</c:v>
                </c:pt>
                <c:pt idx="6">
                  <c:v>15.879000000000001</c:v>
                </c:pt>
                <c:pt idx="7">
                  <c:v>99.77300000000001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89.472</c:v>
                </c:pt>
                <c:pt idx="2">
                  <c:v>106.71499999999999</c:v>
                </c:pt>
                <c:pt idx="3">
                  <c:v>126.71699999999998</c:v>
                </c:pt>
                <c:pt idx="4">
                  <c:v>147.92299999999997</c:v>
                </c:pt>
                <c:pt idx="5">
                  <c:v>169.486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89.472</c:v>
                </c:pt>
                <c:pt idx="1">
                  <c:v>17.243</c:v>
                </c:pt>
                <c:pt idx="2">
                  <c:v>20.002</c:v>
                </c:pt>
                <c:pt idx="3">
                  <c:v>21.206</c:v>
                </c:pt>
                <c:pt idx="4">
                  <c:v>21.563000000000002</c:v>
                </c:pt>
                <c:pt idx="5">
                  <c:v>19.758000000000003</c:v>
                </c:pt>
                <c:pt idx="6">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17.243</c:v>
                </c:pt>
                <c:pt idx="2">
                  <c:v>37.245</c:v>
                </c:pt>
                <c:pt idx="3">
                  <c:v>58.45099999999999</c:v>
                </c:pt>
                <c:pt idx="4">
                  <c:v>80.014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17.243</c:v>
                </c:pt>
                <c:pt idx="1">
                  <c:v>20.002</c:v>
                </c:pt>
                <c:pt idx="2">
                  <c:v>21.206</c:v>
                </c:pt>
                <c:pt idx="3">
                  <c:v>21.563000000000002</c:v>
                </c:pt>
                <c:pt idx="4">
                  <c:v>19.758000000000003</c:v>
                </c:pt>
                <c:pt idx="5">
                  <c:v>99.77199999999999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89.47</c:v>
                </c:pt>
                <c:pt idx="2">
                  <c:v>112.465</c:v>
                </c:pt>
                <c:pt idx="3">
                  <c:v>138.699</c:v>
                </c:pt>
                <c:pt idx="4">
                  <c:v>161.257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89.47</c:v>
                </c:pt>
                <c:pt idx="1">
                  <c:v>22.994999999999997</c:v>
                </c:pt>
                <c:pt idx="2">
                  <c:v>26.234</c:v>
                </c:pt>
                <c:pt idx="3">
                  <c:v>22.557999999999993</c:v>
                </c:pt>
                <c:pt idx="4">
                  <c:v>27.987000000000002</c:v>
                </c:pt>
                <c:pt idx="5">
                  <c:v>189.244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22.994999999999997</c:v>
                </c:pt>
                <c:pt idx="2">
                  <c:v>49.229</c:v>
                </c:pt>
                <c:pt idx="3">
                  <c:v>71.78699999999999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22.994999999999997</c:v>
                </c:pt>
                <c:pt idx="1">
                  <c:v>26.234</c:v>
                </c:pt>
                <c:pt idx="2">
                  <c:v>22.557999999999993</c:v>
                </c:pt>
                <c:pt idx="3">
                  <c:v>27.987000000000002</c:v>
                </c:pt>
                <c:pt idx="4">
                  <c:v>99.774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136.776</c:v>
                </c:pt>
                <c:pt idx="1">
                  <c:v>144.394</c:v>
                </c:pt>
                <c:pt idx="2">
                  <c:v>152.385</c:v>
                </c:pt>
                <c:pt idx="3">
                  <c:v>160.752</c:v>
                </c:pt>
                <c:pt idx="4">
                  <c:v>169.70600000000002</c:v>
                </c:pt>
                <c:pt idx="5">
                  <c:v>179.748</c:v>
                </c:pt>
                <c:pt idx="6">
                  <c:v>191.125</c:v>
                </c:pt>
                <c:pt idx="7">
                  <c:v>204.082</c:v>
                </c:pt>
                <c:pt idx="8">
                  <c:v>218.74200000000002</c:v>
                </c:pt>
                <c:pt idx="9">
                  <c:v>235.10899999999998</c:v>
                </c:pt>
                <c:pt idx="10">
                  <c:v>253.08799999999997</c:v>
                </c:pt>
                <c:pt idx="11">
                  <c:v>272.644</c:v>
                </c:pt>
                <c:pt idx="12">
                  <c:v>293.647</c:v>
                </c:pt>
                <c:pt idx="13">
                  <c:v>316.01</c:v>
                </c:pt>
                <c:pt idx="14">
                  <c:v>339.489</c:v>
                </c:pt>
                <c:pt idx="15">
                  <c:v>364.09400000000005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Indonesia</c:v>
                </c:pt>
              </c:strCache>
            </c:strRef>
          </c:cat>
          <c:val>
            <c:numRef>
              <c:f>Sheet1!$B$2:$B$4</c:f>
              <c:numCache>
                <c:formatCode>General</c:formatCode>
                <c:ptCount val="3"/>
                <c:pt idx="0">
                  <c:v>0.05245930274733035</c:v>
                </c:pt>
                <c:pt idx="1">
                  <c:v>0.06654594628969646</c:v>
                </c:pt>
                <c:pt idx="2">
                  <c:v>0.07313644809264241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87342049250672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179.748</c:v>
                </c:pt>
                <c:pt idx="2">
                  <c:v>191.125</c:v>
                </c:pt>
                <c:pt idx="3">
                  <c:v>204.082</c:v>
                </c:pt>
                <c:pt idx="4">
                  <c:v>218.74200000000002</c:v>
                </c:pt>
                <c:pt idx="5">
                  <c:v>235.10899999999998</c:v>
                </c:pt>
                <c:pt idx="6">
                  <c:v>253.08799999999997</c:v>
                </c:pt>
                <c:pt idx="7">
                  <c:v>272.644</c:v>
                </c:pt>
                <c:pt idx="8">
                  <c:v>293.647</c:v>
                </c:pt>
                <c:pt idx="9">
                  <c:v>316.01</c:v>
                </c:pt>
                <c:pt idx="10">
                  <c:v>339.489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179.748</c:v>
                </c:pt>
                <c:pt idx="1">
                  <c:v>11.37700000000001</c:v>
                </c:pt>
                <c:pt idx="2">
                  <c:v>12.956999999999994</c:v>
                </c:pt>
                <c:pt idx="3">
                  <c:v>14.660000000000025</c:v>
                </c:pt>
                <c:pt idx="4">
                  <c:v>16.366999999999962</c:v>
                </c:pt>
                <c:pt idx="5">
                  <c:v>17.978999999999985</c:v>
                </c:pt>
                <c:pt idx="6">
                  <c:v>19.55600000000004</c:v>
                </c:pt>
                <c:pt idx="7">
                  <c:v>21.002999999999986</c:v>
                </c:pt>
                <c:pt idx="8">
                  <c:v>22.363</c:v>
                </c:pt>
                <c:pt idx="9">
                  <c:v>23.478999999999985</c:v>
                </c:pt>
                <c:pt idx="10">
                  <c:v>24.605000000000075</c:v>
                </c:pt>
                <c:pt idx="11">
                  <c:v>364.09400000000005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14.879160830825164</c:v>
                </c:pt>
                <c:pt idx="1">
                  <c:v>2.272062509654003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85.12083916917484</c:v>
                </c:pt>
                <c:pt idx="1">
                  <c:v>97.727937490346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152.939</c:v>
                </c:pt>
                <c:pt idx="1">
                  <c:v>162.367</c:v>
                </c:pt>
                <c:pt idx="2">
                  <c:v>172.36599999999999</c:v>
                </c:pt>
                <c:pt idx="3">
                  <c:v>183.067</c:v>
                </c:pt>
                <c:pt idx="4">
                  <c:v>194.627</c:v>
                </c:pt>
                <c:pt idx="5">
                  <c:v>208.608</c:v>
                </c:pt>
                <c:pt idx="6">
                  <c:v>224.699</c:v>
                </c:pt>
                <c:pt idx="7">
                  <c:v>243.286</c:v>
                </c:pt>
                <c:pt idx="8">
                  <c:v>264.73699999999997</c:v>
                </c:pt>
                <c:pt idx="9">
                  <c:v>289.252</c:v>
                </c:pt>
                <c:pt idx="10">
                  <c:v>316.921</c:v>
                </c:pt>
                <c:pt idx="11">
                  <c:v>347.924</c:v>
                </c:pt>
                <c:pt idx="12">
                  <c:v>382.16100000000006</c:v>
                </c:pt>
                <c:pt idx="13">
                  <c:v>419.78499999999997</c:v>
                </c:pt>
                <c:pt idx="14">
                  <c:v>460.65600000000006</c:v>
                </c:pt>
                <c:pt idx="15">
                  <c:v>504.994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Indonesia</c:v>
                </c:pt>
              </c:strCache>
            </c:strRef>
          </c:cat>
          <c:val>
            <c:numRef>
              <c:f>Sheet1!$B$2:$B$4</c:f>
              <c:numCache>
                <c:formatCode>General</c:formatCode>
                <c:ptCount val="3"/>
                <c:pt idx="0">
                  <c:v>0.06658666629421717</c:v>
                </c:pt>
                <c:pt idx="1">
                  <c:v>0.07853749693674184</c:v>
                </c:pt>
                <c:pt idx="2">
                  <c:v>0.09243479885798213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47869784582758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208.608</c:v>
                </c:pt>
                <c:pt idx="2">
                  <c:v>224.699</c:v>
                </c:pt>
                <c:pt idx="3">
                  <c:v>243.286</c:v>
                </c:pt>
                <c:pt idx="4">
                  <c:v>264.73699999999997</c:v>
                </c:pt>
                <c:pt idx="5">
                  <c:v>289.252</c:v>
                </c:pt>
                <c:pt idx="6">
                  <c:v>316.921</c:v>
                </c:pt>
                <c:pt idx="7">
                  <c:v>347.924</c:v>
                </c:pt>
                <c:pt idx="8">
                  <c:v>382.16100000000006</c:v>
                </c:pt>
                <c:pt idx="9">
                  <c:v>419.78499999999997</c:v>
                </c:pt>
                <c:pt idx="10">
                  <c:v>460.65600000000006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208.608</c:v>
                </c:pt>
                <c:pt idx="1">
                  <c:v>16.091000000000008</c:v>
                </c:pt>
                <c:pt idx="2">
                  <c:v>18.58699999999999</c:v>
                </c:pt>
                <c:pt idx="3">
                  <c:v>21.450999999999965</c:v>
                </c:pt>
                <c:pt idx="4">
                  <c:v>24.515000000000043</c:v>
                </c:pt>
                <c:pt idx="5">
                  <c:v>27.668999999999983</c:v>
                </c:pt>
                <c:pt idx="6">
                  <c:v>31.002999999999986</c:v>
                </c:pt>
                <c:pt idx="7">
                  <c:v>34.23700000000008</c:v>
                </c:pt>
                <c:pt idx="8">
                  <c:v>37.62399999999991</c:v>
                </c:pt>
                <c:pt idx="9">
                  <c:v>40.871000000000095</c:v>
                </c:pt>
                <c:pt idx="10">
                  <c:v>44.337999999999965</c:v>
                </c:pt>
                <c:pt idx="11">
                  <c:v>504.994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11.779733085776433</c:v>
                </c:pt>
                <c:pt idx="1">
                  <c:v>1.2951895796743251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88.22026691422357</c:v>
                </c:pt>
                <c:pt idx="1">
                  <c:v>98.70481042032567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14.618</c:v>
                </c:pt>
                <c:pt idx="1">
                  <c:v>20.374000000000002</c:v>
                </c:pt>
                <c:pt idx="2">
                  <c:v>20.479</c:v>
                </c:pt>
                <c:pt idx="3">
                  <c:v>24.789</c:v>
                </c:pt>
                <c:pt idx="4">
                  <c:v>26.542</c:v>
                </c:pt>
                <c:pt idx="5">
                  <c:v>29.616</c:v>
                </c:pt>
                <c:pt idx="6">
                  <c:v>35.653</c:v>
                </c:pt>
                <c:pt idx="7">
                  <c:v>36.537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959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36.971</c:v>
                </c:pt>
                <c:pt idx="4">
                  <c:v>39.423</c:v>
                </c:pt>
                <c:pt idx="5">
                  <c:v>42.055</c:v>
                </c:pt>
                <c:pt idx="6">
                  <c:v>43.77</c:v>
                </c:pt>
                <c:pt idx="7">
                  <c:v>46.389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1612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65.95</c:v>
                </c:pt>
                <c:pt idx="6">
                  <c:v>67.896</c:v>
                </c:pt>
                <c:pt idx="7">
                  <c:v>74.761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0.179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24.19</c:v>
                </c:pt>
                <c:pt idx="3">
                  <c:v>29.887</c:v>
                </c:pt>
                <c:pt idx="4">
                  <c:v>30.791</c:v>
                </c:pt>
                <c:pt idx="5">
                  <c:v>34.079</c:v>
                </c:pt>
                <c:pt idx="6">
                  <c:v>38.576</c:v>
                </c:pt>
                <c:pt idx="7">
                  <c:v>51.084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8.452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Smoothing and Frizz C…</c:v>
                </c:pt>
                <c:pt idx="6">
                  <c:v>Hold and Shape</c:v>
                </c:pt>
                <c:pt idx="7">
                  <c:v>Curl Definition</c:v>
                </c:pt>
              </c:strCache>
            </c:strRef>
          </c:cat>
          <c:val>
            <c:numRef>
              <c:f>Sheet1!$B$2:$B$9</c:f>
              <c:numCache>
                <c:formatCode>General</c:formatCode>
                <c:ptCount val="8"/>
                <c:pt idx="1">
                  <c:v>23.621</c:v>
                </c:pt>
                <c:pt idx="2">
                  <c:v>28.124</c:v>
                </c:pt>
                <c:pt idx="3">
                  <c:v>28.499</c:v>
                </c:pt>
                <c:pt idx="4">
                  <c:v>28.505</c:v>
                </c:pt>
                <c:pt idx="5">
                  <c:v>31.802</c:v>
                </c:pt>
                <c:pt idx="6">
                  <c:v>31.92</c:v>
                </c:pt>
                <c:pt idx="7">
                  <c:v>36.137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8.423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38.732</c:v>
                </c:pt>
                <c:pt idx="4">
                  <c:v>40.806</c:v>
                </c:pt>
                <c:pt idx="5">
                  <c:v>42.576</c:v>
                </c:pt>
                <c:pt idx="6">
                  <c:v>42.952</c:v>
                </c:pt>
                <c:pt idx="7">
                  <c:v>43.542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3462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49.980000000000004</c:v>
                </c:pt>
                <c:pt idx="5">
                  <c:v>52.046</c:v>
                </c:pt>
                <c:pt idx="6">
                  <c:v>52.26</c:v>
                </c:pt>
                <c:pt idx="7">
                  <c:v>54.321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2.790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208.608</c:v>
                </c:pt>
                <c:pt idx="2">
                  <c:v>226.939</c:v>
                </c:pt>
                <c:pt idx="3">
                  <c:v>241.625</c:v>
                </c:pt>
                <c:pt idx="4">
                  <c:v>270.389</c:v>
                </c:pt>
                <c:pt idx="5">
                  <c:v>311.53200000000004</c:v>
                </c:pt>
                <c:pt idx="6">
                  <c:v>360.92</c:v>
                </c:pt>
                <c:pt idx="7">
                  <c:v>398.11</c:v>
                </c:pt>
                <c:pt idx="8">
                  <c:v>453.759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208.608</c:v>
                </c:pt>
                <c:pt idx="1">
                  <c:v>18.330999999999996</c:v>
                </c:pt>
                <c:pt idx="2">
                  <c:v>14.686000000000002</c:v>
                </c:pt>
                <c:pt idx="3">
                  <c:v>28.763999999999996</c:v>
                </c:pt>
                <c:pt idx="4">
                  <c:v>41.143</c:v>
                </c:pt>
                <c:pt idx="5">
                  <c:v>49.388</c:v>
                </c:pt>
                <c:pt idx="6">
                  <c:v>37.19</c:v>
                </c:pt>
                <c:pt idx="7">
                  <c:v>55.64900000000001</c:v>
                </c:pt>
                <c:pt idx="8">
                  <c:v>51.235</c:v>
                </c:pt>
                <c:pt idx="9">
                  <c:v>504.994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18.330999999999996</c:v>
                </c:pt>
                <c:pt idx="2">
                  <c:v>33.016999999999996</c:v>
                </c:pt>
                <c:pt idx="3">
                  <c:v>61.78099999999999</c:v>
                </c:pt>
                <c:pt idx="4">
                  <c:v>102.92399999999999</c:v>
                </c:pt>
                <c:pt idx="5">
                  <c:v>152.31199999999998</c:v>
                </c:pt>
                <c:pt idx="6">
                  <c:v>189.50199999999998</c:v>
                </c:pt>
                <c:pt idx="7">
                  <c:v>245.15099999999998</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18.330999999999996</c:v>
                </c:pt>
                <c:pt idx="1">
                  <c:v>14.686000000000002</c:v>
                </c:pt>
                <c:pt idx="2">
                  <c:v>28.763999999999996</c:v>
                </c:pt>
                <c:pt idx="3">
                  <c:v>41.143</c:v>
                </c:pt>
                <c:pt idx="4">
                  <c:v>49.388</c:v>
                </c:pt>
                <c:pt idx="5">
                  <c:v>37.19</c:v>
                </c:pt>
                <c:pt idx="6">
                  <c:v>55.64900000000001</c:v>
                </c:pt>
                <c:pt idx="7">
                  <c:v>51.235</c:v>
                </c:pt>
                <c:pt idx="8">
                  <c:v>296.386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208.60800000000003</c:v>
                </c:pt>
                <c:pt idx="2">
                  <c:v>270.33200000000005</c:v>
                </c:pt>
                <c:pt idx="3">
                  <c:v>340.28900000000004</c:v>
                </c:pt>
                <c:pt idx="4">
                  <c:v>405.0880000000001</c:v>
                </c:pt>
                <c:pt idx="5">
                  <c:v>461.1930000000001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208.60800000000003</c:v>
                </c:pt>
                <c:pt idx="1">
                  <c:v>61.724000000000004</c:v>
                </c:pt>
                <c:pt idx="2">
                  <c:v>69.957</c:v>
                </c:pt>
                <c:pt idx="3">
                  <c:v>64.799</c:v>
                </c:pt>
                <c:pt idx="4">
                  <c:v>56.105</c:v>
                </c:pt>
                <c:pt idx="5">
                  <c:v>43.803000000000004</c:v>
                </c:pt>
                <c:pt idx="6">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61.724000000000004</c:v>
                </c:pt>
                <c:pt idx="2">
                  <c:v>131.68099999999998</c:v>
                </c:pt>
                <c:pt idx="3">
                  <c:v>196.48</c:v>
                </c:pt>
                <c:pt idx="4">
                  <c:v>252.58499999999998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61.724000000000004</c:v>
                </c:pt>
                <c:pt idx="1">
                  <c:v>69.957</c:v>
                </c:pt>
                <c:pt idx="2">
                  <c:v>64.799</c:v>
                </c:pt>
                <c:pt idx="3">
                  <c:v>56.105</c:v>
                </c:pt>
                <c:pt idx="4">
                  <c:v>43.803000000000004</c:v>
                </c:pt>
                <c:pt idx="5">
                  <c:v>296.388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208.607</c:v>
                </c:pt>
                <c:pt idx="2">
                  <c:v>300.787</c:v>
                </c:pt>
                <c:pt idx="3">
                  <c:v>387.871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208.607</c:v>
                </c:pt>
                <c:pt idx="1">
                  <c:v>92.17999999999999</c:v>
                </c:pt>
                <c:pt idx="2">
                  <c:v>87.08399999999999</c:v>
                </c:pt>
                <c:pt idx="3">
                  <c:v>117.125</c:v>
                </c:pt>
                <c:pt idx="4">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92.17999999999999</c:v>
                </c:pt>
                <c:pt idx="2">
                  <c:v>179.26399999999998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92.17999999999999</c:v>
                </c:pt>
                <c:pt idx="1">
                  <c:v>87.08399999999999</c:v>
                </c:pt>
                <c:pt idx="2">
                  <c:v>117.125</c:v>
                </c:pt>
                <c:pt idx="3">
                  <c:v>296.389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208.607</c:v>
                </c:pt>
                <c:pt idx="2">
                  <c:v>267.413</c:v>
                </c:pt>
                <c:pt idx="3">
                  <c:v>312.76</c:v>
                </c:pt>
                <c:pt idx="4">
                  <c:v>359.429</c:v>
                </c:pt>
                <c:pt idx="5">
                  <c:v>397.29099999999994</c:v>
                </c:pt>
                <c:pt idx="6">
                  <c:v>464.972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208.607</c:v>
                </c:pt>
                <c:pt idx="1">
                  <c:v>58.806</c:v>
                </c:pt>
                <c:pt idx="2">
                  <c:v>45.34700000000001</c:v>
                </c:pt>
                <c:pt idx="3">
                  <c:v>46.669000000000004</c:v>
                </c:pt>
                <c:pt idx="4">
                  <c:v>37.861999999999995</c:v>
                </c:pt>
                <c:pt idx="5">
                  <c:v>67.68100000000001</c:v>
                </c:pt>
                <c:pt idx="6">
                  <c:v>40.024</c:v>
                </c:pt>
                <c:pt idx="7">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58.806</c:v>
                </c:pt>
                <c:pt idx="2">
                  <c:v>104.153</c:v>
                </c:pt>
                <c:pt idx="3">
                  <c:v>150.822</c:v>
                </c:pt>
                <c:pt idx="4">
                  <c:v>188.684</c:v>
                </c:pt>
                <c:pt idx="5">
                  <c:v>256.365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58.806</c:v>
                </c:pt>
                <c:pt idx="1">
                  <c:v>45.34700000000001</c:v>
                </c:pt>
                <c:pt idx="2">
                  <c:v>46.669000000000004</c:v>
                </c:pt>
                <c:pt idx="3">
                  <c:v>37.861999999999995</c:v>
                </c:pt>
                <c:pt idx="4">
                  <c:v>67.68100000000001</c:v>
                </c:pt>
                <c:pt idx="5">
                  <c:v>40.024</c:v>
                </c:pt>
                <c:pt idx="6">
                  <c:v>296.389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208.608</c:v>
                </c:pt>
                <c:pt idx="2">
                  <c:v>242.57</c:v>
                </c:pt>
                <c:pt idx="3">
                  <c:v>306.566</c:v>
                </c:pt>
                <c:pt idx="4">
                  <c:v>342.60299999999995</c:v>
                </c:pt>
                <c:pt idx="5">
                  <c:v>382.042</c:v>
                </c:pt>
                <c:pt idx="6">
                  <c:v>431.22099999999995</c:v>
                </c:pt>
                <c:pt idx="7">
                  <c:v>458.96999999999997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208.608</c:v>
                </c:pt>
                <c:pt idx="1">
                  <c:v>33.962</c:v>
                </c:pt>
                <c:pt idx="2">
                  <c:v>63.995999999999995</c:v>
                </c:pt>
                <c:pt idx="3">
                  <c:v>36.037000000000006</c:v>
                </c:pt>
                <c:pt idx="4">
                  <c:v>39.43900000000001</c:v>
                </c:pt>
                <c:pt idx="5">
                  <c:v>49.178999999999995</c:v>
                </c:pt>
                <c:pt idx="6">
                  <c:v>27.749</c:v>
                </c:pt>
                <c:pt idx="7">
                  <c:v>46.02600000000001</c:v>
                </c:pt>
                <c:pt idx="8">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33.962</c:v>
                </c:pt>
                <c:pt idx="2">
                  <c:v>97.958</c:v>
                </c:pt>
                <c:pt idx="3">
                  <c:v>133.995</c:v>
                </c:pt>
                <c:pt idx="4">
                  <c:v>173.43400000000003</c:v>
                </c:pt>
                <c:pt idx="5">
                  <c:v>222.61300000000003</c:v>
                </c:pt>
                <c:pt idx="6">
                  <c:v>250.36200000000002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33.962</c:v>
                </c:pt>
                <c:pt idx="1">
                  <c:v>63.995999999999995</c:v>
                </c:pt>
                <c:pt idx="2">
                  <c:v>36.037000000000006</c:v>
                </c:pt>
                <c:pt idx="3">
                  <c:v>39.43900000000001</c:v>
                </c:pt>
                <c:pt idx="4">
                  <c:v>49.178999999999995</c:v>
                </c:pt>
                <c:pt idx="5">
                  <c:v>27.749</c:v>
                </c:pt>
                <c:pt idx="6">
                  <c:v>46.02600000000001</c:v>
                </c:pt>
                <c:pt idx="7">
                  <c:v>296.38800000000003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208.60799999999998</c:v>
                </c:pt>
                <c:pt idx="2">
                  <c:v>256.735</c:v>
                </c:pt>
                <c:pt idx="3">
                  <c:v>310.564</c:v>
                </c:pt>
                <c:pt idx="4">
                  <c:v>377.745</c:v>
                </c:pt>
                <c:pt idx="5">
                  <c:v>450.097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208.60799999999998</c:v>
                </c:pt>
                <c:pt idx="1">
                  <c:v>48.12700000000001</c:v>
                </c:pt>
                <c:pt idx="2">
                  <c:v>53.82900000000001</c:v>
                </c:pt>
                <c:pt idx="3">
                  <c:v>67.181</c:v>
                </c:pt>
                <c:pt idx="4">
                  <c:v>72.352</c:v>
                </c:pt>
                <c:pt idx="5">
                  <c:v>54.898999999999994</c:v>
                </c:pt>
                <c:pt idx="6">
                  <c:v>504.996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48.12700000000001</c:v>
                </c:pt>
                <c:pt idx="2">
                  <c:v>101.95600000000002</c:v>
                </c:pt>
                <c:pt idx="3">
                  <c:v>169.137</c:v>
                </c:pt>
                <c:pt idx="4">
                  <c:v>241.489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48.12700000000001</c:v>
                </c:pt>
                <c:pt idx="1">
                  <c:v>53.82900000000001</c:v>
                </c:pt>
                <c:pt idx="2">
                  <c:v>67.181</c:v>
                </c:pt>
                <c:pt idx="3">
                  <c:v>72.352</c:v>
                </c:pt>
                <c:pt idx="4">
                  <c:v>54.898999999999994</c:v>
                </c:pt>
                <c:pt idx="5">
                  <c:v>296.388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208.60699999999997</c:v>
                </c:pt>
                <c:pt idx="2">
                  <c:v>279.518</c:v>
                </c:pt>
                <c:pt idx="3">
                  <c:v>355.731</c:v>
                </c:pt>
                <c:pt idx="4">
                  <c:v>424.247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208.60699999999997</c:v>
                </c:pt>
                <c:pt idx="1">
                  <c:v>70.911</c:v>
                </c:pt>
                <c:pt idx="2">
                  <c:v>76.21300000000002</c:v>
                </c:pt>
                <c:pt idx="3">
                  <c:v>68.51600000000002</c:v>
                </c:pt>
                <c:pt idx="4">
                  <c:v>80.748</c:v>
                </c:pt>
                <c:pt idx="5">
                  <c:v>504.99500000000006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70.911</c:v>
                </c:pt>
                <c:pt idx="2">
                  <c:v>147.12400000000002</c:v>
                </c:pt>
                <c:pt idx="3">
                  <c:v>215.64000000000004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70.911</c:v>
                </c:pt>
                <c:pt idx="1">
                  <c:v>76.21300000000002</c:v>
                </c:pt>
                <c:pt idx="2">
                  <c:v>68.51600000000002</c:v>
                </c:pt>
                <c:pt idx="3">
                  <c:v>80.748</c:v>
                </c:pt>
                <c:pt idx="4">
                  <c:v>296.38800000000003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26.29</c:v>
                </c:pt>
                <c:pt idx="1">
                  <c:v>27.130000000000003</c:v>
                </c:pt>
                <c:pt idx="2">
                  <c:v>27.996000000000002</c:v>
                </c:pt>
                <c:pt idx="3">
                  <c:v>28.881999999999998</c:v>
                </c:pt>
                <c:pt idx="4">
                  <c:v>29.814</c:v>
                </c:pt>
                <c:pt idx="5">
                  <c:v>30.839</c:v>
                </c:pt>
                <c:pt idx="6">
                  <c:v>31.97</c:v>
                </c:pt>
                <c:pt idx="7">
                  <c:v>33.234</c:v>
                </c:pt>
                <c:pt idx="8">
                  <c:v>34.627</c:v>
                </c:pt>
                <c:pt idx="9">
                  <c:v>36.157</c:v>
                </c:pt>
                <c:pt idx="10">
                  <c:v>37.798</c:v>
                </c:pt>
                <c:pt idx="11">
                  <c:v>39.537</c:v>
                </c:pt>
                <c:pt idx="12">
                  <c:v>41.356</c:v>
                </c:pt>
                <c:pt idx="13">
                  <c:v>43.241</c:v>
                </c:pt>
                <c:pt idx="14">
                  <c:v>45.162</c:v>
                </c:pt>
                <c:pt idx="15">
                  <c:v>47.123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Singapore</c:v>
                </c:pt>
              </c:strCache>
            </c:strRef>
          </c:cat>
          <c:val>
            <c:numRef>
              <c:f>Sheet1!$B$2:$B$4</c:f>
              <c:numCache>
                <c:formatCode>General</c:formatCode>
                <c:ptCount val="3"/>
                <c:pt idx="0">
                  <c:v>0.05245930274733035</c:v>
                </c:pt>
                <c:pt idx="1">
                  <c:v>0.06654594628969646</c:v>
                </c:pt>
                <c:pt idx="2">
                  <c:v>0.04330974622897932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30.839</c:v>
                </c:pt>
                <c:pt idx="2">
                  <c:v>31.97</c:v>
                </c:pt>
                <c:pt idx="3">
                  <c:v>33.234</c:v>
                </c:pt>
                <c:pt idx="4">
                  <c:v>34.627</c:v>
                </c:pt>
                <c:pt idx="5">
                  <c:v>36.157</c:v>
                </c:pt>
                <c:pt idx="6">
                  <c:v>37.798</c:v>
                </c:pt>
                <c:pt idx="7">
                  <c:v>39.537</c:v>
                </c:pt>
                <c:pt idx="8">
                  <c:v>41.356</c:v>
                </c:pt>
                <c:pt idx="9">
                  <c:v>43.241</c:v>
                </c:pt>
                <c:pt idx="10">
                  <c:v>45.162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30.839</c:v>
                </c:pt>
                <c:pt idx="1">
                  <c:v>1.1310000000000002</c:v>
                </c:pt>
                <c:pt idx="2">
                  <c:v>1.264000000000003</c:v>
                </c:pt>
                <c:pt idx="3">
                  <c:v>1.3930000000000007</c:v>
                </c:pt>
                <c:pt idx="4">
                  <c:v>1.529999999999994</c:v>
                </c:pt>
                <c:pt idx="5">
                  <c:v>1.6410000000000053</c:v>
                </c:pt>
                <c:pt idx="6">
                  <c:v>1.7389999999999972</c:v>
                </c:pt>
                <c:pt idx="7">
                  <c:v>1.8190000000000026</c:v>
                </c:pt>
                <c:pt idx="8">
                  <c:v>1.884999999999998</c:v>
                </c:pt>
                <c:pt idx="9">
                  <c:v>1.9209999999999994</c:v>
                </c:pt>
                <c:pt idx="10">
                  <c:v>1.9609999999999985</c:v>
                </c:pt>
                <c:pt idx="11">
                  <c:v>47.123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2.552787462791337</c:v>
                </c:pt>
                <c:pt idx="1">
                  <c:v>0.38981315917406484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97.44721253720866</c:v>
                </c:pt>
                <c:pt idx="1">
                  <c:v>99.61018684082593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82.14099999999999</c:v>
                </c:pt>
                <c:pt idx="1">
                  <c:v>85.225</c:v>
                </c:pt>
                <c:pt idx="2">
                  <c:v>88.43900000000001</c:v>
                </c:pt>
                <c:pt idx="3">
                  <c:v>91.844</c:v>
                </c:pt>
                <c:pt idx="4">
                  <c:v>95.465</c:v>
                </c:pt>
                <c:pt idx="5">
                  <c:v>99.919</c:v>
                </c:pt>
                <c:pt idx="6">
                  <c:v>104.94300000000001</c:v>
                </c:pt>
                <c:pt idx="7">
                  <c:v>110.605</c:v>
                </c:pt>
                <c:pt idx="8">
                  <c:v>116.971</c:v>
                </c:pt>
                <c:pt idx="9">
                  <c:v>124.09400000000001</c:v>
                </c:pt>
                <c:pt idx="10">
                  <c:v>131.934</c:v>
                </c:pt>
                <c:pt idx="11">
                  <c:v>140.486</c:v>
                </c:pt>
                <c:pt idx="12">
                  <c:v>149.678</c:v>
                </c:pt>
                <c:pt idx="13">
                  <c:v>159.537</c:v>
                </c:pt>
                <c:pt idx="14">
                  <c:v>170.023</c:v>
                </c:pt>
                <c:pt idx="15">
                  <c:v>181.167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Singapore</c:v>
                </c:pt>
              </c:strCache>
            </c:strRef>
          </c:cat>
          <c:val>
            <c:numRef>
              <c:f>Sheet1!$B$2:$B$4</c:f>
              <c:numCache>
                <c:formatCode>General</c:formatCode>
                <c:ptCount val="3"/>
                <c:pt idx="0">
                  <c:v>0.06658666629421717</c:v>
                </c:pt>
                <c:pt idx="1">
                  <c:v>0.07853749693674184</c:v>
                </c:pt>
                <c:pt idx="2">
                  <c:v>0.06131206516053256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99.919</c:v>
                </c:pt>
                <c:pt idx="2">
                  <c:v>104.94300000000001</c:v>
                </c:pt>
                <c:pt idx="3">
                  <c:v>110.605</c:v>
                </c:pt>
                <c:pt idx="4">
                  <c:v>116.971</c:v>
                </c:pt>
                <c:pt idx="5">
                  <c:v>124.09400000000001</c:v>
                </c:pt>
                <c:pt idx="6">
                  <c:v>131.934</c:v>
                </c:pt>
                <c:pt idx="7">
                  <c:v>140.486</c:v>
                </c:pt>
                <c:pt idx="8">
                  <c:v>149.678</c:v>
                </c:pt>
                <c:pt idx="9">
                  <c:v>159.537</c:v>
                </c:pt>
                <c:pt idx="10">
                  <c:v>170.023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99.919</c:v>
                </c:pt>
                <c:pt idx="1">
                  <c:v>5.024000000000015</c:v>
                </c:pt>
                <c:pt idx="2">
                  <c:v>5.661999999999992</c:v>
                </c:pt>
                <c:pt idx="3">
                  <c:v>6.366</c:v>
                </c:pt>
                <c:pt idx="4">
                  <c:v>7.123000000000005</c:v>
                </c:pt>
                <c:pt idx="5">
                  <c:v>7.839999999999989</c:v>
                </c:pt>
                <c:pt idx="6">
                  <c:v>8.551999999999992</c:v>
                </c:pt>
                <c:pt idx="7">
                  <c:v>9.192000000000007</c:v>
                </c:pt>
                <c:pt idx="8">
                  <c:v>9.859000000000009</c:v>
                </c:pt>
                <c:pt idx="9">
                  <c:v>10.48599999999999</c:v>
                </c:pt>
                <c:pt idx="10">
                  <c:v>11.144000000000005</c:v>
                </c:pt>
                <c:pt idx="11">
                  <c:v>181.167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5.642253174363857</c:v>
                </c:pt>
                <c:pt idx="1">
                  <c:v>0.6203695333423401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94.35774682563614</c:v>
                </c:pt>
                <c:pt idx="1">
                  <c:v>99.37963046665766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6.7829999999999995</c:v>
                </c:pt>
                <c:pt idx="1">
                  <c:v>8.316</c:v>
                </c:pt>
                <c:pt idx="2">
                  <c:v>10.768</c:v>
                </c:pt>
                <c:pt idx="3">
                  <c:v>11.636</c:v>
                </c:pt>
                <c:pt idx="4">
                  <c:v>12.272</c:v>
                </c:pt>
                <c:pt idx="5">
                  <c:v>12.312000000000001</c:v>
                </c:pt>
                <c:pt idx="6">
                  <c:v>15.179</c:v>
                </c:pt>
                <c:pt idx="7">
                  <c:v>22.653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355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17.678</c:v>
                </c:pt>
                <c:pt idx="4">
                  <c:v>18.993</c:v>
                </c:pt>
                <c:pt idx="5">
                  <c:v>20.186</c:v>
                </c:pt>
                <c:pt idx="6">
                  <c:v>20.894</c:v>
                </c:pt>
                <c:pt idx="7">
                  <c:v>22.168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705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32.62</c:v>
                </c:pt>
                <c:pt idx="6">
                  <c:v>33.205</c:v>
                </c:pt>
                <c:pt idx="7">
                  <c:v>34.095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5.687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Online Marketplaces</c:v>
                </c:pt>
                <c:pt idx="7">
                  <c:v>Salon and Professiona…</c:v>
                </c:pt>
              </c:strCache>
            </c:strRef>
          </c:cat>
          <c:val>
            <c:numRef>
              <c:f>Sheet1!$B$2:$B$9</c:f>
              <c:numCache>
                <c:formatCode>General</c:formatCode>
                <c:ptCount val="8"/>
                <c:pt idx="2">
                  <c:v>13.342</c:v>
                </c:pt>
                <c:pt idx="3">
                  <c:v>13.511</c:v>
                </c:pt>
                <c:pt idx="4">
                  <c:v>16.406</c:v>
                </c:pt>
                <c:pt idx="5">
                  <c:v>16.957</c:v>
                </c:pt>
                <c:pt idx="6">
                  <c:v>19.515</c:v>
                </c:pt>
                <c:pt idx="7">
                  <c:v>20.189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7.053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11.21</c:v>
                </c:pt>
                <c:pt idx="2">
                  <c:v>13.203</c:v>
                </c:pt>
                <c:pt idx="3">
                  <c:v>13.23</c:v>
                </c:pt>
                <c:pt idx="4">
                  <c:v>13.311</c:v>
                </c:pt>
                <c:pt idx="5">
                  <c:v>14.95</c:v>
                </c:pt>
                <c:pt idx="6">
                  <c:v>16.706</c:v>
                </c:pt>
                <c:pt idx="7">
                  <c:v>17.309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19406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17.984</c:v>
                </c:pt>
                <c:pt idx="4">
                  <c:v>19.0</c:v>
                </c:pt>
                <c:pt idx="5">
                  <c:v>20.197</c:v>
                </c:pt>
                <c:pt idx="6">
                  <c:v>20.984</c:v>
                </c:pt>
                <c:pt idx="7">
                  <c:v>21.754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9.1503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23.991999999999997</c:v>
                </c:pt>
                <c:pt idx="5">
                  <c:v>24.849</c:v>
                </c:pt>
                <c:pt idx="6">
                  <c:v>25.128999999999998</c:v>
                </c:pt>
                <c:pt idx="7">
                  <c:v>25.95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77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99.919</c:v>
                </c:pt>
                <c:pt idx="2">
                  <c:v>105.033</c:v>
                </c:pt>
                <c:pt idx="3">
                  <c:v>108.486</c:v>
                </c:pt>
                <c:pt idx="4">
                  <c:v>113.438</c:v>
                </c:pt>
                <c:pt idx="5">
                  <c:v>124.285</c:v>
                </c:pt>
                <c:pt idx="6">
                  <c:v>136.055</c:v>
                </c:pt>
                <c:pt idx="7">
                  <c:v>145.423</c:v>
                </c:pt>
                <c:pt idx="8">
                  <c:v>166.614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99.919</c:v>
                </c:pt>
                <c:pt idx="1">
                  <c:v>5.114000000000001</c:v>
                </c:pt>
                <c:pt idx="2">
                  <c:v>3.453000000000001</c:v>
                </c:pt>
                <c:pt idx="3">
                  <c:v>4.952</c:v>
                </c:pt>
                <c:pt idx="4">
                  <c:v>10.847000000000001</c:v>
                </c:pt>
                <c:pt idx="5">
                  <c:v>11.770000000000001</c:v>
                </c:pt>
                <c:pt idx="6">
                  <c:v>9.367999999999999</c:v>
                </c:pt>
                <c:pt idx="7">
                  <c:v>21.191000000000003</c:v>
                </c:pt>
                <c:pt idx="8">
                  <c:v>14.552999999999999</c:v>
                </c:pt>
                <c:pt idx="9">
                  <c:v>181.167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5.114000000000001</c:v>
                </c:pt>
                <c:pt idx="2">
                  <c:v>8.567000000000002</c:v>
                </c:pt>
                <c:pt idx="3">
                  <c:v>13.519000000000002</c:v>
                </c:pt>
                <c:pt idx="4">
                  <c:v>24.366000000000003</c:v>
                </c:pt>
                <c:pt idx="5">
                  <c:v>36.136</c:v>
                </c:pt>
                <c:pt idx="6">
                  <c:v>45.504000000000005</c:v>
                </c:pt>
                <c:pt idx="7">
                  <c:v>66.69500000000001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5.114000000000001</c:v>
                </c:pt>
                <c:pt idx="1">
                  <c:v>3.453000000000001</c:v>
                </c:pt>
                <c:pt idx="2">
                  <c:v>4.952</c:v>
                </c:pt>
                <c:pt idx="3">
                  <c:v>10.847000000000001</c:v>
                </c:pt>
                <c:pt idx="4">
                  <c:v>11.770000000000001</c:v>
                </c:pt>
                <c:pt idx="5">
                  <c:v>9.367999999999999</c:v>
                </c:pt>
                <c:pt idx="6">
                  <c:v>21.191000000000003</c:v>
                </c:pt>
                <c:pt idx="7">
                  <c:v>14.552999999999999</c:v>
                </c:pt>
                <c:pt idx="8">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99.919</c:v>
                </c:pt>
                <c:pt idx="2">
                  <c:v>117.26</c:v>
                </c:pt>
                <c:pt idx="3">
                  <c:v>137.369</c:v>
                </c:pt>
                <c:pt idx="4">
                  <c:v>155.083</c:v>
                </c:pt>
                <c:pt idx="5">
                  <c:v>169.96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99.919</c:v>
                </c:pt>
                <c:pt idx="1">
                  <c:v>17.341000000000005</c:v>
                </c:pt>
                <c:pt idx="2">
                  <c:v>20.109</c:v>
                </c:pt>
                <c:pt idx="3">
                  <c:v>17.714</c:v>
                </c:pt>
                <c:pt idx="4">
                  <c:v>14.877000000000002</c:v>
                </c:pt>
                <c:pt idx="5">
                  <c:v>11.207999999999998</c:v>
                </c:pt>
                <c:pt idx="6">
                  <c:v>181.16799999999998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17.341000000000005</c:v>
                </c:pt>
                <c:pt idx="2">
                  <c:v>37.45</c:v>
                </c:pt>
                <c:pt idx="3">
                  <c:v>55.164</c:v>
                </c:pt>
                <c:pt idx="4">
                  <c:v>70.041</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17.341000000000005</c:v>
                </c:pt>
                <c:pt idx="1">
                  <c:v>20.109</c:v>
                </c:pt>
                <c:pt idx="2">
                  <c:v>17.714</c:v>
                </c:pt>
                <c:pt idx="3">
                  <c:v>14.877000000000002</c:v>
                </c:pt>
                <c:pt idx="4">
                  <c:v>11.207999999999998</c:v>
                </c:pt>
                <c:pt idx="5">
                  <c:v>81.249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99.91999999999999</c:v>
                </c:pt>
                <c:pt idx="2">
                  <c:v>126.672</c:v>
                </c:pt>
                <c:pt idx="3">
                  <c:v>151.159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99.91999999999999</c:v>
                </c:pt>
                <c:pt idx="1">
                  <c:v>26.752000000000002</c:v>
                </c:pt>
                <c:pt idx="2">
                  <c:v>24.487000000000002</c:v>
                </c:pt>
                <c:pt idx="3">
                  <c:v>30.009</c:v>
                </c:pt>
                <c:pt idx="4">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26.752000000000002</c:v>
                </c:pt>
                <c:pt idx="2">
                  <c:v>51.239000000000004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26.752000000000002</c:v>
                </c:pt>
                <c:pt idx="1">
                  <c:v>24.487000000000002</c:v>
                </c:pt>
                <c:pt idx="2">
                  <c:v>30.009</c:v>
                </c:pt>
                <c:pt idx="3">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99.92</c:v>
                </c:pt>
                <c:pt idx="2">
                  <c:v>109.936</c:v>
                </c:pt>
                <c:pt idx="3">
                  <c:v>123.68</c:v>
                </c:pt>
                <c:pt idx="4">
                  <c:v>138.93200000000002</c:v>
                </c:pt>
                <c:pt idx="5">
                  <c:v>148.049</c:v>
                </c:pt>
                <c:pt idx="6">
                  <c:v>168.386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99.92</c:v>
                </c:pt>
                <c:pt idx="1">
                  <c:v>10.015999999999998</c:v>
                </c:pt>
                <c:pt idx="2">
                  <c:v>13.744</c:v>
                </c:pt>
                <c:pt idx="3">
                  <c:v>15.252000000000002</c:v>
                </c:pt>
                <c:pt idx="4">
                  <c:v>9.117</c:v>
                </c:pt>
                <c:pt idx="5">
                  <c:v>20.336999999999996</c:v>
                </c:pt>
                <c:pt idx="6">
                  <c:v>12.781999999999998</c:v>
                </c:pt>
                <c:pt idx="7">
                  <c:v>181.16799999999998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10.015999999999998</c:v>
                </c:pt>
                <c:pt idx="2">
                  <c:v>23.759999999999998</c:v>
                </c:pt>
                <c:pt idx="3">
                  <c:v>39.012</c:v>
                </c:pt>
                <c:pt idx="4">
                  <c:v>48.129000000000005</c:v>
                </c:pt>
                <c:pt idx="5">
                  <c:v>68.46600000000001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10.015999999999998</c:v>
                </c:pt>
                <c:pt idx="1">
                  <c:v>13.744</c:v>
                </c:pt>
                <c:pt idx="2">
                  <c:v>15.252000000000002</c:v>
                </c:pt>
                <c:pt idx="3">
                  <c:v>9.117</c:v>
                </c:pt>
                <c:pt idx="4">
                  <c:v>20.336999999999996</c:v>
                </c:pt>
                <c:pt idx="5">
                  <c:v>12.781999999999998</c:v>
                </c:pt>
                <c:pt idx="6">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99.919</c:v>
                </c:pt>
                <c:pt idx="2">
                  <c:v>108.062</c:v>
                </c:pt>
                <c:pt idx="3">
                  <c:v>122.467</c:v>
                </c:pt>
                <c:pt idx="4">
                  <c:v>131.724</c:v>
                </c:pt>
                <c:pt idx="5">
                  <c:v>142.17499999999998</c:v>
                </c:pt>
                <c:pt idx="6">
                  <c:v>157.771</c:v>
                </c:pt>
                <c:pt idx="7">
                  <c:v>164.79199999999997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99.919</c:v>
                </c:pt>
                <c:pt idx="1">
                  <c:v>8.143</c:v>
                </c:pt>
                <c:pt idx="2">
                  <c:v>14.405000000000001</c:v>
                </c:pt>
                <c:pt idx="3">
                  <c:v>9.257000000000001</c:v>
                </c:pt>
                <c:pt idx="4">
                  <c:v>10.451</c:v>
                </c:pt>
                <c:pt idx="5">
                  <c:v>15.596</c:v>
                </c:pt>
                <c:pt idx="6">
                  <c:v>7.021000000000001</c:v>
                </c:pt>
                <c:pt idx="7">
                  <c:v>16.376</c:v>
                </c:pt>
                <c:pt idx="8">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8.143</c:v>
                </c:pt>
                <c:pt idx="2">
                  <c:v>22.548000000000002</c:v>
                </c:pt>
                <c:pt idx="3">
                  <c:v>31.805000000000003</c:v>
                </c:pt>
                <c:pt idx="4">
                  <c:v>42.256</c:v>
                </c:pt>
                <c:pt idx="5">
                  <c:v>57.852000000000004</c:v>
                </c:pt>
                <c:pt idx="6">
                  <c:v>64.873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8.143</c:v>
                </c:pt>
                <c:pt idx="1">
                  <c:v>14.405000000000001</c:v>
                </c:pt>
                <c:pt idx="2">
                  <c:v>9.257000000000001</c:v>
                </c:pt>
                <c:pt idx="3">
                  <c:v>10.451</c:v>
                </c:pt>
                <c:pt idx="4">
                  <c:v>15.596</c:v>
                </c:pt>
                <c:pt idx="5">
                  <c:v>7.021000000000001</c:v>
                </c:pt>
                <c:pt idx="6">
                  <c:v>16.376</c:v>
                </c:pt>
                <c:pt idx="7">
                  <c:v>81.24900000000001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99.919</c:v>
                </c:pt>
                <c:pt idx="2">
                  <c:v>113.39099999999999</c:v>
                </c:pt>
                <c:pt idx="3">
                  <c:v>129.69299999999998</c:v>
                </c:pt>
                <c:pt idx="4">
                  <c:v>147.253</c:v>
                </c:pt>
                <c:pt idx="5">
                  <c:v>165.37699999999998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99.919</c:v>
                </c:pt>
                <c:pt idx="1">
                  <c:v>13.472000000000001</c:v>
                </c:pt>
                <c:pt idx="2">
                  <c:v>16.302000000000003</c:v>
                </c:pt>
                <c:pt idx="3">
                  <c:v>17.560000000000002</c:v>
                </c:pt>
                <c:pt idx="4">
                  <c:v>18.123999999999995</c:v>
                </c:pt>
                <c:pt idx="5">
                  <c:v>15.789999999999996</c:v>
                </c:pt>
                <c:pt idx="6">
                  <c:v>181.16700000000003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13.472000000000001</c:v>
                </c:pt>
                <c:pt idx="2">
                  <c:v>29.774000000000004</c:v>
                </c:pt>
                <c:pt idx="3">
                  <c:v>47.334</c:v>
                </c:pt>
                <c:pt idx="4">
                  <c:v>65.458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13.472000000000001</c:v>
                </c:pt>
                <c:pt idx="1">
                  <c:v>16.302000000000003</c:v>
                </c:pt>
                <c:pt idx="2">
                  <c:v>17.560000000000002</c:v>
                </c:pt>
                <c:pt idx="3">
                  <c:v>18.123999999999995</c:v>
                </c:pt>
                <c:pt idx="4">
                  <c:v>15.789999999999996</c:v>
                </c:pt>
                <c:pt idx="5">
                  <c:v>81.24799999999999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99.91999999999999</c:v>
                </c:pt>
                <c:pt idx="2">
                  <c:v>117.72999999999999</c:v>
                </c:pt>
                <c:pt idx="3">
                  <c:v>139.954</c:v>
                </c:pt>
                <c:pt idx="4">
                  <c:v>157.71200000000002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99.91999999999999</c:v>
                </c:pt>
                <c:pt idx="1">
                  <c:v>17.81</c:v>
                </c:pt>
                <c:pt idx="2">
                  <c:v>22.224000000000004</c:v>
                </c:pt>
                <c:pt idx="3">
                  <c:v>17.758</c:v>
                </c:pt>
                <c:pt idx="4">
                  <c:v>23.456000000000003</c:v>
                </c:pt>
                <c:pt idx="5">
                  <c:v>181.168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17.81</c:v>
                </c:pt>
                <c:pt idx="2">
                  <c:v>40.034000000000006</c:v>
                </c:pt>
                <c:pt idx="3">
                  <c:v>57.792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17.81</c:v>
                </c:pt>
                <c:pt idx="1">
                  <c:v>22.224000000000004</c:v>
                </c:pt>
                <c:pt idx="2">
                  <c:v>17.758</c:v>
                </c:pt>
                <c:pt idx="3">
                  <c:v>23.456000000000003</c:v>
                </c:pt>
                <c:pt idx="4">
                  <c:v>81.248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58.428</c:v>
                </c:pt>
                <c:pt idx="1">
                  <c:v>61.876000000000005</c:v>
                </c:pt>
                <c:pt idx="2">
                  <c:v>65.503</c:v>
                </c:pt>
                <c:pt idx="3">
                  <c:v>69.307</c:v>
                </c:pt>
                <c:pt idx="4">
                  <c:v>73.386</c:v>
                </c:pt>
                <c:pt idx="5">
                  <c:v>77.972</c:v>
                </c:pt>
                <c:pt idx="6">
                  <c:v>83.176</c:v>
                </c:pt>
                <c:pt idx="7">
                  <c:v>89.118</c:v>
                </c:pt>
                <c:pt idx="8">
                  <c:v>95.86</c:v>
                </c:pt>
                <c:pt idx="9">
                  <c:v>103.41</c:v>
                </c:pt>
                <c:pt idx="10">
                  <c:v>111.717</c:v>
                </c:pt>
                <c:pt idx="11">
                  <c:v>120.771</c:v>
                </c:pt>
                <c:pt idx="12">
                  <c:v>130.52</c:v>
                </c:pt>
                <c:pt idx="13">
                  <c:v>140.928</c:v>
                </c:pt>
                <c:pt idx="14">
                  <c:v>151.887</c:v>
                </c:pt>
                <c:pt idx="15">
                  <c:v>163.405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Philippines</c:v>
                </c:pt>
              </c:strCache>
            </c:strRef>
          </c:cat>
          <c:val>
            <c:numRef>
              <c:f>Sheet1!$B$2:$B$4</c:f>
              <c:numCache>
                <c:formatCode>General</c:formatCode>
                <c:ptCount val="3"/>
                <c:pt idx="0">
                  <c:v>0.05245930274733035</c:v>
                </c:pt>
                <c:pt idx="1">
                  <c:v>0.06654594628969646</c:v>
                </c:pt>
                <c:pt idx="2">
                  <c:v>0.07679409858639707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36720330916360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77.972</c:v>
                </c:pt>
                <c:pt idx="2">
                  <c:v>83.176</c:v>
                </c:pt>
                <c:pt idx="3">
                  <c:v>89.118</c:v>
                </c:pt>
                <c:pt idx="4">
                  <c:v>95.86</c:v>
                </c:pt>
                <c:pt idx="5">
                  <c:v>103.41</c:v>
                </c:pt>
                <c:pt idx="6">
                  <c:v>111.717</c:v>
                </c:pt>
                <c:pt idx="7">
                  <c:v>120.771</c:v>
                </c:pt>
                <c:pt idx="8">
                  <c:v>130.52</c:v>
                </c:pt>
                <c:pt idx="9">
                  <c:v>140.928</c:v>
                </c:pt>
                <c:pt idx="10">
                  <c:v>151.887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77.972</c:v>
                </c:pt>
                <c:pt idx="1">
                  <c:v>5.204000000000008</c:v>
                </c:pt>
                <c:pt idx="2">
                  <c:v>5.941999999999993</c:v>
                </c:pt>
                <c:pt idx="3">
                  <c:v>6.742000000000004</c:v>
                </c:pt>
                <c:pt idx="4">
                  <c:v>7.549999999999997</c:v>
                </c:pt>
                <c:pt idx="5">
                  <c:v>8.307000000000002</c:v>
                </c:pt>
                <c:pt idx="6">
                  <c:v>9.054000000000002</c:v>
                </c:pt>
                <c:pt idx="7">
                  <c:v>9.74900000000001</c:v>
                </c:pt>
                <c:pt idx="8">
                  <c:v>10.407999999999987</c:v>
                </c:pt>
                <c:pt idx="9">
                  <c:v>10.959000000000003</c:v>
                </c:pt>
                <c:pt idx="10">
                  <c:v>11.518</c:v>
                </c:pt>
                <c:pt idx="11">
                  <c:v>163.405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6.454357924989984</c:v>
                </c:pt>
                <c:pt idx="1">
                  <c:v>0.985586810438736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93.54564207501002</c:v>
                </c:pt>
                <c:pt idx="1">
                  <c:v>99.01441318956127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69.33099999999999</c:v>
                </c:pt>
                <c:pt idx="1">
                  <c:v>73.82</c:v>
                </c:pt>
                <c:pt idx="2">
                  <c:v>78.578</c:v>
                </c:pt>
                <c:pt idx="3">
                  <c:v>83.654</c:v>
                </c:pt>
                <c:pt idx="4">
                  <c:v>89.138</c:v>
                </c:pt>
                <c:pt idx="5">
                  <c:v>95.757</c:v>
                </c:pt>
                <c:pt idx="6">
                  <c:v>103.389</c:v>
                </c:pt>
                <c:pt idx="7">
                  <c:v>112.255</c:v>
                </c:pt>
                <c:pt idx="8">
                  <c:v>122.51</c:v>
                </c:pt>
                <c:pt idx="9">
                  <c:v>134.303</c:v>
                </c:pt>
                <c:pt idx="10">
                  <c:v>147.627</c:v>
                </c:pt>
                <c:pt idx="11">
                  <c:v>162.58</c:v>
                </c:pt>
                <c:pt idx="12">
                  <c:v>179.167</c:v>
                </c:pt>
                <c:pt idx="13">
                  <c:v>197.431</c:v>
                </c:pt>
                <c:pt idx="14">
                  <c:v>217.39499999999998</c:v>
                </c:pt>
                <c:pt idx="15">
                  <c:v>239.19199999999998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Philippines</c:v>
                </c:pt>
              </c:strCache>
            </c:strRef>
          </c:cat>
          <c:val>
            <c:numRef>
              <c:f>Sheet1!$B$2:$B$4</c:f>
              <c:numCache>
                <c:formatCode>General</c:formatCode>
                <c:ptCount val="3"/>
                <c:pt idx="0">
                  <c:v>0.06658666629421717</c:v>
                </c:pt>
                <c:pt idx="1">
                  <c:v>0.07853749693674184</c:v>
                </c:pt>
                <c:pt idx="2">
                  <c:v>0.09586640125020063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94196416877708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95.757</c:v>
                </c:pt>
                <c:pt idx="2">
                  <c:v>103.389</c:v>
                </c:pt>
                <c:pt idx="3">
                  <c:v>112.255</c:v>
                </c:pt>
                <c:pt idx="4">
                  <c:v>122.51</c:v>
                </c:pt>
                <c:pt idx="5">
                  <c:v>134.303</c:v>
                </c:pt>
                <c:pt idx="6">
                  <c:v>147.627</c:v>
                </c:pt>
                <c:pt idx="7">
                  <c:v>162.58</c:v>
                </c:pt>
                <c:pt idx="8">
                  <c:v>179.167</c:v>
                </c:pt>
                <c:pt idx="9">
                  <c:v>197.431</c:v>
                </c:pt>
                <c:pt idx="10">
                  <c:v>217.39499999999998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95.757</c:v>
                </c:pt>
                <c:pt idx="1">
                  <c:v>7.631999999999991</c:v>
                </c:pt>
                <c:pt idx="2">
                  <c:v>8.866</c:v>
                </c:pt>
                <c:pt idx="3">
                  <c:v>10.25500000000001</c:v>
                </c:pt>
                <c:pt idx="4">
                  <c:v>11.792999999999992</c:v>
                </c:pt>
                <c:pt idx="5">
                  <c:v>13.324000000000012</c:v>
                </c:pt>
                <c:pt idx="6">
                  <c:v>14.953000000000003</c:v>
                </c:pt>
                <c:pt idx="7">
                  <c:v>16.58699999999999</c:v>
                </c:pt>
                <c:pt idx="8">
                  <c:v>18.26400000000001</c:v>
                </c:pt>
                <c:pt idx="9">
                  <c:v>19.96399999999997</c:v>
                </c:pt>
                <c:pt idx="10">
                  <c:v>21.796999999999997</c:v>
                </c:pt>
                <c:pt idx="11">
                  <c:v>239.19199999999998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5.407232230282127</c:v>
                </c:pt>
                <c:pt idx="1">
                  <c:v>0.5945288223887595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94.59276776971787</c:v>
                </c:pt>
                <c:pt idx="1">
                  <c:v>99.40547117761125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Sprays and Mists</c:v>
                </c:pt>
                <c:pt idx="3">
                  <c:v>Gels and Jellies</c:v>
                </c:pt>
                <c:pt idx="4">
                  <c:v>Sticks and Balms</c:v>
                </c:pt>
                <c:pt idx="5">
                  <c:v>Creams and Lotions</c:v>
                </c:pt>
                <c:pt idx="6">
                  <c:v>Waxes, Clays, Pastes…</c:v>
                </c:pt>
                <c:pt idx="7">
                  <c:v>Serums and Oils</c:v>
                </c:pt>
              </c:strCache>
            </c:strRef>
          </c:cat>
          <c:val>
            <c:numRef>
              <c:f>Sheet1!$B$2:$B$9</c:f>
              <c:numCache>
                <c:formatCode>General</c:formatCode>
                <c:ptCount val="8"/>
                <c:pt idx="0">
                  <c:v>6.692</c:v>
                </c:pt>
                <c:pt idx="1">
                  <c:v>9.351</c:v>
                </c:pt>
                <c:pt idx="2">
                  <c:v>9.661</c:v>
                </c:pt>
                <c:pt idx="3">
                  <c:v>11.293</c:v>
                </c:pt>
                <c:pt idx="4">
                  <c:v>12.135</c:v>
                </c:pt>
                <c:pt idx="5">
                  <c:v>13.328</c:v>
                </c:pt>
                <c:pt idx="6">
                  <c:v>15.075</c:v>
                </c:pt>
                <c:pt idx="7">
                  <c:v>18.222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41748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16.974</c:v>
                </c:pt>
                <c:pt idx="4">
                  <c:v>18.085</c:v>
                </c:pt>
                <c:pt idx="5">
                  <c:v>19.3</c:v>
                </c:pt>
                <c:pt idx="6">
                  <c:v>20.099</c:v>
                </c:pt>
                <c:pt idx="7">
                  <c:v>21.299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5406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30.185</c:v>
                </c:pt>
                <c:pt idx="6">
                  <c:v>31.082</c:v>
                </c:pt>
                <c:pt idx="7">
                  <c:v>34.489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215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Online Marketplaces</c:v>
                </c:pt>
                <c:pt idx="7">
                  <c:v>Mass Retail</c:v>
                </c:pt>
              </c:strCache>
            </c:strRef>
          </c:cat>
          <c:val>
            <c:numRef>
              <c:f>Sheet1!$B$2:$B$9</c:f>
              <c:numCache>
                <c:formatCode>General</c:formatCode>
                <c:ptCount val="8"/>
                <c:pt idx="2">
                  <c:v>11.097</c:v>
                </c:pt>
                <c:pt idx="3">
                  <c:v>13.719</c:v>
                </c:pt>
                <c:pt idx="4">
                  <c:v>14.139</c:v>
                </c:pt>
                <c:pt idx="5">
                  <c:v>15.646</c:v>
                </c:pt>
                <c:pt idx="6">
                  <c:v>17.415</c:v>
                </c:pt>
                <c:pt idx="7">
                  <c:v>23.741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812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Texture and Separation</c:v>
                </c:pt>
                <c:pt idx="4">
                  <c:v>Volume and Root Lift</c:v>
                </c:pt>
                <c:pt idx="5">
                  <c:v>Smoothing and Frizz C…</c:v>
                </c:pt>
                <c:pt idx="6">
                  <c:v>Hold and Shape</c:v>
                </c:pt>
                <c:pt idx="7">
                  <c:v>Curl Definition</c:v>
                </c:pt>
              </c:strCache>
            </c:strRef>
          </c:cat>
          <c:val>
            <c:numRef>
              <c:f>Sheet1!$B$2:$B$9</c:f>
              <c:numCache>
                <c:formatCode>General</c:formatCode>
                <c:ptCount val="8"/>
                <c:pt idx="1">
                  <c:v>11.033</c:v>
                </c:pt>
                <c:pt idx="2">
                  <c:v>12.812</c:v>
                </c:pt>
                <c:pt idx="3">
                  <c:v>12.894</c:v>
                </c:pt>
                <c:pt idx="4">
                  <c:v>12.894</c:v>
                </c:pt>
                <c:pt idx="5">
                  <c:v>14.495</c:v>
                </c:pt>
                <c:pt idx="6">
                  <c:v>14.561</c:v>
                </c:pt>
                <c:pt idx="7">
                  <c:v>17.067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8697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Coily Hair</c:v>
                </c:pt>
                <c:pt idx="5">
                  <c:v>Straight Hair</c:v>
                </c:pt>
                <c:pt idx="6">
                  <c:v>All Hair Types</c:v>
                </c:pt>
                <c:pt idx="7">
                  <c:v>Curly Hair</c:v>
                </c:pt>
              </c:strCache>
            </c:strRef>
          </c:cat>
          <c:val>
            <c:numRef>
              <c:f>Sheet1!$B$2:$B$9</c:f>
              <c:numCache>
                <c:formatCode>General</c:formatCode>
                <c:ptCount val="8"/>
                <c:pt idx="3">
                  <c:v>18.174</c:v>
                </c:pt>
                <c:pt idx="4">
                  <c:v>18.352</c:v>
                </c:pt>
                <c:pt idx="5">
                  <c:v>18.834</c:v>
                </c:pt>
                <c:pt idx="6">
                  <c:v>19.741</c:v>
                </c:pt>
                <c:pt idx="7">
                  <c:v>20.655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7.677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22.96</c:v>
                </c:pt>
                <c:pt idx="5">
                  <c:v>23.882</c:v>
                </c:pt>
                <c:pt idx="6">
                  <c:v>24.014</c:v>
                </c:pt>
                <c:pt idx="7">
                  <c:v>24.9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3.3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95.757</c:v>
                </c:pt>
                <c:pt idx="2">
                  <c:v>107.36500000000001</c:v>
                </c:pt>
                <c:pt idx="3">
                  <c:v>114.48800000000001</c:v>
                </c:pt>
                <c:pt idx="4">
                  <c:v>128.43800000000002</c:v>
                </c:pt>
                <c:pt idx="5">
                  <c:v>149.11900000000003</c:v>
                </c:pt>
                <c:pt idx="6">
                  <c:v>171.33900000000003</c:v>
                </c:pt>
                <c:pt idx="7">
                  <c:v>188.21000000000004</c:v>
                </c:pt>
                <c:pt idx="8">
                  <c:v>215.35900000000004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95.757</c:v>
                </c:pt>
                <c:pt idx="1">
                  <c:v>11.607999999999999</c:v>
                </c:pt>
                <c:pt idx="2">
                  <c:v>7.122999999999999</c:v>
                </c:pt>
                <c:pt idx="3">
                  <c:v>13.95</c:v>
                </c:pt>
                <c:pt idx="4">
                  <c:v>20.681</c:v>
                </c:pt>
                <c:pt idx="5">
                  <c:v>22.220000000000002</c:v>
                </c:pt>
                <c:pt idx="6">
                  <c:v>16.871000000000002</c:v>
                </c:pt>
                <c:pt idx="7">
                  <c:v>27.149</c:v>
                </c:pt>
                <c:pt idx="8">
                  <c:v>23.833000000000006</c:v>
                </c:pt>
                <c:pt idx="9">
                  <c:v>239.19199999999998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11.607999999999999</c:v>
                </c:pt>
                <c:pt idx="2">
                  <c:v>18.730999999999998</c:v>
                </c:pt>
                <c:pt idx="3">
                  <c:v>32.681</c:v>
                </c:pt>
                <c:pt idx="4">
                  <c:v>53.361999999999995</c:v>
                </c:pt>
                <c:pt idx="5">
                  <c:v>75.582</c:v>
                </c:pt>
                <c:pt idx="6">
                  <c:v>92.453</c:v>
                </c:pt>
                <c:pt idx="7">
                  <c:v>119.602</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11.607999999999999</c:v>
                </c:pt>
                <c:pt idx="1">
                  <c:v>7.122999999999999</c:v>
                </c:pt>
                <c:pt idx="2">
                  <c:v>13.95</c:v>
                </c:pt>
                <c:pt idx="3">
                  <c:v>20.681</c:v>
                </c:pt>
                <c:pt idx="4">
                  <c:v>22.220000000000002</c:v>
                </c:pt>
                <c:pt idx="5">
                  <c:v>16.871000000000002</c:v>
                </c:pt>
                <c:pt idx="6">
                  <c:v>27.149</c:v>
                </c:pt>
                <c:pt idx="7">
                  <c:v>23.833000000000006</c:v>
                </c:pt>
                <c:pt idx="8">
                  <c:v>143.435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95.757</c:v>
                </c:pt>
                <c:pt idx="2">
                  <c:v>125.57400000000001</c:v>
                </c:pt>
                <c:pt idx="3">
                  <c:v>159.31400000000002</c:v>
                </c:pt>
                <c:pt idx="4">
                  <c:v>190.681</c:v>
                </c:pt>
                <c:pt idx="5">
                  <c:v>217.89600000000002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95.757</c:v>
                </c:pt>
                <c:pt idx="1">
                  <c:v>29.817</c:v>
                </c:pt>
                <c:pt idx="2">
                  <c:v>33.739999999999995</c:v>
                </c:pt>
                <c:pt idx="3">
                  <c:v>31.366999999999997</c:v>
                </c:pt>
                <c:pt idx="4">
                  <c:v>27.215</c:v>
                </c:pt>
                <c:pt idx="5">
                  <c:v>21.297</c:v>
                </c:pt>
                <c:pt idx="6">
                  <c:v>239.19299999999998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29.817</c:v>
                </c:pt>
                <c:pt idx="2">
                  <c:v>63.556999999999995</c:v>
                </c:pt>
                <c:pt idx="3">
                  <c:v>94.92399999999999</c:v>
                </c:pt>
                <c:pt idx="4">
                  <c:v>122.139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29.817</c:v>
                </c:pt>
                <c:pt idx="1">
                  <c:v>33.739999999999995</c:v>
                </c:pt>
                <c:pt idx="2">
                  <c:v>31.366999999999997</c:v>
                </c:pt>
                <c:pt idx="3">
                  <c:v>27.215</c:v>
                </c:pt>
                <c:pt idx="4">
                  <c:v>21.297</c:v>
                </c:pt>
                <c:pt idx="5">
                  <c:v>143.436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95.756</c:v>
                </c:pt>
                <c:pt idx="2">
                  <c:v>140.221</c:v>
                </c:pt>
                <c:pt idx="3">
                  <c:v>182.31900000000002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95.756</c:v>
                </c:pt>
                <c:pt idx="1">
                  <c:v>44.465</c:v>
                </c:pt>
                <c:pt idx="2">
                  <c:v>42.098000000000006</c:v>
                </c:pt>
                <c:pt idx="3">
                  <c:v>56.874</c:v>
                </c:pt>
                <c:pt idx="4">
                  <c:v>239.193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44.465</c:v>
                </c:pt>
                <c:pt idx="2">
                  <c:v>86.56300000000002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44.465</c:v>
                </c:pt>
                <c:pt idx="1">
                  <c:v>42.098000000000006</c:v>
                </c:pt>
                <c:pt idx="2">
                  <c:v>56.874</c:v>
                </c:pt>
                <c:pt idx="3">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95.75699999999999</c:v>
                </c:pt>
                <c:pt idx="2">
                  <c:v>124.762</c:v>
                </c:pt>
                <c:pt idx="3">
                  <c:v>146.711</c:v>
                </c:pt>
                <c:pt idx="4">
                  <c:v>169.34400000000002</c:v>
                </c:pt>
                <c:pt idx="5">
                  <c:v>187.74600000000004</c:v>
                </c:pt>
                <c:pt idx="6">
                  <c:v>219.85900000000004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95.75699999999999</c:v>
                </c:pt>
                <c:pt idx="1">
                  <c:v>29.005000000000003</c:v>
                </c:pt>
                <c:pt idx="2">
                  <c:v>21.949</c:v>
                </c:pt>
                <c:pt idx="3">
                  <c:v>22.633000000000003</c:v>
                </c:pt>
                <c:pt idx="4">
                  <c:v>18.402</c:v>
                </c:pt>
                <c:pt idx="5">
                  <c:v>32.113</c:v>
                </c:pt>
                <c:pt idx="6">
                  <c:v>19.335</c:v>
                </c:pt>
                <c:pt idx="7">
                  <c:v>239.194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29.005000000000003</c:v>
                </c:pt>
                <c:pt idx="2">
                  <c:v>50.95400000000001</c:v>
                </c:pt>
                <c:pt idx="3">
                  <c:v>73.58700000000002</c:v>
                </c:pt>
                <c:pt idx="4">
                  <c:v>91.98900000000002</c:v>
                </c:pt>
                <c:pt idx="5">
                  <c:v>124.10200000000002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29.005000000000003</c:v>
                </c:pt>
                <c:pt idx="1">
                  <c:v>21.949</c:v>
                </c:pt>
                <c:pt idx="2">
                  <c:v>22.633000000000003</c:v>
                </c:pt>
                <c:pt idx="3">
                  <c:v>18.402</c:v>
                </c:pt>
                <c:pt idx="4">
                  <c:v>32.113</c:v>
                </c:pt>
                <c:pt idx="5">
                  <c:v>19.335</c:v>
                </c:pt>
                <c:pt idx="6">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95.756</c:v>
                </c:pt>
                <c:pt idx="2">
                  <c:v>112.191</c:v>
                </c:pt>
                <c:pt idx="3">
                  <c:v>143.878</c:v>
                </c:pt>
                <c:pt idx="4">
                  <c:v>161.087</c:v>
                </c:pt>
                <c:pt idx="5">
                  <c:v>179.88099999999997</c:v>
                </c:pt>
                <c:pt idx="6">
                  <c:v>203.46299999999997</c:v>
                </c:pt>
                <c:pt idx="7">
                  <c:v>217.17899999999997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95.756</c:v>
                </c:pt>
                <c:pt idx="1">
                  <c:v>16.435</c:v>
                </c:pt>
                <c:pt idx="2">
                  <c:v>31.686999999999998</c:v>
                </c:pt>
                <c:pt idx="3">
                  <c:v>17.209000000000003</c:v>
                </c:pt>
                <c:pt idx="4">
                  <c:v>18.793999999999997</c:v>
                </c:pt>
                <c:pt idx="5">
                  <c:v>23.582</c:v>
                </c:pt>
                <c:pt idx="6">
                  <c:v>13.716</c:v>
                </c:pt>
                <c:pt idx="7">
                  <c:v>22.014000000000003</c:v>
                </c:pt>
                <c:pt idx="8">
                  <c:v>239.19299999999998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16.435</c:v>
                </c:pt>
                <c:pt idx="2">
                  <c:v>48.122</c:v>
                </c:pt>
                <c:pt idx="3">
                  <c:v>65.331</c:v>
                </c:pt>
                <c:pt idx="4">
                  <c:v>84.125</c:v>
                </c:pt>
                <c:pt idx="5">
                  <c:v>107.707</c:v>
                </c:pt>
                <c:pt idx="6">
                  <c:v>121.42299999999999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16.435</c:v>
                </c:pt>
                <c:pt idx="1">
                  <c:v>31.686999999999998</c:v>
                </c:pt>
                <c:pt idx="2">
                  <c:v>17.209000000000003</c:v>
                </c:pt>
                <c:pt idx="3">
                  <c:v>18.793999999999997</c:v>
                </c:pt>
                <c:pt idx="4">
                  <c:v>23.582</c:v>
                </c:pt>
                <c:pt idx="5">
                  <c:v>13.716</c:v>
                </c:pt>
                <c:pt idx="6">
                  <c:v>22.014000000000003</c:v>
                </c:pt>
                <c:pt idx="7">
                  <c:v>143.43699999999998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95.756</c:v>
                </c:pt>
                <c:pt idx="2">
                  <c:v>119.337</c:v>
                </c:pt>
                <c:pt idx="3">
                  <c:v>146.026</c:v>
                </c:pt>
                <c:pt idx="4">
                  <c:v>180.119</c:v>
                </c:pt>
                <c:pt idx="5">
                  <c:v>212.236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95.756</c:v>
                </c:pt>
                <c:pt idx="1">
                  <c:v>23.581</c:v>
                </c:pt>
                <c:pt idx="2">
                  <c:v>26.689</c:v>
                </c:pt>
                <c:pt idx="3">
                  <c:v>34.092999999999996</c:v>
                </c:pt>
                <c:pt idx="4">
                  <c:v>32.117000000000004</c:v>
                </c:pt>
                <c:pt idx="5">
                  <c:v>26.958</c:v>
                </c:pt>
                <c:pt idx="6">
                  <c:v>239.19399999999996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23.581</c:v>
                </c:pt>
                <c:pt idx="2">
                  <c:v>50.269999999999996</c:v>
                </c:pt>
                <c:pt idx="3">
                  <c:v>84.363</c:v>
                </c:pt>
                <c:pt idx="4">
                  <c:v>116.48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23.581</c:v>
                </c:pt>
                <c:pt idx="1">
                  <c:v>26.689</c:v>
                </c:pt>
                <c:pt idx="2">
                  <c:v>34.092999999999996</c:v>
                </c:pt>
                <c:pt idx="3">
                  <c:v>32.117000000000004</c:v>
                </c:pt>
                <c:pt idx="4">
                  <c:v>26.958</c:v>
                </c:pt>
                <c:pt idx="5">
                  <c:v>143.438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95.756</c:v>
                </c:pt>
                <c:pt idx="2">
                  <c:v>129.179</c:v>
                </c:pt>
                <c:pt idx="3">
                  <c:v>166.675</c:v>
                </c:pt>
                <c:pt idx="4">
                  <c:v>199.452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95.756</c:v>
                </c:pt>
                <c:pt idx="1">
                  <c:v>33.423</c:v>
                </c:pt>
                <c:pt idx="2">
                  <c:v>37.495999999999995</c:v>
                </c:pt>
                <c:pt idx="3">
                  <c:v>32.777</c:v>
                </c:pt>
                <c:pt idx="4">
                  <c:v>39.74100000000001</c:v>
                </c:pt>
                <c:pt idx="5">
                  <c:v>239.19300000000004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33.423</c:v>
                </c:pt>
                <c:pt idx="2">
                  <c:v>70.919</c:v>
                </c:pt>
                <c:pt idx="3">
                  <c:v>103.696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33.423</c:v>
                </c:pt>
                <c:pt idx="1">
                  <c:v>37.495999999999995</c:v>
                </c:pt>
                <c:pt idx="2">
                  <c:v>32.777</c:v>
                </c:pt>
                <c:pt idx="3">
                  <c:v>39.74100000000001</c:v>
                </c:pt>
                <c:pt idx="4">
                  <c:v>143.437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119.27999999999999</c:v>
                </c:pt>
                <c:pt idx="1">
                  <c:v>122.85199999999999</c:v>
                </c:pt>
                <c:pt idx="2">
                  <c:v>126.511</c:v>
                </c:pt>
                <c:pt idx="3">
                  <c:v>130.251</c:v>
                </c:pt>
                <c:pt idx="4">
                  <c:v>134.161</c:v>
                </c:pt>
                <c:pt idx="5">
                  <c:v>138.442</c:v>
                </c:pt>
                <c:pt idx="6">
                  <c:v>143.165</c:v>
                </c:pt>
                <c:pt idx="7">
                  <c:v>148.399</c:v>
                </c:pt>
                <c:pt idx="8">
                  <c:v>154.172</c:v>
                </c:pt>
                <c:pt idx="9">
                  <c:v>160.45</c:v>
                </c:pt>
                <c:pt idx="10">
                  <c:v>167.15</c:v>
                </c:pt>
                <c:pt idx="11">
                  <c:v>174.214</c:v>
                </c:pt>
                <c:pt idx="12">
                  <c:v>181.541</c:v>
                </c:pt>
                <c:pt idx="13">
                  <c:v>189.089</c:v>
                </c:pt>
                <c:pt idx="14">
                  <c:v>196.763</c:v>
                </c:pt>
                <c:pt idx="15">
                  <c:v>204.559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Australia</c:v>
                </c:pt>
              </c:strCache>
            </c:strRef>
          </c:cat>
          <c:val>
            <c:numRef>
              <c:f>Sheet1!$B$2:$B$4</c:f>
              <c:numCache>
                <c:formatCode>General</c:formatCode>
                <c:ptCount val="3"/>
                <c:pt idx="0">
                  <c:v>0.05245930274733035</c:v>
                </c:pt>
                <c:pt idx="1">
                  <c:v>0.06654594628969646</c:v>
                </c:pt>
                <c:pt idx="2">
                  <c:v>0.039812592823751825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138.442</c:v>
                </c:pt>
                <c:pt idx="2">
                  <c:v>143.165</c:v>
                </c:pt>
                <c:pt idx="3">
                  <c:v>148.399</c:v>
                </c:pt>
                <c:pt idx="4">
                  <c:v>154.172</c:v>
                </c:pt>
                <c:pt idx="5">
                  <c:v>160.45</c:v>
                </c:pt>
                <c:pt idx="6">
                  <c:v>167.15</c:v>
                </c:pt>
                <c:pt idx="7">
                  <c:v>174.214</c:v>
                </c:pt>
                <c:pt idx="8">
                  <c:v>181.541</c:v>
                </c:pt>
                <c:pt idx="9">
                  <c:v>189.089</c:v>
                </c:pt>
                <c:pt idx="10">
                  <c:v>196.763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138.442</c:v>
                </c:pt>
                <c:pt idx="1">
                  <c:v>4.722999999999985</c:v>
                </c:pt>
                <c:pt idx="2">
                  <c:v>5.234000000000009</c:v>
                </c:pt>
                <c:pt idx="3">
                  <c:v>5.772999999999996</c:v>
                </c:pt>
                <c:pt idx="4">
                  <c:v>6.277999999999992</c:v>
                </c:pt>
                <c:pt idx="5">
                  <c:v>6.700000000000017</c:v>
                </c:pt>
                <c:pt idx="6">
                  <c:v>7.063999999999993</c:v>
                </c:pt>
                <c:pt idx="7">
                  <c:v>7.326999999999998</c:v>
                </c:pt>
                <c:pt idx="8">
                  <c:v>7.548000000000002</c:v>
                </c:pt>
                <c:pt idx="9">
                  <c:v>7.674000000000007</c:v>
                </c:pt>
                <c:pt idx="10">
                  <c:v>7.795999999999992</c:v>
                </c:pt>
                <c:pt idx="11">
                  <c:v>204.559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11.45993715502313</c:v>
                </c:pt>
                <c:pt idx="1">
                  <c:v>1.749943687615548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88.54006284497687</c:v>
                </c:pt>
                <c:pt idx="1">
                  <c:v>98.25005631238446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352.92100000000005</c:v>
                </c:pt>
                <c:pt idx="1">
                  <c:v>365.27700000000004</c:v>
                </c:pt>
                <c:pt idx="2">
                  <c:v>378.105</c:v>
                </c:pt>
                <c:pt idx="3">
                  <c:v>391.544</c:v>
                </c:pt>
                <c:pt idx="4">
                  <c:v>405.72299999999996</c:v>
                </c:pt>
                <c:pt idx="5">
                  <c:v>422.706</c:v>
                </c:pt>
                <c:pt idx="6">
                  <c:v>441.69000000000005</c:v>
                </c:pt>
                <c:pt idx="7">
                  <c:v>463.06000000000006</c:v>
                </c:pt>
                <c:pt idx="8">
                  <c:v>487.051</c:v>
                </c:pt>
                <c:pt idx="9">
                  <c:v>513.8140000000001</c:v>
                </c:pt>
                <c:pt idx="10">
                  <c:v>543.1880000000001</c:v>
                </c:pt>
                <c:pt idx="11">
                  <c:v>575.082</c:v>
                </c:pt>
                <c:pt idx="12">
                  <c:v>609.281</c:v>
                </c:pt>
                <c:pt idx="13">
                  <c:v>645.683</c:v>
                </c:pt>
                <c:pt idx="14">
                  <c:v>684.129</c:v>
                </c:pt>
                <c:pt idx="15">
                  <c:v>724.7170000000001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Australia</c:v>
                </c:pt>
              </c:strCache>
            </c:strRef>
          </c:cat>
          <c:val>
            <c:numRef>
              <c:f>Sheet1!$B$2:$B$4</c:f>
              <c:numCache>
                <c:formatCode>General</c:formatCode>
                <c:ptCount val="3"/>
                <c:pt idx="0">
                  <c:v>0.06658666629421717</c:v>
                </c:pt>
                <c:pt idx="1">
                  <c:v>0.07853749693674184</c:v>
                </c:pt>
                <c:pt idx="2">
                  <c:v>0.0553900699983767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422.706</c:v>
                </c:pt>
                <c:pt idx="2">
                  <c:v>441.69000000000005</c:v>
                </c:pt>
                <c:pt idx="3">
                  <c:v>463.06000000000006</c:v>
                </c:pt>
                <c:pt idx="4">
                  <c:v>487.051</c:v>
                </c:pt>
                <c:pt idx="5">
                  <c:v>513.8140000000001</c:v>
                </c:pt>
                <c:pt idx="6">
                  <c:v>543.1880000000001</c:v>
                </c:pt>
                <c:pt idx="7">
                  <c:v>575.082</c:v>
                </c:pt>
                <c:pt idx="8">
                  <c:v>609.281</c:v>
                </c:pt>
                <c:pt idx="9">
                  <c:v>645.683</c:v>
                </c:pt>
                <c:pt idx="10">
                  <c:v>684.129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422.706</c:v>
                </c:pt>
                <c:pt idx="1">
                  <c:v>18.984000000000037</c:v>
                </c:pt>
                <c:pt idx="2">
                  <c:v>21.370000000000005</c:v>
                </c:pt>
                <c:pt idx="3">
                  <c:v>23.99099999999993</c:v>
                </c:pt>
                <c:pt idx="4">
                  <c:v>26.76300000000009</c:v>
                </c:pt>
                <c:pt idx="5">
                  <c:v>29.374000000000024</c:v>
                </c:pt>
                <c:pt idx="6">
                  <c:v>31.89399999999989</c:v>
                </c:pt>
                <c:pt idx="7">
                  <c:v>34.198999999999955</c:v>
                </c:pt>
                <c:pt idx="8">
                  <c:v>36.402000000000044</c:v>
                </c:pt>
                <c:pt idx="9">
                  <c:v>38.446000000000026</c:v>
                </c:pt>
                <c:pt idx="10">
                  <c:v>40.58800000000008</c:v>
                </c:pt>
                <c:pt idx="11">
                  <c:v>724.7170000000001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23.869476979579947</c:v>
                </c:pt>
                <c:pt idx="1">
                  <c:v>2.62446505630568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76.13052302042006</c:v>
                </c:pt>
                <c:pt idx="1">
                  <c:v>97.37553494369432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30.477</c:v>
                </c:pt>
                <c:pt idx="1">
                  <c:v>37.174</c:v>
                </c:pt>
                <c:pt idx="2">
                  <c:v>42.604</c:v>
                </c:pt>
                <c:pt idx="3">
                  <c:v>47.123</c:v>
                </c:pt>
                <c:pt idx="4">
                  <c:v>54.228</c:v>
                </c:pt>
                <c:pt idx="5">
                  <c:v>61.606</c:v>
                </c:pt>
                <c:pt idx="6">
                  <c:v>74.048</c:v>
                </c:pt>
                <c:pt idx="7">
                  <c:v>75.446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1.0976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74.773</c:v>
                </c:pt>
                <c:pt idx="4">
                  <c:v>80.398</c:v>
                </c:pt>
                <c:pt idx="5">
                  <c:v>85.415</c:v>
                </c:pt>
                <c:pt idx="6">
                  <c:v>88.364</c:v>
                </c:pt>
                <c:pt idx="7">
                  <c:v>93.757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6343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130.07</c:v>
                </c:pt>
                <c:pt idx="6">
                  <c:v>141.698</c:v>
                </c:pt>
                <c:pt idx="7">
                  <c:v>150.939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2.258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Online Marketplaces</c:v>
                </c:pt>
                <c:pt idx="7">
                  <c:v>Salon and Professiona…</c:v>
                </c:pt>
              </c:strCache>
            </c:strRef>
          </c:cat>
          <c:val>
            <c:numRef>
              <c:f>Sheet1!$B$2:$B$9</c:f>
              <c:numCache>
                <c:formatCode>General</c:formatCode>
                <c:ptCount val="8"/>
                <c:pt idx="2">
                  <c:v>51.434</c:v>
                </c:pt>
                <c:pt idx="3">
                  <c:v>62.637</c:v>
                </c:pt>
                <c:pt idx="4">
                  <c:v>64.295</c:v>
                </c:pt>
                <c:pt idx="5">
                  <c:v>78.868</c:v>
                </c:pt>
                <c:pt idx="6">
                  <c:v>81.321</c:v>
                </c:pt>
                <c:pt idx="7">
                  <c:v>84.151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12.762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49.946</c:v>
                </c:pt>
                <c:pt idx="2">
                  <c:v>58.768</c:v>
                </c:pt>
                <c:pt idx="3">
                  <c:v>59.646</c:v>
                </c:pt>
                <c:pt idx="4">
                  <c:v>59.783</c:v>
                </c:pt>
                <c:pt idx="5">
                  <c:v>60.176</c:v>
                </c:pt>
                <c:pt idx="6">
                  <c:v>66.968</c:v>
                </c:pt>
                <c:pt idx="7">
                  <c:v>67.418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0.3401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76.096</c:v>
                </c:pt>
                <c:pt idx="4">
                  <c:v>80.427</c:v>
                </c:pt>
                <c:pt idx="5">
                  <c:v>85.417</c:v>
                </c:pt>
                <c:pt idx="6">
                  <c:v>88.749</c:v>
                </c:pt>
                <c:pt idx="7">
                  <c:v>92.018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3.3041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101.345</c:v>
                </c:pt>
                <c:pt idx="5">
                  <c:v>105.364</c:v>
                </c:pt>
                <c:pt idx="6">
                  <c:v>106.452</c:v>
                </c:pt>
                <c:pt idx="7">
                  <c:v>109.544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6.788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422.706</c:v>
                </c:pt>
                <c:pt idx="2">
                  <c:v>453.682</c:v>
                </c:pt>
                <c:pt idx="3">
                  <c:v>471.67</c:v>
                </c:pt>
                <c:pt idx="4">
                  <c:v>493.721</c:v>
                </c:pt>
                <c:pt idx="5">
                  <c:v>534.992</c:v>
                </c:pt>
                <c:pt idx="6">
                  <c:v>582.66</c:v>
                </c:pt>
                <c:pt idx="7">
                  <c:v>623.6619999999999</c:v>
                </c:pt>
                <c:pt idx="8">
                  <c:v>674.6639999999999</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422.706</c:v>
                </c:pt>
                <c:pt idx="1">
                  <c:v>30.975999999999992</c:v>
                </c:pt>
                <c:pt idx="2">
                  <c:v>17.988000000000003</c:v>
                </c:pt>
                <c:pt idx="3">
                  <c:v>22.051000000000002</c:v>
                </c:pt>
                <c:pt idx="4">
                  <c:v>41.27100000000001</c:v>
                </c:pt>
                <c:pt idx="5">
                  <c:v>47.668000000000006</c:v>
                </c:pt>
                <c:pt idx="6">
                  <c:v>41.001999999999995</c:v>
                </c:pt>
                <c:pt idx="7">
                  <c:v>51.001999999999995</c:v>
                </c:pt>
                <c:pt idx="8">
                  <c:v>50.053000000000004</c:v>
                </c:pt>
                <c:pt idx="9">
                  <c:v>724.7170000000001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30.975999999999992</c:v>
                </c:pt>
                <c:pt idx="2">
                  <c:v>48.964</c:v>
                </c:pt>
                <c:pt idx="3">
                  <c:v>71.015</c:v>
                </c:pt>
                <c:pt idx="4">
                  <c:v>112.286</c:v>
                </c:pt>
                <c:pt idx="5">
                  <c:v>159.954</c:v>
                </c:pt>
                <c:pt idx="6">
                  <c:v>200.95600000000002</c:v>
                </c:pt>
                <c:pt idx="7">
                  <c:v>251.95800000000003</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30.975999999999992</c:v>
                </c:pt>
                <c:pt idx="1">
                  <c:v>17.988000000000003</c:v>
                </c:pt>
                <c:pt idx="2">
                  <c:v>22.051000000000002</c:v>
                </c:pt>
                <c:pt idx="3">
                  <c:v>41.27100000000001</c:v>
                </c:pt>
                <c:pt idx="4">
                  <c:v>47.668000000000006</c:v>
                </c:pt>
                <c:pt idx="5">
                  <c:v>41.001999999999995</c:v>
                </c:pt>
                <c:pt idx="6">
                  <c:v>51.001999999999995</c:v>
                </c:pt>
                <c:pt idx="7">
                  <c:v>50.053000000000004</c:v>
                </c:pt>
                <c:pt idx="8">
                  <c:v>302.011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422.707</c:v>
                </c:pt>
                <c:pt idx="2">
                  <c:v>487.671</c:v>
                </c:pt>
                <c:pt idx="3">
                  <c:v>563.491</c:v>
                </c:pt>
                <c:pt idx="4">
                  <c:v>629.269</c:v>
                </c:pt>
                <c:pt idx="5">
                  <c:v>683.973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422.707</c:v>
                </c:pt>
                <c:pt idx="1">
                  <c:v>64.964</c:v>
                </c:pt>
                <c:pt idx="2">
                  <c:v>75.82000000000001</c:v>
                </c:pt>
                <c:pt idx="3">
                  <c:v>65.77799999999999</c:v>
                </c:pt>
                <c:pt idx="4">
                  <c:v>54.70400000000001</c:v>
                </c:pt>
                <c:pt idx="5">
                  <c:v>40.742000000000004</c:v>
                </c:pt>
                <c:pt idx="6">
                  <c:v>724.7149999999999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64.964</c:v>
                </c:pt>
                <c:pt idx="2">
                  <c:v>140.784</c:v>
                </c:pt>
                <c:pt idx="3">
                  <c:v>206.56199999999998</c:v>
                </c:pt>
                <c:pt idx="4">
                  <c:v>261.26599999999996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64.964</c:v>
                </c:pt>
                <c:pt idx="1">
                  <c:v>75.82000000000001</c:v>
                </c:pt>
                <c:pt idx="2">
                  <c:v>65.77799999999999</c:v>
                </c:pt>
                <c:pt idx="3">
                  <c:v>54.70400000000001</c:v>
                </c:pt>
                <c:pt idx="4">
                  <c:v>40.742000000000004</c:v>
                </c:pt>
                <c:pt idx="5">
                  <c:v>302.008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422.707</c:v>
                </c:pt>
                <c:pt idx="2">
                  <c:v>523.475</c:v>
                </c:pt>
                <c:pt idx="3">
                  <c:v>618.293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422.707</c:v>
                </c:pt>
                <c:pt idx="1">
                  <c:v>100.768</c:v>
                </c:pt>
                <c:pt idx="2">
                  <c:v>94.81800000000001</c:v>
                </c:pt>
                <c:pt idx="3">
                  <c:v>106.423</c:v>
                </c:pt>
                <c:pt idx="4">
                  <c:v>724.716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100.768</c:v>
                </c:pt>
                <c:pt idx="2">
                  <c:v>195.586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100.768</c:v>
                </c:pt>
                <c:pt idx="1">
                  <c:v>94.81800000000001</c:v>
                </c:pt>
                <c:pt idx="2">
                  <c:v>106.423</c:v>
                </c:pt>
                <c:pt idx="3">
                  <c:v>302.009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422.706</c:v>
                </c:pt>
                <c:pt idx="2">
                  <c:v>462.983</c:v>
                </c:pt>
                <c:pt idx="3">
                  <c:v>510.953</c:v>
                </c:pt>
                <c:pt idx="4">
                  <c:v>567.121</c:v>
                </c:pt>
                <c:pt idx="5">
                  <c:v>604.101</c:v>
                </c:pt>
                <c:pt idx="6">
                  <c:v>680.535</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422.706</c:v>
                </c:pt>
                <c:pt idx="1">
                  <c:v>40.277</c:v>
                </c:pt>
                <c:pt idx="2">
                  <c:v>47.97</c:v>
                </c:pt>
                <c:pt idx="3">
                  <c:v>56.16799999999999</c:v>
                </c:pt>
                <c:pt idx="4">
                  <c:v>36.980000000000004</c:v>
                </c:pt>
                <c:pt idx="5">
                  <c:v>76.434</c:v>
                </c:pt>
                <c:pt idx="6">
                  <c:v>44.181</c:v>
                </c:pt>
                <c:pt idx="7">
                  <c:v>724.716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40.277</c:v>
                </c:pt>
                <c:pt idx="2">
                  <c:v>88.247</c:v>
                </c:pt>
                <c:pt idx="3">
                  <c:v>144.415</c:v>
                </c:pt>
                <c:pt idx="4">
                  <c:v>181.39499999999998</c:v>
                </c:pt>
                <c:pt idx="5">
                  <c:v>257.82899999999995</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40.277</c:v>
                </c:pt>
                <c:pt idx="1">
                  <c:v>47.97</c:v>
                </c:pt>
                <c:pt idx="2">
                  <c:v>56.16799999999999</c:v>
                </c:pt>
                <c:pt idx="3">
                  <c:v>36.980000000000004</c:v>
                </c:pt>
                <c:pt idx="4">
                  <c:v>76.434</c:v>
                </c:pt>
                <c:pt idx="5">
                  <c:v>44.181</c:v>
                </c:pt>
                <c:pt idx="6">
                  <c:v>302.00999999999993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422.70500000000004</c:v>
                </c:pt>
                <c:pt idx="2">
                  <c:v>454.211</c:v>
                </c:pt>
                <c:pt idx="3">
                  <c:v>513.102</c:v>
                </c:pt>
                <c:pt idx="4">
                  <c:v>549.877</c:v>
                </c:pt>
                <c:pt idx="5">
                  <c:v>591.775</c:v>
                </c:pt>
                <c:pt idx="6">
                  <c:v>645.694</c:v>
                </c:pt>
                <c:pt idx="7">
                  <c:v>672.895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422.70500000000004</c:v>
                </c:pt>
                <c:pt idx="1">
                  <c:v>31.506</c:v>
                </c:pt>
                <c:pt idx="2">
                  <c:v>58.89099999999999</c:v>
                </c:pt>
                <c:pt idx="3">
                  <c:v>36.775000000000006</c:v>
                </c:pt>
                <c:pt idx="4">
                  <c:v>41.897999999999996</c:v>
                </c:pt>
                <c:pt idx="5">
                  <c:v>53.919</c:v>
                </c:pt>
                <c:pt idx="6">
                  <c:v>27.201000000000008</c:v>
                </c:pt>
                <c:pt idx="7">
                  <c:v>51.821</c:v>
                </c:pt>
                <c:pt idx="8">
                  <c:v>724.7160000000001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31.506</c:v>
                </c:pt>
                <c:pt idx="2">
                  <c:v>90.39699999999999</c:v>
                </c:pt>
                <c:pt idx="3">
                  <c:v>127.172</c:v>
                </c:pt>
                <c:pt idx="4">
                  <c:v>169.07</c:v>
                </c:pt>
                <c:pt idx="5">
                  <c:v>222.98899999999998</c:v>
                </c:pt>
                <c:pt idx="6">
                  <c:v>250.19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31.506</c:v>
                </c:pt>
                <c:pt idx="1">
                  <c:v>58.89099999999999</c:v>
                </c:pt>
                <c:pt idx="2">
                  <c:v>36.775000000000006</c:v>
                </c:pt>
                <c:pt idx="3">
                  <c:v>41.897999999999996</c:v>
                </c:pt>
                <c:pt idx="4">
                  <c:v>53.919</c:v>
                </c:pt>
                <c:pt idx="5">
                  <c:v>27.201000000000008</c:v>
                </c:pt>
                <c:pt idx="6">
                  <c:v>51.821</c:v>
                </c:pt>
                <c:pt idx="7">
                  <c:v>302.01099999999997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422.707</c:v>
                </c:pt>
                <c:pt idx="2">
                  <c:v>471.75</c:v>
                </c:pt>
                <c:pt idx="3">
                  <c:v>532.3389999999999</c:v>
                </c:pt>
                <c:pt idx="4">
                  <c:v>598.1819999999999</c:v>
                </c:pt>
                <c:pt idx="5">
                  <c:v>666.5679999999999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422.707</c:v>
                </c:pt>
                <c:pt idx="1">
                  <c:v>49.043000000000006</c:v>
                </c:pt>
                <c:pt idx="2">
                  <c:v>60.589</c:v>
                </c:pt>
                <c:pt idx="3">
                  <c:v>65.843</c:v>
                </c:pt>
                <c:pt idx="4">
                  <c:v>68.386</c:v>
                </c:pt>
                <c:pt idx="5">
                  <c:v>58.14699999999999</c:v>
                </c:pt>
                <c:pt idx="6">
                  <c:v>724.7149999999999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49.043000000000006</c:v>
                </c:pt>
                <c:pt idx="2">
                  <c:v>109.632</c:v>
                </c:pt>
                <c:pt idx="3">
                  <c:v>175.47500000000002</c:v>
                </c:pt>
                <c:pt idx="4">
                  <c:v>243.86100000000002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49.043000000000006</c:v>
                </c:pt>
                <c:pt idx="1">
                  <c:v>60.589</c:v>
                </c:pt>
                <c:pt idx="2">
                  <c:v>65.843</c:v>
                </c:pt>
                <c:pt idx="3">
                  <c:v>68.386</c:v>
                </c:pt>
                <c:pt idx="4">
                  <c:v>58.14699999999999</c:v>
                </c:pt>
                <c:pt idx="5">
                  <c:v>302.00800000000004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422.70500000000004</c:v>
                </c:pt>
                <c:pt idx="2">
                  <c:v>484.83200000000005</c:v>
                </c:pt>
                <c:pt idx="3">
                  <c:v>569.633</c:v>
                </c:pt>
                <c:pt idx="4">
                  <c:v>640.484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422.70500000000004</c:v>
                </c:pt>
                <c:pt idx="1">
                  <c:v>62.126999999999995</c:v>
                </c:pt>
                <c:pt idx="2">
                  <c:v>84.80099999999999</c:v>
                </c:pt>
                <c:pt idx="3">
                  <c:v>70.851</c:v>
                </c:pt>
                <c:pt idx="4">
                  <c:v>84.233</c:v>
                </c:pt>
                <c:pt idx="5">
                  <c:v>724.717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62.126999999999995</c:v>
                </c:pt>
                <c:pt idx="2">
                  <c:v>146.928</c:v>
                </c:pt>
                <c:pt idx="3">
                  <c:v>217.779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62.126999999999995</c:v>
                </c:pt>
                <c:pt idx="1">
                  <c:v>84.80099999999999</c:v>
                </c:pt>
                <c:pt idx="2">
                  <c:v>70.851</c:v>
                </c:pt>
                <c:pt idx="3">
                  <c:v>84.233</c:v>
                </c:pt>
                <c:pt idx="4">
                  <c:v>302.012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21.711</c:v>
                </c:pt>
                <c:pt idx="1">
                  <c:v>22.282000000000004</c:v>
                </c:pt>
                <c:pt idx="2">
                  <c:v>22.865000000000002</c:v>
                </c:pt>
                <c:pt idx="3">
                  <c:v>23.459999999999997</c:v>
                </c:pt>
                <c:pt idx="4">
                  <c:v>24.078999999999997</c:v>
                </c:pt>
                <c:pt idx="5">
                  <c:v>24.756999999999998</c:v>
                </c:pt>
                <c:pt idx="6">
                  <c:v>25.502000000000002</c:v>
                </c:pt>
                <c:pt idx="7">
                  <c:v>26.328</c:v>
                </c:pt>
                <c:pt idx="8">
                  <c:v>27.236</c:v>
                </c:pt>
                <c:pt idx="9">
                  <c:v>28.221</c:v>
                </c:pt>
                <c:pt idx="10">
                  <c:v>29.268</c:v>
                </c:pt>
                <c:pt idx="11">
                  <c:v>30.374000000000002</c:v>
                </c:pt>
                <c:pt idx="12">
                  <c:v>31.512</c:v>
                </c:pt>
                <c:pt idx="13">
                  <c:v>32.686</c:v>
                </c:pt>
                <c:pt idx="14">
                  <c:v>33.873000000000005</c:v>
                </c:pt>
                <c:pt idx="15">
                  <c:v>35.07599999999999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New Zealand</c:v>
                </c:pt>
              </c:strCache>
            </c:strRef>
          </c:cat>
          <c:val>
            <c:numRef>
              <c:f>Sheet1!$B$2:$B$4</c:f>
              <c:numCache>
                <c:formatCode>General</c:formatCode>
                <c:ptCount val="3"/>
                <c:pt idx="0">
                  <c:v>0.05245930274733035</c:v>
                </c:pt>
                <c:pt idx="1">
                  <c:v>0.06654594628969646</c:v>
                </c:pt>
                <c:pt idx="2">
                  <c:v>0.03545494016997197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24.756999999999998</c:v>
                </c:pt>
                <c:pt idx="2">
                  <c:v>25.502000000000002</c:v>
                </c:pt>
                <c:pt idx="3">
                  <c:v>26.328</c:v>
                </c:pt>
                <c:pt idx="4">
                  <c:v>27.236</c:v>
                </c:pt>
                <c:pt idx="5">
                  <c:v>28.221</c:v>
                </c:pt>
                <c:pt idx="6">
                  <c:v>29.268</c:v>
                </c:pt>
                <c:pt idx="7">
                  <c:v>30.374000000000002</c:v>
                </c:pt>
                <c:pt idx="8">
                  <c:v>31.512</c:v>
                </c:pt>
                <c:pt idx="9">
                  <c:v>32.686</c:v>
                </c:pt>
                <c:pt idx="10">
                  <c:v>33.873000000000005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24.756999999999998</c:v>
                </c:pt>
                <c:pt idx="1">
                  <c:v>0.7450000000000045</c:v>
                </c:pt>
                <c:pt idx="2">
                  <c:v>0.825999999999997</c:v>
                </c:pt>
                <c:pt idx="3">
                  <c:v>0.9080000000000013</c:v>
                </c:pt>
                <c:pt idx="4">
                  <c:v>0.9849999999999994</c:v>
                </c:pt>
                <c:pt idx="5">
                  <c:v>1.0470000000000006</c:v>
                </c:pt>
                <c:pt idx="6">
                  <c:v>1.1060000000000016</c:v>
                </c:pt>
                <c:pt idx="7">
                  <c:v>1.1379999999999981</c:v>
                </c:pt>
                <c:pt idx="8">
                  <c:v>1.1739999999999995</c:v>
                </c:pt>
                <c:pt idx="9">
                  <c:v>1.1870000000000047</c:v>
                </c:pt>
                <c:pt idx="10">
                  <c:v>1.2029999999999887</c:v>
                </c:pt>
                <c:pt idx="11">
                  <c:v>35.07599999999999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2.0493323135096833</c:v>
                </c:pt>
                <c:pt idx="1">
                  <c:v>0.31293506215092326</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97.95066768649032</c:v>
                </c:pt>
                <c:pt idx="1">
                  <c:v>99.68706493784907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63.633</c:v>
                </c:pt>
                <c:pt idx="1">
                  <c:v>65.61</c:v>
                </c:pt>
                <c:pt idx="2">
                  <c:v>67.655</c:v>
                </c:pt>
                <c:pt idx="3">
                  <c:v>69.785</c:v>
                </c:pt>
                <c:pt idx="4">
                  <c:v>72.021</c:v>
                </c:pt>
                <c:pt idx="5">
                  <c:v>74.717</c:v>
                </c:pt>
                <c:pt idx="6">
                  <c:v>77.731</c:v>
                </c:pt>
                <c:pt idx="7">
                  <c:v>81.119</c:v>
                </c:pt>
                <c:pt idx="8">
                  <c:v>84.896</c:v>
                </c:pt>
                <c:pt idx="9">
                  <c:v>89.102</c:v>
                </c:pt>
                <c:pt idx="10">
                  <c:v>93.697</c:v>
                </c:pt>
                <c:pt idx="11">
                  <c:v>98.67099999999999</c:v>
                </c:pt>
                <c:pt idx="12">
                  <c:v>103.97</c:v>
                </c:pt>
                <c:pt idx="13">
                  <c:v>109.60000000000001</c:v>
                </c:pt>
                <c:pt idx="14">
                  <c:v>115.533</c:v>
                </c:pt>
                <c:pt idx="15">
                  <c:v>121.78299999999999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New Zealand</c:v>
                </c:pt>
              </c:strCache>
            </c:strRef>
          </c:cat>
          <c:val>
            <c:numRef>
              <c:f>Sheet1!$B$2:$B$4</c:f>
              <c:numCache>
                <c:formatCode>General</c:formatCode>
                <c:ptCount val="3"/>
                <c:pt idx="0">
                  <c:v>0.06658666629421717</c:v>
                </c:pt>
                <c:pt idx="1">
                  <c:v>0.07853749693674184</c:v>
                </c:pt>
                <c:pt idx="2">
                  <c:v>0.05006630828616254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0256208646014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74.717</c:v>
                </c:pt>
                <c:pt idx="2">
                  <c:v>77.731</c:v>
                </c:pt>
                <c:pt idx="3">
                  <c:v>81.119</c:v>
                </c:pt>
                <c:pt idx="4">
                  <c:v>84.896</c:v>
                </c:pt>
                <c:pt idx="5">
                  <c:v>89.102</c:v>
                </c:pt>
                <c:pt idx="6">
                  <c:v>93.697</c:v>
                </c:pt>
                <c:pt idx="7">
                  <c:v>98.67099999999999</c:v>
                </c:pt>
                <c:pt idx="8">
                  <c:v>103.97</c:v>
                </c:pt>
                <c:pt idx="9">
                  <c:v>109.60000000000001</c:v>
                </c:pt>
                <c:pt idx="10">
                  <c:v>115.533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74.717</c:v>
                </c:pt>
                <c:pt idx="1">
                  <c:v>3.013999999999996</c:v>
                </c:pt>
                <c:pt idx="2">
                  <c:v>3.3880000000000052</c:v>
                </c:pt>
                <c:pt idx="3">
                  <c:v>3.777000000000001</c:v>
                </c:pt>
                <c:pt idx="4">
                  <c:v>4.206000000000003</c:v>
                </c:pt>
                <c:pt idx="5">
                  <c:v>4.594999999999999</c:v>
                </c:pt>
                <c:pt idx="6">
                  <c:v>4.9739999999999895</c:v>
                </c:pt>
                <c:pt idx="7">
                  <c:v>5.299000000000007</c:v>
                </c:pt>
                <c:pt idx="8">
                  <c:v>5.63000000000001</c:v>
                </c:pt>
                <c:pt idx="9">
                  <c:v>5.932999999999993</c:v>
                </c:pt>
                <c:pt idx="10">
                  <c:v>6.249999999999986</c:v>
                </c:pt>
                <c:pt idx="11">
                  <c:v>121.78299999999999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4.219139807533545</c:v>
                </c:pt>
                <c:pt idx="1">
                  <c:v>0.46389726100881334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95.78086019246645</c:v>
                </c:pt>
                <c:pt idx="1">
                  <c:v>99.53610273899119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5.459</c:v>
                </c:pt>
                <c:pt idx="1">
                  <c:v>6.661</c:v>
                </c:pt>
                <c:pt idx="2">
                  <c:v>7.751</c:v>
                </c:pt>
                <c:pt idx="3">
                  <c:v>9.166</c:v>
                </c:pt>
                <c:pt idx="4">
                  <c:v>9.963</c:v>
                </c:pt>
                <c:pt idx="5">
                  <c:v>10.109</c:v>
                </c:pt>
                <c:pt idx="6">
                  <c:v>12.137</c:v>
                </c:pt>
                <c:pt idx="7">
                  <c:v>13.471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8.051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13.213</c:v>
                </c:pt>
                <c:pt idx="4">
                  <c:v>14.223</c:v>
                </c:pt>
                <c:pt idx="5">
                  <c:v>15.102</c:v>
                </c:pt>
                <c:pt idx="6">
                  <c:v>15.611</c:v>
                </c:pt>
                <c:pt idx="7">
                  <c:v>16.567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99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23.608</c:v>
                </c:pt>
                <c:pt idx="6">
                  <c:v>23.767</c:v>
                </c:pt>
                <c:pt idx="7">
                  <c:v>27.343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639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Salon and Professiona…</c:v>
                </c:pt>
                <c:pt idx="6">
                  <c:v>Mass Retail</c:v>
                </c:pt>
                <c:pt idx="7">
                  <c:v>Online Marketplaces</c:v>
                </c:pt>
              </c:strCache>
            </c:strRef>
          </c:cat>
          <c:val>
            <c:numRef>
              <c:f>Sheet1!$B$2:$B$9</c:f>
              <c:numCache>
                <c:formatCode>General</c:formatCode>
                <c:ptCount val="8"/>
                <c:pt idx="2">
                  <c:v>9.248</c:v>
                </c:pt>
                <c:pt idx="3">
                  <c:v>11.443</c:v>
                </c:pt>
                <c:pt idx="4">
                  <c:v>11.585</c:v>
                </c:pt>
                <c:pt idx="5">
                  <c:v>13.003</c:v>
                </c:pt>
                <c:pt idx="6">
                  <c:v>14.306</c:v>
                </c:pt>
                <c:pt idx="7">
                  <c:v>15.131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27554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8.828</c:v>
                </c:pt>
                <c:pt idx="2">
                  <c:v>10.389</c:v>
                </c:pt>
                <c:pt idx="3">
                  <c:v>10.538</c:v>
                </c:pt>
                <c:pt idx="4">
                  <c:v>10.565</c:v>
                </c:pt>
                <c:pt idx="5">
                  <c:v>10.639</c:v>
                </c:pt>
                <c:pt idx="6">
                  <c:v>11.845</c:v>
                </c:pt>
                <c:pt idx="7">
                  <c:v>11.912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5.96208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13.455</c:v>
                </c:pt>
                <c:pt idx="4">
                  <c:v>14.228</c:v>
                </c:pt>
                <c:pt idx="5">
                  <c:v>15.091</c:v>
                </c:pt>
                <c:pt idx="6">
                  <c:v>15.682</c:v>
                </c:pt>
                <c:pt idx="7">
                  <c:v>16.261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7897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17.917</c:v>
                </c:pt>
                <c:pt idx="5">
                  <c:v>18.649</c:v>
                </c:pt>
                <c:pt idx="6">
                  <c:v>18.737</c:v>
                </c:pt>
                <c:pt idx="7">
                  <c:v>19.413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6.0134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74.717</c:v>
                </c:pt>
                <c:pt idx="2">
                  <c:v>78.154</c:v>
                </c:pt>
                <c:pt idx="3">
                  <c:v>80.241</c:v>
                </c:pt>
                <c:pt idx="4">
                  <c:v>83.35</c:v>
                </c:pt>
                <c:pt idx="5">
                  <c:v>88.689</c:v>
                </c:pt>
                <c:pt idx="6">
                  <c:v>94.89699999999999</c:v>
                </c:pt>
                <c:pt idx="7">
                  <c:v>101.85399999999998</c:v>
                </c:pt>
                <c:pt idx="8">
                  <c:v>111.826</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74.717</c:v>
                </c:pt>
                <c:pt idx="1">
                  <c:v>3.4369999999999994</c:v>
                </c:pt>
                <c:pt idx="2">
                  <c:v>2.0869999999999997</c:v>
                </c:pt>
                <c:pt idx="3">
                  <c:v>3.109</c:v>
                </c:pt>
                <c:pt idx="4">
                  <c:v>5.339</c:v>
                </c:pt>
                <c:pt idx="5">
                  <c:v>6.207999999999998</c:v>
                </c:pt>
                <c:pt idx="6">
                  <c:v>6.957</c:v>
                </c:pt>
                <c:pt idx="7">
                  <c:v>9.972000000000001</c:v>
                </c:pt>
                <c:pt idx="8">
                  <c:v>9.957000000000003</c:v>
                </c:pt>
                <c:pt idx="9">
                  <c:v>121.78299999999999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3.4369999999999994</c:v>
                </c:pt>
                <c:pt idx="2">
                  <c:v>5.523999999999999</c:v>
                </c:pt>
                <c:pt idx="3">
                  <c:v>8.633</c:v>
                </c:pt>
                <c:pt idx="4">
                  <c:v>13.972</c:v>
                </c:pt>
                <c:pt idx="5">
                  <c:v>20.18</c:v>
                </c:pt>
                <c:pt idx="6">
                  <c:v>27.137</c:v>
                </c:pt>
                <c:pt idx="7">
                  <c:v>37.109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3.4369999999999994</c:v>
                </c:pt>
                <c:pt idx="1">
                  <c:v>2.0869999999999997</c:v>
                </c:pt>
                <c:pt idx="2">
                  <c:v>3.109</c:v>
                </c:pt>
                <c:pt idx="3">
                  <c:v>5.339</c:v>
                </c:pt>
                <c:pt idx="4">
                  <c:v>6.207999999999998</c:v>
                </c:pt>
                <c:pt idx="5">
                  <c:v>6.957</c:v>
                </c:pt>
                <c:pt idx="6">
                  <c:v>9.972000000000001</c:v>
                </c:pt>
                <c:pt idx="7">
                  <c:v>9.957000000000003</c:v>
                </c:pt>
                <c:pt idx="8">
                  <c:v>47.066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74.716</c:v>
                </c:pt>
                <c:pt idx="2">
                  <c:v>84.92399999999999</c:v>
                </c:pt>
                <c:pt idx="3">
                  <c:v>96.92699999999999</c:v>
                </c:pt>
                <c:pt idx="4">
                  <c:v>107.16699999999999</c:v>
                </c:pt>
                <c:pt idx="5">
                  <c:v>115.59099999999998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74.716</c:v>
                </c:pt>
                <c:pt idx="1">
                  <c:v>10.208</c:v>
                </c:pt>
                <c:pt idx="2">
                  <c:v>12.003</c:v>
                </c:pt>
                <c:pt idx="3">
                  <c:v>10.239999999999998</c:v>
                </c:pt>
                <c:pt idx="4">
                  <c:v>8.424</c:v>
                </c:pt>
                <c:pt idx="5">
                  <c:v>6.189000000000002</c:v>
                </c:pt>
                <c:pt idx="6">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10.208</c:v>
                </c:pt>
                <c:pt idx="2">
                  <c:v>22.211</c:v>
                </c:pt>
                <c:pt idx="3">
                  <c:v>32.45099999999999</c:v>
                </c:pt>
                <c:pt idx="4">
                  <c:v>40.87499999999999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10.208</c:v>
                </c:pt>
                <c:pt idx="1">
                  <c:v>12.003</c:v>
                </c:pt>
                <c:pt idx="2">
                  <c:v>10.239999999999998</c:v>
                </c:pt>
                <c:pt idx="3">
                  <c:v>8.424</c:v>
                </c:pt>
                <c:pt idx="4">
                  <c:v>6.189000000000002</c:v>
                </c:pt>
                <c:pt idx="5">
                  <c:v>47.06399999999999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74.718</c:v>
                </c:pt>
                <c:pt idx="2">
                  <c:v>89.622</c:v>
                </c:pt>
                <c:pt idx="3">
                  <c:v>104.61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74.718</c:v>
                </c:pt>
                <c:pt idx="1">
                  <c:v>14.904</c:v>
                </c:pt>
                <c:pt idx="2">
                  <c:v>14.988000000000003</c:v>
                </c:pt>
                <c:pt idx="3">
                  <c:v>17.171000000000003</c:v>
                </c:pt>
                <c:pt idx="4">
                  <c:v>121.781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14.904</c:v>
                </c:pt>
                <c:pt idx="2">
                  <c:v>29.892000000000003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14.904</c:v>
                </c:pt>
                <c:pt idx="1">
                  <c:v>14.988000000000003</c:v>
                </c:pt>
                <c:pt idx="2">
                  <c:v>17.171000000000003</c:v>
                </c:pt>
                <c:pt idx="3">
                  <c:v>47.063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74.716</c:v>
                </c:pt>
                <c:pt idx="2">
                  <c:v>80.925</c:v>
                </c:pt>
                <c:pt idx="3">
                  <c:v>88.556</c:v>
                </c:pt>
                <c:pt idx="4">
                  <c:v>96.14</c:v>
                </c:pt>
                <c:pt idx="5">
                  <c:v>101.97</c:v>
                </c:pt>
                <c:pt idx="6">
                  <c:v>114.714</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74.716</c:v>
                </c:pt>
                <c:pt idx="1">
                  <c:v>6.209000000000001</c:v>
                </c:pt>
                <c:pt idx="2">
                  <c:v>7.631</c:v>
                </c:pt>
                <c:pt idx="3">
                  <c:v>7.584</c:v>
                </c:pt>
                <c:pt idx="4">
                  <c:v>5.83</c:v>
                </c:pt>
                <c:pt idx="5">
                  <c:v>12.744</c:v>
                </c:pt>
                <c:pt idx="6">
                  <c:v>7.066000000000001</c:v>
                </c:pt>
                <c:pt idx="7">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6.209000000000001</c:v>
                </c:pt>
                <c:pt idx="2">
                  <c:v>13.840000000000002</c:v>
                </c:pt>
                <c:pt idx="3">
                  <c:v>21.424</c:v>
                </c:pt>
                <c:pt idx="4">
                  <c:v>27.253999999999998</c:v>
                </c:pt>
                <c:pt idx="5">
                  <c:v>39.998</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6.209000000000001</c:v>
                </c:pt>
                <c:pt idx="1">
                  <c:v>7.631</c:v>
                </c:pt>
                <c:pt idx="2">
                  <c:v>7.584</c:v>
                </c:pt>
                <c:pt idx="3">
                  <c:v>5.83</c:v>
                </c:pt>
                <c:pt idx="4">
                  <c:v>12.744</c:v>
                </c:pt>
                <c:pt idx="5">
                  <c:v>7.066000000000001</c:v>
                </c:pt>
                <c:pt idx="6">
                  <c:v>47.064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74.716</c:v>
                </c:pt>
                <c:pt idx="2">
                  <c:v>79.41699999999999</c:v>
                </c:pt>
                <c:pt idx="3">
                  <c:v>88.79599999999999</c:v>
                </c:pt>
                <c:pt idx="4">
                  <c:v>94.457</c:v>
                </c:pt>
                <c:pt idx="5">
                  <c:v>100.978</c:v>
                </c:pt>
                <c:pt idx="6">
                  <c:v>109.44999999999999</c:v>
                </c:pt>
                <c:pt idx="7">
                  <c:v>113.57999999999998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74.716</c:v>
                </c:pt>
                <c:pt idx="1">
                  <c:v>4.700999999999999</c:v>
                </c:pt>
                <c:pt idx="2">
                  <c:v>9.379000000000001</c:v>
                </c:pt>
                <c:pt idx="3">
                  <c:v>5.661000000000001</c:v>
                </c:pt>
                <c:pt idx="4">
                  <c:v>6.520999999999999</c:v>
                </c:pt>
                <c:pt idx="5">
                  <c:v>8.472</c:v>
                </c:pt>
                <c:pt idx="6">
                  <c:v>4.130000000000001</c:v>
                </c:pt>
                <c:pt idx="7">
                  <c:v>8.2</c:v>
                </c:pt>
                <c:pt idx="8">
                  <c:v>121.78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4.700999999999999</c:v>
                </c:pt>
                <c:pt idx="2">
                  <c:v>14.08</c:v>
                </c:pt>
                <c:pt idx="3">
                  <c:v>19.741</c:v>
                </c:pt>
                <c:pt idx="4">
                  <c:v>26.262</c:v>
                </c:pt>
                <c:pt idx="5">
                  <c:v>34.734</c:v>
                </c:pt>
                <c:pt idx="6">
                  <c:v>38.864000000000004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4.700999999999999</c:v>
                </c:pt>
                <c:pt idx="1">
                  <c:v>9.379000000000001</c:v>
                </c:pt>
                <c:pt idx="2">
                  <c:v>5.661000000000001</c:v>
                </c:pt>
                <c:pt idx="3">
                  <c:v>6.520999999999999</c:v>
                </c:pt>
                <c:pt idx="4">
                  <c:v>8.472</c:v>
                </c:pt>
                <c:pt idx="5">
                  <c:v>4.130000000000001</c:v>
                </c:pt>
                <c:pt idx="6">
                  <c:v>8.2</c:v>
                </c:pt>
                <c:pt idx="7">
                  <c:v>47.06400000000001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74.717</c:v>
                </c:pt>
                <c:pt idx="2">
                  <c:v>82.17999999999999</c:v>
                </c:pt>
                <c:pt idx="3">
                  <c:v>91.624</c:v>
                </c:pt>
                <c:pt idx="4">
                  <c:v>101.97999999999999</c:v>
                </c:pt>
                <c:pt idx="5">
                  <c:v>112.814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74.717</c:v>
                </c:pt>
                <c:pt idx="1">
                  <c:v>7.462999999999999</c:v>
                </c:pt>
                <c:pt idx="2">
                  <c:v>9.444</c:v>
                </c:pt>
                <c:pt idx="3">
                  <c:v>10.356</c:v>
                </c:pt>
                <c:pt idx="4">
                  <c:v>10.834000000000001</c:v>
                </c:pt>
                <c:pt idx="5">
                  <c:v>8.968</c:v>
                </c:pt>
                <c:pt idx="6">
                  <c:v>121.782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7.462999999999999</c:v>
                </c:pt>
                <c:pt idx="2">
                  <c:v>16.907</c:v>
                </c:pt>
                <c:pt idx="3">
                  <c:v>27.262999999999998</c:v>
                </c:pt>
                <c:pt idx="4">
                  <c:v>38.097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7.462999999999999</c:v>
                </c:pt>
                <c:pt idx="1">
                  <c:v>9.444</c:v>
                </c:pt>
                <c:pt idx="2">
                  <c:v>10.356</c:v>
                </c:pt>
                <c:pt idx="3">
                  <c:v>10.834000000000001</c:v>
                </c:pt>
                <c:pt idx="4">
                  <c:v>8.968</c:v>
                </c:pt>
                <c:pt idx="5">
                  <c:v>47.065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74.71600000000001</c:v>
                </c:pt>
                <c:pt idx="2">
                  <c:v>85.04100000000001</c:v>
                </c:pt>
                <c:pt idx="3">
                  <c:v>97.35900000000001</c:v>
                </c:pt>
                <c:pt idx="4">
                  <c:v>108.649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74.71600000000001</c:v>
                </c:pt>
                <c:pt idx="1">
                  <c:v>10.325</c:v>
                </c:pt>
                <c:pt idx="2">
                  <c:v>12.318000000000001</c:v>
                </c:pt>
                <c:pt idx="3">
                  <c:v>11.29</c:v>
                </c:pt>
                <c:pt idx="4">
                  <c:v>13.133</c:v>
                </c:pt>
                <c:pt idx="5">
                  <c:v>121.782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10.325</c:v>
                </c:pt>
                <c:pt idx="2">
                  <c:v>22.643</c:v>
                </c:pt>
                <c:pt idx="3">
                  <c:v>33.933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10.325</c:v>
                </c:pt>
                <c:pt idx="1">
                  <c:v>12.318000000000001</c:v>
                </c:pt>
                <c:pt idx="2">
                  <c:v>11.29</c:v>
                </c:pt>
                <c:pt idx="3">
                  <c:v>13.133</c:v>
                </c:pt>
                <c:pt idx="4">
                  <c:v>47.066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93.916</c:v>
                </c:pt>
                <c:pt idx="1">
                  <c:v>98.493</c:v>
                </c:pt>
                <c:pt idx="2">
                  <c:v>103.271</c:v>
                </c:pt>
                <c:pt idx="3">
                  <c:v>108.239</c:v>
                </c:pt>
                <c:pt idx="4">
                  <c:v>113.521</c:v>
                </c:pt>
                <c:pt idx="5">
                  <c:v>119.39600000000002</c:v>
                </c:pt>
                <c:pt idx="6">
                  <c:v>125.989</c:v>
                </c:pt>
                <c:pt idx="7">
                  <c:v>133.42700000000002</c:v>
                </c:pt>
                <c:pt idx="8">
                  <c:v>141.768</c:v>
                </c:pt>
                <c:pt idx="9">
                  <c:v>150.987</c:v>
                </c:pt>
                <c:pt idx="10">
                  <c:v>161.011</c:v>
                </c:pt>
                <c:pt idx="11">
                  <c:v>171.805</c:v>
                </c:pt>
                <c:pt idx="12">
                  <c:v>183.282</c:v>
                </c:pt>
                <c:pt idx="13">
                  <c:v>195.38400000000001</c:v>
                </c:pt>
                <c:pt idx="14">
                  <c:v>207.962</c:v>
                </c:pt>
                <c:pt idx="15">
                  <c:v>221.02200000000002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Rest of South Asia</c:v>
                </c:pt>
              </c:strCache>
            </c:strRef>
          </c:cat>
          <c:val>
            <c:numRef>
              <c:f>Sheet1!$B$2:$B$4</c:f>
              <c:numCache>
                <c:formatCode>General</c:formatCode>
                <c:ptCount val="3"/>
                <c:pt idx="0">
                  <c:v>0.05245930274733035</c:v>
                </c:pt>
                <c:pt idx="1">
                  <c:v>0.06654594628969646</c:v>
                </c:pt>
                <c:pt idx="2">
                  <c:v>0.06351733390795378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98370274910902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119.39600000000002</c:v>
                </c:pt>
                <c:pt idx="2">
                  <c:v>125.989</c:v>
                </c:pt>
                <c:pt idx="3">
                  <c:v>133.42700000000002</c:v>
                </c:pt>
                <c:pt idx="4">
                  <c:v>141.768</c:v>
                </c:pt>
                <c:pt idx="5">
                  <c:v>150.987</c:v>
                </c:pt>
                <c:pt idx="6">
                  <c:v>161.011</c:v>
                </c:pt>
                <c:pt idx="7">
                  <c:v>171.805</c:v>
                </c:pt>
                <c:pt idx="8">
                  <c:v>183.282</c:v>
                </c:pt>
                <c:pt idx="9">
                  <c:v>195.38400000000001</c:v>
                </c:pt>
                <c:pt idx="10">
                  <c:v>207.962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119.39600000000002</c:v>
                </c:pt>
                <c:pt idx="1">
                  <c:v>6.592999999999989</c:v>
                </c:pt>
                <c:pt idx="2">
                  <c:v>7.438000000000017</c:v>
                </c:pt>
                <c:pt idx="3">
                  <c:v>8.34099999999998</c:v>
                </c:pt>
                <c:pt idx="4">
                  <c:v>9.218999999999994</c:v>
                </c:pt>
                <c:pt idx="5">
                  <c:v>10.024000000000001</c:v>
                </c:pt>
                <c:pt idx="6">
                  <c:v>10.794000000000011</c:v>
                </c:pt>
                <c:pt idx="7">
                  <c:v>11.477000000000004</c:v>
                </c:pt>
                <c:pt idx="8">
                  <c:v>12.102000000000004</c:v>
                </c:pt>
                <c:pt idx="9">
                  <c:v>12.577999999999975</c:v>
                </c:pt>
                <c:pt idx="10">
                  <c:v>13.06000000000003</c:v>
                </c:pt>
                <c:pt idx="11">
                  <c:v>221.02200000000002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9.883349392244707</c:v>
                </c:pt>
                <c:pt idx="1">
                  <c:v>1.5091971838498865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90.11665060775529</c:v>
                </c:pt>
                <c:pt idx="1">
                  <c:v>98.49080281615011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111.24100000000001</c:v>
                </c:pt>
                <c:pt idx="1">
                  <c:v>117.212</c:v>
                </c:pt>
                <c:pt idx="2">
                  <c:v>123.499</c:v>
                </c:pt>
                <c:pt idx="3">
                  <c:v>130.166</c:v>
                </c:pt>
                <c:pt idx="4">
                  <c:v>137.317</c:v>
                </c:pt>
                <c:pt idx="5">
                  <c:v>145.911</c:v>
                </c:pt>
                <c:pt idx="6">
                  <c:v>155.732</c:v>
                </c:pt>
                <c:pt idx="7">
                  <c:v>166.983</c:v>
                </c:pt>
                <c:pt idx="8">
                  <c:v>179.782</c:v>
                </c:pt>
                <c:pt idx="9">
                  <c:v>194.278</c:v>
                </c:pt>
                <c:pt idx="10">
                  <c:v>210.397</c:v>
                </c:pt>
                <c:pt idx="11">
                  <c:v>228.191</c:v>
                </c:pt>
                <c:pt idx="12">
                  <c:v>247.626</c:v>
                </c:pt>
                <c:pt idx="13">
                  <c:v>268.74399999999997</c:v>
                </c:pt>
                <c:pt idx="14">
                  <c:v>291.49199999999996</c:v>
                </c:pt>
                <c:pt idx="15">
                  <c:v>315.949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South Asia &amp; Pacific</c:v>
                </c:pt>
                <c:pt idx="2">
                  <c:v>Rest of South Asia</c:v>
                </c:pt>
              </c:strCache>
            </c:strRef>
          </c:cat>
          <c:val>
            <c:numRef>
              <c:f>Sheet1!$B$2:$B$4</c:f>
              <c:numCache>
                <c:formatCode>General</c:formatCode>
                <c:ptCount val="3"/>
                <c:pt idx="0">
                  <c:v>0.06658666629421717</c:v>
                </c:pt>
                <c:pt idx="1">
                  <c:v>0.07853749693674184</c:v>
                </c:pt>
                <c:pt idx="2">
                  <c:v>0.08032119115186687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84336080550202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145.911</c:v>
                </c:pt>
                <c:pt idx="2">
                  <c:v>155.732</c:v>
                </c:pt>
                <c:pt idx="3">
                  <c:v>166.983</c:v>
                </c:pt>
                <c:pt idx="4">
                  <c:v>179.782</c:v>
                </c:pt>
                <c:pt idx="5">
                  <c:v>194.278</c:v>
                </c:pt>
                <c:pt idx="6">
                  <c:v>210.397</c:v>
                </c:pt>
                <c:pt idx="7">
                  <c:v>228.191</c:v>
                </c:pt>
                <c:pt idx="8">
                  <c:v>247.626</c:v>
                </c:pt>
                <c:pt idx="9">
                  <c:v>268.74399999999997</c:v>
                </c:pt>
                <c:pt idx="10">
                  <c:v>291.49199999999996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145.911</c:v>
                </c:pt>
                <c:pt idx="1">
                  <c:v>9.820999999999998</c:v>
                </c:pt>
                <c:pt idx="2">
                  <c:v>11.251000000000005</c:v>
                </c:pt>
                <c:pt idx="3">
                  <c:v>12.799000000000007</c:v>
                </c:pt>
                <c:pt idx="4">
                  <c:v>14.495999999999981</c:v>
                </c:pt>
                <c:pt idx="5">
                  <c:v>16.119</c:v>
                </c:pt>
                <c:pt idx="6">
                  <c:v>17.79400000000001</c:v>
                </c:pt>
                <c:pt idx="7">
                  <c:v>19.435000000000002</c:v>
                </c:pt>
                <c:pt idx="8">
                  <c:v>21.117999999999967</c:v>
                </c:pt>
                <c:pt idx="9">
                  <c:v>22.74799999999999</c:v>
                </c:pt>
                <c:pt idx="10">
                  <c:v>24.45700000000005</c:v>
                </c:pt>
                <c:pt idx="11">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Sheet1!$B$2:$B$3</c:f>
              <c:numCache>
                <c:formatCode>General</c:formatCode>
                <c:ptCount val="2"/>
                <c:pt idx="0">
                  <c:v>8.239341896181955</c:v>
                </c:pt>
                <c:pt idx="1">
                  <c:v>0.9059211859557661</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South Asia &amp; Pacific</c:v>
                </c:pt>
                <c:pt idx="1">
                  <c:v>Share of Global</c:v>
                </c:pt>
              </c:strCache>
            </c:strRef>
          </c:cat>
          <c:val>
            <c:numRef>
              <c:f>Sheet1!$C$2:$C$3</c:f>
              <c:numCache>
                <c:formatCode>General</c:formatCode>
                <c:ptCount val="2"/>
                <c:pt idx="0">
                  <c:v>91.76065810381805</c:v>
                </c:pt>
                <c:pt idx="1">
                  <c:v>99.09407881404424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10.225000000000001</c:v>
                </c:pt>
                <c:pt idx="1">
                  <c:v>14.021</c:v>
                </c:pt>
                <c:pt idx="2">
                  <c:v>14.315</c:v>
                </c:pt>
                <c:pt idx="3">
                  <c:v>18.171</c:v>
                </c:pt>
                <c:pt idx="4">
                  <c:v>18.445</c:v>
                </c:pt>
                <c:pt idx="5">
                  <c:v>18.646</c:v>
                </c:pt>
                <c:pt idx="6">
                  <c:v>24.95</c:v>
                </c:pt>
                <c:pt idx="7">
                  <c:v>27.138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36492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Extra-strong Hold</c:v>
                </c:pt>
                <c:pt idx="5">
                  <c:v>Light or Flexible Hold</c:v>
                </c:pt>
                <c:pt idx="6">
                  <c:v>Strong Hold</c:v>
                </c:pt>
                <c:pt idx="7">
                  <c:v>Medium Hold</c:v>
                </c:pt>
              </c:strCache>
            </c:strRef>
          </c:cat>
          <c:val>
            <c:numRef>
              <c:f>Sheet1!$B$2:$B$9</c:f>
              <c:numCache>
                <c:formatCode>General</c:formatCode>
                <c:ptCount val="8"/>
                <c:pt idx="3">
                  <c:v>22.991</c:v>
                </c:pt>
                <c:pt idx="4">
                  <c:v>27.287</c:v>
                </c:pt>
                <c:pt idx="5">
                  <c:v>27.523</c:v>
                </c:pt>
                <c:pt idx="6">
                  <c:v>32.326</c:v>
                </c:pt>
                <c:pt idx="7">
                  <c:v>35.784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7.950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47.447</c:v>
                </c:pt>
                <c:pt idx="6">
                  <c:v>48.564</c:v>
                </c:pt>
                <c:pt idx="7">
                  <c:v>49.901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6.8673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17.104</c:v>
                </c:pt>
                <c:pt idx="3">
                  <c:v>21.346</c:v>
                </c:pt>
                <c:pt idx="4">
                  <c:v>21.67</c:v>
                </c:pt>
                <c:pt idx="5">
                  <c:v>22.901</c:v>
                </c:pt>
                <c:pt idx="6">
                  <c:v>24.273</c:v>
                </c:pt>
                <c:pt idx="7">
                  <c:v>38.617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1.746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16.962</c:v>
                </c:pt>
                <c:pt idx="2">
                  <c:v>19.687</c:v>
                </c:pt>
                <c:pt idx="3">
                  <c:v>19.92</c:v>
                </c:pt>
                <c:pt idx="4">
                  <c:v>19.936</c:v>
                </c:pt>
                <c:pt idx="5">
                  <c:v>20.156</c:v>
                </c:pt>
                <c:pt idx="6">
                  <c:v>22.586</c:v>
                </c:pt>
                <c:pt idx="7">
                  <c:v>26.664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72976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26.223</c:v>
                </c:pt>
                <c:pt idx="4">
                  <c:v>27.636</c:v>
                </c:pt>
                <c:pt idx="5">
                  <c:v>29.557</c:v>
                </c:pt>
                <c:pt idx="6">
                  <c:v>30.694</c:v>
                </c:pt>
                <c:pt idx="7">
                  <c:v>31.801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613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34.937</c:v>
                </c:pt>
                <c:pt idx="5">
                  <c:v>36.495000000000005</c:v>
                </c:pt>
                <c:pt idx="6">
                  <c:v>36.618</c:v>
                </c:pt>
                <c:pt idx="7">
                  <c:v>37.861000000000004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0.7337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145.911</c:v>
                </c:pt>
                <c:pt idx="2">
                  <c:v>156.257</c:v>
                </c:pt>
                <c:pt idx="3">
                  <c:v>164.436</c:v>
                </c:pt>
                <c:pt idx="4">
                  <c:v>182.236</c:v>
                </c:pt>
                <c:pt idx="5">
                  <c:v>201.778</c:v>
                </c:pt>
                <c:pt idx="6">
                  <c:v>234.39499999999998</c:v>
                </c:pt>
                <c:pt idx="7">
                  <c:v>255.189</c:v>
                </c:pt>
                <c:pt idx="8">
                  <c:v>286.65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145.911</c:v>
                </c:pt>
                <c:pt idx="1">
                  <c:v>10.345999999999997</c:v>
                </c:pt>
                <c:pt idx="2">
                  <c:v>8.178999999999998</c:v>
                </c:pt>
                <c:pt idx="3">
                  <c:v>17.799999999999997</c:v>
                </c:pt>
                <c:pt idx="4">
                  <c:v>19.542</c:v>
                </c:pt>
                <c:pt idx="5">
                  <c:v>32.617000000000004</c:v>
                </c:pt>
                <c:pt idx="6">
                  <c:v>20.794000000000004</c:v>
                </c:pt>
                <c:pt idx="7">
                  <c:v>31.461000000000002</c:v>
                </c:pt>
                <c:pt idx="8">
                  <c:v>29.299</c:v>
                </c:pt>
                <c:pt idx="9">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10.345999999999997</c:v>
                </c:pt>
                <c:pt idx="2">
                  <c:v>18.524999999999995</c:v>
                </c:pt>
                <c:pt idx="3">
                  <c:v>36.32499999999999</c:v>
                </c:pt>
                <c:pt idx="4">
                  <c:v>55.86699999999999</c:v>
                </c:pt>
                <c:pt idx="5">
                  <c:v>88.484</c:v>
                </c:pt>
                <c:pt idx="6">
                  <c:v>109.27799999999999</c:v>
                </c:pt>
                <c:pt idx="7">
                  <c:v>140.739</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10.345999999999997</c:v>
                </c:pt>
                <c:pt idx="1">
                  <c:v>8.178999999999998</c:v>
                </c:pt>
                <c:pt idx="2">
                  <c:v>17.799999999999997</c:v>
                </c:pt>
                <c:pt idx="3">
                  <c:v>19.542</c:v>
                </c:pt>
                <c:pt idx="4">
                  <c:v>32.617000000000004</c:v>
                </c:pt>
                <c:pt idx="5">
                  <c:v>20.794000000000004</c:v>
                </c:pt>
                <c:pt idx="6">
                  <c:v>31.461000000000002</c:v>
                </c:pt>
                <c:pt idx="7">
                  <c:v>29.299</c:v>
                </c:pt>
                <c:pt idx="8">
                  <c:v>170.038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145.911</c:v>
                </c:pt>
                <c:pt idx="2">
                  <c:v>175.87</c:v>
                </c:pt>
                <c:pt idx="3">
                  <c:v>214.262</c:v>
                </c:pt>
                <c:pt idx="4">
                  <c:v>255.64000000000001</c:v>
                </c:pt>
                <c:pt idx="5">
                  <c:v>289.663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145.911</c:v>
                </c:pt>
                <c:pt idx="1">
                  <c:v>29.959000000000003</c:v>
                </c:pt>
                <c:pt idx="2">
                  <c:v>38.39200000000001</c:v>
                </c:pt>
                <c:pt idx="3">
                  <c:v>41.37800000000001</c:v>
                </c:pt>
                <c:pt idx="4">
                  <c:v>34.023</c:v>
                </c:pt>
                <c:pt idx="5">
                  <c:v>26.284</c:v>
                </c:pt>
                <c:pt idx="6">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29.959000000000003</c:v>
                </c:pt>
                <c:pt idx="2">
                  <c:v>68.35100000000001</c:v>
                </c:pt>
                <c:pt idx="3">
                  <c:v>109.72900000000001</c:v>
                </c:pt>
                <c:pt idx="4">
                  <c:v>143.752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29.959000000000003</c:v>
                </c:pt>
                <c:pt idx="1">
                  <c:v>38.39200000000001</c:v>
                </c:pt>
                <c:pt idx="2">
                  <c:v>41.37800000000001</c:v>
                </c:pt>
                <c:pt idx="3">
                  <c:v>34.023</c:v>
                </c:pt>
                <c:pt idx="4">
                  <c:v>26.284</c:v>
                </c:pt>
                <c:pt idx="5">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145.912</c:v>
                </c:pt>
                <c:pt idx="2">
                  <c:v>201.912</c:v>
                </c:pt>
                <c:pt idx="3">
                  <c:v>254.28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145.912</c:v>
                </c:pt>
                <c:pt idx="1">
                  <c:v>55.99999999999999</c:v>
                </c:pt>
                <c:pt idx="2">
                  <c:v>52.368</c:v>
                </c:pt>
                <c:pt idx="3">
                  <c:v>61.66799999999999</c:v>
                </c:pt>
                <c:pt idx="4">
                  <c:v>315.948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55.99999999999999</c:v>
                </c:pt>
                <c:pt idx="2">
                  <c:v>108.368</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55.99999999999999</c:v>
                </c:pt>
                <c:pt idx="1">
                  <c:v>52.368</c:v>
                </c:pt>
                <c:pt idx="2">
                  <c:v>61.66799999999999</c:v>
                </c:pt>
                <c:pt idx="3">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145.911</c:v>
                </c:pt>
                <c:pt idx="2">
                  <c:v>182.035</c:v>
                </c:pt>
                <c:pt idx="3">
                  <c:v>208.654</c:v>
                </c:pt>
                <c:pt idx="4">
                  <c:v>236.157</c:v>
                </c:pt>
                <c:pt idx="5">
                  <c:v>258.334</c:v>
                </c:pt>
                <c:pt idx="6">
                  <c:v>292.236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145.911</c:v>
                </c:pt>
                <c:pt idx="1">
                  <c:v>36.124</c:v>
                </c:pt>
                <c:pt idx="2">
                  <c:v>26.619</c:v>
                </c:pt>
                <c:pt idx="3">
                  <c:v>27.503000000000004</c:v>
                </c:pt>
                <c:pt idx="4">
                  <c:v>22.177000000000003</c:v>
                </c:pt>
                <c:pt idx="5">
                  <c:v>33.902</c:v>
                </c:pt>
                <c:pt idx="6">
                  <c:v>23.711</c:v>
                </c:pt>
                <c:pt idx="7">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36.124</c:v>
                </c:pt>
                <c:pt idx="2">
                  <c:v>62.743</c:v>
                </c:pt>
                <c:pt idx="3">
                  <c:v>90.24600000000001</c:v>
                </c:pt>
                <c:pt idx="4">
                  <c:v>112.42300000000002</c:v>
                </c:pt>
                <c:pt idx="5">
                  <c:v>146.32500000000002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36.124</c:v>
                </c:pt>
                <c:pt idx="1">
                  <c:v>26.619</c:v>
                </c:pt>
                <c:pt idx="2">
                  <c:v>27.503000000000004</c:v>
                </c:pt>
                <c:pt idx="3">
                  <c:v>22.177000000000003</c:v>
                </c:pt>
                <c:pt idx="4">
                  <c:v>33.902</c:v>
                </c:pt>
                <c:pt idx="5">
                  <c:v>23.711</c:v>
                </c:pt>
                <c:pt idx="6">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145.91100000000003</c:v>
                </c:pt>
                <c:pt idx="2">
                  <c:v>168.92600000000004</c:v>
                </c:pt>
                <c:pt idx="3">
                  <c:v>199.25200000000004</c:v>
                </c:pt>
                <c:pt idx="4">
                  <c:v>220.10200000000003</c:v>
                </c:pt>
                <c:pt idx="5">
                  <c:v>243.11000000000004</c:v>
                </c:pt>
                <c:pt idx="6">
                  <c:v>272.39700000000005</c:v>
                </c:pt>
                <c:pt idx="7">
                  <c:v>288.725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145.91100000000003</c:v>
                </c:pt>
                <c:pt idx="1">
                  <c:v>23.015</c:v>
                </c:pt>
                <c:pt idx="2">
                  <c:v>30.326</c:v>
                </c:pt>
                <c:pt idx="3">
                  <c:v>20.85</c:v>
                </c:pt>
                <c:pt idx="4">
                  <c:v>23.008000000000003</c:v>
                </c:pt>
                <c:pt idx="5">
                  <c:v>29.287</c:v>
                </c:pt>
                <c:pt idx="6">
                  <c:v>16.328</c:v>
                </c:pt>
                <c:pt idx="7">
                  <c:v>27.224</c:v>
                </c:pt>
                <c:pt idx="8">
                  <c:v>315.949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23.015</c:v>
                </c:pt>
                <c:pt idx="2">
                  <c:v>53.341</c:v>
                </c:pt>
                <c:pt idx="3">
                  <c:v>74.191</c:v>
                </c:pt>
                <c:pt idx="4">
                  <c:v>97.19900000000001</c:v>
                </c:pt>
                <c:pt idx="5">
                  <c:v>126.48600000000002</c:v>
                </c:pt>
                <c:pt idx="6">
                  <c:v>142.81400000000002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23.015</c:v>
                </c:pt>
                <c:pt idx="1">
                  <c:v>30.326</c:v>
                </c:pt>
                <c:pt idx="2">
                  <c:v>20.85</c:v>
                </c:pt>
                <c:pt idx="3">
                  <c:v>23.008000000000003</c:v>
                </c:pt>
                <c:pt idx="4">
                  <c:v>29.287</c:v>
                </c:pt>
                <c:pt idx="5">
                  <c:v>16.328</c:v>
                </c:pt>
                <c:pt idx="6">
                  <c:v>27.224</c:v>
                </c:pt>
                <c:pt idx="7">
                  <c:v>170.038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145.911</c:v>
                </c:pt>
                <c:pt idx="2">
                  <c:v>175.427</c:v>
                </c:pt>
                <c:pt idx="3">
                  <c:v>209.523</c:v>
                </c:pt>
                <c:pt idx="4">
                  <c:v>245.583</c:v>
                </c:pt>
                <c:pt idx="5">
                  <c:v>282.207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145.911</c:v>
                </c:pt>
                <c:pt idx="1">
                  <c:v>29.516000000000002</c:v>
                </c:pt>
                <c:pt idx="2">
                  <c:v>34.096000000000004</c:v>
                </c:pt>
                <c:pt idx="3">
                  <c:v>36.06</c:v>
                </c:pt>
                <c:pt idx="4">
                  <c:v>36.624</c:v>
                </c:pt>
                <c:pt idx="5">
                  <c:v>33.739999999999995</c:v>
                </c:pt>
                <c:pt idx="6">
                  <c:v>315.947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29.516000000000002</c:v>
                </c:pt>
                <c:pt idx="2">
                  <c:v>63.61200000000001</c:v>
                </c:pt>
                <c:pt idx="3">
                  <c:v>99.67200000000001</c:v>
                </c:pt>
                <c:pt idx="4">
                  <c:v>136.29600000000002</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29.516000000000002</c:v>
                </c:pt>
                <c:pt idx="1">
                  <c:v>34.096000000000004</c:v>
                </c:pt>
                <c:pt idx="2">
                  <c:v>36.06</c:v>
                </c:pt>
                <c:pt idx="3">
                  <c:v>36.624</c:v>
                </c:pt>
                <c:pt idx="4">
                  <c:v>33.739999999999995</c:v>
                </c:pt>
                <c:pt idx="5">
                  <c:v>170.036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145.911</c:v>
                </c:pt>
                <c:pt idx="2">
                  <c:v>183.23000000000002</c:v>
                </c:pt>
                <c:pt idx="3">
                  <c:v>228.36900000000003</c:v>
                </c:pt>
                <c:pt idx="4">
                  <c:v>270.134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145.911</c:v>
                </c:pt>
                <c:pt idx="1">
                  <c:v>37.319</c:v>
                </c:pt>
                <c:pt idx="2">
                  <c:v>45.139</c:v>
                </c:pt>
                <c:pt idx="3">
                  <c:v>41.764999999999986</c:v>
                </c:pt>
                <c:pt idx="4">
                  <c:v>45.81400000000001</c:v>
                </c:pt>
                <c:pt idx="5">
                  <c:v>315.948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37.319</c:v>
                </c:pt>
                <c:pt idx="2">
                  <c:v>82.458</c:v>
                </c:pt>
                <c:pt idx="3">
                  <c:v>124.22299999999998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37.319</c:v>
                </c:pt>
                <c:pt idx="1">
                  <c:v>45.139</c:v>
                </c:pt>
                <c:pt idx="2">
                  <c:v>41.764999999999986</c:v>
                </c:pt>
                <c:pt idx="3">
                  <c:v>45.81400000000001</c:v>
                </c:pt>
                <c:pt idx="4">
                  <c:v>170.03699999999998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36.387</c:v>
                </c:pt>
                <c:pt idx="1">
                  <c:v>37.879</c:v>
                </c:pt>
                <c:pt idx="2">
                  <c:v>39.425</c:v>
                </c:pt>
                <c:pt idx="3">
                  <c:v>41.012</c:v>
                </c:pt>
                <c:pt idx="4">
                  <c:v>42.686</c:v>
                </c:pt>
                <c:pt idx="5">
                  <c:v>44.534000000000006</c:v>
                </c:pt>
                <c:pt idx="6">
                  <c:v>46.595</c:v>
                </c:pt>
                <c:pt idx="7">
                  <c:v>48.91</c:v>
                </c:pt>
                <c:pt idx="8">
                  <c:v>51.487</c:v>
                </c:pt>
                <c:pt idx="9">
                  <c:v>54.326</c:v>
                </c:pt>
                <c:pt idx="10">
                  <c:v>57.388000000000005</c:v>
                </c:pt>
                <c:pt idx="11">
                  <c:v>60.657000000000004</c:v>
                </c:pt>
                <c:pt idx="12">
                  <c:v>64.09299999999999</c:v>
                </c:pt>
                <c:pt idx="13">
                  <c:v>67.67999999999999</c:v>
                </c:pt>
                <c:pt idx="14">
                  <c:v>71.374</c:v>
                </c:pt>
                <c:pt idx="15">
                  <c:v>75.17699999999999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UAE</c:v>
                </c:pt>
              </c:strCache>
            </c:strRef>
          </c:cat>
          <c:val>
            <c:numRef>
              <c:f>Sheet1!$B$2:$B$4</c:f>
              <c:numCache>
                <c:formatCode>General</c:formatCode>
                <c:ptCount val="3"/>
                <c:pt idx="0">
                  <c:v>0.05245930274733035</c:v>
                </c:pt>
                <c:pt idx="1">
                  <c:v>0.06040785576190855</c:v>
                </c:pt>
                <c:pt idx="2">
                  <c:v>0.053754224217023916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44.534000000000006</c:v>
                </c:pt>
                <c:pt idx="2">
                  <c:v>46.595</c:v>
                </c:pt>
                <c:pt idx="3">
                  <c:v>48.91</c:v>
                </c:pt>
                <c:pt idx="4">
                  <c:v>51.487</c:v>
                </c:pt>
                <c:pt idx="5">
                  <c:v>54.326</c:v>
                </c:pt>
                <c:pt idx="6">
                  <c:v>57.388000000000005</c:v>
                </c:pt>
                <c:pt idx="7">
                  <c:v>60.657000000000004</c:v>
                </c:pt>
                <c:pt idx="8">
                  <c:v>64.09299999999999</c:v>
                </c:pt>
                <c:pt idx="9">
                  <c:v>67.67999999999999</c:v>
                </c:pt>
                <c:pt idx="10">
                  <c:v>71.374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44.534000000000006</c:v>
                </c:pt>
                <c:pt idx="1">
                  <c:v>2.060999999999993</c:v>
                </c:pt>
                <c:pt idx="2">
                  <c:v>2.3149999999999977</c:v>
                </c:pt>
                <c:pt idx="3">
                  <c:v>2.5770000000000053</c:v>
                </c:pt>
                <c:pt idx="4">
                  <c:v>2.8389999999999986</c:v>
                </c:pt>
                <c:pt idx="5">
                  <c:v>3.0620000000000047</c:v>
                </c:pt>
                <c:pt idx="6">
                  <c:v>3.2689999999999984</c:v>
                </c:pt>
                <c:pt idx="7">
                  <c:v>3.4359999999999857</c:v>
                </c:pt>
                <c:pt idx="8">
                  <c:v>3.5870000000000033</c:v>
                </c:pt>
                <c:pt idx="9">
                  <c:v>3.6940000000000026</c:v>
                </c:pt>
                <c:pt idx="10">
                  <c:v>3.8029999999999973</c:v>
                </c:pt>
                <c:pt idx="11">
                  <c:v>75.17699999999999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7.660906737311096</c:v>
                </c:pt>
                <c:pt idx="1">
                  <c:v>0.5629216002677715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92.3390932626889</c:v>
                </c:pt>
                <c:pt idx="1">
                  <c:v>99.43707839973223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94.383</c:v>
                </c:pt>
                <c:pt idx="1">
                  <c:v>98.71700000000001</c:v>
                </c:pt>
                <c:pt idx="2">
                  <c:v>103.238</c:v>
                </c:pt>
                <c:pt idx="3">
                  <c:v>107.965</c:v>
                </c:pt>
                <c:pt idx="4">
                  <c:v>112.984</c:v>
                </c:pt>
                <c:pt idx="5">
                  <c:v>118.92999999999999</c:v>
                </c:pt>
                <c:pt idx="6">
                  <c:v>125.64699999999999</c:v>
                </c:pt>
                <c:pt idx="7">
                  <c:v>133.28300000000002</c:v>
                </c:pt>
                <c:pt idx="8">
                  <c:v>141.94799999999998</c:v>
                </c:pt>
                <c:pt idx="9">
                  <c:v>151.70100000000002</c:v>
                </c:pt>
                <c:pt idx="10">
                  <c:v>162.43900000000002</c:v>
                </c:pt>
                <c:pt idx="11">
                  <c:v>174.16500000000002</c:v>
                </c:pt>
                <c:pt idx="12">
                  <c:v>186.787</c:v>
                </c:pt>
                <c:pt idx="13">
                  <c:v>200.314</c:v>
                </c:pt>
                <c:pt idx="14">
                  <c:v>214.71499999999997</c:v>
                </c:pt>
                <c:pt idx="15">
                  <c:v>230.004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UAE</c:v>
                </c:pt>
              </c:strCache>
            </c:strRef>
          </c:cat>
          <c:val>
            <c:numRef>
              <c:f>Sheet1!$B$2:$B$4</c:f>
              <c:numCache>
                <c:formatCode>General</c:formatCode>
                <c:ptCount val="3"/>
                <c:pt idx="0">
                  <c:v>0.06658666629421717</c:v>
                </c:pt>
                <c:pt idx="1">
                  <c:v>0.07540738186272966</c:v>
                </c:pt>
                <c:pt idx="2">
                  <c:v>0.06817988877151948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118.92999999999999</c:v>
                </c:pt>
                <c:pt idx="2">
                  <c:v>125.64699999999999</c:v>
                </c:pt>
                <c:pt idx="3">
                  <c:v>133.28300000000002</c:v>
                </c:pt>
                <c:pt idx="4">
                  <c:v>141.94799999999998</c:v>
                </c:pt>
                <c:pt idx="5">
                  <c:v>151.70100000000002</c:v>
                </c:pt>
                <c:pt idx="6">
                  <c:v>162.43900000000002</c:v>
                </c:pt>
                <c:pt idx="7">
                  <c:v>174.16500000000002</c:v>
                </c:pt>
                <c:pt idx="8">
                  <c:v>186.787</c:v>
                </c:pt>
                <c:pt idx="9">
                  <c:v>200.314</c:v>
                </c:pt>
                <c:pt idx="10">
                  <c:v>214.71499999999997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118.92999999999999</c:v>
                </c:pt>
                <c:pt idx="1">
                  <c:v>6.716999999999999</c:v>
                </c:pt>
                <c:pt idx="2">
                  <c:v>7.636000000000024</c:v>
                </c:pt>
                <c:pt idx="3">
                  <c:v>8.664999999999964</c:v>
                </c:pt>
                <c:pt idx="4">
                  <c:v>9.753000000000043</c:v>
                </c:pt>
                <c:pt idx="5">
                  <c:v>10.738</c:v>
                </c:pt>
                <c:pt idx="6">
                  <c:v>11.725999999999999</c:v>
                </c:pt>
                <c:pt idx="7">
                  <c:v>12.621999999999986</c:v>
                </c:pt>
                <c:pt idx="8">
                  <c:v>13.526999999999987</c:v>
                </c:pt>
                <c:pt idx="9">
                  <c:v>14.400999999999982</c:v>
                </c:pt>
                <c:pt idx="10">
                  <c:v>15.289000000000016</c:v>
                </c:pt>
                <c:pt idx="11">
                  <c:v>230.004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UAE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11.595494400174715</c:v>
                </c:pt>
                <c:pt idx="1">
                  <c:v>0.7384035929143057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88.40450559982528</c:v>
                </c:pt>
                <c:pt idx="1">
                  <c:v>99.26159640708569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8.204</c:v>
                </c:pt>
                <c:pt idx="1">
                  <c:v>9.925</c:v>
                </c:pt>
                <c:pt idx="2">
                  <c:v>11.397</c:v>
                </c:pt>
                <c:pt idx="3">
                  <c:v>14.043</c:v>
                </c:pt>
                <c:pt idx="4">
                  <c:v>14.763</c:v>
                </c:pt>
                <c:pt idx="5">
                  <c:v>15.48</c:v>
                </c:pt>
                <c:pt idx="6">
                  <c:v>18.101</c:v>
                </c:pt>
                <c:pt idx="7">
                  <c:v>27.017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6.20278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21.055</c:v>
                </c:pt>
                <c:pt idx="4">
                  <c:v>22.558</c:v>
                </c:pt>
                <c:pt idx="5">
                  <c:v>24.008</c:v>
                </c:pt>
                <c:pt idx="6">
                  <c:v>24.901</c:v>
                </c:pt>
                <c:pt idx="7">
                  <c:v>26.408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5.38672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36.944</c:v>
                </c:pt>
                <c:pt idx="6">
                  <c:v>37.79</c:v>
                </c:pt>
                <c:pt idx="7">
                  <c:v>44.195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9.2213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Online Marketplaces</c:v>
                </c:pt>
                <c:pt idx="4">
                  <c:v>Brand-owned Online St…</c:v>
                </c:pt>
                <c:pt idx="5">
                  <c:v>Mass Retail</c:v>
                </c:pt>
                <c:pt idx="6">
                  <c:v>Beauty Specialty Reta…</c:v>
                </c:pt>
                <c:pt idx="7">
                  <c:v>Salon and Professiona…</c:v>
                </c:pt>
              </c:strCache>
            </c:strRef>
          </c:cat>
          <c:val>
            <c:numRef>
              <c:f>Sheet1!$B$2:$B$9</c:f>
              <c:numCache>
                <c:formatCode>General</c:formatCode>
                <c:ptCount val="8"/>
                <c:pt idx="2">
                  <c:v>16.468</c:v>
                </c:pt>
                <c:pt idx="3">
                  <c:v>17.728</c:v>
                </c:pt>
                <c:pt idx="4">
                  <c:v>17.86</c:v>
                </c:pt>
                <c:pt idx="5">
                  <c:v>20.512</c:v>
                </c:pt>
                <c:pt idx="6">
                  <c:v>20.536</c:v>
                </c:pt>
                <c:pt idx="7">
                  <c:v>25.826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6068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13.23</c:v>
                </c:pt>
                <c:pt idx="2">
                  <c:v>15.619</c:v>
                </c:pt>
                <c:pt idx="3">
                  <c:v>15.641</c:v>
                </c:pt>
                <c:pt idx="4">
                  <c:v>15.715</c:v>
                </c:pt>
                <c:pt idx="5">
                  <c:v>17.816</c:v>
                </c:pt>
                <c:pt idx="6">
                  <c:v>19.401</c:v>
                </c:pt>
                <c:pt idx="7">
                  <c:v>21.508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820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21.388</c:v>
                </c:pt>
                <c:pt idx="4">
                  <c:v>22.565</c:v>
                </c:pt>
                <c:pt idx="5">
                  <c:v>24.069</c:v>
                </c:pt>
                <c:pt idx="6">
                  <c:v>25.0</c:v>
                </c:pt>
                <c:pt idx="7">
                  <c:v>25.908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716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28.408</c:v>
                </c:pt>
                <c:pt idx="5">
                  <c:v>29.686999999999998</c:v>
                </c:pt>
                <c:pt idx="6">
                  <c:v>29.988999999999997</c:v>
                </c:pt>
                <c:pt idx="7">
                  <c:v>30.845999999999997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33363999999999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118.92999999999999</c:v>
                </c:pt>
                <c:pt idx="2">
                  <c:v>128.599</c:v>
                </c:pt>
                <c:pt idx="3">
                  <c:v>134.245</c:v>
                </c:pt>
                <c:pt idx="4">
                  <c:v>141.582</c:v>
                </c:pt>
                <c:pt idx="5">
                  <c:v>153.87199999999999</c:v>
                </c:pt>
                <c:pt idx="6">
                  <c:v>170.825</c:v>
                </c:pt>
                <c:pt idx="7">
                  <c:v>182.73299999999998</c:v>
                </c:pt>
                <c:pt idx="8">
                  <c:v>209.21599999999998</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118.92999999999999</c:v>
                </c:pt>
                <c:pt idx="1">
                  <c:v>9.669</c:v>
                </c:pt>
                <c:pt idx="2">
                  <c:v>5.646000000000001</c:v>
                </c:pt>
                <c:pt idx="3">
                  <c:v>7.337</c:v>
                </c:pt>
                <c:pt idx="4">
                  <c:v>12.29</c:v>
                </c:pt>
                <c:pt idx="5">
                  <c:v>16.953000000000003</c:v>
                </c:pt>
                <c:pt idx="6">
                  <c:v>11.908</c:v>
                </c:pt>
                <c:pt idx="7">
                  <c:v>26.483</c:v>
                </c:pt>
                <c:pt idx="8">
                  <c:v>20.788000000000004</c:v>
                </c:pt>
                <c:pt idx="9">
                  <c:v>230.004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9.669</c:v>
                </c:pt>
                <c:pt idx="2">
                  <c:v>15.315000000000001</c:v>
                </c:pt>
                <c:pt idx="3">
                  <c:v>22.652</c:v>
                </c:pt>
                <c:pt idx="4">
                  <c:v>34.942</c:v>
                </c:pt>
                <c:pt idx="5">
                  <c:v>51.895</c:v>
                </c:pt>
                <c:pt idx="6">
                  <c:v>63.803000000000004</c:v>
                </c:pt>
                <c:pt idx="7">
                  <c:v>90.286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9.669</c:v>
                </c:pt>
                <c:pt idx="1">
                  <c:v>5.646000000000001</c:v>
                </c:pt>
                <c:pt idx="2">
                  <c:v>7.337</c:v>
                </c:pt>
                <c:pt idx="3">
                  <c:v>12.29</c:v>
                </c:pt>
                <c:pt idx="4">
                  <c:v>16.953000000000003</c:v>
                </c:pt>
                <c:pt idx="5">
                  <c:v>11.908</c:v>
                </c:pt>
                <c:pt idx="6">
                  <c:v>26.483</c:v>
                </c:pt>
                <c:pt idx="7">
                  <c:v>20.788000000000004</c:v>
                </c:pt>
                <c:pt idx="8">
                  <c:v>111.07400000000001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118.93</c:v>
                </c:pt>
                <c:pt idx="2">
                  <c:v>142.478</c:v>
                </c:pt>
                <c:pt idx="3">
                  <c:v>169.57500000000002</c:v>
                </c:pt>
                <c:pt idx="4">
                  <c:v>193.80300000000003</c:v>
                </c:pt>
                <c:pt idx="5">
                  <c:v>214.34300000000002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118.93</c:v>
                </c:pt>
                <c:pt idx="1">
                  <c:v>23.548000000000002</c:v>
                </c:pt>
                <c:pt idx="2">
                  <c:v>27.096999999999998</c:v>
                </c:pt>
                <c:pt idx="3">
                  <c:v>24.228</c:v>
                </c:pt>
                <c:pt idx="4">
                  <c:v>20.540000000000003</c:v>
                </c:pt>
                <c:pt idx="5">
                  <c:v>15.661000000000001</c:v>
                </c:pt>
                <c:pt idx="6">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23.548000000000002</c:v>
                </c:pt>
                <c:pt idx="2">
                  <c:v>50.644999999999996</c:v>
                </c:pt>
                <c:pt idx="3">
                  <c:v>74.87299999999999</c:v>
                </c:pt>
                <c:pt idx="4">
                  <c:v>95.413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23.548000000000002</c:v>
                </c:pt>
                <c:pt idx="1">
                  <c:v>27.096999999999998</c:v>
                </c:pt>
                <c:pt idx="2">
                  <c:v>24.228</c:v>
                </c:pt>
                <c:pt idx="3">
                  <c:v>20.540000000000003</c:v>
                </c:pt>
                <c:pt idx="4">
                  <c:v>15.661000000000001</c:v>
                </c:pt>
                <c:pt idx="5">
                  <c:v>111.074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118.929</c:v>
                </c:pt>
                <c:pt idx="2">
                  <c:v>152.784</c:v>
                </c:pt>
                <c:pt idx="3">
                  <c:v>183.918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118.929</c:v>
                </c:pt>
                <c:pt idx="1">
                  <c:v>33.855000000000004</c:v>
                </c:pt>
                <c:pt idx="2">
                  <c:v>31.134000000000007</c:v>
                </c:pt>
                <c:pt idx="3">
                  <c:v>46.085</c:v>
                </c:pt>
                <c:pt idx="4">
                  <c:v>230.00300000000001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33.855000000000004</c:v>
                </c:pt>
                <c:pt idx="2">
                  <c:v>64.989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33.855000000000004</c:v>
                </c:pt>
                <c:pt idx="1">
                  <c:v>31.134000000000007</c:v>
                </c:pt>
                <c:pt idx="2">
                  <c:v>46.085</c:v>
                </c:pt>
                <c:pt idx="3">
                  <c:v>111.07400000000001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118.92999999999999</c:v>
                </c:pt>
                <c:pt idx="2">
                  <c:v>132.373</c:v>
                </c:pt>
                <c:pt idx="3">
                  <c:v>153.301</c:v>
                </c:pt>
                <c:pt idx="4">
                  <c:v>176.32799999999997</c:v>
                </c:pt>
                <c:pt idx="5">
                  <c:v>189.06899999999996</c:v>
                </c:pt>
                <c:pt idx="6">
                  <c:v>210.46299999999997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118.92999999999999</c:v>
                </c:pt>
                <c:pt idx="1">
                  <c:v>13.442999999999998</c:v>
                </c:pt>
                <c:pt idx="2">
                  <c:v>20.927999999999997</c:v>
                </c:pt>
                <c:pt idx="3">
                  <c:v>23.027</c:v>
                </c:pt>
                <c:pt idx="4">
                  <c:v>12.741</c:v>
                </c:pt>
                <c:pt idx="5">
                  <c:v>21.394</c:v>
                </c:pt>
                <c:pt idx="6">
                  <c:v>19.541000000000004</c:v>
                </c:pt>
                <c:pt idx="7">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13.442999999999998</c:v>
                </c:pt>
                <c:pt idx="2">
                  <c:v>34.370999999999995</c:v>
                </c:pt>
                <c:pt idx="3">
                  <c:v>57.397999999999996</c:v>
                </c:pt>
                <c:pt idx="4">
                  <c:v>70.139</c:v>
                </c:pt>
                <c:pt idx="5">
                  <c:v>91.53299999999999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13.442999999999998</c:v>
                </c:pt>
                <c:pt idx="1">
                  <c:v>20.927999999999997</c:v>
                </c:pt>
                <c:pt idx="2">
                  <c:v>23.027</c:v>
                </c:pt>
                <c:pt idx="3">
                  <c:v>12.741</c:v>
                </c:pt>
                <c:pt idx="4">
                  <c:v>21.394</c:v>
                </c:pt>
                <c:pt idx="5">
                  <c:v>19.541000000000004</c:v>
                </c:pt>
                <c:pt idx="6">
                  <c:v>111.07399999999998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118.92999999999999</c:v>
                </c:pt>
                <c:pt idx="2">
                  <c:v>130.487</c:v>
                </c:pt>
                <c:pt idx="3">
                  <c:v>149.642</c:v>
                </c:pt>
                <c:pt idx="4">
                  <c:v>162.34199999999998</c:v>
                </c:pt>
                <c:pt idx="5">
                  <c:v>176.54299999999998</c:v>
                </c:pt>
                <c:pt idx="6">
                  <c:v>198.71399999999997</c:v>
                </c:pt>
                <c:pt idx="7">
                  <c:v>208.45399999999998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118.92999999999999</c:v>
                </c:pt>
                <c:pt idx="1">
                  <c:v>11.557000000000002</c:v>
                </c:pt>
                <c:pt idx="2">
                  <c:v>19.154999999999998</c:v>
                </c:pt>
                <c:pt idx="3">
                  <c:v>12.7</c:v>
                </c:pt>
                <c:pt idx="4">
                  <c:v>14.200999999999999</c:v>
                </c:pt>
                <c:pt idx="5">
                  <c:v>22.171000000000003</c:v>
                </c:pt>
                <c:pt idx="6">
                  <c:v>9.739999999999998</c:v>
                </c:pt>
                <c:pt idx="7">
                  <c:v>21.549000000000003</c:v>
                </c:pt>
                <c:pt idx="8">
                  <c:v>230.003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11.557000000000002</c:v>
                </c:pt>
                <c:pt idx="2">
                  <c:v>30.712</c:v>
                </c:pt>
                <c:pt idx="3">
                  <c:v>43.412</c:v>
                </c:pt>
                <c:pt idx="4">
                  <c:v>57.613</c:v>
                </c:pt>
                <c:pt idx="5">
                  <c:v>79.784</c:v>
                </c:pt>
                <c:pt idx="6">
                  <c:v>89.524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11.557000000000002</c:v>
                </c:pt>
                <c:pt idx="1">
                  <c:v>19.154999999999998</c:v>
                </c:pt>
                <c:pt idx="2">
                  <c:v>12.7</c:v>
                </c:pt>
                <c:pt idx="3">
                  <c:v>14.200999999999999</c:v>
                </c:pt>
                <c:pt idx="4">
                  <c:v>22.171000000000003</c:v>
                </c:pt>
                <c:pt idx="5">
                  <c:v>9.739999999999998</c:v>
                </c:pt>
                <c:pt idx="6">
                  <c:v>21.549000000000003</c:v>
                </c:pt>
                <c:pt idx="7">
                  <c:v>111.07300000000001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118.93</c:v>
                </c:pt>
                <c:pt idx="2">
                  <c:v>137.724</c:v>
                </c:pt>
                <c:pt idx="3">
                  <c:v>159.993</c:v>
                </c:pt>
                <c:pt idx="4">
                  <c:v>183.817</c:v>
                </c:pt>
                <c:pt idx="5">
                  <c:v>208.22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118.93</c:v>
                </c:pt>
                <c:pt idx="1">
                  <c:v>18.793999999999997</c:v>
                </c:pt>
                <c:pt idx="2">
                  <c:v>22.269000000000002</c:v>
                </c:pt>
                <c:pt idx="3">
                  <c:v>23.824</c:v>
                </c:pt>
                <c:pt idx="4">
                  <c:v>24.402999999999995</c:v>
                </c:pt>
                <c:pt idx="5">
                  <c:v>21.784</c:v>
                </c:pt>
                <c:pt idx="6">
                  <c:v>230.00400000000002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18.793999999999997</c:v>
                </c:pt>
                <c:pt idx="2">
                  <c:v>41.063</c:v>
                </c:pt>
                <c:pt idx="3">
                  <c:v>64.887</c:v>
                </c:pt>
                <c:pt idx="4">
                  <c:v>89.28999999999999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18.793999999999997</c:v>
                </c:pt>
                <c:pt idx="1">
                  <c:v>22.269000000000002</c:v>
                </c:pt>
                <c:pt idx="2">
                  <c:v>23.824</c:v>
                </c:pt>
                <c:pt idx="3">
                  <c:v>24.402999999999995</c:v>
                </c:pt>
                <c:pt idx="4">
                  <c:v>21.784</c:v>
                </c:pt>
                <c:pt idx="5">
                  <c:v>111.07399999999998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118.92999999999999</c:v>
                </c:pt>
                <c:pt idx="2">
                  <c:v>142.054</c:v>
                </c:pt>
                <c:pt idx="3">
                  <c:v>172.65</c:v>
                </c:pt>
                <c:pt idx="4">
                  <c:v>198.27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118.92999999999999</c:v>
                </c:pt>
                <c:pt idx="1">
                  <c:v>23.124000000000002</c:v>
                </c:pt>
                <c:pt idx="2">
                  <c:v>30.596000000000004</c:v>
                </c:pt>
                <c:pt idx="3">
                  <c:v>25.620000000000005</c:v>
                </c:pt>
                <c:pt idx="4">
                  <c:v>31.733000000000004</c:v>
                </c:pt>
                <c:pt idx="5">
                  <c:v>230.00300000000004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23.124000000000002</c:v>
                </c:pt>
                <c:pt idx="2">
                  <c:v>53.720000000000006</c:v>
                </c:pt>
                <c:pt idx="3">
                  <c:v>79.34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23.124000000000002</c:v>
                </c:pt>
                <c:pt idx="1">
                  <c:v>30.596000000000004</c:v>
                </c:pt>
                <c:pt idx="2">
                  <c:v>25.620000000000005</c:v>
                </c:pt>
                <c:pt idx="3">
                  <c:v>31.733000000000004</c:v>
                </c:pt>
                <c:pt idx="4">
                  <c:v>111.07300000000001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72.568</c:v>
                </c:pt>
                <c:pt idx="1">
                  <c:v>75.85</c:v>
                </c:pt>
                <c:pt idx="2">
                  <c:v>79.25200000000001</c:v>
                </c:pt>
                <c:pt idx="3">
                  <c:v>82.763</c:v>
                </c:pt>
                <c:pt idx="4">
                  <c:v>86.476</c:v>
                </c:pt>
                <c:pt idx="5">
                  <c:v>90.602</c:v>
                </c:pt>
                <c:pt idx="6">
                  <c:v>95.22200000000001</c:v>
                </c:pt>
                <c:pt idx="7">
                  <c:v>100.42800000000001</c:v>
                </c:pt>
                <c:pt idx="8">
                  <c:v>106.271</c:v>
                </c:pt>
                <c:pt idx="9">
                  <c:v>112.733</c:v>
                </c:pt>
                <c:pt idx="10">
                  <c:v>119.73899999999999</c:v>
                </c:pt>
                <c:pt idx="11">
                  <c:v>127.25</c:v>
                </c:pt>
                <c:pt idx="12">
                  <c:v>135.19699999999997</c:v>
                </c:pt>
                <c:pt idx="13">
                  <c:v>143.533</c:v>
                </c:pt>
                <c:pt idx="14">
                  <c:v>152.171</c:v>
                </c:pt>
                <c:pt idx="15">
                  <c:v>161.10399999999998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Saudi Arabia</c:v>
                </c:pt>
              </c:strCache>
            </c:strRef>
          </c:cat>
          <c:val>
            <c:numRef>
              <c:f>Sheet1!$B$2:$B$4</c:f>
              <c:numCache>
                <c:formatCode>General</c:formatCode>
                <c:ptCount val="3"/>
                <c:pt idx="0">
                  <c:v>0.05245930274733035</c:v>
                </c:pt>
                <c:pt idx="1">
                  <c:v>0.06040785576190855</c:v>
                </c:pt>
                <c:pt idx="2">
                  <c:v>0.05924605176605535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90.602</c:v>
                </c:pt>
                <c:pt idx="2">
                  <c:v>95.22200000000001</c:v>
                </c:pt>
                <c:pt idx="3">
                  <c:v>100.42800000000001</c:v>
                </c:pt>
                <c:pt idx="4">
                  <c:v>106.271</c:v>
                </c:pt>
                <c:pt idx="5">
                  <c:v>112.733</c:v>
                </c:pt>
                <c:pt idx="6">
                  <c:v>119.73899999999999</c:v>
                </c:pt>
                <c:pt idx="7">
                  <c:v>127.25</c:v>
                </c:pt>
                <c:pt idx="8">
                  <c:v>135.19699999999997</c:v>
                </c:pt>
                <c:pt idx="9">
                  <c:v>143.533</c:v>
                </c:pt>
                <c:pt idx="10">
                  <c:v>152.171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90.602</c:v>
                </c:pt>
                <c:pt idx="1">
                  <c:v>4.6200000000000045</c:v>
                </c:pt>
                <c:pt idx="2">
                  <c:v>5.206000000000003</c:v>
                </c:pt>
                <c:pt idx="3">
                  <c:v>5.842999999999989</c:v>
                </c:pt>
                <c:pt idx="4">
                  <c:v>6.462000000000003</c:v>
                </c:pt>
                <c:pt idx="5">
                  <c:v>7.005999999999986</c:v>
                </c:pt>
                <c:pt idx="6">
                  <c:v>7.51100000000001</c:v>
                </c:pt>
                <c:pt idx="7">
                  <c:v>7.946999999999974</c:v>
                </c:pt>
                <c:pt idx="8">
                  <c:v>8.336000000000013</c:v>
                </c:pt>
                <c:pt idx="9">
                  <c:v>8.638000000000005</c:v>
                </c:pt>
                <c:pt idx="10">
                  <c:v>8.932999999999993</c:v>
                </c:pt>
                <c:pt idx="11">
                  <c:v>161.10399999999998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15.585697943455784</c:v>
                </c:pt>
                <c:pt idx="1">
                  <c:v>1.1452333683805773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84.41430205654422</c:v>
                </c:pt>
                <c:pt idx="1">
                  <c:v>98.85476663161943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161.90800000000002</c:v>
                </c:pt>
                <c:pt idx="1">
                  <c:v>170.103</c:v>
                </c:pt>
                <c:pt idx="2">
                  <c:v>178.674</c:v>
                </c:pt>
                <c:pt idx="3">
                  <c:v>187.69100000000003</c:v>
                </c:pt>
                <c:pt idx="4">
                  <c:v>197.317</c:v>
                </c:pt>
                <c:pt idx="5">
                  <c:v>208.886</c:v>
                </c:pt>
                <c:pt idx="6">
                  <c:v>222.0</c:v>
                </c:pt>
                <c:pt idx="7">
                  <c:v>236.966</c:v>
                </c:pt>
                <c:pt idx="8">
                  <c:v>253.985</c:v>
                </c:pt>
                <c:pt idx="9">
                  <c:v>273.202</c:v>
                </c:pt>
                <c:pt idx="10">
                  <c:v>294.51300000000003</c:v>
                </c:pt>
                <c:pt idx="11">
                  <c:v>317.928</c:v>
                </c:pt>
                <c:pt idx="12">
                  <c:v>343.317</c:v>
                </c:pt>
                <c:pt idx="13">
                  <c:v>370.682</c:v>
                </c:pt>
                <c:pt idx="14">
                  <c:v>399.953</c:v>
                </c:pt>
                <c:pt idx="15">
                  <c:v>431.18100000000004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Saudi Arabia</c:v>
                </c:pt>
              </c:strCache>
            </c:strRef>
          </c:cat>
          <c:val>
            <c:numRef>
              <c:f>Sheet1!$B$2:$B$4</c:f>
              <c:numCache>
                <c:formatCode>General</c:formatCode>
                <c:ptCount val="3"/>
                <c:pt idx="0">
                  <c:v>0.06658666629421717</c:v>
                </c:pt>
                <c:pt idx="1">
                  <c:v>0.07540738186272966</c:v>
                </c:pt>
                <c:pt idx="2">
                  <c:v>0.07516477692516021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208.886</c:v>
                </c:pt>
                <c:pt idx="2">
                  <c:v>222.0</c:v>
                </c:pt>
                <c:pt idx="3">
                  <c:v>236.966</c:v>
                </c:pt>
                <c:pt idx="4">
                  <c:v>253.985</c:v>
                </c:pt>
                <c:pt idx="5">
                  <c:v>273.202</c:v>
                </c:pt>
                <c:pt idx="6">
                  <c:v>294.51300000000003</c:v>
                </c:pt>
                <c:pt idx="7">
                  <c:v>317.928</c:v>
                </c:pt>
                <c:pt idx="8">
                  <c:v>343.317</c:v>
                </c:pt>
                <c:pt idx="9">
                  <c:v>370.682</c:v>
                </c:pt>
                <c:pt idx="10">
                  <c:v>399.953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208.886</c:v>
                </c:pt>
                <c:pt idx="1">
                  <c:v>13.114000000000004</c:v>
                </c:pt>
                <c:pt idx="2">
                  <c:v>14.966000000000008</c:v>
                </c:pt>
                <c:pt idx="3">
                  <c:v>17.019000000000005</c:v>
                </c:pt>
                <c:pt idx="4">
                  <c:v>19.216999999999985</c:v>
                </c:pt>
                <c:pt idx="5">
                  <c:v>21.311000000000035</c:v>
                </c:pt>
                <c:pt idx="6">
                  <c:v>23.414999999999964</c:v>
                </c:pt>
                <c:pt idx="7">
                  <c:v>25.38900000000001</c:v>
                </c:pt>
                <c:pt idx="8">
                  <c:v>27.36500000000001</c:v>
                </c:pt>
                <c:pt idx="9">
                  <c:v>29.270999999999958</c:v>
                </c:pt>
                <c:pt idx="10">
                  <c:v>31.228000000000065</c:v>
                </c:pt>
                <c:pt idx="11">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Saudi Arabia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20.366067798494036</c:v>
                </c:pt>
                <c:pt idx="1">
                  <c:v>1.2969156050575772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79.63393220150596</c:v>
                </c:pt>
                <c:pt idx="1">
                  <c:v>98.70308439494242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14.458</c:v>
                </c:pt>
                <c:pt idx="1">
                  <c:v>17.564</c:v>
                </c:pt>
                <c:pt idx="2">
                  <c:v>20.11</c:v>
                </c:pt>
                <c:pt idx="3">
                  <c:v>24.674</c:v>
                </c:pt>
                <c:pt idx="4">
                  <c:v>25.602</c:v>
                </c:pt>
                <c:pt idx="5">
                  <c:v>27.72</c:v>
                </c:pt>
                <c:pt idx="6">
                  <c:v>32.236</c:v>
                </c:pt>
                <c:pt idx="7">
                  <c:v>46.522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3394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36.991</c:v>
                </c:pt>
                <c:pt idx="4">
                  <c:v>39.582</c:v>
                </c:pt>
                <c:pt idx="5">
                  <c:v>42.152</c:v>
                </c:pt>
                <c:pt idx="6">
                  <c:v>43.761</c:v>
                </c:pt>
                <c:pt idx="7">
                  <c:v>46.401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1773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64.293</c:v>
                </c:pt>
                <c:pt idx="6">
                  <c:v>65.583</c:v>
                </c:pt>
                <c:pt idx="7">
                  <c:v>79.01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05.8734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Pharmacies and Drugst…</c:v>
                </c:pt>
                <c:pt idx="3">
                  <c:v>Brand-owned Online St…</c:v>
                </c:pt>
                <c:pt idx="4">
                  <c:v>Online Marketplaces</c:v>
                </c:pt>
                <c:pt idx="5">
                  <c:v>Beauty Specialty Reta…</c:v>
                </c:pt>
                <c:pt idx="6">
                  <c:v>Mass Retail</c:v>
                </c:pt>
                <c:pt idx="7">
                  <c:v>Salon and Professiona…</c:v>
                </c:pt>
              </c:strCache>
            </c:strRef>
          </c:cat>
          <c:val>
            <c:numRef>
              <c:f>Sheet1!$B$2:$B$9</c:f>
              <c:numCache>
                <c:formatCode>General</c:formatCode>
                <c:ptCount val="8"/>
                <c:pt idx="2">
                  <c:v>29.97</c:v>
                </c:pt>
                <c:pt idx="3">
                  <c:v>30.734</c:v>
                </c:pt>
                <c:pt idx="4">
                  <c:v>32.174</c:v>
                </c:pt>
                <c:pt idx="5">
                  <c:v>34.997</c:v>
                </c:pt>
                <c:pt idx="6">
                  <c:v>37.523</c:v>
                </c:pt>
                <c:pt idx="7">
                  <c:v>43.49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2766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23.241</c:v>
                </c:pt>
                <c:pt idx="2">
                  <c:v>27.453</c:v>
                </c:pt>
                <c:pt idx="3">
                  <c:v>27.482</c:v>
                </c:pt>
                <c:pt idx="4">
                  <c:v>27.596</c:v>
                </c:pt>
                <c:pt idx="5">
                  <c:v>31.31</c:v>
                </c:pt>
                <c:pt idx="6">
                  <c:v>32.812</c:v>
                </c:pt>
                <c:pt idx="7">
                  <c:v>38.992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2.2492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37.552</c:v>
                </c:pt>
                <c:pt idx="4">
                  <c:v>39.595</c:v>
                </c:pt>
                <c:pt idx="5">
                  <c:v>42.296</c:v>
                </c:pt>
                <c:pt idx="6">
                  <c:v>43.927</c:v>
                </c:pt>
                <c:pt idx="7">
                  <c:v>45.517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9927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49.849999999999994</c:v>
                </c:pt>
                <c:pt idx="5">
                  <c:v>52.086</c:v>
                </c:pt>
                <c:pt idx="6">
                  <c:v>52.614999999999995</c:v>
                </c:pt>
                <c:pt idx="7">
                  <c:v>54.336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2.8102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208.886</c:v>
                </c:pt>
                <c:pt idx="2">
                  <c:v>226.284</c:v>
                </c:pt>
                <c:pt idx="3">
                  <c:v>238.548</c:v>
                </c:pt>
                <c:pt idx="4">
                  <c:v>251.779</c:v>
                </c:pt>
                <c:pt idx="5">
                  <c:v>283.18</c:v>
                </c:pt>
                <c:pt idx="6">
                  <c:v>318.629</c:v>
                </c:pt>
                <c:pt idx="7">
                  <c:v>345.583</c:v>
                </c:pt>
                <c:pt idx="8">
                  <c:v>395.245</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208.886</c:v>
                </c:pt>
                <c:pt idx="1">
                  <c:v>17.398000000000003</c:v>
                </c:pt>
                <c:pt idx="2">
                  <c:v>12.264000000000001</c:v>
                </c:pt>
                <c:pt idx="3">
                  <c:v>13.231000000000002</c:v>
                </c:pt>
                <c:pt idx="4">
                  <c:v>31.401000000000003</c:v>
                </c:pt>
                <c:pt idx="5">
                  <c:v>35.449000000000005</c:v>
                </c:pt>
                <c:pt idx="6">
                  <c:v>26.954</c:v>
                </c:pt>
                <c:pt idx="7">
                  <c:v>49.662</c:v>
                </c:pt>
                <c:pt idx="8">
                  <c:v>35.93599999999999</c:v>
                </c:pt>
                <c:pt idx="9">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17.398000000000003</c:v>
                </c:pt>
                <c:pt idx="2">
                  <c:v>29.662000000000006</c:v>
                </c:pt>
                <c:pt idx="3">
                  <c:v>42.89300000000001</c:v>
                </c:pt>
                <c:pt idx="4">
                  <c:v>74.29400000000001</c:v>
                </c:pt>
                <c:pt idx="5">
                  <c:v>109.74300000000002</c:v>
                </c:pt>
                <c:pt idx="6">
                  <c:v>136.69700000000003</c:v>
                </c:pt>
                <c:pt idx="7">
                  <c:v>186.35900000000004</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17.398000000000003</c:v>
                </c:pt>
                <c:pt idx="1">
                  <c:v>12.264000000000001</c:v>
                </c:pt>
                <c:pt idx="2">
                  <c:v>13.231000000000002</c:v>
                </c:pt>
                <c:pt idx="3">
                  <c:v>31.401000000000003</c:v>
                </c:pt>
                <c:pt idx="4">
                  <c:v>35.449000000000005</c:v>
                </c:pt>
                <c:pt idx="5">
                  <c:v>26.954</c:v>
                </c:pt>
                <c:pt idx="6">
                  <c:v>49.662</c:v>
                </c:pt>
                <c:pt idx="7">
                  <c:v>35.93599999999999</c:v>
                </c:pt>
                <c:pt idx="8">
                  <c:v>222.295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208.887</c:v>
                </c:pt>
                <c:pt idx="2">
                  <c:v>255.719</c:v>
                </c:pt>
                <c:pt idx="3">
                  <c:v>309.328</c:v>
                </c:pt>
                <c:pt idx="4">
                  <c:v>357.856</c:v>
                </c:pt>
                <c:pt idx="5">
                  <c:v>399.306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208.887</c:v>
                </c:pt>
                <c:pt idx="1">
                  <c:v>46.832</c:v>
                </c:pt>
                <c:pt idx="2">
                  <c:v>53.608999999999995</c:v>
                </c:pt>
                <c:pt idx="3">
                  <c:v>48.528</c:v>
                </c:pt>
                <c:pt idx="4">
                  <c:v>41.449999999999996</c:v>
                </c:pt>
                <c:pt idx="5">
                  <c:v>31.876000000000005</c:v>
                </c:pt>
                <c:pt idx="6">
                  <c:v>431.1820000000001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46.832</c:v>
                </c:pt>
                <c:pt idx="2">
                  <c:v>100.441</c:v>
                </c:pt>
                <c:pt idx="3">
                  <c:v>148.969</c:v>
                </c:pt>
                <c:pt idx="4">
                  <c:v>190.41899999999998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46.832</c:v>
                </c:pt>
                <c:pt idx="1">
                  <c:v>53.608999999999995</c:v>
                </c:pt>
                <c:pt idx="2">
                  <c:v>48.528</c:v>
                </c:pt>
                <c:pt idx="3">
                  <c:v>41.449999999999996</c:v>
                </c:pt>
                <c:pt idx="4">
                  <c:v>31.876000000000005</c:v>
                </c:pt>
                <c:pt idx="5">
                  <c:v>222.295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208.88600000000002</c:v>
                </c:pt>
                <c:pt idx="2">
                  <c:v>275.957</c:v>
                </c:pt>
                <c:pt idx="3">
                  <c:v>337.91499999999996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208.88600000000002</c:v>
                </c:pt>
                <c:pt idx="1">
                  <c:v>67.071</c:v>
                </c:pt>
                <c:pt idx="2">
                  <c:v>61.958</c:v>
                </c:pt>
                <c:pt idx="3">
                  <c:v>93.266</c:v>
                </c:pt>
                <c:pt idx="4">
                  <c:v>431.181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67.071</c:v>
                </c:pt>
                <c:pt idx="2">
                  <c:v>129.029</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67.071</c:v>
                </c:pt>
                <c:pt idx="1">
                  <c:v>61.958</c:v>
                </c:pt>
                <c:pt idx="2">
                  <c:v>93.266</c:v>
                </c:pt>
                <c:pt idx="3">
                  <c:v>222.29500000000002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208.88800000000003</c:v>
                </c:pt>
                <c:pt idx="2">
                  <c:v>238.29600000000002</c:v>
                </c:pt>
                <c:pt idx="3">
                  <c:v>278.741</c:v>
                </c:pt>
                <c:pt idx="4">
                  <c:v>322.976</c:v>
                </c:pt>
                <c:pt idx="5">
                  <c:v>349.725</c:v>
                </c:pt>
                <c:pt idx="6">
                  <c:v>393.279</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208.88800000000003</c:v>
                </c:pt>
                <c:pt idx="1">
                  <c:v>29.407999999999994</c:v>
                </c:pt>
                <c:pt idx="2">
                  <c:v>40.44499999999999</c:v>
                </c:pt>
                <c:pt idx="3">
                  <c:v>44.23499999999999</c:v>
                </c:pt>
                <c:pt idx="4">
                  <c:v>26.749000000000002</c:v>
                </c:pt>
                <c:pt idx="5">
                  <c:v>43.553999999999995</c:v>
                </c:pt>
                <c:pt idx="6">
                  <c:v>37.901999999999994</c:v>
                </c:pt>
                <c:pt idx="7">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29.407999999999994</c:v>
                </c:pt>
                <c:pt idx="2">
                  <c:v>69.85299999999998</c:v>
                </c:pt>
                <c:pt idx="3">
                  <c:v>114.08799999999997</c:v>
                </c:pt>
                <c:pt idx="4">
                  <c:v>140.83699999999996</c:v>
                </c:pt>
                <c:pt idx="5">
                  <c:v>184.39099999999996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29.407999999999994</c:v>
                </c:pt>
                <c:pt idx="1">
                  <c:v>40.44499999999999</c:v>
                </c:pt>
                <c:pt idx="2">
                  <c:v>44.23499999999999</c:v>
                </c:pt>
                <c:pt idx="3">
                  <c:v>26.749000000000002</c:v>
                </c:pt>
                <c:pt idx="4">
                  <c:v>43.553999999999995</c:v>
                </c:pt>
                <c:pt idx="5">
                  <c:v>37.901999999999994</c:v>
                </c:pt>
                <c:pt idx="6">
                  <c:v>222.29299999999995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208.88600000000002</c:v>
                </c:pt>
                <c:pt idx="2">
                  <c:v>232.70300000000003</c:v>
                </c:pt>
                <c:pt idx="3">
                  <c:v>270.456</c:v>
                </c:pt>
                <c:pt idx="4">
                  <c:v>296.12600000000003</c:v>
                </c:pt>
                <c:pt idx="5">
                  <c:v>324.61100000000005</c:v>
                </c:pt>
                <c:pt idx="6">
                  <c:v>370.21600000000007</c:v>
                </c:pt>
                <c:pt idx="7">
                  <c:v>390.07400000000007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208.88600000000002</c:v>
                </c:pt>
                <c:pt idx="1">
                  <c:v>23.817000000000004</c:v>
                </c:pt>
                <c:pt idx="2">
                  <c:v>37.753</c:v>
                </c:pt>
                <c:pt idx="3">
                  <c:v>25.669999999999998</c:v>
                </c:pt>
                <c:pt idx="4">
                  <c:v>28.485</c:v>
                </c:pt>
                <c:pt idx="5">
                  <c:v>45.605</c:v>
                </c:pt>
                <c:pt idx="6">
                  <c:v>19.857999999999997</c:v>
                </c:pt>
                <c:pt idx="7">
                  <c:v>41.108000000000004</c:v>
                </c:pt>
                <c:pt idx="8">
                  <c:v>431.18199999999996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23.817000000000004</c:v>
                </c:pt>
                <c:pt idx="2">
                  <c:v>61.57000000000001</c:v>
                </c:pt>
                <c:pt idx="3">
                  <c:v>87.24000000000001</c:v>
                </c:pt>
                <c:pt idx="4">
                  <c:v>115.72500000000001</c:v>
                </c:pt>
                <c:pt idx="5">
                  <c:v>161.33</c:v>
                </c:pt>
                <c:pt idx="6">
                  <c:v>181.18800000000002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23.817000000000004</c:v>
                </c:pt>
                <c:pt idx="1">
                  <c:v>37.753</c:v>
                </c:pt>
                <c:pt idx="2">
                  <c:v>25.669999999999998</c:v>
                </c:pt>
                <c:pt idx="3">
                  <c:v>28.485</c:v>
                </c:pt>
                <c:pt idx="4">
                  <c:v>45.605</c:v>
                </c:pt>
                <c:pt idx="5">
                  <c:v>19.857999999999997</c:v>
                </c:pt>
                <c:pt idx="6">
                  <c:v>41.108000000000004</c:v>
                </c:pt>
                <c:pt idx="7">
                  <c:v>222.29600000000002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208.887</c:v>
                </c:pt>
                <c:pt idx="2">
                  <c:v>247.098</c:v>
                </c:pt>
                <c:pt idx="3">
                  <c:v>291.671</c:v>
                </c:pt>
                <c:pt idx="4">
                  <c:v>339.02</c:v>
                </c:pt>
                <c:pt idx="5">
                  <c:v>387.27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208.887</c:v>
                </c:pt>
                <c:pt idx="1">
                  <c:v>38.211000000000006</c:v>
                </c:pt>
                <c:pt idx="2">
                  <c:v>44.573</c:v>
                </c:pt>
                <c:pt idx="3">
                  <c:v>47.349000000000004</c:v>
                </c:pt>
                <c:pt idx="4">
                  <c:v>48.25000000000001</c:v>
                </c:pt>
                <c:pt idx="5">
                  <c:v>43.910999999999994</c:v>
                </c:pt>
                <c:pt idx="6">
                  <c:v>431.18100000000004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38.211000000000006</c:v>
                </c:pt>
                <c:pt idx="2">
                  <c:v>82.784</c:v>
                </c:pt>
                <c:pt idx="3">
                  <c:v>130.133</c:v>
                </c:pt>
                <c:pt idx="4">
                  <c:v>178.383</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38.211000000000006</c:v>
                </c:pt>
                <c:pt idx="1">
                  <c:v>44.573</c:v>
                </c:pt>
                <c:pt idx="2">
                  <c:v>47.349000000000004</c:v>
                </c:pt>
                <c:pt idx="3">
                  <c:v>48.25000000000001</c:v>
                </c:pt>
                <c:pt idx="4">
                  <c:v>43.910999999999994</c:v>
                </c:pt>
                <c:pt idx="5">
                  <c:v>222.294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208.88699999999997</c:v>
                </c:pt>
                <c:pt idx="2">
                  <c:v>259.60299999999995</c:v>
                </c:pt>
                <c:pt idx="3">
                  <c:v>318.81999999999994</c:v>
                </c:pt>
                <c:pt idx="4">
                  <c:v>368.79999999999995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208.88699999999997</c:v>
                </c:pt>
                <c:pt idx="1">
                  <c:v>50.715999999999994</c:v>
                </c:pt>
                <c:pt idx="2">
                  <c:v>59.217</c:v>
                </c:pt>
                <c:pt idx="3">
                  <c:v>49.980000000000004</c:v>
                </c:pt>
                <c:pt idx="4">
                  <c:v>62.382000000000005</c:v>
                </c:pt>
                <c:pt idx="5">
                  <c:v>431.182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50.715999999999994</c:v>
                </c:pt>
                <c:pt idx="2">
                  <c:v>109.93299999999999</c:v>
                </c:pt>
                <c:pt idx="3">
                  <c:v>159.913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50.715999999999994</c:v>
                </c:pt>
                <c:pt idx="1">
                  <c:v>59.217</c:v>
                </c:pt>
                <c:pt idx="2">
                  <c:v>49.980000000000004</c:v>
                </c:pt>
                <c:pt idx="3">
                  <c:v>62.382000000000005</c:v>
                </c:pt>
                <c:pt idx="4">
                  <c:v>222.29500000000002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112.503</c:v>
                </c:pt>
                <c:pt idx="1">
                  <c:v>118.07900000000001</c:v>
                </c:pt>
                <c:pt idx="2">
                  <c:v>123.899</c:v>
                </c:pt>
                <c:pt idx="3">
                  <c:v>129.947</c:v>
                </c:pt>
                <c:pt idx="4">
                  <c:v>136.37</c:v>
                </c:pt>
                <c:pt idx="5">
                  <c:v>143.506</c:v>
                </c:pt>
                <c:pt idx="6">
                  <c:v>151.506</c:v>
                </c:pt>
                <c:pt idx="7">
                  <c:v>160.531</c:v>
                </c:pt>
                <c:pt idx="8">
                  <c:v>170.642</c:v>
                </c:pt>
                <c:pt idx="9">
                  <c:v>181.80700000000002</c:v>
                </c:pt>
                <c:pt idx="10">
                  <c:v>193.938</c:v>
                </c:pt>
                <c:pt idx="11">
                  <c:v>206.987</c:v>
                </c:pt>
                <c:pt idx="12">
                  <c:v>220.864</c:v>
                </c:pt>
                <c:pt idx="13">
                  <c:v>235.5</c:v>
                </c:pt>
                <c:pt idx="14">
                  <c:v>250.71599999999998</c:v>
                </c:pt>
                <c:pt idx="15">
                  <c:v>266.519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Turkey</c:v>
                </c:pt>
              </c:strCache>
            </c:strRef>
          </c:cat>
          <c:val>
            <c:numRef>
              <c:f>Sheet1!$B$2:$B$4</c:f>
              <c:numCache>
                <c:formatCode>General</c:formatCode>
                <c:ptCount val="3"/>
                <c:pt idx="0">
                  <c:v>0.05245930274733035</c:v>
                </c:pt>
                <c:pt idx="1">
                  <c:v>0.06040785576190855</c:v>
                </c:pt>
                <c:pt idx="2">
                  <c:v>0.06386326140647536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62154028987417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143.506</c:v>
                </c:pt>
                <c:pt idx="2">
                  <c:v>151.506</c:v>
                </c:pt>
                <c:pt idx="3">
                  <c:v>160.531</c:v>
                </c:pt>
                <c:pt idx="4">
                  <c:v>170.642</c:v>
                </c:pt>
                <c:pt idx="5">
                  <c:v>181.80700000000002</c:v>
                </c:pt>
                <c:pt idx="6">
                  <c:v>193.938</c:v>
                </c:pt>
                <c:pt idx="7">
                  <c:v>206.987</c:v>
                </c:pt>
                <c:pt idx="8">
                  <c:v>220.864</c:v>
                </c:pt>
                <c:pt idx="9">
                  <c:v>235.5</c:v>
                </c:pt>
                <c:pt idx="10">
                  <c:v>250.71599999999998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143.506</c:v>
                </c:pt>
                <c:pt idx="1">
                  <c:v>8.0</c:v>
                </c:pt>
                <c:pt idx="2">
                  <c:v>9.025000000000006</c:v>
                </c:pt>
                <c:pt idx="3">
                  <c:v>10.11099999999999</c:v>
                </c:pt>
                <c:pt idx="4">
                  <c:v>11.16500000000002</c:v>
                </c:pt>
                <c:pt idx="5">
                  <c:v>12.130999999999972</c:v>
                </c:pt>
                <c:pt idx="6">
                  <c:v>13.049000000000007</c:v>
                </c:pt>
                <c:pt idx="7">
                  <c:v>13.87700000000001</c:v>
                </c:pt>
                <c:pt idx="8">
                  <c:v>14.635999999999996</c:v>
                </c:pt>
                <c:pt idx="9">
                  <c:v>15.21599999999998</c:v>
                </c:pt>
                <c:pt idx="10">
                  <c:v>15.803000000000026</c:v>
                </c:pt>
                <c:pt idx="11">
                  <c:v>266.519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24.68644366651471</c:v>
                </c:pt>
                <c:pt idx="1">
                  <c:v>1.8139539939827278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75.3135563334853</c:v>
                </c:pt>
                <c:pt idx="1">
                  <c:v>98.18604600601728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145.54399999999998</c:v>
                </c:pt>
                <c:pt idx="1">
                  <c:v>153.52100000000002</c:v>
                </c:pt>
                <c:pt idx="2">
                  <c:v>161.911</c:v>
                </c:pt>
                <c:pt idx="3">
                  <c:v>170.766</c:v>
                </c:pt>
                <c:pt idx="4">
                  <c:v>180.22799999999998</c:v>
                </c:pt>
                <c:pt idx="5">
                  <c:v>191.43099999999998</c:v>
                </c:pt>
                <c:pt idx="6">
                  <c:v>204.18</c:v>
                </c:pt>
                <c:pt idx="7">
                  <c:v>218.749</c:v>
                </c:pt>
                <c:pt idx="8">
                  <c:v>235.30700000000002</c:v>
                </c:pt>
                <c:pt idx="9">
                  <c:v>253.959</c:v>
                </c:pt>
                <c:pt idx="10">
                  <c:v>274.673</c:v>
                </c:pt>
                <c:pt idx="11">
                  <c:v>297.48199999999997</c:v>
                </c:pt>
                <c:pt idx="12">
                  <c:v>322.239</c:v>
                </c:pt>
                <c:pt idx="13">
                  <c:v>348.97700000000003</c:v>
                </c:pt>
                <c:pt idx="14">
                  <c:v>377.582</c:v>
                </c:pt>
                <c:pt idx="15">
                  <c:v>408.11799999999994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Turkey</c:v>
                </c:pt>
              </c:strCache>
            </c:strRef>
          </c:cat>
          <c:val>
            <c:numRef>
              <c:f>Sheet1!$B$2:$B$4</c:f>
              <c:numCache>
                <c:formatCode>General</c:formatCode>
                <c:ptCount val="3"/>
                <c:pt idx="0">
                  <c:v>0.06658666629421717</c:v>
                </c:pt>
                <c:pt idx="1">
                  <c:v>0.07540738186272966</c:v>
                </c:pt>
                <c:pt idx="2">
                  <c:v>0.07864205313521566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1667717325411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191.43099999999998</c:v>
                </c:pt>
                <c:pt idx="2">
                  <c:v>204.18</c:v>
                </c:pt>
                <c:pt idx="3">
                  <c:v>218.749</c:v>
                </c:pt>
                <c:pt idx="4">
                  <c:v>235.30700000000002</c:v>
                </c:pt>
                <c:pt idx="5">
                  <c:v>253.959</c:v>
                </c:pt>
                <c:pt idx="6">
                  <c:v>274.673</c:v>
                </c:pt>
                <c:pt idx="7">
                  <c:v>297.48199999999997</c:v>
                </c:pt>
                <c:pt idx="8">
                  <c:v>322.239</c:v>
                </c:pt>
                <c:pt idx="9">
                  <c:v>348.97700000000003</c:v>
                </c:pt>
                <c:pt idx="10">
                  <c:v>377.582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191.43099999999998</c:v>
                </c:pt>
                <c:pt idx="1">
                  <c:v>12.749000000000024</c:v>
                </c:pt>
                <c:pt idx="2">
                  <c:v>14.568999999999988</c:v>
                </c:pt>
                <c:pt idx="3">
                  <c:v>16.55800000000002</c:v>
                </c:pt>
                <c:pt idx="4">
                  <c:v>18.651999999999987</c:v>
                </c:pt>
                <c:pt idx="5">
                  <c:v>20.714</c:v>
                </c:pt>
                <c:pt idx="6">
                  <c:v>22.80899999999997</c:v>
                </c:pt>
                <c:pt idx="7">
                  <c:v>24.757000000000005</c:v>
                </c:pt>
                <c:pt idx="8">
                  <c:v>26.738000000000056</c:v>
                </c:pt>
                <c:pt idx="9">
                  <c:v>28.60499999999996</c:v>
                </c:pt>
                <c:pt idx="10">
                  <c:v>30.535999999999945</c:v>
                </c:pt>
                <c:pt idx="11">
                  <c:v>408.11799999999994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Turkey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18.66423180458964</c:v>
                </c:pt>
                <c:pt idx="1">
                  <c:v>1.1885423206523034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81.33576819541037</c:v>
                </c:pt>
                <c:pt idx="1">
                  <c:v>98.8114576793477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Gels and Jellies</c:v>
                </c:pt>
                <c:pt idx="3">
                  <c:v>Creams and Lotions</c:v>
                </c:pt>
                <c:pt idx="4">
                  <c:v>Sticks and Balms</c:v>
                </c:pt>
                <c:pt idx="5">
                  <c:v>Sprays and Mists</c:v>
                </c:pt>
                <c:pt idx="6">
                  <c:v>Serums and Oils</c:v>
                </c:pt>
                <c:pt idx="7">
                  <c:v>Waxes, Clays, Pastes…</c:v>
                </c:pt>
              </c:strCache>
            </c:strRef>
          </c:cat>
          <c:val>
            <c:numRef>
              <c:f>Sheet1!$B$2:$B$9</c:f>
              <c:numCache>
                <c:formatCode>General</c:formatCode>
                <c:ptCount val="8"/>
                <c:pt idx="0">
                  <c:v>13.381</c:v>
                </c:pt>
                <c:pt idx="1">
                  <c:v>18.905</c:v>
                </c:pt>
                <c:pt idx="2">
                  <c:v>20.395</c:v>
                </c:pt>
                <c:pt idx="3">
                  <c:v>20.592</c:v>
                </c:pt>
                <c:pt idx="4">
                  <c:v>23.667</c:v>
                </c:pt>
                <c:pt idx="5">
                  <c:v>24.759</c:v>
                </c:pt>
                <c:pt idx="6">
                  <c:v>32.962</c:v>
                </c:pt>
                <c:pt idx="7">
                  <c:v>36.77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9.27180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No Hold</c:v>
                </c:pt>
                <c:pt idx="4">
                  <c:v>Light or Flexible Hold</c:v>
                </c:pt>
                <c:pt idx="5">
                  <c:v>Extra-strong Hold</c:v>
                </c:pt>
                <c:pt idx="6">
                  <c:v>Medium Hold</c:v>
                </c:pt>
                <c:pt idx="7">
                  <c:v>Strong Hold</c:v>
                </c:pt>
              </c:strCache>
            </c:strRef>
          </c:cat>
          <c:val>
            <c:numRef>
              <c:f>Sheet1!$B$2:$B$9</c:f>
              <c:numCache>
                <c:formatCode>General</c:formatCode>
                <c:ptCount val="8"/>
                <c:pt idx="3">
                  <c:v>30.541</c:v>
                </c:pt>
                <c:pt idx="4">
                  <c:v>37.073</c:v>
                </c:pt>
                <c:pt idx="5">
                  <c:v>37.904</c:v>
                </c:pt>
                <c:pt idx="6">
                  <c:v>40.993</c:v>
                </c:pt>
                <c:pt idx="7">
                  <c:v>44.919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0.191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Natural</c:v>
                </c:pt>
                <c:pt idx="7">
                  <c:v>Matte</c:v>
                </c:pt>
              </c:strCache>
            </c:strRef>
          </c:cat>
          <c:val>
            <c:numRef>
              <c:f>Sheet1!$B$2:$B$9</c:f>
              <c:numCache>
                <c:formatCode>General</c:formatCode>
                <c:ptCount val="8"/>
                <c:pt idx="5">
                  <c:v>58.993</c:v>
                </c:pt>
                <c:pt idx="6">
                  <c:v>61.617</c:v>
                </c:pt>
                <c:pt idx="7">
                  <c:v>70.821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4.9001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23.546</c:v>
                </c:pt>
                <c:pt idx="3">
                  <c:v>28.25</c:v>
                </c:pt>
                <c:pt idx="4">
                  <c:v>28.642</c:v>
                </c:pt>
                <c:pt idx="5">
                  <c:v>30.645</c:v>
                </c:pt>
                <c:pt idx="6">
                  <c:v>35.849</c:v>
                </c:pt>
                <c:pt idx="7">
                  <c:v>44.498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9.627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22.629</c:v>
                </c:pt>
                <c:pt idx="2">
                  <c:v>26.593</c:v>
                </c:pt>
                <c:pt idx="3">
                  <c:v>27.092</c:v>
                </c:pt>
                <c:pt idx="4">
                  <c:v>27.113</c:v>
                </c:pt>
                <c:pt idx="5">
                  <c:v>27.208</c:v>
                </c:pt>
                <c:pt idx="6">
                  <c:v>30.19</c:v>
                </c:pt>
                <c:pt idx="7">
                  <c:v>30.605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010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34.401</c:v>
                </c:pt>
                <c:pt idx="4">
                  <c:v>36.25</c:v>
                </c:pt>
                <c:pt idx="5">
                  <c:v>38.782</c:v>
                </c:pt>
                <c:pt idx="6">
                  <c:v>40.273</c:v>
                </c:pt>
                <c:pt idx="7">
                  <c:v>41.724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5.910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45.74</c:v>
                </c:pt>
                <c:pt idx="5">
                  <c:v>47.794</c:v>
                </c:pt>
                <c:pt idx="6">
                  <c:v>48.205</c:v>
                </c:pt>
                <c:pt idx="7">
                  <c:v>49.691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6.58594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191.43099999999998</c:v>
                </c:pt>
                <c:pt idx="2">
                  <c:v>213.02299999999997</c:v>
                </c:pt>
                <c:pt idx="3">
                  <c:v>224.27199999999996</c:v>
                </c:pt>
                <c:pt idx="4">
                  <c:v>242.17499999999995</c:v>
                </c:pt>
                <c:pt idx="5">
                  <c:v>265.30699999999996</c:v>
                </c:pt>
                <c:pt idx="6">
                  <c:v>307.01199999999994</c:v>
                </c:pt>
                <c:pt idx="7">
                  <c:v>333.20099999999996</c:v>
                </c:pt>
                <c:pt idx="8">
                  <c:v>374.70199999999994</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191.43099999999998</c:v>
                </c:pt>
                <c:pt idx="1">
                  <c:v>21.592</c:v>
                </c:pt>
                <c:pt idx="2">
                  <c:v>11.248999999999999</c:v>
                </c:pt>
                <c:pt idx="3">
                  <c:v>17.903000000000002</c:v>
                </c:pt>
                <c:pt idx="4">
                  <c:v>23.131999999999998</c:v>
                </c:pt>
                <c:pt idx="5">
                  <c:v>41.70499999999999</c:v>
                </c:pt>
                <c:pt idx="6">
                  <c:v>26.189</c:v>
                </c:pt>
                <c:pt idx="7">
                  <c:v>41.50099999999999</c:v>
                </c:pt>
                <c:pt idx="8">
                  <c:v>33.416</c:v>
                </c:pt>
                <c:pt idx="9">
                  <c:v>408.11799999999994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21.592</c:v>
                </c:pt>
                <c:pt idx="2">
                  <c:v>32.840999999999994</c:v>
                </c:pt>
                <c:pt idx="3">
                  <c:v>50.744</c:v>
                </c:pt>
                <c:pt idx="4">
                  <c:v>73.876</c:v>
                </c:pt>
                <c:pt idx="5">
                  <c:v>115.58099999999999</c:v>
                </c:pt>
                <c:pt idx="6">
                  <c:v>141.76999999999998</c:v>
                </c:pt>
                <c:pt idx="7">
                  <c:v>183.27099999999996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21.592</c:v>
                </c:pt>
                <c:pt idx="1">
                  <c:v>11.248999999999999</c:v>
                </c:pt>
                <c:pt idx="2">
                  <c:v>17.903000000000002</c:v>
                </c:pt>
                <c:pt idx="3">
                  <c:v>23.131999999999998</c:v>
                </c:pt>
                <c:pt idx="4">
                  <c:v>41.70499999999999</c:v>
                </c:pt>
                <c:pt idx="5">
                  <c:v>26.189</c:v>
                </c:pt>
                <c:pt idx="6">
                  <c:v>41.50099999999999</c:v>
                </c:pt>
                <c:pt idx="7">
                  <c:v>33.416</c:v>
                </c:pt>
                <c:pt idx="8">
                  <c:v>216.68699999999995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191.43</c:v>
                </c:pt>
                <c:pt idx="2">
                  <c:v>230.22000000000003</c:v>
                </c:pt>
                <c:pt idx="3">
                  <c:v>280.64300000000003</c:v>
                </c:pt>
                <c:pt idx="4">
                  <c:v>326.75500000000005</c:v>
                </c:pt>
                <c:pt idx="5">
                  <c:v>372.68800000000005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191.43</c:v>
                </c:pt>
                <c:pt idx="1">
                  <c:v>38.790000000000006</c:v>
                </c:pt>
                <c:pt idx="2">
                  <c:v>50.422999999999995</c:v>
                </c:pt>
                <c:pt idx="3">
                  <c:v>46.112</c:v>
                </c:pt>
                <c:pt idx="4">
                  <c:v>45.93300000000001</c:v>
                </c:pt>
                <c:pt idx="5">
                  <c:v>35.431999999999995</c:v>
                </c:pt>
                <c:pt idx="6">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38.790000000000006</c:v>
                </c:pt>
                <c:pt idx="2">
                  <c:v>89.213</c:v>
                </c:pt>
                <c:pt idx="3">
                  <c:v>135.325</c:v>
                </c:pt>
                <c:pt idx="4">
                  <c:v>181.25799999999998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38.790000000000006</c:v>
                </c:pt>
                <c:pt idx="1">
                  <c:v>50.422999999999995</c:v>
                </c:pt>
                <c:pt idx="2">
                  <c:v>46.112</c:v>
                </c:pt>
                <c:pt idx="3">
                  <c:v>45.93300000000001</c:v>
                </c:pt>
                <c:pt idx="4">
                  <c:v>35.431999999999995</c:v>
                </c:pt>
                <c:pt idx="5">
                  <c:v>216.68999999999997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191.43099999999998</c:v>
                </c:pt>
                <c:pt idx="2">
                  <c:v>270.76</c:v>
                </c:pt>
                <c:pt idx="3">
                  <c:v>333.491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191.43099999999998</c:v>
                </c:pt>
                <c:pt idx="1">
                  <c:v>79.32900000000001</c:v>
                </c:pt>
                <c:pt idx="2">
                  <c:v>62.731</c:v>
                </c:pt>
                <c:pt idx="3">
                  <c:v>74.62900000000002</c:v>
                </c:pt>
                <c:pt idx="4">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79.32900000000001</c:v>
                </c:pt>
                <c:pt idx="2">
                  <c:v>142.06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79.32900000000001</c:v>
                </c:pt>
                <c:pt idx="1">
                  <c:v>62.731</c:v>
                </c:pt>
                <c:pt idx="2">
                  <c:v>74.62900000000002</c:v>
                </c:pt>
                <c:pt idx="3">
                  <c:v>216.68900000000002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191.43</c:v>
                </c:pt>
                <c:pt idx="2">
                  <c:v>229.674</c:v>
                </c:pt>
                <c:pt idx="3">
                  <c:v>265.43</c:v>
                </c:pt>
                <c:pt idx="4">
                  <c:v>304.907</c:v>
                </c:pt>
                <c:pt idx="5">
                  <c:v>332.383</c:v>
                </c:pt>
                <c:pt idx="6">
                  <c:v>376.88599999999997</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191.43</c:v>
                </c:pt>
                <c:pt idx="1">
                  <c:v>38.24400000000001</c:v>
                </c:pt>
                <c:pt idx="2">
                  <c:v>35.756</c:v>
                </c:pt>
                <c:pt idx="3">
                  <c:v>39.477</c:v>
                </c:pt>
                <c:pt idx="4">
                  <c:v>27.476</c:v>
                </c:pt>
                <c:pt idx="5">
                  <c:v>44.503</c:v>
                </c:pt>
                <c:pt idx="6">
                  <c:v>31.234</c:v>
                </c:pt>
                <c:pt idx="7">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38.24400000000001</c:v>
                </c:pt>
                <c:pt idx="2">
                  <c:v>74.0</c:v>
                </c:pt>
                <c:pt idx="3">
                  <c:v>113.477</c:v>
                </c:pt>
                <c:pt idx="4">
                  <c:v>140.953</c:v>
                </c:pt>
                <c:pt idx="5">
                  <c:v>185.45600000000002</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38.24400000000001</c:v>
                </c:pt>
                <c:pt idx="1">
                  <c:v>35.756</c:v>
                </c:pt>
                <c:pt idx="2">
                  <c:v>39.477</c:v>
                </c:pt>
                <c:pt idx="3">
                  <c:v>27.476</c:v>
                </c:pt>
                <c:pt idx="4">
                  <c:v>44.503</c:v>
                </c:pt>
                <c:pt idx="5">
                  <c:v>31.234</c:v>
                </c:pt>
                <c:pt idx="6">
                  <c:v>216.69000000000003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191.42999999999998</c:v>
                </c:pt>
                <c:pt idx="2">
                  <c:v>216.75199999999998</c:v>
                </c:pt>
                <c:pt idx="3">
                  <c:v>256.37199999999996</c:v>
                </c:pt>
                <c:pt idx="4">
                  <c:v>283.657</c:v>
                </c:pt>
                <c:pt idx="5">
                  <c:v>313.818</c:v>
                </c:pt>
                <c:pt idx="6">
                  <c:v>351.638</c:v>
                </c:pt>
                <c:pt idx="7">
                  <c:v>372.57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191.42999999999998</c:v>
                </c:pt>
                <c:pt idx="1">
                  <c:v>25.322</c:v>
                </c:pt>
                <c:pt idx="2">
                  <c:v>39.620000000000005</c:v>
                </c:pt>
                <c:pt idx="3">
                  <c:v>27.285000000000004</c:v>
                </c:pt>
                <c:pt idx="4">
                  <c:v>30.161</c:v>
                </c:pt>
                <c:pt idx="5">
                  <c:v>37.82000000000001</c:v>
                </c:pt>
                <c:pt idx="6">
                  <c:v>20.932</c:v>
                </c:pt>
                <c:pt idx="7">
                  <c:v>35.55</c:v>
                </c:pt>
                <c:pt idx="8">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25.322</c:v>
                </c:pt>
                <c:pt idx="2">
                  <c:v>64.94200000000001</c:v>
                </c:pt>
                <c:pt idx="3">
                  <c:v>92.227</c:v>
                </c:pt>
                <c:pt idx="4">
                  <c:v>122.388</c:v>
                </c:pt>
                <c:pt idx="5">
                  <c:v>160.20800000000003</c:v>
                </c:pt>
                <c:pt idx="6">
                  <c:v>181.14000000000001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25.322</c:v>
                </c:pt>
                <c:pt idx="1">
                  <c:v>39.620000000000005</c:v>
                </c:pt>
                <c:pt idx="2">
                  <c:v>27.285000000000004</c:v>
                </c:pt>
                <c:pt idx="3">
                  <c:v>30.161</c:v>
                </c:pt>
                <c:pt idx="4">
                  <c:v>37.82000000000001</c:v>
                </c:pt>
                <c:pt idx="5">
                  <c:v>20.932</c:v>
                </c:pt>
                <c:pt idx="6">
                  <c:v>35.55</c:v>
                </c:pt>
                <c:pt idx="7">
                  <c:v>216.69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191.43</c:v>
                </c:pt>
                <c:pt idx="2">
                  <c:v>228.942</c:v>
                </c:pt>
                <c:pt idx="3">
                  <c:v>272.38300000000004</c:v>
                </c:pt>
                <c:pt idx="4">
                  <c:v>318.40700000000004</c:v>
                </c:pt>
                <c:pt idx="5">
                  <c:v>365.17800000000005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191.43</c:v>
                </c:pt>
                <c:pt idx="1">
                  <c:v>37.51199999999999</c:v>
                </c:pt>
                <c:pt idx="2">
                  <c:v>43.441</c:v>
                </c:pt>
                <c:pt idx="3">
                  <c:v>46.024</c:v>
                </c:pt>
                <c:pt idx="4">
                  <c:v>46.770999999999994</c:v>
                </c:pt>
                <c:pt idx="5">
                  <c:v>42.943000000000005</c:v>
                </c:pt>
                <c:pt idx="6">
                  <c:v>408.121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37.51199999999999</c:v>
                </c:pt>
                <c:pt idx="2">
                  <c:v>80.953</c:v>
                </c:pt>
                <c:pt idx="3">
                  <c:v>126.977</c:v>
                </c:pt>
                <c:pt idx="4">
                  <c:v>173.748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37.51199999999999</c:v>
                </c:pt>
                <c:pt idx="1">
                  <c:v>43.441</c:v>
                </c:pt>
                <c:pt idx="2">
                  <c:v>46.024</c:v>
                </c:pt>
                <c:pt idx="3">
                  <c:v>46.770999999999994</c:v>
                </c:pt>
                <c:pt idx="4">
                  <c:v>42.943000000000005</c:v>
                </c:pt>
                <c:pt idx="5">
                  <c:v>216.691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191.43</c:v>
                </c:pt>
                <c:pt idx="2">
                  <c:v>237.654</c:v>
                </c:pt>
                <c:pt idx="3">
                  <c:v>295.185</c:v>
                </c:pt>
                <c:pt idx="4">
                  <c:v>344.701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191.43</c:v>
                </c:pt>
                <c:pt idx="1">
                  <c:v>46.224000000000004</c:v>
                </c:pt>
                <c:pt idx="2">
                  <c:v>57.53099999999999</c:v>
                </c:pt>
                <c:pt idx="3">
                  <c:v>49.516000000000005</c:v>
                </c:pt>
                <c:pt idx="4">
                  <c:v>63.41899999999999</c:v>
                </c:pt>
                <c:pt idx="5">
                  <c:v>408.12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46.224000000000004</c:v>
                </c:pt>
                <c:pt idx="2">
                  <c:v>103.755</c:v>
                </c:pt>
                <c:pt idx="3">
                  <c:v>153.27100000000002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46.224000000000004</c:v>
                </c:pt>
                <c:pt idx="1">
                  <c:v>57.53099999999999</c:v>
                </c:pt>
                <c:pt idx="2">
                  <c:v>49.516000000000005</c:v>
                </c:pt>
                <c:pt idx="3">
                  <c:v>63.41899999999999</c:v>
                </c:pt>
                <c:pt idx="4">
                  <c:v>216.69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34.151</c:v>
                </c:pt>
                <c:pt idx="1">
                  <c:v>35.387</c:v>
                </c:pt>
                <c:pt idx="2">
                  <c:v>36.665</c:v>
                </c:pt>
                <c:pt idx="3">
                  <c:v>37.977000000000004</c:v>
                </c:pt>
                <c:pt idx="4">
                  <c:v>39.358000000000004</c:v>
                </c:pt>
                <c:pt idx="5">
                  <c:v>40.879000000000005</c:v>
                </c:pt>
                <c:pt idx="6">
                  <c:v>42.568</c:v>
                </c:pt>
                <c:pt idx="7">
                  <c:v>44.45</c:v>
                </c:pt>
                <c:pt idx="8">
                  <c:v>46.53999999999999</c:v>
                </c:pt>
                <c:pt idx="9">
                  <c:v>48.832</c:v>
                </c:pt>
                <c:pt idx="10">
                  <c:v>51.295</c:v>
                </c:pt>
                <c:pt idx="11">
                  <c:v>53.917</c:v>
                </c:pt>
                <c:pt idx="12">
                  <c:v>56.665</c:v>
                </c:pt>
                <c:pt idx="13">
                  <c:v>59.519999999999996</c:v>
                </c:pt>
                <c:pt idx="14">
                  <c:v>62.446</c:v>
                </c:pt>
                <c:pt idx="15">
                  <c:v>65.447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Israel</c:v>
                </c:pt>
              </c:strCache>
            </c:strRef>
          </c:cat>
          <c:val>
            <c:numRef>
              <c:f>Sheet1!$B$2:$B$4</c:f>
              <c:numCache>
                <c:formatCode>General</c:formatCode>
                <c:ptCount val="3"/>
                <c:pt idx="0">
                  <c:v>0.05245930274733035</c:v>
                </c:pt>
                <c:pt idx="1">
                  <c:v>0.06040785576190855</c:v>
                </c:pt>
                <c:pt idx="2">
                  <c:v>0.04818743186101626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40.879000000000005</c:v>
                </c:pt>
                <c:pt idx="2">
                  <c:v>42.568</c:v>
                </c:pt>
                <c:pt idx="3">
                  <c:v>44.45</c:v>
                </c:pt>
                <c:pt idx="4">
                  <c:v>46.53999999999999</c:v>
                </c:pt>
                <c:pt idx="5">
                  <c:v>48.832</c:v>
                </c:pt>
                <c:pt idx="6">
                  <c:v>51.295</c:v>
                </c:pt>
                <c:pt idx="7">
                  <c:v>53.917</c:v>
                </c:pt>
                <c:pt idx="8">
                  <c:v>56.665</c:v>
                </c:pt>
                <c:pt idx="9">
                  <c:v>59.519999999999996</c:v>
                </c:pt>
                <c:pt idx="10">
                  <c:v>62.446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40.879000000000005</c:v>
                </c:pt>
                <c:pt idx="1">
                  <c:v>1.688999999999993</c:v>
                </c:pt>
                <c:pt idx="2">
                  <c:v>1.882000000000005</c:v>
                </c:pt>
                <c:pt idx="3">
                  <c:v>2.089999999999989</c:v>
                </c:pt>
                <c:pt idx="4">
                  <c:v>2.2920000000000087</c:v>
                </c:pt>
                <c:pt idx="5">
                  <c:v>2.463000000000001</c:v>
                </c:pt>
                <c:pt idx="6">
                  <c:v>2.622</c:v>
                </c:pt>
                <c:pt idx="7">
                  <c:v>2.7479999999999976</c:v>
                </c:pt>
                <c:pt idx="8">
                  <c:v>2.854999999999997</c:v>
                </c:pt>
                <c:pt idx="9">
                  <c:v>2.926000000000002</c:v>
                </c:pt>
                <c:pt idx="10">
                  <c:v>3.0010000000000048</c:v>
                </c:pt>
                <c:pt idx="11">
                  <c:v>65.447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7.032159844490509</c:v>
                </c:pt>
                <c:pt idx="1">
                  <c:v>0.5167214285118388</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92.96784015550949</c:v>
                </c:pt>
                <c:pt idx="1">
                  <c:v>99.48327857148816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94.0</c:v>
                </c:pt>
                <c:pt idx="1">
                  <c:v>97.863</c:v>
                </c:pt>
                <c:pt idx="2">
                  <c:v>101.89699999999999</c:v>
                </c:pt>
                <c:pt idx="3">
                  <c:v>106.143</c:v>
                </c:pt>
                <c:pt idx="4">
                  <c:v>110.65299999999999</c:v>
                </c:pt>
                <c:pt idx="5">
                  <c:v>116.07</c:v>
                </c:pt>
                <c:pt idx="6">
                  <c:v>122.184</c:v>
                </c:pt>
                <c:pt idx="7">
                  <c:v>129.113</c:v>
                </c:pt>
                <c:pt idx="8">
                  <c:v>136.958</c:v>
                </c:pt>
                <c:pt idx="9">
                  <c:v>145.76500000000001</c:v>
                </c:pt>
                <c:pt idx="10">
                  <c:v>155.456</c:v>
                </c:pt>
                <c:pt idx="11">
                  <c:v>166.01000000000002</c:v>
                </c:pt>
                <c:pt idx="12">
                  <c:v>177.38</c:v>
                </c:pt>
                <c:pt idx="13">
                  <c:v>189.58499999999998</c:v>
                </c:pt>
                <c:pt idx="14">
                  <c:v>202.583</c:v>
                </c:pt>
                <c:pt idx="15">
                  <c:v>216.396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Israel</c:v>
                </c:pt>
              </c:strCache>
            </c:strRef>
          </c:cat>
          <c:val>
            <c:numRef>
              <c:f>Sheet1!$B$2:$B$4</c:f>
              <c:numCache>
                <c:formatCode>General</c:formatCode>
                <c:ptCount val="3"/>
                <c:pt idx="0">
                  <c:v>0.06658666629421717</c:v>
                </c:pt>
                <c:pt idx="1">
                  <c:v>0.07540738186272966</c:v>
                </c:pt>
                <c:pt idx="2">
                  <c:v>0.0642727057894199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116.07</c:v>
                </c:pt>
                <c:pt idx="2">
                  <c:v>122.184</c:v>
                </c:pt>
                <c:pt idx="3">
                  <c:v>129.113</c:v>
                </c:pt>
                <c:pt idx="4">
                  <c:v>136.958</c:v>
                </c:pt>
                <c:pt idx="5">
                  <c:v>145.76500000000001</c:v>
                </c:pt>
                <c:pt idx="6">
                  <c:v>155.456</c:v>
                </c:pt>
                <c:pt idx="7">
                  <c:v>166.01000000000002</c:v>
                </c:pt>
                <c:pt idx="8">
                  <c:v>177.38</c:v>
                </c:pt>
                <c:pt idx="9">
                  <c:v>189.58499999999998</c:v>
                </c:pt>
                <c:pt idx="10">
                  <c:v>202.583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116.07</c:v>
                </c:pt>
                <c:pt idx="1">
                  <c:v>6.114000000000004</c:v>
                </c:pt>
                <c:pt idx="2">
                  <c:v>6.929000000000002</c:v>
                </c:pt>
                <c:pt idx="3">
                  <c:v>7.844999999999999</c:v>
                </c:pt>
                <c:pt idx="4">
                  <c:v>8.807000000000016</c:v>
                </c:pt>
                <c:pt idx="5">
                  <c:v>9.690999999999974</c:v>
                </c:pt>
                <c:pt idx="6">
                  <c:v>10.55400000000003</c:v>
                </c:pt>
                <c:pt idx="7">
                  <c:v>11.369999999999976</c:v>
                </c:pt>
                <c:pt idx="8">
                  <c:v>12.204999999999984</c:v>
                </c:pt>
                <c:pt idx="9">
                  <c:v>12.998000000000019</c:v>
                </c:pt>
                <c:pt idx="10">
                  <c:v>13.812999999999988</c:v>
                </c:pt>
                <c:pt idx="11">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Israel</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11.316648743195824</c:v>
                </c:pt>
                <c:pt idx="1">
                  <c:v>0.7206466411297692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88.68335125680417</c:v>
                </c:pt>
                <c:pt idx="1">
                  <c:v>99.27935335887022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Creams and Lotions</c:v>
                </c:pt>
                <c:pt idx="4">
                  <c:v>Sticks and Balms</c:v>
                </c:pt>
                <c:pt idx="5">
                  <c:v>Sprays and Mists</c:v>
                </c:pt>
                <c:pt idx="6">
                  <c:v>Waxes, Clays, Pastes…</c:v>
                </c:pt>
                <c:pt idx="7">
                  <c:v>Serums and Oils</c:v>
                </c:pt>
              </c:strCache>
            </c:strRef>
          </c:cat>
          <c:val>
            <c:numRef>
              <c:f>Sheet1!$B$2:$B$9</c:f>
              <c:numCache>
                <c:formatCode>General</c:formatCode>
                <c:ptCount val="8"/>
                <c:pt idx="0">
                  <c:v>8.269</c:v>
                </c:pt>
                <c:pt idx="1">
                  <c:v>9.978</c:v>
                </c:pt>
                <c:pt idx="2">
                  <c:v>11.506</c:v>
                </c:pt>
                <c:pt idx="3">
                  <c:v>13.949</c:v>
                </c:pt>
                <c:pt idx="4">
                  <c:v>14.868</c:v>
                </c:pt>
                <c:pt idx="5">
                  <c:v>15.631</c:v>
                </c:pt>
                <c:pt idx="6">
                  <c:v>18.109</c:v>
                </c:pt>
                <c:pt idx="7">
                  <c:v>23.76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83840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20.542</c:v>
                </c:pt>
                <c:pt idx="4">
                  <c:v>22.041</c:v>
                </c:pt>
                <c:pt idx="5">
                  <c:v>23.441</c:v>
                </c:pt>
                <c:pt idx="6">
                  <c:v>24.286</c:v>
                </c:pt>
                <c:pt idx="7">
                  <c:v>25.761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519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36.584</c:v>
                </c:pt>
                <c:pt idx="6">
                  <c:v>36.954</c:v>
                </c:pt>
                <c:pt idx="7">
                  <c:v>42.533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6.994220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Mass Retail</c:v>
                </c:pt>
                <c:pt idx="6">
                  <c:v>Salon and Professiona…</c:v>
                </c:pt>
                <c:pt idx="7">
                  <c:v>Online Marketplaces</c:v>
                </c:pt>
              </c:strCache>
            </c:strRef>
          </c:cat>
          <c:val>
            <c:numRef>
              <c:f>Sheet1!$B$2:$B$9</c:f>
              <c:numCache>
                <c:formatCode>General</c:formatCode>
                <c:ptCount val="8"/>
                <c:pt idx="2">
                  <c:v>15.833</c:v>
                </c:pt>
                <c:pt idx="3">
                  <c:v>16.391</c:v>
                </c:pt>
                <c:pt idx="4">
                  <c:v>16.615</c:v>
                </c:pt>
                <c:pt idx="5">
                  <c:v>20.402</c:v>
                </c:pt>
                <c:pt idx="6">
                  <c:v>23.114</c:v>
                </c:pt>
                <c:pt idx="7">
                  <c:v>23.716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7794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Heat Styling Support</c:v>
                </c:pt>
                <c:pt idx="3">
                  <c:v>Volume and Root Lift</c:v>
                </c:pt>
                <c:pt idx="4">
                  <c:v>Texture and Separation</c:v>
                </c:pt>
                <c:pt idx="5">
                  <c:v>Curl Definition</c:v>
                </c:pt>
                <c:pt idx="6">
                  <c:v>Smoothing and Frizz C…</c:v>
                </c:pt>
                <c:pt idx="7">
                  <c:v>Hold and Shape</c:v>
                </c:pt>
              </c:strCache>
            </c:strRef>
          </c:cat>
          <c:val>
            <c:numRef>
              <c:f>Sheet1!$B$2:$B$9</c:f>
              <c:numCache>
                <c:formatCode>General</c:formatCode>
                <c:ptCount val="8"/>
                <c:pt idx="1">
                  <c:v>13.717</c:v>
                </c:pt>
                <c:pt idx="2">
                  <c:v>16.133</c:v>
                </c:pt>
                <c:pt idx="3">
                  <c:v>16.395</c:v>
                </c:pt>
                <c:pt idx="4">
                  <c:v>16.424</c:v>
                </c:pt>
                <c:pt idx="5">
                  <c:v>16.515</c:v>
                </c:pt>
                <c:pt idx="6">
                  <c:v>18.361</c:v>
                </c:pt>
                <c:pt idx="7">
                  <c:v>18.527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82618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20.883</c:v>
                </c:pt>
                <c:pt idx="4">
                  <c:v>22.049</c:v>
                </c:pt>
                <c:pt idx="5">
                  <c:v>23.475</c:v>
                </c:pt>
                <c:pt idx="6">
                  <c:v>24.386</c:v>
                </c:pt>
                <c:pt idx="7">
                  <c:v>25.278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3.872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27.801000000000002</c:v>
                </c:pt>
                <c:pt idx="5">
                  <c:v>28.982</c:v>
                </c:pt>
                <c:pt idx="6">
                  <c:v>29.131</c:v>
                </c:pt>
                <c:pt idx="7">
                  <c:v>30.158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0.411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116.07</c:v>
                </c:pt>
                <c:pt idx="2">
                  <c:v>125.591</c:v>
                </c:pt>
                <c:pt idx="3">
                  <c:v>129.958</c:v>
                </c:pt>
                <c:pt idx="4">
                  <c:v>136.085</c:v>
                </c:pt>
                <c:pt idx="5">
                  <c:v>150.148</c:v>
                </c:pt>
                <c:pt idx="6">
                  <c:v>162.751</c:v>
                </c:pt>
                <c:pt idx="7">
                  <c:v>176.971</c:v>
                </c:pt>
                <c:pt idx="8">
                  <c:v>198.957</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116.07</c:v>
                </c:pt>
                <c:pt idx="1">
                  <c:v>9.521</c:v>
                </c:pt>
                <c:pt idx="2">
                  <c:v>4.366999999999999</c:v>
                </c:pt>
                <c:pt idx="3">
                  <c:v>6.127000000000001</c:v>
                </c:pt>
                <c:pt idx="4">
                  <c:v>14.063</c:v>
                </c:pt>
                <c:pt idx="5">
                  <c:v>12.602999999999998</c:v>
                </c:pt>
                <c:pt idx="6">
                  <c:v>14.219999999999999</c:v>
                </c:pt>
                <c:pt idx="7">
                  <c:v>21.986</c:v>
                </c:pt>
                <c:pt idx="8">
                  <c:v>17.439</c:v>
                </c:pt>
                <c:pt idx="9">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9.521</c:v>
                </c:pt>
                <c:pt idx="2">
                  <c:v>13.888</c:v>
                </c:pt>
                <c:pt idx="3">
                  <c:v>20.015</c:v>
                </c:pt>
                <c:pt idx="4">
                  <c:v>34.078</c:v>
                </c:pt>
                <c:pt idx="5">
                  <c:v>46.681</c:v>
                </c:pt>
                <c:pt idx="6">
                  <c:v>60.900999999999996</c:v>
                </c:pt>
                <c:pt idx="7">
                  <c:v>82.887</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9.521</c:v>
                </c:pt>
                <c:pt idx="1">
                  <c:v>4.366999999999999</c:v>
                </c:pt>
                <c:pt idx="2">
                  <c:v>6.127000000000001</c:v>
                </c:pt>
                <c:pt idx="3">
                  <c:v>14.063</c:v>
                </c:pt>
                <c:pt idx="4">
                  <c:v>12.602999999999998</c:v>
                </c:pt>
                <c:pt idx="5">
                  <c:v>14.219999999999999</c:v>
                </c:pt>
                <c:pt idx="6">
                  <c:v>21.986</c:v>
                </c:pt>
                <c:pt idx="7">
                  <c:v>17.439</c:v>
                </c:pt>
                <c:pt idx="8">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116.071</c:v>
                </c:pt>
                <c:pt idx="2">
                  <c:v>137.419</c:v>
                </c:pt>
                <c:pt idx="3">
                  <c:v>162.086</c:v>
                </c:pt>
                <c:pt idx="4">
                  <c:v>183.96400000000003</c:v>
                </c:pt>
                <c:pt idx="5">
                  <c:v>202.41700000000003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116.071</c:v>
                </c:pt>
                <c:pt idx="1">
                  <c:v>21.348000000000003</c:v>
                </c:pt>
                <c:pt idx="2">
                  <c:v>24.666999999999998</c:v>
                </c:pt>
                <c:pt idx="3">
                  <c:v>21.878000000000004</c:v>
                </c:pt>
                <c:pt idx="4">
                  <c:v>18.452999999999996</c:v>
                </c:pt>
                <c:pt idx="5">
                  <c:v>13.979999999999997</c:v>
                </c:pt>
                <c:pt idx="6">
                  <c:v>216.397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21.348000000000003</c:v>
                </c:pt>
                <c:pt idx="2">
                  <c:v>46.015</c:v>
                </c:pt>
                <c:pt idx="3">
                  <c:v>67.893</c:v>
                </c:pt>
                <c:pt idx="4">
                  <c:v>86.346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21.348000000000003</c:v>
                </c:pt>
                <c:pt idx="1">
                  <c:v>24.666999999999998</c:v>
                </c:pt>
                <c:pt idx="2">
                  <c:v>21.878000000000004</c:v>
                </c:pt>
                <c:pt idx="3">
                  <c:v>18.452999999999996</c:v>
                </c:pt>
                <c:pt idx="4">
                  <c:v>13.979999999999997</c:v>
                </c:pt>
                <c:pt idx="5">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116.071</c:v>
                </c:pt>
                <c:pt idx="2">
                  <c:v>147.833</c:v>
                </c:pt>
                <c:pt idx="3">
                  <c:v>180.564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116.071</c:v>
                </c:pt>
                <c:pt idx="1">
                  <c:v>31.761999999999993</c:v>
                </c:pt>
                <c:pt idx="2">
                  <c:v>32.730999999999995</c:v>
                </c:pt>
                <c:pt idx="3">
                  <c:v>35.831999999999994</c:v>
                </c:pt>
                <c:pt idx="4">
                  <c:v>216.396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31.761999999999993</c:v>
                </c:pt>
                <c:pt idx="2">
                  <c:v>64.493</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31.761999999999993</c:v>
                </c:pt>
                <c:pt idx="1">
                  <c:v>32.730999999999995</c:v>
                </c:pt>
                <c:pt idx="2">
                  <c:v>35.831999999999994</c:v>
                </c:pt>
                <c:pt idx="3">
                  <c:v>100.32499999999999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116.071</c:v>
                </c:pt>
                <c:pt idx="2">
                  <c:v>129.047</c:v>
                </c:pt>
                <c:pt idx="3">
                  <c:v>143.808</c:v>
                </c:pt>
                <c:pt idx="4">
                  <c:v>162.41299999999998</c:v>
                </c:pt>
                <c:pt idx="5">
                  <c:v>174.259</c:v>
                </c:pt>
                <c:pt idx="6">
                  <c:v>200.332</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116.071</c:v>
                </c:pt>
                <c:pt idx="1">
                  <c:v>12.975999999999999</c:v>
                </c:pt>
                <c:pt idx="2">
                  <c:v>14.761000000000003</c:v>
                </c:pt>
                <c:pt idx="3">
                  <c:v>18.605</c:v>
                </c:pt>
                <c:pt idx="4">
                  <c:v>11.846</c:v>
                </c:pt>
                <c:pt idx="5">
                  <c:v>26.073</c:v>
                </c:pt>
                <c:pt idx="6">
                  <c:v>16.064</c:v>
                </c:pt>
                <c:pt idx="7">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12.975999999999999</c:v>
                </c:pt>
                <c:pt idx="2">
                  <c:v>27.737000000000002</c:v>
                </c:pt>
                <c:pt idx="3">
                  <c:v>46.342</c:v>
                </c:pt>
                <c:pt idx="4">
                  <c:v>58.188</c:v>
                </c:pt>
                <c:pt idx="5">
                  <c:v>84.261</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12.975999999999999</c:v>
                </c:pt>
                <c:pt idx="1">
                  <c:v>14.761000000000003</c:v>
                </c:pt>
                <c:pt idx="2">
                  <c:v>18.605</c:v>
                </c:pt>
                <c:pt idx="3">
                  <c:v>11.846</c:v>
                </c:pt>
                <c:pt idx="4">
                  <c:v>26.073</c:v>
                </c:pt>
                <c:pt idx="5">
                  <c:v>16.064</c:v>
                </c:pt>
                <c:pt idx="6">
                  <c:v>100.32499999999999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116.07199999999999</c:v>
                </c:pt>
                <c:pt idx="2">
                  <c:v>127.12199999999999</c:v>
                </c:pt>
                <c:pt idx="3">
                  <c:v>146.11999999999998</c:v>
                </c:pt>
                <c:pt idx="4">
                  <c:v>158.52999999999997</c:v>
                </c:pt>
                <c:pt idx="5">
                  <c:v>172.46999999999997</c:v>
                </c:pt>
                <c:pt idx="6">
                  <c:v>190.19299999999998</c:v>
                </c:pt>
                <c:pt idx="7">
                  <c:v>199.53199999999998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116.07199999999999</c:v>
                </c:pt>
                <c:pt idx="1">
                  <c:v>11.05</c:v>
                </c:pt>
                <c:pt idx="2">
                  <c:v>18.997999999999998</c:v>
                </c:pt>
                <c:pt idx="3">
                  <c:v>12.41</c:v>
                </c:pt>
                <c:pt idx="4">
                  <c:v>13.940000000000001</c:v>
                </c:pt>
                <c:pt idx="5">
                  <c:v>17.723000000000003</c:v>
                </c:pt>
                <c:pt idx="6">
                  <c:v>9.339</c:v>
                </c:pt>
                <c:pt idx="7">
                  <c:v>16.864</c:v>
                </c:pt>
                <c:pt idx="8">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11.05</c:v>
                </c:pt>
                <c:pt idx="2">
                  <c:v>30.048</c:v>
                </c:pt>
                <c:pt idx="3">
                  <c:v>42.458</c:v>
                </c:pt>
                <c:pt idx="4">
                  <c:v>56.397999999999996</c:v>
                </c:pt>
                <c:pt idx="5">
                  <c:v>74.121</c:v>
                </c:pt>
                <c:pt idx="6">
                  <c:v>83.46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11.05</c:v>
                </c:pt>
                <c:pt idx="1">
                  <c:v>18.997999999999998</c:v>
                </c:pt>
                <c:pt idx="2">
                  <c:v>12.41</c:v>
                </c:pt>
                <c:pt idx="3">
                  <c:v>13.940000000000001</c:v>
                </c:pt>
                <c:pt idx="4">
                  <c:v>17.723000000000003</c:v>
                </c:pt>
                <c:pt idx="5">
                  <c:v>9.339</c:v>
                </c:pt>
                <c:pt idx="6">
                  <c:v>16.864</c:v>
                </c:pt>
                <c:pt idx="7">
                  <c:v>100.324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116.071</c:v>
                </c:pt>
                <c:pt idx="2">
                  <c:v>132.863</c:v>
                </c:pt>
                <c:pt idx="3">
                  <c:v>152.985</c:v>
                </c:pt>
                <c:pt idx="4">
                  <c:v>174.59400000000002</c:v>
                </c:pt>
                <c:pt idx="5">
                  <c:v>196.818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116.071</c:v>
                </c:pt>
                <c:pt idx="1">
                  <c:v>16.791999999999998</c:v>
                </c:pt>
                <c:pt idx="2">
                  <c:v>20.122</c:v>
                </c:pt>
                <c:pt idx="3">
                  <c:v>21.609</c:v>
                </c:pt>
                <c:pt idx="4">
                  <c:v>22.224</c:v>
                </c:pt>
                <c:pt idx="5">
                  <c:v>19.579</c:v>
                </c:pt>
                <c:pt idx="6">
                  <c:v>216.397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16.791999999999998</c:v>
                </c:pt>
                <c:pt idx="2">
                  <c:v>36.914</c:v>
                </c:pt>
                <c:pt idx="3">
                  <c:v>58.523</c:v>
                </c:pt>
                <c:pt idx="4">
                  <c:v>80.747</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16.791999999999998</c:v>
                </c:pt>
                <c:pt idx="1">
                  <c:v>20.122</c:v>
                </c:pt>
                <c:pt idx="2">
                  <c:v>21.609</c:v>
                </c:pt>
                <c:pt idx="3">
                  <c:v>22.224</c:v>
                </c:pt>
                <c:pt idx="4">
                  <c:v>19.579</c:v>
                </c:pt>
                <c:pt idx="5">
                  <c:v>100.326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116.072</c:v>
                </c:pt>
                <c:pt idx="2">
                  <c:v>138.66</c:v>
                </c:pt>
                <c:pt idx="3">
                  <c:v>165.48</c:v>
                </c:pt>
                <c:pt idx="4">
                  <c:v>189.475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116.072</c:v>
                </c:pt>
                <c:pt idx="1">
                  <c:v>22.587999999999994</c:v>
                </c:pt>
                <c:pt idx="2">
                  <c:v>26.82</c:v>
                </c:pt>
                <c:pt idx="3">
                  <c:v>23.995000000000005</c:v>
                </c:pt>
                <c:pt idx="4">
                  <c:v>26.921</c:v>
                </c:pt>
                <c:pt idx="5">
                  <c:v>216.39600000000002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22.587999999999994</c:v>
                </c:pt>
                <c:pt idx="2">
                  <c:v>49.407999999999994</c:v>
                </c:pt>
                <c:pt idx="3">
                  <c:v>73.40299999999999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22.587999999999994</c:v>
                </c:pt>
                <c:pt idx="1">
                  <c:v>26.82</c:v>
                </c:pt>
                <c:pt idx="2">
                  <c:v>23.995000000000005</c:v>
                </c:pt>
                <c:pt idx="3">
                  <c:v>26.921</c:v>
                </c:pt>
                <c:pt idx="4">
                  <c:v>100.32399999999998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23.933</c:v>
                </c:pt>
                <c:pt idx="1">
                  <c:v>25.205</c:v>
                </c:pt>
                <c:pt idx="2">
                  <c:v>26.53</c:v>
                </c:pt>
                <c:pt idx="3">
                  <c:v>27.91</c:v>
                </c:pt>
                <c:pt idx="4">
                  <c:v>29.38</c:v>
                </c:pt>
                <c:pt idx="5">
                  <c:v>31.025</c:v>
                </c:pt>
                <c:pt idx="6">
                  <c:v>32.879999999999995</c:v>
                </c:pt>
                <c:pt idx="7">
                  <c:v>34.986000000000004</c:v>
                </c:pt>
                <c:pt idx="8">
                  <c:v>37.367999999999995</c:v>
                </c:pt>
                <c:pt idx="9">
                  <c:v>40.026</c:v>
                </c:pt>
                <c:pt idx="10">
                  <c:v>42.933</c:v>
                </c:pt>
                <c:pt idx="11">
                  <c:v>46.08</c:v>
                </c:pt>
                <c:pt idx="12">
                  <c:v>49.444</c:v>
                </c:pt>
                <c:pt idx="13">
                  <c:v>53.005</c:v>
                </c:pt>
                <c:pt idx="14">
                  <c:v>56.732</c:v>
                </c:pt>
                <c:pt idx="15">
                  <c:v>60.626999999999995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GCC</c:v>
                </c:pt>
              </c:strCache>
            </c:strRef>
          </c:cat>
          <c:val>
            <c:numRef>
              <c:f>Sheet1!$B$2:$B$4</c:f>
              <c:numCache>
                <c:formatCode>General</c:formatCode>
                <c:ptCount val="3"/>
                <c:pt idx="0">
                  <c:v>0.05245930274733035</c:v>
                </c:pt>
                <c:pt idx="1">
                  <c:v>0.06040785576190855</c:v>
                </c:pt>
                <c:pt idx="2">
                  <c:v>0.06928981170561466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5412458025797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31.025</c:v>
                </c:pt>
                <c:pt idx="2">
                  <c:v>32.879999999999995</c:v>
                </c:pt>
                <c:pt idx="3">
                  <c:v>34.986000000000004</c:v>
                </c:pt>
                <c:pt idx="4">
                  <c:v>37.367999999999995</c:v>
                </c:pt>
                <c:pt idx="5">
                  <c:v>40.026</c:v>
                </c:pt>
                <c:pt idx="6">
                  <c:v>42.933</c:v>
                </c:pt>
                <c:pt idx="7">
                  <c:v>46.08</c:v>
                </c:pt>
                <c:pt idx="8">
                  <c:v>49.444</c:v>
                </c:pt>
                <c:pt idx="9">
                  <c:v>53.005</c:v>
                </c:pt>
                <c:pt idx="10">
                  <c:v>56.732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31.025</c:v>
                </c:pt>
                <c:pt idx="1">
                  <c:v>1.8549999999999969</c:v>
                </c:pt>
                <c:pt idx="2">
                  <c:v>2.1060000000000088</c:v>
                </c:pt>
                <c:pt idx="3">
                  <c:v>2.381999999999991</c:v>
                </c:pt>
                <c:pt idx="4">
                  <c:v>2.6580000000000084</c:v>
                </c:pt>
                <c:pt idx="5">
                  <c:v>2.9069999999999965</c:v>
                </c:pt>
                <c:pt idx="6">
                  <c:v>3.1469999999999985</c:v>
                </c:pt>
                <c:pt idx="7">
                  <c:v>3.3640000000000043</c:v>
                </c:pt>
                <c:pt idx="8">
                  <c:v>3.561</c:v>
                </c:pt>
                <c:pt idx="9">
                  <c:v>3.7269999999999968</c:v>
                </c:pt>
                <c:pt idx="10">
                  <c:v>3.894999999999996</c:v>
                </c:pt>
                <c:pt idx="11">
                  <c:v>60.626999999999995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5.33703757859336</c:v>
                </c:pt>
                <c:pt idx="1">
                  <c:v>0.39216424862593985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94.66296242140663</c:v>
                </c:pt>
                <c:pt idx="1">
                  <c:v>99.60783575137405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52.19</c:v>
                </c:pt>
                <c:pt idx="1">
                  <c:v>55.26</c:v>
                </c:pt>
                <c:pt idx="2">
                  <c:v>58.49300000000001</c:v>
                </c:pt>
                <c:pt idx="3">
                  <c:v>61.925999999999995</c:v>
                </c:pt>
                <c:pt idx="4">
                  <c:v>65.61</c:v>
                </c:pt>
                <c:pt idx="5">
                  <c:v>70.057</c:v>
                </c:pt>
                <c:pt idx="6">
                  <c:v>75.15800000000002</c:v>
                </c:pt>
                <c:pt idx="7">
                  <c:v>81.03999999999999</c:v>
                </c:pt>
                <c:pt idx="8">
                  <c:v>87.821</c:v>
                </c:pt>
                <c:pt idx="9">
                  <c:v>95.562</c:v>
                </c:pt>
                <c:pt idx="10">
                  <c:v>104.243</c:v>
                </c:pt>
                <c:pt idx="11">
                  <c:v>113.894</c:v>
                </c:pt>
                <c:pt idx="12">
                  <c:v>124.45599999999999</c:v>
                </c:pt>
                <c:pt idx="13">
                  <c:v>135.984</c:v>
                </c:pt>
                <c:pt idx="14">
                  <c:v>148.462</c:v>
                </c:pt>
                <c:pt idx="15">
                  <c:v>161.946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GCC</c:v>
                </c:pt>
              </c:strCache>
            </c:strRef>
          </c:cat>
          <c:val>
            <c:numRef>
              <c:f>Sheet1!$B$2:$B$4</c:f>
              <c:numCache>
                <c:formatCode>General</c:formatCode>
                <c:ptCount val="3"/>
                <c:pt idx="0">
                  <c:v>0.06658666629421717</c:v>
                </c:pt>
                <c:pt idx="1">
                  <c:v>0.07540738186272966</c:v>
                </c:pt>
                <c:pt idx="2">
                  <c:v>0.08740636050625517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7998586683444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70.057</c:v>
                </c:pt>
                <c:pt idx="2">
                  <c:v>75.15800000000002</c:v>
                </c:pt>
                <c:pt idx="3">
                  <c:v>81.03999999999999</c:v>
                </c:pt>
                <c:pt idx="4">
                  <c:v>87.821</c:v>
                </c:pt>
                <c:pt idx="5">
                  <c:v>95.562</c:v>
                </c:pt>
                <c:pt idx="6">
                  <c:v>104.243</c:v>
                </c:pt>
                <c:pt idx="7">
                  <c:v>113.894</c:v>
                </c:pt>
                <c:pt idx="8">
                  <c:v>124.45599999999999</c:v>
                </c:pt>
                <c:pt idx="9">
                  <c:v>135.984</c:v>
                </c:pt>
                <c:pt idx="10">
                  <c:v>148.462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70.057</c:v>
                </c:pt>
                <c:pt idx="1">
                  <c:v>5.101000000000013</c:v>
                </c:pt>
                <c:pt idx="2">
                  <c:v>5.881999999999977</c:v>
                </c:pt>
                <c:pt idx="3">
                  <c:v>6.781000000000006</c:v>
                </c:pt>
                <c:pt idx="4">
                  <c:v>7.741</c:v>
                </c:pt>
                <c:pt idx="5">
                  <c:v>8.680999999999997</c:v>
                </c:pt>
                <c:pt idx="6">
                  <c:v>9.65100000000001</c:v>
                </c:pt>
                <c:pt idx="7">
                  <c:v>10.561999999999983</c:v>
                </c:pt>
                <c:pt idx="8">
                  <c:v>11.52800000000002</c:v>
                </c:pt>
                <c:pt idx="9">
                  <c:v>12.47799999999998</c:v>
                </c:pt>
                <c:pt idx="10">
                  <c:v>13.484000000000009</c:v>
                </c:pt>
                <c:pt idx="11">
                  <c:v>161.946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GCC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6.830451115723872</c:v>
                </c:pt>
                <c:pt idx="1">
                  <c:v>0.43496460530393943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93.16954888427613</c:v>
                </c:pt>
                <c:pt idx="1">
                  <c:v>99.56503539469605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Gels and Jellies</c:v>
                </c:pt>
                <c:pt idx="2">
                  <c:v>Powders</c:v>
                </c:pt>
                <c:pt idx="3">
                  <c:v>Sprays and Mists</c:v>
                </c:pt>
                <c:pt idx="4">
                  <c:v>Sticks and Balms</c:v>
                </c:pt>
                <c:pt idx="5">
                  <c:v>Creams and Lotions</c:v>
                </c:pt>
                <c:pt idx="6">
                  <c:v>Waxes, Clays, Pastes…</c:v>
                </c:pt>
                <c:pt idx="7">
                  <c:v>Serums and Oils</c:v>
                </c:pt>
              </c:strCache>
            </c:strRef>
          </c:cat>
          <c:val>
            <c:numRef>
              <c:f>Sheet1!$B$2:$B$9</c:f>
              <c:numCache>
                <c:formatCode>General</c:formatCode>
                <c:ptCount val="8"/>
                <c:pt idx="0">
                  <c:v>4.9030000000000005</c:v>
                </c:pt>
                <c:pt idx="1">
                  <c:v>6.031</c:v>
                </c:pt>
                <c:pt idx="2">
                  <c:v>6.905</c:v>
                </c:pt>
                <c:pt idx="3">
                  <c:v>8.421</c:v>
                </c:pt>
                <c:pt idx="4">
                  <c:v>8.683</c:v>
                </c:pt>
                <c:pt idx="5">
                  <c:v>9.074</c:v>
                </c:pt>
                <c:pt idx="6">
                  <c:v>10.886</c:v>
                </c:pt>
                <c:pt idx="7">
                  <c:v>15.154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306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12.413</c:v>
                </c:pt>
                <c:pt idx="4">
                  <c:v>13.25</c:v>
                </c:pt>
                <c:pt idx="5">
                  <c:v>14.127</c:v>
                </c:pt>
                <c:pt idx="6">
                  <c:v>14.693</c:v>
                </c:pt>
                <c:pt idx="7">
                  <c:v>15.574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869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21.932</c:v>
                </c:pt>
                <c:pt idx="6">
                  <c:v>22.372</c:v>
                </c:pt>
                <c:pt idx="7">
                  <c:v>25.753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4.509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Online Marketplaces</c:v>
                </c:pt>
                <c:pt idx="5">
                  <c:v>Beauty Specialty Reta…</c:v>
                </c:pt>
                <c:pt idx="6">
                  <c:v>Mass Retail</c:v>
                </c:pt>
                <c:pt idx="7">
                  <c:v>Salon and Professiona…</c:v>
                </c:pt>
              </c:strCache>
            </c:strRef>
          </c:cat>
          <c:val>
            <c:numRef>
              <c:f>Sheet1!$B$2:$B$9</c:f>
              <c:numCache>
                <c:formatCode>General</c:formatCode>
                <c:ptCount val="8"/>
                <c:pt idx="2">
                  <c:v>10.025</c:v>
                </c:pt>
                <c:pt idx="3">
                  <c:v>10.267</c:v>
                </c:pt>
                <c:pt idx="4">
                  <c:v>10.995</c:v>
                </c:pt>
                <c:pt idx="5">
                  <c:v>11.715</c:v>
                </c:pt>
                <c:pt idx="6">
                  <c:v>12.805</c:v>
                </c:pt>
                <c:pt idx="7">
                  <c:v>14.25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9.095000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Curl Definition</c:v>
                </c:pt>
                <c:pt idx="5">
                  <c:v>Hold and Shape</c:v>
                </c:pt>
                <c:pt idx="6">
                  <c:v>Heat Styling Support</c:v>
                </c:pt>
                <c:pt idx="7">
                  <c:v>Smoothing and Frizz C…</c:v>
                </c:pt>
              </c:strCache>
            </c:strRef>
          </c:cat>
          <c:val>
            <c:numRef>
              <c:f>Sheet1!$B$2:$B$9</c:f>
              <c:numCache>
                <c:formatCode>General</c:formatCode>
                <c:ptCount val="8"/>
                <c:pt idx="1">
                  <c:v>7.935</c:v>
                </c:pt>
                <c:pt idx="2">
                  <c:v>9.359</c:v>
                </c:pt>
                <c:pt idx="3">
                  <c:v>9.363</c:v>
                </c:pt>
                <c:pt idx="4">
                  <c:v>9.391</c:v>
                </c:pt>
                <c:pt idx="5">
                  <c:v>10.581</c:v>
                </c:pt>
                <c:pt idx="6">
                  <c:v>10.86</c:v>
                </c:pt>
                <c:pt idx="7">
                  <c:v>12.567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6.839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Coily Hair</c:v>
                </c:pt>
                <c:pt idx="4">
                  <c:v>Curly Hair</c:v>
                </c:pt>
                <c:pt idx="5">
                  <c:v>Wavy Hair</c:v>
                </c:pt>
                <c:pt idx="6">
                  <c:v>Straight Hair</c:v>
                </c:pt>
                <c:pt idx="7">
                  <c:v>All Hair Types</c:v>
                </c:pt>
              </c:strCache>
            </c:strRef>
          </c:cat>
          <c:val>
            <c:numRef>
              <c:f>Sheet1!$B$2:$B$9</c:f>
              <c:numCache>
                <c:formatCode>General</c:formatCode>
                <c:ptCount val="8"/>
                <c:pt idx="3">
                  <c:v>12.585</c:v>
                </c:pt>
                <c:pt idx="4">
                  <c:v>13.254</c:v>
                </c:pt>
                <c:pt idx="5">
                  <c:v>14.2</c:v>
                </c:pt>
                <c:pt idx="6">
                  <c:v>14.745</c:v>
                </c:pt>
                <c:pt idx="7">
                  <c:v>15.273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0.465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16.682000000000002</c:v>
                </c:pt>
                <c:pt idx="5">
                  <c:v>17.507</c:v>
                </c:pt>
                <c:pt idx="6">
                  <c:v>17.663</c:v>
                </c:pt>
                <c:pt idx="7">
                  <c:v>18.205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394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70.057</c:v>
                </c:pt>
                <c:pt idx="2">
                  <c:v>77.726</c:v>
                </c:pt>
                <c:pt idx="3">
                  <c:v>82.597</c:v>
                </c:pt>
                <c:pt idx="4">
                  <c:v>89.25399999999999</c:v>
                </c:pt>
                <c:pt idx="5">
                  <c:v>102.71499999999999</c:v>
                </c:pt>
                <c:pt idx="6">
                  <c:v>114.103</c:v>
                </c:pt>
                <c:pt idx="7">
                  <c:v>124.905</c:v>
                </c:pt>
                <c:pt idx="8">
                  <c:v>148.592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70.057</c:v>
                </c:pt>
                <c:pt idx="1">
                  <c:v>7.6690000000000005</c:v>
                </c:pt>
                <c:pt idx="2">
                  <c:v>4.870999999999999</c:v>
                </c:pt>
                <c:pt idx="3">
                  <c:v>6.657000000000001</c:v>
                </c:pt>
                <c:pt idx="4">
                  <c:v>13.461</c:v>
                </c:pt>
                <c:pt idx="5">
                  <c:v>11.388000000000002</c:v>
                </c:pt>
                <c:pt idx="6">
                  <c:v>10.802</c:v>
                </c:pt>
                <c:pt idx="7">
                  <c:v>23.687</c:v>
                </c:pt>
                <c:pt idx="8">
                  <c:v>13.354</c:v>
                </c:pt>
                <c:pt idx="9">
                  <c:v>161.946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7.6690000000000005</c:v>
                </c:pt>
                <c:pt idx="2">
                  <c:v>12.54</c:v>
                </c:pt>
                <c:pt idx="3">
                  <c:v>19.197</c:v>
                </c:pt>
                <c:pt idx="4">
                  <c:v>32.658</c:v>
                </c:pt>
                <c:pt idx="5">
                  <c:v>44.04600000000001</c:v>
                </c:pt>
                <c:pt idx="6">
                  <c:v>54.848000000000006</c:v>
                </c:pt>
                <c:pt idx="7">
                  <c:v>78.53500000000001</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7.6690000000000005</c:v>
                </c:pt>
                <c:pt idx="1">
                  <c:v>4.870999999999999</c:v>
                </c:pt>
                <c:pt idx="2">
                  <c:v>6.657000000000001</c:v>
                </c:pt>
                <c:pt idx="3">
                  <c:v>13.461</c:v>
                </c:pt>
                <c:pt idx="4">
                  <c:v>11.388000000000002</c:v>
                </c:pt>
                <c:pt idx="5">
                  <c:v>10.802</c:v>
                </c:pt>
                <c:pt idx="6">
                  <c:v>23.687</c:v>
                </c:pt>
                <c:pt idx="7">
                  <c:v>13.354</c:v>
                </c:pt>
                <c:pt idx="8">
                  <c:v>91.889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70.057</c:v>
                </c:pt>
                <c:pt idx="2">
                  <c:v>89.249</c:v>
                </c:pt>
                <c:pt idx="3">
                  <c:v>111.05499999999999</c:v>
                </c:pt>
                <c:pt idx="4">
                  <c:v>131.137</c:v>
                </c:pt>
                <c:pt idx="5">
                  <c:v>148.465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70.057</c:v>
                </c:pt>
                <c:pt idx="1">
                  <c:v>19.192</c:v>
                </c:pt>
                <c:pt idx="2">
                  <c:v>21.805999999999997</c:v>
                </c:pt>
                <c:pt idx="3">
                  <c:v>20.082</c:v>
                </c:pt>
                <c:pt idx="4">
                  <c:v>17.328000000000003</c:v>
                </c:pt>
                <c:pt idx="5">
                  <c:v>13.479</c:v>
                </c:pt>
                <c:pt idx="6">
                  <c:v>161.94400000000002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19.192</c:v>
                </c:pt>
                <c:pt idx="2">
                  <c:v>40.998</c:v>
                </c:pt>
                <c:pt idx="3">
                  <c:v>61.08</c:v>
                </c:pt>
                <c:pt idx="4">
                  <c:v>78.408</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19.192</c:v>
                </c:pt>
                <c:pt idx="1">
                  <c:v>21.805999999999997</c:v>
                </c:pt>
                <c:pt idx="2">
                  <c:v>20.082</c:v>
                </c:pt>
                <c:pt idx="3">
                  <c:v>17.328000000000003</c:v>
                </c:pt>
                <c:pt idx="4">
                  <c:v>13.479</c:v>
                </c:pt>
                <c:pt idx="5">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70.057</c:v>
                </c:pt>
                <c:pt idx="2">
                  <c:v>98.311</c:v>
                </c:pt>
                <c:pt idx="3">
                  <c:v>124.671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70.057</c:v>
                </c:pt>
                <c:pt idx="1">
                  <c:v>28.254</c:v>
                </c:pt>
                <c:pt idx="2">
                  <c:v>26.36</c:v>
                </c:pt>
                <c:pt idx="3">
                  <c:v>37.274</c:v>
                </c:pt>
                <c:pt idx="4">
                  <c:v>161.945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28.254</c:v>
                </c:pt>
                <c:pt idx="2">
                  <c:v>54.614000000000004</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28.254</c:v>
                </c:pt>
                <c:pt idx="1">
                  <c:v>26.36</c:v>
                </c:pt>
                <c:pt idx="2">
                  <c:v>37.274</c:v>
                </c:pt>
                <c:pt idx="3">
                  <c:v>91.888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70.05699999999999</c:v>
                </c:pt>
                <c:pt idx="2">
                  <c:v>82.85799999999999</c:v>
                </c:pt>
                <c:pt idx="3">
                  <c:v>99.484</c:v>
                </c:pt>
                <c:pt idx="4">
                  <c:v>117.40899999999999</c:v>
                </c:pt>
                <c:pt idx="5">
                  <c:v>128.91899999999998</c:v>
                </c:pt>
                <c:pt idx="6">
                  <c:v>146.903</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70.05699999999999</c:v>
                </c:pt>
                <c:pt idx="1">
                  <c:v>12.801000000000002</c:v>
                </c:pt>
                <c:pt idx="2">
                  <c:v>16.626</c:v>
                </c:pt>
                <c:pt idx="3">
                  <c:v>17.924999999999997</c:v>
                </c:pt>
                <c:pt idx="4">
                  <c:v>11.510000000000002</c:v>
                </c:pt>
                <c:pt idx="5">
                  <c:v>17.984</c:v>
                </c:pt>
                <c:pt idx="6">
                  <c:v>15.040999999999999</c:v>
                </c:pt>
                <c:pt idx="7">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12.801000000000002</c:v>
                </c:pt>
                <c:pt idx="2">
                  <c:v>29.427000000000003</c:v>
                </c:pt>
                <c:pt idx="3">
                  <c:v>47.352000000000004</c:v>
                </c:pt>
                <c:pt idx="4">
                  <c:v>58.86200000000001</c:v>
                </c:pt>
                <c:pt idx="5">
                  <c:v>76.846</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12.801000000000002</c:v>
                </c:pt>
                <c:pt idx="1">
                  <c:v>16.626</c:v>
                </c:pt>
                <c:pt idx="2">
                  <c:v>17.924999999999997</c:v>
                </c:pt>
                <c:pt idx="3">
                  <c:v>11.510000000000002</c:v>
                </c:pt>
                <c:pt idx="4">
                  <c:v>17.984</c:v>
                </c:pt>
                <c:pt idx="5">
                  <c:v>15.040999999999999</c:v>
                </c:pt>
                <c:pt idx="6">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70.05600000000001</c:v>
                </c:pt>
                <c:pt idx="2">
                  <c:v>80.36500000000001</c:v>
                </c:pt>
                <c:pt idx="3">
                  <c:v>95.87700000000001</c:v>
                </c:pt>
                <c:pt idx="4">
                  <c:v>106.80100000000002</c:v>
                </c:pt>
                <c:pt idx="5">
                  <c:v>118.79700000000003</c:v>
                </c:pt>
                <c:pt idx="6">
                  <c:v>136.83000000000004</c:v>
                </c:pt>
                <c:pt idx="7">
                  <c:v>145.40100000000004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70.05600000000001</c:v>
                </c:pt>
                <c:pt idx="1">
                  <c:v>10.309000000000001</c:v>
                </c:pt>
                <c:pt idx="2">
                  <c:v>15.511999999999999</c:v>
                </c:pt>
                <c:pt idx="3">
                  <c:v>10.924000000000001</c:v>
                </c:pt>
                <c:pt idx="4">
                  <c:v>11.996000000000002</c:v>
                </c:pt>
                <c:pt idx="5">
                  <c:v>18.033</c:v>
                </c:pt>
                <c:pt idx="6">
                  <c:v>8.571000000000002</c:v>
                </c:pt>
                <c:pt idx="7">
                  <c:v>16.543</c:v>
                </c:pt>
                <c:pt idx="8">
                  <c:v>161.944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10.309000000000001</c:v>
                </c:pt>
                <c:pt idx="2">
                  <c:v>25.820999999999998</c:v>
                </c:pt>
                <c:pt idx="3">
                  <c:v>36.745</c:v>
                </c:pt>
                <c:pt idx="4">
                  <c:v>48.741</c:v>
                </c:pt>
                <c:pt idx="5">
                  <c:v>66.774</c:v>
                </c:pt>
                <c:pt idx="6">
                  <c:v>75.345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10.309000000000001</c:v>
                </c:pt>
                <c:pt idx="1">
                  <c:v>15.511999999999999</c:v>
                </c:pt>
                <c:pt idx="2">
                  <c:v>10.924000000000001</c:v>
                </c:pt>
                <c:pt idx="3">
                  <c:v>11.996000000000002</c:v>
                </c:pt>
                <c:pt idx="4">
                  <c:v>18.033</c:v>
                </c:pt>
                <c:pt idx="5">
                  <c:v>8.571000000000002</c:v>
                </c:pt>
                <c:pt idx="6">
                  <c:v>16.543</c:v>
                </c:pt>
                <c:pt idx="7">
                  <c:v>91.888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70.057</c:v>
                </c:pt>
                <c:pt idx="2">
                  <c:v>86.19200000000001</c:v>
                </c:pt>
                <c:pt idx="3">
                  <c:v>104.61800000000001</c:v>
                </c:pt>
                <c:pt idx="4">
                  <c:v>124.00300000000001</c:v>
                </c:pt>
                <c:pt idx="5">
                  <c:v>143.613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70.057</c:v>
                </c:pt>
                <c:pt idx="1">
                  <c:v>16.134999999999998</c:v>
                </c:pt>
                <c:pt idx="2">
                  <c:v>18.426</c:v>
                </c:pt>
                <c:pt idx="3">
                  <c:v>19.385000000000005</c:v>
                </c:pt>
                <c:pt idx="4">
                  <c:v>19.61</c:v>
                </c:pt>
                <c:pt idx="5">
                  <c:v>18.331</c:v>
                </c:pt>
                <c:pt idx="6">
                  <c:v>161.94400000000002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16.134999999999998</c:v>
                </c:pt>
                <c:pt idx="2">
                  <c:v>34.56099999999999</c:v>
                </c:pt>
                <c:pt idx="3">
                  <c:v>53.946</c:v>
                </c:pt>
                <c:pt idx="4">
                  <c:v>73.556</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16.134999999999998</c:v>
                </c:pt>
                <c:pt idx="1">
                  <c:v>18.426</c:v>
                </c:pt>
                <c:pt idx="2">
                  <c:v>19.385000000000005</c:v>
                </c:pt>
                <c:pt idx="3">
                  <c:v>19.61</c:v>
                </c:pt>
                <c:pt idx="4">
                  <c:v>18.331</c:v>
                </c:pt>
                <c:pt idx="5">
                  <c:v>91.887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70.057</c:v>
                </c:pt>
                <c:pt idx="2">
                  <c:v>90.412</c:v>
                </c:pt>
                <c:pt idx="3">
                  <c:v>115.212</c:v>
                </c:pt>
                <c:pt idx="4">
                  <c:v>136.63400000000001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70.057</c:v>
                </c:pt>
                <c:pt idx="1">
                  <c:v>20.355000000000004</c:v>
                </c:pt>
                <c:pt idx="2">
                  <c:v>24.8</c:v>
                </c:pt>
                <c:pt idx="3">
                  <c:v>21.422</c:v>
                </c:pt>
                <c:pt idx="4">
                  <c:v>25.310999999999993</c:v>
                </c:pt>
                <c:pt idx="5">
                  <c:v>161.945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20.355000000000004</c:v>
                </c:pt>
                <c:pt idx="2">
                  <c:v>45.155</c:v>
                </c:pt>
                <c:pt idx="3">
                  <c:v>66.577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20.355000000000004</c:v>
                </c:pt>
                <c:pt idx="1">
                  <c:v>24.8</c:v>
                </c:pt>
                <c:pt idx="2">
                  <c:v>21.422</c:v>
                </c:pt>
                <c:pt idx="3">
                  <c:v>25.310999999999993</c:v>
                </c:pt>
                <c:pt idx="4">
                  <c:v>91.88799999999999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69.685</c:v>
                </c:pt>
                <c:pt idx="1">
                  <c:v>71.979</c:v>
                </c:pt>
                <c:pt idx="2">
                  <c:v>74.333</c:v>
                </c:pt>
                <c:pt idx="3">
                  <c:v>76.745</c:v>
                </c:pt>
                <c:pt idx="4">
                  <c:v>79.272</c:v>
                </c:pt>
                <c:pt idx="5">
                  <c:v>82.051</c:v>
                </c:pt>
                <c:pt idx="6">
                  <c:v>85.13899999999998</c:v>
                </c:pt>
                <c:pt idx="7">
                  <c:v>88.572</c:v>
                </c:pt>
                <c:pt idx="8">
                  <c:v>92.37299999999999</c:v>
                </c:pt>
                <c:pt idx="9">
                  <c:v>96.51599999999999</c:v>
                </c:pt>
                <c:pt idx="10">
                  <c:v>100.958</c:v>
                </c:pt>
                <c:pt idx="11">
                  <c:v>105.66</c:v>
                </c:pt>
                <c:pt idx="12">
                  <c:v>110.56700000000001</c:v>
                </c:pt>
                <c:pt idx="13">
                  <c:v>115.649</c:v>
                </c:pt>
                <c:pt idx="14">
                  <c:v>120.83599999999998</c:v>
                </c:pt>
                <c:pt idx="15">
                  <c:v>126.132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South Africa</c:v>
                </c:pt>
              </c:strCache>
            </c:strRef>
          </c:cat>
          <c:val>
            <c:numRef>
              <c:f>Sheet1!$B$2:$B$4</c:f>
              <c:numCache>
                <c:formatCode>General</c:formatCode>
                <c:ptCount val="3"/>
                <c:pt idx="0">
                  <c:v>0.05245930274733035</c:v>
                </c:pt>
                <c:pt idx="1">
                  <c:v>0.06040785576190855</c:v>
                </c:pt>
                <c:pt idx="2">
                  <c:v>0.04393663925265878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5506052785765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82.051</c:v>
                </c:pt>
                <c:pt idx="2">
                  <c:v>85.13899999999998</c:v>
                </c:pt>
                <c:pt idx="3">
                  <c:v>88.572</c:v>
                </c:pt>
                <c:pt idx="4">
                  <c:v>92.37299999999999</c:v>
                </c:pt>
                <c:pt idx="5">
                  <c:v>96.51599999999999</c:v>
                </c:pt>
                <c:pt idx="6">
                  <c:v>100.958</c:v>
                </c:pt>
                <c:pt idx="7">
                  <c:v>105.66</c:v>
                </c:pt>
                <c:pt idx="8">
                  <c:v>110.56700000000001</c:v>
                </c:pt>
                <c:pt idx="9">
                  <c:v>115.649</c:v>
                </c:pt>
                <c:pt idx="10">
                  <c:v>120.83599999999998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82.051</c:v>
                </c:pt>
                <c:pt idx="1">
                  <c:v>3.0879999999999797</c:v>
                </c:pt>
                <c:pt idx="2">
                  <c:v>3.433000000000021</c:v>
                </c:pt>
                <c:pt idx="3">
                  <c:v>3.8009999999999877</c:v>
                </c:pt>
                <c:pt idx="4">
                  <c:v>4.143000000000001</c:v>
                </c:pt>
                <c:pt idx="5">
                  <c:v>4.442000000000007</c:v>
                </c:pt>
                <c:pt idx="6">
                  <c:v>4.701999999999998</c:v>
                </c:pt>
                <c:pt idx="7">
                  <c:v>4.907000000000011</c:v>
                </c:pt>
                <c:pt idx="8">
                  <c:v>5.081999999999994</c:v>
                </c:pt>
                <c:pt idx="9">
                  <c:v>5.186999999999983</c:v>
                </c:pt>
                <c:pt idx="10">
                  <c:v>5.296000000000021</c:v>
                </c:pt>
                <c:pt idx="11">
                  <c:v>126.132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14.114722654670874</c:v>
                </c:pt>
                <c:pt idx="1">
                  <c:v>1.0371464549236744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85.88527734532913</c:v>
                </c:pt>
                <c:pt idx="1">
                  <c:v>98.96285354507633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108.917</c:v>
                </c:pt>
                <c:pt idx="1">
                  <c:v>113.112</c:v>
                </c:pt>
                <c:pt idx="2">
                  <c:v>117.47</c:v>
                </c:pt>
                <c:pt idx="3">
                  <c:v>122.04000000000002</c:v>
                </c:pt>
                <c:pt idx="4">
                  <c:v>126.882</c:v>
                </c:pt>
                <c:pt idx="5">
                  <c:v>132.777</c:v>
                </c:pt>
                <c:pt idx="6">
                  <c:v>139.41</c:v>
                </c:pt>
                <c:pt idx="7">
                  <c:v>146.916</c:v>
                </c:pt>
                <c:pt idx="8">
                  <c:v>155.39600000000002</c:v>
                </c:pt>
                <c:pt idx="9">
                  <c:v>164.88</c:v>
                </c:pt>
                <c:pt idx="10">
                  <c:v>175.307</c:v>
                </c:pt>
                <c:pt idx="11">
                  <c:v>186.661</c:v>
                </c:pt>
                <c:pt idx="12">
                  <c:v>198.873</c:v>
                </c:pt>
                <c:pt idx="13">
                  <c:v>211.94</c:v>
                </c:pt>
                <c:pt idx="14">
                  <c:v>225.842</c:v>
                </c:pt>
                <c:pt idx="15">
                  <c:v>240.577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South Africa</c:v>
                </c:pt>
              </c:strCache>
            </c:strRef>
          </c:cat>
          <c:val>
            <c:numRef>
              <c:f>Sheet1!$B$2:$B$4</c:f>
              <c:numCache>
                <c:formatCode>General</c:formatCode>
                <c:ptCount val="3"/>
                <c:pt idx="0">
                  <c:v>0.06658666629421717</c:v>
                </c:pt>
                <c:pt idx="1">
                  <c:v>0.07540738186272966</c:v>
                </c:pt>
                <c:pt idx="2">
                  <c:v>0.06123881330786518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1799965514685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132.777</c:v>
                </c:pt>
                <c:pt idx="2">
                  <c:v>139.41</c:v>
                </c:pt>
                <c:pt idx="3">
                  <c:v>146.916</c:v>
                </c:pt>
                <c:pt idx="4">
                  <c:v>155.39600000000002</c:v>
                </c:pt>
                <c:pt idx="5">
                  <c:v>164.88</c:v>
                </c:pt>
                <c:pt idx="6">
                  <c:v>175.307</c:v>
                </c:pt>
                <c:pt idx="7">
                  <c:v>186.661</c:v>
                </c:pt>
                <c:pt idx="8">
                  <c:v>198.873</c:v>
                </c:pt>
                <c:pt idx="9">
                  <c:v>211.94</c:v>
                </c:pt>
                <c:pt idx="10">
                  <c:v>225.842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132.777</c:v>
                </c:pt>
                <c:pt idx="1">
                  <c:v>6.63300000000001</c:v>
                </c:pt>
                <c:pt idx="2">
                  <c:v>7.506</c:v>
                </c:pt>
                <c:pt idx="3">
                  <c:v>8.480000000000018</c:v>
                </c:pt>
                <c:pt idx="4">
                  <c:v>9.48399999999998</c:v>
                </c:pt>
                <c:pt idx="5">
                  <c:v>10.426999999999992</c:v>
                </c:pt>
                <c:pt idx="6">
                  <c:v>11.354000000000013</c:v>
                </c:pt>
                <c:pt idx="7">
                  <c:v>12.211999999999989</c:v>
                </c:pt>
                <c:pt idx="8">
                  <c:v>13.067000000000007</c:v>
                </c:pt>
                <c:pt idx="9">
                  <c:v>13.902000000000015</c:v>
                </c:pt>
                <c:pt idx="10">
                  <c:v>14.734999999999985</c:v>
                </c:pt>
                <c:pt idx="11">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Africa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12.945555872967276</c:v>
                </c:pt>
                <c:pt idx="1">
                  <c:v>0.8243757996837027</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87.05444412703272</c:v>
                </c:pt>
                <c:pt idx="1">
                  <c:v>99.17562420031629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Powders</c:v>
                </c:pt>
                <c:pt idx="2">
                  <c:v>Sprays and Mists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9.246</c:v>
                </c:pt>
                <c:pt idx="1">
                  <c:v>12.888</c:v>
                </c:pt>
                <c:pt idx="2">
                  <c:v>13.818000000000001</c:v>
                </c:pt>
                <c:pt idx="3">
                  <c:v>14.617</c:v>
                </c:pt>
                <c:pt idx="4">
                  <c:v>16.657</c:v>
                </c:pt>
                <c:pt idx="5">
                  <c:v>19.632</c:v>
                </c:pt>
                <c:pt idx="6">
                  <c:v>22.735</c:v>
                </c:pt>
                <c:pt idx="7">
                  <c:v>23.184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06656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23.493</c:v>
                </c:pt>
                <c:pt idx="4">
                  <c:v>25.234</c:v>
                </c:pt>
                <c:pt idx="5">
                  <c:v>26.822</c:v>
                </c:pt>
                <c:pt idx="6">
                  <c:v>27.769</c:v>
                </c:pt>
                <c:pt idx="7">
                  <c:v>29.46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9.47640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Matte</c:v>
                </c:pt>
                <c:pt idx="6">
                  <c:v>Natural</c:v>
                </c:pt>
                <c:pt idx="7">
                  <c:v>Glossy or Wet-look</c:v>
                </c:pt>
              </c:strCache>
            </c:strRef>
          </c:cat>
          <c:val>
            <c:numRef>
              <c:f>Sheet1!$B$2:$B$9</c:f>
              <c:numCache>
                <c:formatCode>General</c:formatCode>
                <c:ptCount val="8"/>
                <c:pt idx="5">
                  <c:v>42.27</c:v>
                </c:pt>
                <c:pt idx="6">
                  <c:v>43.461</c:v>
                </c:pt>
                <c:pt idx="7">
                  <c:v>47.047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3.042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Beauty Specialty Reta…</c:v>
                </c:pt>
                <c:pt idx="4">
                  <c:v>Pharmacies and Drugst…</c:v>
                </c:pt>
                <c:pt idx="5">
                  <c:v>Online Marketplaces</c:v>
                </c:pt>
                <c:pt idx="6">
                  <c:v>Salon and Professiona…</c:v>
                </c:pt>
                <c:pt idx="7">
                  <c:v>Mass Retail</c:v>
                </c:pt>
              </c:strCache>
            </c:strRef>
          </c:cat>
          <c:val>
            <c:numRef>
              <c:f>Sheet1!$B$2:$B$9</c:f>
              <c:numCache>
                <c:formatCode>General</c:formatCode>
                <c:ptCount val="8"/>
                <c:pt idx="2">
                  <c:v>16.202</c:v>
                </c:pt>
                <c:pt idx="3">
                  <c:v>19.552</c:v>
                </c:pt>
                <c:pt idx="4">
                  <c:v>19.576</c:v>
                </c:pt>
                <c:pt idx="5">
                  <c:v>21.158</c:v>
                </c:pt>
                <c:pt idx="6">
                  <c:v>24.949</c:v>
                </c:pt>
                <c:pt idx="7">
                  <c:v>31.341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1.996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Volume and Root Lift</c:v>
                </c:pt>
                <c:pt idx="2">
                  <c:v>Texture and Separation</c:v>
                </c:pt>
                <c:pt idx="3">
                  <c:v>Heat Styling Support</c:v>
                </c:pt>
                <c:pt idx="4">
                  <c:v>Sleek Styling and Edg…</c:v>
                </c:pt>
                <c:pt idx="5">
                  <c:v>Smoothing and Frizz C…</c:v>
                </c:pt>
                <c:pt idx="6">
                  <c:v>Hold and Shape</c:v>
                </c:pt>
                <c:pt idx="7">
                  <c:v>Curl Definition</c:v>
                </c:pt>
              </c:strCache>
            </c:strRef>
          </c:cat>
          <c:val>
            <c:numRef>
              <c:f>Sheet1!$B$2:$B$9</c:f>
              <c:numCache>
                <c:formatCode>General</c:formatCode>
                <c:ptCount val="8"/>
                <c:pt idx="1">
                  <c:v>17.146</c:v>
                </c:pt>
                <c:pt idx="2">
                  <c:v>17.181</c:v>
                </c:pt>
                <c:pt idx="3">
                  <c:v>17.249</c:v>
                </c:pt>
                <c:pt idx="4">
                  <c:v>18.191</c:v>
                </c:pt>
                <c:pt idx="5">
                  <c:v>19.56</c:v>
                </c:pt>
                <c:pt idx="6">
                  <c:v>19.602</c:v>
                </c:pt>
                <c:pt idx="7">
                  <c:v>23.85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1.95900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Wavy Hair</c:v>
                </c:pt>
                <c:pt idx="4">
                  <c:v>Straight Hair</c:v>
                </c:pt>
                <c:pt idx="5">
                  <c:v>All Hair Types</c:v>
                </c:pt>
                <c:pt idx="6">
                  <c:v>Curly Hair</c:v>
                </c:pt>
                <c:pt idx="7">
                  <c:v>Coily Hair</c:v>
                </c:pt>
              </c:strCache>
            </c:strRef>
          </c:cat>
          <c:val>
            <c:numRef>
              <c:f>Sheet1!$B$2:$B$9</c:f>
              <c:numCache>
                <c:formatCode>General</c:formatCode>
                <c:ptCount val="8"/>
                <c:pt idx="3">
                  <c:v>23.634</c:v>
                </c:pt>
                <c:pt idx="4">
                  <c:v>24.711</c:v>
                </c:pt>
                <c:pt idx="5">
                  <c:v>25.989</c:v>
                </c:pt>
                <c:pt idx="6">
                  <c:v>28.279</c:v>
                </c:pt>
                <c:pt idx="7">
                  <c:v>30.166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0.4224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31.769000000000002</c:v>
                </c:pt>
                <c:pt idx="5">
                  <c:v>33.117000000000004</c:v>
                </c:pt>
                <c:pt idx="6">
                  <c:v>33.492999999999995</c:v>
                </c:pt>
                <c:pt idx="7">
                  <c:v>34.399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09466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132.777</c:v>
                </c:pt>
                <c:pt idx="2">
                  <c:v>141.50699999999998</c:v>
                </c:pt>
                <c:pt idx="3">
                  <c:v>146.37399999999997</c:v>
                </c:pt>
                <c:pt idx="4">
                  <c:v>155.74599999999998</c:v>
                </c:pt>
                <c:pt idx="5">
                  <c:v>171.08399999999997</c:v>
                </c:pt>
                <c:pt idx="6">
                  <c:v>188.37999999999997</c:v>
                </c:pt>
                <c:pt idx="7">
                  <c:v>200.50599999999997</c:v>
                </c:pt>
                <c:pt idx="8">
                  <c:v>220.313</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132.777</c:v>
                </c:pt>
                <c:pt idx="1">
                  <c:v>8.73</c:v>
                </c:pt>
                <c:pt idx="2">
                  <c:v>4.866999999999999</c:v>
                </c:pt>
                <c:pt idx="3">
                  <c:v>9.372</c:v>
                </c:pt>
                <c:pt idx="4">
                  <c:v>15.337999999999997</c:v>
                </c:pt>
                <c:pt idx="5">
                  <c:v>17.295999999999996</c:v>
                </c:pt>
                <c:pt idx="6">
                  <c:v>12.126</c:v>
                </c:pt>
                <c:pt idx="7">
                  <c:v>19.807000000000002</c:v>
                </c:pt>
                <c:pt idx="8">
                  <c:v>20.264</c:v>
                </c:pt>
                <c:pt idx="9">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8.73</c:v>
                </c:pt>
                <c:pt idx="2">
                  <c:v>13.597</c:v>
                </c:pt>
                <c:pt idx="3">
                  <c:v>22.969</c:v>
                </c:pt>
                <c:pt idx="4">
                  <c:v>38.307</c:v>
                </c:pt>
                <c:pt idx="5">
                  <c:v>55.602999999999994</c:v>
                </c:pt>
                <c:pt idx="6">
                  <c:v>67.729</c:v>
                </c:pt>
                <c:pt idx="7">
                  <c:v>87.536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8.73</c:v>
                </c:pt>
                <c:pt idx="1">
                  <c:v>4.866999999999999</c:v>
                </c:pt>
                <c:pt idx="2">
                  <c:v>9.372</c:v>
                </c:pt>
                <c:pt idx="3">
                  <c:v>15.337999999999997</c:v>
                </c:pt>
                <c:pt idx="4">
                  <c:v>17.295999999999996</c:v>
                </c:pt>
                <c:pt idx="5">
                  <c:v>12.126</c:v>
                </c:pt>
                <c:pt idx="6">
                  <c:v>19.807000000000002</c:v>
                </c:pt>
                <c:pt idx="7">
                  <c:v>20.264</c:v>
                </c:pt>
                <c:pt idx="8">
                  <c:v>107.79999999999998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132.778</c:v>
                </c:pt>
                <c:pt idx="2">
                  <c:v>155.79</c:v>
                </c:pt>
                <c:pt idx="3">
                  <c:v>182.47199999999998</c:v>
                </c:pt>
                <c:pt idx="4">
                  <c:v>205.97299999999998</c:v>
                </c:pt>
                <c:pt idx="5">
                  <c:v>225.70799999999997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132.778</c:v>
                </c:pt>
                <c:pt idx="1">
                  <c:v>23.012</c:v>
                </c:pt>
                <c:pt idx="2">
                  <c:v>26.682</c:v>
                </c:pt>
                <c:pt idx="3">
                  <c:v>23.500999999999998</c:v>
                </c:pt>
                <c:pt idx="4">
                  <c:v>19.735</c:v>
                </c:pt>
                <c:pt idx="5">
                  <c:v>14.870000000000001</c:v>
                </c:pt>
                <c:pt idx="6">
                  <c:v>240.578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23.012</c:v>
                </c:pt>
                <c:pt idx="2">
                  <c:v>49.694</c:v>
                </c:pt>
                <c:pt idx="3">
                  <c:v>73.195</c:v>
                </c:pt>
                <c:pt idx="4">
                  <c:v>92.92999999999999</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23.012</c:v>
                </c:pt>
                <c:pt idx="1">
                  <c:v>26.682</c:v>
                </c:pt>
                <c:pt idx="2">
                  <c:v>23.500999999999998</c:v>
                </c:pt>
                <c:pt idx="3">
                  <c:v>19.735</c:v>
                </c:pt>
                <c:pt idx="4">
                  <c:v>14.870000000000001</c:v>
                </c:pt>
                <c:pt idx="5">
                  <c:v>107.8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132.778</c:v>
                </c:pt>
                <c:pt idx="2">
                  <c:v>166.589</c:v>
                </c:pt>
                <c:pt idx="3">
                  <c:v>197.56400000000002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132.778</c:v>
                </c:pt>
                <c:pt idx="1">
                  <c:v>33.811</c:v>
                </c:pt>
                <c:pt idx="2">
                  <c:v>30.97500000000001</c:v>
                </c:pt>
                <c:pt idx="3">
                  <c:v>43.013000000000005</c:v>
                </c:pt>
                <c:pt idx="4">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33.811</c:v>
                </c:pt>
                <c:pt idx="2">
                  <c:v>64.786</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33.811</c:v>
                </c:pt>
                <c:pt idx="1">
                  <c:v>30.97500000000001</c:v>
                </c:pt>
                <c:pt idx="2">
                  <c:v>43.013000000000005</c:v>
                </c:pt>
                <c:pt idx="3">
                  <c:v>107.799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132.77800000000002</c:v>
                </c:pt>
                <c:pt idx="2">
                  <c:v>150.95000000000002</c:v>
                </c:pt>
                <c:pt idx="3">
                  <c:v>168.669</c:v>
                </c:pt>
                <c:pt idx="4">
                  <c:v>188.393</c:v>
                </c:pt>
                <c:pt idx="5">
                  <c:v>201.643</c:v>
                </c:pt>
                <c:pt idx="6">
                  <c:v>224.666</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132.77800000000002</c:v>
                </c:pt>
                <c:pt idx="1">
                  <c:v>18.171999999999997</c:v>
                </c:pt>
                <c:pt idx="2">
                  <c:v>17.719</c:v>
                </c:pt>
                <c:pt idx="3">
                  <c:v>19.724</c:v>
                </c:pt>
                <c:pt idx="4">
                  <c:v>13.25</c:v>
                </c:pt>
                <c:pt idx="5">
                  <c:v>23.022999999999996</c:v>
                </c:pt>
                <c:pt idx="6">
                  <c:v>15.910999999999998</c:v>
                </c:pt>
                <c:pt idx="7">
                  <c:v>240.577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18.171999999999997</c:v>
                </c:pt>
                <c:pt idx="2">
                  <c:v>35.891</c:v>
                </c:pt>
                <c:pt idx="3">
                  <c:v>55.614999999999995</c:v>
                </c:pt>
                <c:pt idx="4">
                  <c:v>68.865</c:v>
                </c:pt>
                <c:pt idx="5">
                  <c:v>91.88799999999999</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18.171999999999997</c:v>
                </c:pt>
                <c:pt idx="1">
                  <c:v>17.719</c:v>
                </c:pt>
                <c:pt idx="2">
                  <c:v>19.724</c:v>
                </c:pt>
                <c:pt idx="3">
                  <c:v>13.25</c:v>
                </c:pt>
                <c:pt idx="4">
                  <c:v>23.022999999999996</c:v>
                </c:pt>
                <c:pt idx="5">
                  <c:v>15.910999999999998</c:v>
                </c:pt>
                <c:pt idx="6">
                  <c:v>107.79899999999999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132.779</c:v>
                </c:pt>
                <c:pt idx="2">
                  <c:v>143.433</c:v>
                </c:pt>
                <c:pt idx="3">
                  <c:v>169.195</c:v>
                </c:pt>
                <c:pt idx="4">
                  <c:v>181.19</c:v>
                </c:pt>
                <c:pt idx="5">
                  <c:v>194.733</c:v>
                </c:pt>
                <c:pt idx="6">
                  <c:v>212.328</c:v>
                </c:pt>
                <c:pt idx="7">
                  <c:v>223.697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132.779</c:v>
                </c:pt>
                <c:pt idx="1">
                  <c:v>10.654</c:v>
                </c:pt>
                <c:pt idx="2">
                  <c:v>25.762</c:v>
                </c:pt>
                <c:pt idx="3">
                  <c:v>11.994999999999997</c:v>
                </c:pt>
                <c:pt idx="4">
                  <c:v>13.543</c:v>
                </c:pt>
                <c:pt idx="5">
                  <c:v>17.595000000000002</c:v>
                </c:pt>
                <c:pt idx="6">
                  <c:v>11.369</c:v>
                </c:pt>
                <c:pt idx="7">
                  <c:v>16.879</c:v>
                </c:pt>
                <c:pt idx="8">
                  <c:v>240.57599999999996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10.654</c:v>
                </c:pt>
                <c:pt idx="2">
                  <c:v>36.416</c:v>
                </c:pt>
                <c:pt idx="3">
                  <c:v>48.410999999999994</c:v>
                </c:pt>
                <c:pt idx="4">
                  <c:v>61.95399999999999</c:v>
                </c:pt>
                <c:pt idx="5">
                  <c:v>79.54899999999999</c:v>
                </c:pt>
                <c:pt idx="6">
                  <c:v>90.91799999999999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10.654</c:v>
                </c:pt>
                <c:pt idx="1">
                  <c:v>25.762</c:v>
                </c:pt>
                <c:pt idx="2">
                  <c:v>11.994999999999997</c:v>
                </c:pt>
                <c:pt idx="3">
                  <c:v>13.543</c:v>
                </c:pt>
                <c:pt idx="4">
                  <c:v>17.595000000000002</c:v>
                </c:pt>
                <c:pt idx="5">
                  <c:v>11.369</c:v>
                </c:pt>
                <c:pt idx="6">
                  <c:v>16.879</c:v>
                </c:pt>
                <c:pt idx="7">
                  <c:v>107.797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132.779</c:v>
                </c:pt>
                <c:pt idx="2">
                  <c:v>148.221</c:v>
                </c:pt>
                <c:pt idx="3">
                  <c:v>166.844</c:v>
                </c:pt>
                <c:pt idx="4">
                  <c:v>192.418</c:v>
                </c:pt>
                <c:pt idx="5">
                  <c:v>222.184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132.779</c:v>
                </c:pt>
                <c:pt idx="1">
                  <c:v>15.442</c:v>
                </c:pt>
                <c:pt idx="2">
                  <c:v>18.622999999999998</c:v>
                </c:pt>
                <c:pt idx="3">
                  <c:v>25.574</c:v>
                </c:pt>
                <c:pt idx="4">
                  <c:v>29.766000000000002</c:v>
                </c:pt>
                <c:pt idx="5">
                  <c:v>18.394000000000002</c:v>
                </c:pt>
                <c:pt idx="6">
                  <c:v>240.578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15.442</c:v>
                </c:pt>
                <c:pt idx="2">
                  <c:v>34.065</c:v>
                </c:pt>
                <c:pt idx="3">
                  <c:v>59.638999999999996</c:v>
                </c:pt>
                <c:pt idx="4">
                  <c:v>89.405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15.442</c:v>
                </c:pt>
                <c:pt idx="1">
                  <c:v>18.622999999999998</c:v>
                </c:pt>
                <c:pt idx="2">
                  <c:v>25.574</c:v>
                </c:pt>
                <c:pt idx="3">
                  <c:v>29.766000000000002</c:v>
                </c:pt>
                <c:pt idx="4">
                  <c:v>18.394000000000002</c:v>
                </c:pt>
                <c:pt idx="5">
                  <c:v>107.799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132.778</c:v>
                </c:pt>
                <c:pt idx="2">
                  <c:v>154.192</c:v>
                </c:pt>
                <c:pt idx="3">
                  <c:v>184.30200000000002</c:v>
                </c:pt>
                <c:pt idx="4">
                  <c:v>209.109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132.778</c:v>
                </c:pt>
                <c:pt idx="1">
                  <c:v>21.414</c:v>
                </c:pt>
                <c:pt idx="2">
                  <c:v>30.110000000000007</c:v>
                </c:pt>
                <c:pt idx="3">
                  <c:v>24.806999999999995</c:v>
                </c:pt>
                <c:pt idx="4">
                  <c:v>31.466999999999995</c:v>
                </c:pt>
                <c:pt idx="5">
                  <c:v>240.576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21.414</c:v>
                </c:pt>
                <c:pt idx="2">
                  <c:v>51.52400000000001</c:v>
                </c:pt>
                <c:pt idx="3">
                  <c:v>76.331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21.414</c:v>
                </c:pt>
                <c:pt idx="1">
                  <c:v>30.110000000000007</c:v>
                </c:pt>
                <c:pt idx="2">
                  <c:v>24.806999999999995</c:v>
                </c:pt>
                <c:pt idx="3">
                  <c:v>31.466999999999995</c:v>
                </c:pt>
                <c:pt idx="4">
                  <c:v>107.798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(Mn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114.66900000000001</c:v>
                </c:pt>
                <c:pt idx="1">
                  <c:v>120.736</c:v>
                </c:pt>
                <c:pt idx="2">
                  <c:v>127.089</c:v>
                </c:pt>
                <c:pt idx="3">
                  <c:v>133.724</c:v>
                </c:pt>
                <c:pt idx="4">
                  <c:v>140.804</c:v>
                </c:pt>
                <c:pt idx="5">
                  <c:v>148.72</c:v>
                </c:pt>
                <c:pt idx="6">
                  <c:v>157.65200000000002</c:v>
                </c:pt>
                <c:pt idx="7">
                  <c:v>167.779</c:v>
                </c:pt>
                <c:pt idx="8">
                  <c:v>179.188</c:v>
                </c:pt>
                <c:pt idx="9">
                  <c:v>191.862</c:v>
                </c:pt>
                <c:pt idx="10">
                  <c:v>205.71499999999997</c:v>
                </c:pt>
                <c:pt idx="11">
                  <c:v>220.71800000000002</c:v>
                </c:pt>
                <c:pt idx="12">
                  <c:v>236.75100000000003</c:v>
                </c:pt>
                <c:pt idx="13">
                  <c:v>253.74899999999997</c:v>
                </c:pt>
                <c:pt idx="14">
                  <c:v>271.516</c:v>
                </c:pt>
                <c:pt idx="15">
                  <c:v>290.056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MEA</c:v>
                </c:pt>
              </c:strCache>
            </c:strRef>
          </c:cat>
          <c:val>
            <c:numRef>
              <c:f>Sheet1!$B$2:$B$4</c:f>
              <c:numCache>
                <c:formatCode>General</c:formatCode>
                <c:ptCount val="3"/>
                <c:pt idx="0">
                  <c:v>0.05245930274733035</c:v>
                </c:pt>
                <c:pt idx="1">
                  <c:v>0.06040785576190855</c:v>
                </c:pt>
                <c:pt idx="2">
                  <c:v>0.0690825667561179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32614651207591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148.72</c:v>
                </c:pt>
                <c:pt idx="2">
                  <c:v>157.65200000000002</c:v>
                </c:pt>
                <c:pt idx="3">
                  <c:v>167.779</c:v>
                </c:pt>
                <c:pt idx="4">
                  <c:v>179.188</c:v>
                </c:pt>
                <c:pt idx="5">
                  <c:v>191.862</c:v>
                </c:pt>
                <c:pt idx="6">
                  <c:v>205.71499999999997</c:v>
                </c:pt>
                <c:pt idx="7">
                  <c:v>220.71800000000002</c:v>
                </c:pt>
                <c:pt idx="8">
                  <c:v>236.75100000000003</c:v>
                </c:pt>
                <c:pt idx="9">
                  <c:v>253.74899999999997</c:v>
                </c:pt>
                <c:pt idx="10">
                  <c:v>271.516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148.72</c:v>
                </c:pt>
                <c:pt idx="1">
                  <c:v>8.932000000000016</c:v>
                </c:pt>
                <c:pt idx="2">
                  <c:v>10.126999999999981</c:v>
                </c:pt>
                <c:pt idx="3">
                  <c:v>11.408999999999992</c:v>
                </c:pt>
                <c:pt idx="4">
                  <c:v>12.674000000000007</c:v>
                </c:pt>
                <c:pt idx="5">
                  <c:v>13.85299999999998</c:v>
                </c:pt>
                <c:pt idx="6">
                  <c:v>15.003000000000043</c:v>
                </c:pt>
                <c:pt idx="7">
                  <c:v>16.033000000000015</c:v>
                </c:pt>
                <c:pt idx="8">
                  <c:v>16.997999999999934</c:v>
                </c:pt>
                <c:pt idx="9">
                  <c:v>17.767000000000053</c:v>
                </c:pt>
                <c:pt idx="10">
                  <c:v>18.539999999999964</c:v>
                </c:pt>
                <c:pt idx="11">
                  <c:v>290.056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25.583375622511028</c:v>
                </c:pt>
                <c:pt idx="1">
                  <c:v>1.8798603402304523</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74.41662437748897</c:v>
                </c:pt>
                <c:pt idx="1">
                  <c:v>98.12013965976955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139.75300000000001</c:v>
                </c:pt>
                <c:pt idx="1">
                  <c:v>147.915</c:v>
                </c:pt>
                <c:pt idx="2">
                  <c:v>156.55</c:v>
                </c:pt>
                <c:pt idx="3">
                  <c:v>165.74599999999998</c:v>
                </c:pt>
                <c:pt idx="4">
                  <c:v>175.635</c:v>
                </c:pt>
                <c:pt idx="5">
                  <c:v>187.50600000000003</c:v>
                </c:pt>
                <c:pt idx="6">
                  <c:v>201.14100000000002</c:v>
                </c:pt>
                <c:pt idx="7">
                  <c:v>216.813</c:v>
                </c:pt>
                <c:pt idx="8">
                  <c:v>234.843</c:v>
                </c:pt>
                <c:pt idx="9">
                  <c:v>255.39600000000002</c:v>
                </c:pt>
                <c:pt idx="10">
                  <c:v>278.46000000000004</c:v>
                </c:pt>
                <c:pt idx="11">
                  <c:v>304.204</c:v>
                </c:pt>
                <c:pt idx="12">
                  <c:v>332.575</c:v>
                </c:pt>
                <c:pt idx="13">
                  <c:v>363.58500000000004</c:v>
                </c:pt>
                <c:pt idx="14">
                  <c:v>397.244</c:v>
                </c:pt>
                <c:pt idx="15">
                  <c:v>433.714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Middle East &amp; Africa</c:v>
                </c:pt>
                <c:pt idx="2">
                  <c:v>Rest of MEA</c:v>
                </c:pt>
              </c:strCache>
            </c:strRef>
          </c:cat>
          <c:val>
            <c:numRef>
              <c:f>Sheet1!$B$2:$B$4</c:f>
              <c:numCache>
                <c:formatCode>General</c:formatCode>
                <c:ptCount val="3"/>
                <c:pt idx="0">
                  <c:v>0.06658666629421717</c:v>
                </c:pt>
                <c:pt idx="1">
                  <c:v>0.07540738186272966</c:v>
                </c:pt>
                <c:pt idx="2">
                  <c:v>0.08747386181585703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80897134514070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187.50600000000003</c:v>
                </c:pt>
                <c:pt idx="2">
                  <c:v>201.14100000000002</c:v>
                </c:pt>
                <c:pt idx="3">
                  <c:v>216.813</c:v>
                </c:pt>
                <c:pt idx="4">
                  <c:v>234.843</c:v>
                </c:pt>
                <c:pt idx="5">
                  <c:v>255.39600000000002</c:v>
                </c:pt>
                <c:pt idx="6">
                  <c:v>278.46000000000004</c:v>
                </c:pt>
                <c:pt idx="7">
                  <c:v>304.204</c:v>
                </c:pt>
                <c:pt idx="8">
                  <c:v>332.575</c:v>
                </c:pt>
                <c:pt idx="9">
                  <c:v>363.58500000000004</c:v>
                </c:pt>
                <c:pt idx="10">
                  <c:v>397.244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187.50600000000003</c:v>
                </c:pt>
                <c:pt idx="1">
                  <c:v>13.634999999999991</c:v>
                </c:pt>
                <c:pt idx="2">
                  <c:v>15.671999999999969</c:v>
                </c:pt>
                <c:pt idx="3">
                  <c:v>18.03</c:v>
                </c:pt>
                <c:pt idx="4">
                  <c:v>20.553000000000026</c:v>
                </c:pt>
                <c:pt idx="5">
                  <c:v>23.06400000000002</c:v>
                </c:pt>
                <c:pt idx="6">
                  <c:v>25.74399999999997</c:v>
                </c:pt>
                <c:pt idx="7">
                  <c:v>28.37099999999998</c:v>
                </c:pt>
                <c:pt idx="8">
                  <c:v>31.010000000000048</c:v>
                </c:pt>
                <c:pt idx="9">
                  <c:v>33.65899999999999</c:v>
                </c:pt>
                <c:pt idx="10">
                  <c:v>36.46999999999997</c:v>
                </c:pt>
                <c:pt idx="11">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MEA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Sheet1!$B$2:$B$3</c:f>
              <c:numCache>
                <c:formatCode>General</c:formatCode>
                <c:ptCount val="2"/>
                <c:pt idx="0">
                  <c:v>18.281550264854626</c:v>
                </c:pt>
                <c:pt idx="1">
                  <c:v>1.1641730773815675</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Middle East &amp; Africa</c:v>
                </c:pt>
                <c:pt idx="1">
                  <c:v>Share of Global</c:v>
                </c:pt>
              </c:strCache>
            </c:strRef>
          </c:cat>
          <c:val>
            <c:numRef>
              <c:f>Sheet1!$C$2:$C$3</c:f>
              <c:numCache>
                <c:formatCode>General</c:formatCode>
                <c:ptCount val="2"/>
                <c:pt idx="0">
                  <c:v>81.71844973514537</c:v>
                </c:pt>
                <c:pt idx="1">
                  <c:v>98.83582692261844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89BAD7"/>
              </a:solidFill>
            </c:spPr>
          </c:dPt>
          <c:dPt>
            <c:idx val="2"/>
            <c:spPr>
              <a:solidFill>
                <a:srgbClr val="75AED0"/>
              </a:solidFill>
            </c:spPr>
          </c:dPt>
          <c:dPt>
            <c:idx val="3"/>
            <c:spPr>
              <a:solidFill>
                <a:srgbClr val="60A2C9"/>
              </a:solidFill>
            </c:spPr>
          </c:dPt>
          <c:dPt>
            <c:idx val="4"/>
            <c:spPr>
              <a:solidFill>
                <a:srgbClr val="4B96C2"/>
              </a:solidFill>
            </c:spPr>
          </c:dPt>
          <c:dPt>
            <c:idx val="5"/>
            <c:spPr>
              <a:solidFill>
                <a:srgbClr val="378ABB"/>
              </a:solidFill>
            </c:spPr>
          </c:dPt>
          <c:dPt>
            <c:idx val="6"/>
            <c:spPr>
              <a:solidFill>
                <a:srgbClr val="227EB4"/>
              </a:solidFill>
            </c:spPr>
          </c:dPt>
          <c:dPt>
            <c:idx val="7"/>
            <c:spPr>
              <a:solidFill>
                <a:srgbClr val="0E72AE"/>
              </a:solidFill>
            </c:spPr>
          </c:dPt>
          <c:cat>
            <c:strRef>
              <c:f>Sheet1!$A$2:$A$9</c:f>
              <c:strCache>
                <c:ptCount val="8"/>
                <c:pt idx="0">
                  <c:v>Mousses and Foams</c:v>
                </c:pt>
                <c:pt idx="1">
                  <c:v>Sprays and Mists</c:v>
                </c:pt>
                <c:pt idx="2">
                  <c:v>Powders</c:v>
                </c:pt>
                <c:pt idx="3">
                  <c:v>Gels and Jellies</c:v>
                </c:pt>
                <c:pt idx="4">
                  <c:v>Sticks and Balms</c:v>
                </c:pt>
                <c:pt idx="5">
                  <c:v>Creams and Lotions</c:v>
                </c:pt>
                <c:pt idx="6">
                  <c:v>Serums and Oils</c:v>
                </c:pt>
                <c:pt idx="7">
                  <c:v>Waxes, Clays, Pastes…</c:v>
                </c:pt>
              </c:strCache>
            </c:strRef>
          </c:cat>
          <c:val>
            <c:numRef>
              <c:f>Sheet1!$B$2:$B$9</c:f>
              <c:numCache>
                <c:formatCode>General</c:formatCode>
                <c:ptCount val="8"/>
                <c:pt idx="0">
                  <c:v>13.132</c:v>
                </c:pt>
                <c:pt idx="1">
                  <c:v>17.489</c:v>
                </c:pt>
                <c:pt idx="2">
                  <c:v>18.091</c:v>
                </c:pt>
                <c:pt idx="3">
                  <c:v>22.79</c:v>
                </c:pt>
                <c:pt idx="4">
                  <c:v>23.554</c:v>
                </c:pt>
                <c:pt idx="5">
                  <c:v>25.788</c:v>
                </c:pt>
                <c:pt idx="6">
                  <c:v>32.197</c:v>
                </c:pt>
                <c:pt idx="7">
                  <c:v>34.465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6.1831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9DABB6"/>
              </a:solidFill>
            </c:spPr>
          </c:dPt>
          <c:dPt>
            <c:idx val="4"/>
            <c:spPr>
              <a:solidFill>
                <a:srgbClr val="788C9B"/>
              </a:solidFill>
            </c:spPr>
          </c:dPt>
          <c:dPt>
            <c:idx val="5"/>
            <c:spPr>
              <a:solidFill>
                <a:srgbClr val="546C80"/>
              </a:solidFill>
            </c:spPr>
          </c:dPt>
          <c:dPt>
            <c:idx val="6"/>
            <c:spPr>
              <a:solidFill>
                <a:srgbClr val="2F4D65"/>
              </a:solidFill>
            </c:spPr>
          </c:dPt>
          <c:dPt>
            <c:idx val="7"/>
            <c:spPr>
              <a:solidFill>
                <a:srgbClr val="0B2E4A"/>
              </a:solidFill>
            </c:spPr>
          </c:dPt>
          <c:cat>
            <c:strRef>
              <c:f>Sheet1!$A$2:$A$9</c:f>
              <c:strCache>
                <c:ptCount val="8"/>
                <c:pt idx="0">
                  <c:v> </c:v>
                </c:pt>
                <c:pt idx="1">
                  <c:v>  </c:v>
                </c:pt>
                <c:pt idx="2">
                  <c:v>   </c:v>
                </c:pt>
                <c:pt idx="3">
                  <c:v>Extra-strong Hold</c:v>
                </c:pt>
                <c:pt idx="4">
                  <c:v>No Hold</c:v>
                </c:pt>
                <c:pt idx="5">
                  <c:v>Light or Flexible Hold</c:v>
                </c:pt>
                <c:pt idx="6">
                  <c:v>Strong Hold</c:v>
                </c:pt>
                <c:pt idx="7">
                  <c:v>Medium Hold</c:v>
                </c:pt>
              </c:strCache>
            </c:strRef>
          </c:cat>
          <c:val>
            <c:numRef>
              <c:f>Sheet1!$B$2:$B$9</c:f>
              <c:numCache>
                <c:formatCode>General</c:formatCode>
                <c:ptCount val="8"/>
                <c:pt idx="3">
                  <c:v>33.222</c:v>
                </c:pt>
                <c:pt idx="4">
                  <c:v>35.468</c:v>
                </c:pt>
                <c:pt idx="5">
                  <c:v>37.813</c:v>
                </c:pt>
                <c:pt idx="6">
                  <c:v>39.322</c:v>
                </c:pt>
                <c:pt idx="7">
                  <c:v>41.681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5.8525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9A76D4"/>
              </a:solidFill>
            </c:spPr>
          </c:dPt>
          <c:dPt>
            <c:idx val="7"/>
            <c:spPr>
              <a:solidFill>
                <a:srgbClr val="6F3CC2"/>
              </a:solidFill>
            </c:spPr>
          </c:dPt>
          <c:cat>
            <c:strRef>
              <c:f>Sheet1!$A$2:$A$9</c:f>
              <c:strCache>
                <c:ptCount val="8"/>
                <c:pt idx="0">
                  <c:v> </c:v>
                </c:pt>
                <c:pt idx="1">
                  <c:v>  </c:v>
                </c:pt>
                <c:pt idx="2">
                  <c:v>   </c:v>
                </c:pt>
                <c:pt idx="3">
                  <c:v>    </c:v>
                </c:pt>
                <c:pt idx="4">
                  <c:v>     </c:v>
                </c:pt>
                <c:pt idx="5">
                  <c:v>Glossy or Wet-look</c:v>
                </c:pt>
                <c:pt idx="6">
                  <c:v>Matte</c:v>
                </c:pt>
                <c:pt idx="7">
                  <c:v>Natural</c:v>
                </c:pt>
              </c:strCache>
            </c:strRef>
          </c:cat>
          <c:val>
            <c:numRef>
              <c:f>Sheet1!$B$2:$B$9</c:f>
              <c:numCache>
                <c:formatCode>General</c:formatCode>
                <c:ptCount val="8"/>
                <c:pt idx="5">
                  <c:v>60.913</c:v>
                </c:pt>
                <c:pt idx="6">
                  <c:v>62.432</c:v>
                </c:pt>
                <c:pt idx="7">
                  <c:v>64.161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85.9757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CFA584"/>
              </a:solidFill>
            </c:spPr>
          </c:dPt>
          <c:dPt>
            <c:idx val="4"/>
            <c:spPr>
              <a:solidFill>
                <a:srgbClr val="C49067"/>
              </a:solidFill>
            </c:spPr>
          </c:dPt>
          <c:dPt>
            <c:idx val="5"/>
            <c:spPr>
              <a:solidFill>
                <a:srgbClr val="B97C4B"/>
              </a:solidFill>
            </c:spPr>
          </c:dPt>
          <c:dPt>
            <c:idx val="6"/>
            <c:spPr>
              <a:solidFill>
                <a:srgbClr val="AE672F"/>
              </a:solidFill>
            </c:spPr>
          </c:dPt>
          <c:dPt>
            <c:idx val="7"/>
            <c:spPr>
              <a:solidFill>
                <a:srgbClr val="A35313"/>
              </a:solidFill>
            </c:spPr>
          </c:dPt>
          <c:cat>
            <c:strRef>
              <c:f>Sheet1!$A$2:$A$9</c:f>
              <c:strCache>
                <c:ptCount val="8"/>
                <c:pt idx="0">
                  <c:v> </c:v>
                </c:pt>
                <c:pt idx="1">
                  <c:v>  </c:v>
                </c:pt>
                <c:pt idx="2">
                  <c:v>Brand-owned Online St…</c:v>
                </c:pt>
                <c:pt idx="3">
                  <c:v>Pharmacies and Drugst…</c:v>
                </c:pt>
                <c:pt idx="4">
                  <c:v>Beauty Specialty Reta…</c:v>
                </c:pt>
                <c:pt idx="5">
                  <c:v>Online Marketplaces</c:v>
                </c:pt>
                <c:pt idx="6">
                  <c:v>Salon and Professiona…</c:v>
                </c:pt>
                <c:pt idx="7">
                  <c:v>Mass Retail</c:v>
                </c:pt>
              </c:strCache>
            </c:strRef>
          </c:cat>
          <c:val>
            <c:numRef>
              <c:f>Sheet1!$B$2:$B$9</c:f>
              <c:numCache>
                <c:formatCode>General</c:formatCode>
                <c:ptCount val="8"/>
                <c:pt idx="2">
                  <c:v>22.143</c:v>
                </c:pt>
                <c:pt idx="3">
                  <c:v>27.245</c:v>
                </c:pt>
                <c:pt idx="4">
                  <c:v>27.673</c:v>
                </c:pt>
                <c:pt idx="5">
                  <c:v>29.04</c:v>
                </c:pt>
                <c:pt idx="6">
                  <c:v>30.824</c:v>
                </c:pt>
                <c:pt idx="7">
                  <c:v>50.58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7.77720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D3B77F"/>
              </a:solidFill>
            </c:spPr>
          </c:dPt>
          <c:dPt>
            <c:idx val="3"/>
            <c:spPr>
              <a:solidFill>
                <a:srgbClr val="CAA865"/>
              </a:solidFill>
            </c:spPr>
          </c:dPt>
          <c:dPt>
            <c:idx val="4"/>
            <c:spPr>
              <a:solidFill>
                <a:srgbClr val="C29A4C"/>
              </a:solidFill>
            </c:spPr>
          </c:dPt>
          <c:dPt>
            <c:idx val="5"/>
            <c:spPr>
              <a:solidFill>
                <a:srgbClr val="B98B32"/>
              </a:solidFill>
            </c:spPr>
          </c:dPt>
          <c:dPt>
            <c:idx val="6"/>
            <c:spPr>
              <a:solidFill>
                <a:srgbClr val="B07D19"/>
              </a:solidFill>
            </c:spPr>
          </c:dPt>
          <c:dPt>
            <c:idx val="7"/>
            <c:spPr>
              <a:solidFill>
                <a:srgbClr val="A86F00"/>
              </a:solidFill>
            </c:spPr>
          </c:dPt>
          <c:cat>
            <c:strRef>
              <c:f>Sheet1!$A$2:$A$9</c:f>
              <c:strCache>
                <c:ptCount val="8"/>
                <c:pt idx="0">
                  <c:v> </c:v>
                </c:pt>
                <c:pt idx="1">
                  <c:v>Sleek Styling and Edg…</c:v>
                </c:pt>
                <c:pt idx="2">
                  <c:v>Volume and Root Lift</c:v>
                </c:pt>
                <c:pt idx="3">
                  <c:v>Texture and Separation</c:v>
                </c:pt>
                <c:pt idx="4">
                  <c:v>Heat Styling Support</c:v>
                </c:pt>
                <c:pt idx="5">
                  <c:v>Smoothing and Frizz C…</c:v>
                </c:pt>
                <c:pt idx="6">
                  <c:v>Hold and Shape</c:v>
                </c:pt>
                <c:pt idx="7">
                  <c:v>Curl Definition</c:v>
                </c:pt>
              </c:strCache>
            </c:strRef>
          </c:cat>
          <c:val>
            <c:numRef>
              <c:f>Sheet1!$B$2:$B$9</c:f>
              <c:numCache>
                <c:formatCode>General</c:formatCode>
                <c:ptCount val="8"/>
                <c:pt idx="1">
                  <c:v>24.771</c:v>
                </c:pt>
                <c:pt idx="2">
                  <c:v>24.851</c:v>
                </c:pt>
                <c:pt idx="3">
                  <c:v>24.864</c:v>
                </c:pt>
                <c:pt idx="4">
                  <c:v>24.909</c:v>
                </c:pt>
                <c:pt idx="5">
                  <c:v>28.058</c:v>
                </c:pt>
                <c:pt idx="6">
                  <c:v>28.123</c:v>
                </c:pt>
                <c:pt idx="7">
                  <c:v>31.93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78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E59999"/>
              </a:solidFill>
            </c:spPr>
          </c:dPt>
          <c:dPt>
            <c:idx val="4"/>
            <c:spPr>
              <a:solidFill>
                <a:srgbClr val="DC7272"/>
              </a:solidFill>
            </c:spPr>
          </c:dPt>
          <c:dPt>
            <c:idx val="5"/>
            <c:spPr>
              <a:solidFill>
                <a:srgbClr val="D24C4C"/>
              </a:solidFill>
            </c:spPr>
          </c:dPt>
          <c:dPt>
            <c:idx val="6"/>
            <c:spPr>
              <a:solidFill>
                <a:srgbClr val="C92626"/>
              </a:solidFill>
            </c:spPr>
          </c:dPt>
          <c:dPt>
            <c:idx val="7"/>
            <c:spPr>
              <a:solidFill>
                <a:srgbClr val="C00000"/>
              </a:solidFill>
            </c:spPr>
          </c:dPt>
          <c:cat>
            <c:strRef>
              <c:f>Sheet1!$A$2:$A$9</c:f>
              <c:strCache>
                <c:ptCount val="8"/>
                <c:pt idx="0">
                  <c:v> </c:v>
                </c:pt>
                <c:pt idx="1">
                  <c:v>  </c:v>
                </c:pt>
                <c:pt idx="2">
                  <c:v>   </c:v>
                </c:pt>
                <c:pt idx="3">
                  <c:v>Curly Hair</c:v>
                </c:pt>
                <c:pt idx="4">
                  <c:v>Wavy Hair</c:v>
                </c:pt>
                <c:pt idx="5">
                  <c:v>Straight Hair</c:v>
                </c:pt>
                <c:pt idx="6">
                  <c:v>All Hair Types</c:v>
                </c:pt>
                <c:pt idx="7">
                  <c:v>Coily Hair</c:v>
                </c:pt>
              </c:strCache>
            </c:strRef>
          </c:cat>
          <c:val>
            <c:numRef>
              <c:f>Sheet1!$B$2:$B$9</c:f>
              <c:numCache>
                <c:formatCode>General</c:formatCode>
                <c:ptCount val="8"/>
                <c:pt idx="3">
                  <c:v>33.243</c:v>
                </c:pt>
                <c:pt idx="4">
                  <c:v>35.538</c:v>
                </c:pt>
                <c:pt idx="5">
                  <c:v>37.021</c:v>
                </c:pt>
                <c:pt idx="6">
                  <c:v>38.618</c:v>
                </c:pt>
                <c:pt idx="7">
                  <c:v>43.086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7.735240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4C9CF"/>
              </a:solidFill>
            </c:spPr>
          </c:dPt>
          <c:dPt>
            <c:idx val="5"/>
            <c:spPr>
              <a:solidFill>
                <a:srgbClr val="A6AFB8"/>
              </a:solidFill>
            </c:spPr>
          </c:dPt>
          <c:dPt>
            <c:idx val="6"/>
            <c:spPr>
              <a:solidFill>
                <a:srgbClr val="8994A0"/>
              </a:solidFill>
            </c:spPr>
          </c:dPt>
          <c:dPt>
            <c:idx val="7"/>
            <c:spPr>
              <a:solidFill>
                <a:srgbClr val="6C7A89"/>
              </a:solidFill>
            </c:spPr>
          </c:dPt>
          <c:cat>
            <c:strRef>
              <c:f>Sheet1!$A$2:$A$9</c:f>
              <c:strCache>
                <c:ptCount val="8"/>
                <c:pt idx="0">
                  <c:v> </c:v>
                </c:pt>
                <c:pt idx="1">
                  <c:v>  </c:v>
                </c:pt>
                <c:pt idx="2">
                  <c:v>   </c:v>
                </c:pt>
                <c:pt idx="3">
                  <c:v>    </c:v>
                </c:pt>
                <c:pt idx="4">
                  <c:v>Waxes and Structuring…</c:v>
                </c:pt>
                <c:pt idx="5">
                  <c:v>Conditioning and Smoo…</c:v>
                </c:pt>
                <c:pt idx="6">
                  <c:v>Texture and Volume Ad…</c:v>
                </c:pt>
                <c:pt idx="7">
                  <c:v>Film-forming and Fixa…</c:v>
                </c:pt>
              </c:strCache>
            </c:strRef>
          </c:cat>
          <c:val>
            <c:numRef>
              <c:f>Sheet1!$B$2:$B$9</c:f>
              <c:numCache>
                <c:formatCode>General</c:formatCode>
                <c:ptCount val="8"/>
                <c:pt idx="4">
                  <c:v>44.932</c:v>
                </c:pt>
                <c:pt idx="5">
                  <c:v>46.751000000000005</c:v>
                </c:pt>
                <c:pt idx="6">
                  <c:v>47.041000000000004</c:v>
                </c:pt>
                <c:pt idx="7">
                  <c:v>48.783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369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Sheet1!$B$2:$B$11</c:f>
              <c:numCache>
                <c:formatCode>General</c:formatCode>
                <c:ptCount val="10"/>
                <c:pt idx="0">
                  <c:v>0.0</c:v>
                </c:pt>
                <c:pt idx="1">
                  <c:v>187.50600000000003</c:v>
                </c:pt>
                <c:pt idx="2">
                  <c:v>201.74000000000004</c:v>
                </c:pt>
                <c:pt idx="3">
                  <c:v>215.60500000000005</c:v>
                </c:pt>
                <c:pt idx="4">
                  <c:v>242.96900000000005</c:v>
                </c:pt>
                <c:pt idx="5">
                  <c:v>276.55400000000003</c:v>
                </c:pt>
                <c:pt idx="6">
                  <c:v>322.696</c:v>
                </c:pt>
                <c:pt idx="7">
                  <c:v>346.971</c:v>
                </c:pt>
                <c:pt idx="8">
                  <c:v>396.322</c:v>
                </c:pt>
                <c:pt idx="9">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Sheet1!$A$2:$A$11</c:f>
              <c:strCache>
                <c:ptCount val="10"/>
                <c:pt idx="0">
                  <c:v>2026</c:v>
                </c:pt>
                <c:pt idx="1">
                  <c:v>Sprays and Mists</c:v>
                </c:pt>
                <c:pt idx="2">
                  <c:v>Mousses and Foams</c:v>
                </c:pt>
                <c:pt idx="3">
                  <c:v>Gels and Jellies</c:v>
                </c:pt>
                <c:pt idx="4">
                  <c:v>Creams and Lotions</c:v>
                </c:pt>
                <c:pt idx="5">
                  <c:v>Waxes, Clays, Pastes and Pomades</c:v>
                </c:pt>
                <c:pt idx="6">
                  <c:v>Styling Powders</c:v>
                </c:pt>
                <c:pt idx="7">
                  <c:v>Styling Serums and Oils</c:v>
                </c:pt>
                <c:pt idx="8">
                  <c:v>Sticks and Balms</c:v>
                </c:pt>
                <c:pt idx="9">
                  <c:v>2036 Total</c:v>
                </c:pt>
              </c:strCache>
            </c:strRef>
          </c:cat>
          <c:val>
            <c:numRef>
              <c:f>Sheet1!$C$2:$C$11</c:f>
              <c:numCache>
                <c:formatCode>General</c:formatCode>
                <c:ptCount val="10"/>
                <c:pt idx="0">
                  <c:v>187.50600000000003</c:v>
                </c:pt>
                <c:pt idx="1">
                  <c:v>14.233999999999998</c:v>
                </c:pt>
                <c:pt idx="2">
                  <c:v>13.865</c:v>
                </c:pt>
                <c:pt idx="3">
                  <c:v>27.364000000000004</c:v>
                </c:pt>
                <c:pt idx="4">
                  <c:v>33.584999999999994</c:v>
                </c:pt>
                <c:pt idx="5">
                  <c:v>46.141999999999996</c:v>
                </c:pt>
                <c:pt idx="6">
                  <c:v>24.275</c:v>
                </c:pt>
                <c:pt idx="7">
                  <c:v>49.351</c:v>
                </c:pt>
                <c:pt idx="8">
                  <c:v>37.391999999999996</c:v>
                </c:pt>
                <c:pt idx="9">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Sheet1!$B$2:$B$10</c:f>
              <c:numCache>
                <c:formatCode>General</c:formatCode>
                <c:ptCount val="9"/>
                <c:pt idx="0">
                  <c:v>0.0</c:v>
                </c:pt>
                <c:pt idx="1">
                  <c:v>14.233999999999998</c:v>
                </c:pt>
                <c:pt idx="2">
                  <c:v>28.098999999999997</c:v>
                </c:pt>
                <c:pt idx="3">
                  <c:v>55.463</c:v>
                </c:pt>
                <c:pt idx="4">
                  <c:v>89.048</c:v>
                </c:pt>
                <c:pt idx="5">
                  <c:v>135.19</c:v>
                </c:pt>
                <c:pt idx="6">
                  <c:v>159.465</c:v>
                </c:pt>
                <c:pt idx="7">
                  <c:v>208.816</c:v>
                </c:pt>
                <c:pt idx="8">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Sprays and Mists</c:v>
                </c:pt>
                <c:pt idx="1">
                  <c:v>Mousses and Foams</c:v>
                </c:pt>
                <c:pt idx="2">
                  <c:v>Gels and Jellies</c:v>
                </c:pt>
                <c:pt idx="3">
                  <c:v>Creams and Lotions</c:v>
                </c:pt>
                <c:pt idx="4">
                  <c:v>Waxes, Clays, Pastes and Pomades</c:v>
                </c:pt>
                <c:pt idx="5">
                  <c:v>Styling Powders</c:v>
                </c:pt>
                <c:pt idx="6">
                  <c:v>Styling Serums and Oils</c:v>
                </c:pt>
                <c:pt idx="7">
                  <c:v>Sticks and Balms</c:v>
                </c:pt>
                <c:pt idx="8">
                  <c:v>Total Absolute $ Opportunity</c:v>
                </c:pt>
              </c:strCache>
            </c:strRef>
          </c:cat>
          <c:val>
            <c:numRef>
              <c:f>Sheet1!$C$2:$C$10</c:f>
              <c:numCache>
                <c:formatCode>General</c:formatCode>
                <c:ptCount val="9"/>
                <c:pt idx="0">
                  <c:v>14.233999999999998</c:v>
                </c:pt>
                <c:pt idx="1">
                  <c:v>13.865</c:v>
                </c:pt>
                <c:pt idx="2">
                  <c:v>27.364000000000004</c:v>
                </c:pt>
                <c:pt idx="3">
                  <c:v>33.584999999999994</c:v>
                </c:pt>
                <c:pt idx="4">
                  <c:v>46.141999999999996</c:v>
                </c:pt>
                <c:pt idx="5">
                  <c:v>24.275</c:v>
                </c:pt>
                <c:pt idx="6">
                  <c:v>49.351</c:v>
                </c:pt>
                <c:pt idx="7">
                  <c:v>37.391999999999996</c:v>
                </c:pt>
                <c:pt idx="8">
                  <c:v>246.208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Sheet1!$B$2:$B$8</c:f>
              <c:numCache>
                <c:formatCode>General</c:formatCode>
                <c:ptCount val="7"/>
                <c:pt idx="0">
                  <c:v>0.0</c:v>
                </c:pt>
                <c:pt idx="1">
                  <c:v>187.506</c:v>
                </c:pt>
                <c:pt idx="2">
                  <c:v>238.926</c:v>
                </c:pt>
                <c:pt idx="3">
                  <c:v>297.35699999999997</c:v>
                </c:pt>
                <c:pt idx="4">
                  <c:v>351.167</c:v>
                </c:pt>
                <c:pt idx="5">
                  <c:v>397.59999999999997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No Hold</c:v>
                </c:pt>
                <c:pt idx="2">
                  <c:v>Light or Flexible Hold</c:v>
                </c:pt>
                <c:pt idx="3">
                  <c:v>Medium Hold</c:v>
                </c:pt>
                <c:pt idx="4">
                  <c:v>Strong Hold</c:v>
                </c:pt>
                <c:pt idx="5">
                  <c:v>Extra-strong Hold</c:v>
                </c:pt>
                <c:pt idx="6">
                  <c:v>2036 Total</c:v>
                </c:pt>
              </c:strCache>
            </c:strRef>
          </c:cat>
          <c:val>
            <c:numRef>
              <c:f>Sheet1!$C$2:$C$8</c:f>
              <c:numCache>
                <c:formatCode>General</c:formatCode>
                <c:ptCount val="7"/>
                <c:pt idx="0">
                  <c:v>187.506</c:v>
                </c:pt>
                <c:pt idx="1">
                  <c:v>51.42</c:v>
                </c:pt>
                <c:pt idx="2">
                  <c:v>58.431</c:v>
                </c:pt>
                <c:pt idx="3">
                  <c:v>53.81</c:v>
                </c:pt>
                <c:pt idx="4">
                  <c:v>46.43299999999999</c:v>
                </c:pt>
                <c:pt idx="5">
                  <c:v>36.115</c:v>
                </c:pt>
                <c:pt idx="6">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Sheet1!$B$2:$B$7</c:f>
              <c:numCache>
                <c:formatCode>General</c:formatCode>
                <c:ptCount val="6"/>
                <c:pt idx="0">
                  <c:v>0.0</c:v>
                </c:pt>
                <c:pt idx="1">
                  <c:v>51.42</c:v>
                </c:pt>
                <c:pt idx="2">
                  <c:v>109.851</c:v>
                </c:pt>
                <c:pt idx="3">
                  <c:v>163.661</c:v>
                </c:pt>
                <c:pt idx="4">
                  <c:v>210.094</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No Hold</c:v>
                </c:pt>
                <c:pt idx="1">
                  <c:v>Light or Flexible Hold</c:v>
                </c:pt>
                <c:pt idx="2">
                  <c:v>Medium Hold</c:v>
                </c:pt>
                <c:pt idx="3">
                  <c:v>Strong Hold</c:v>
                </c:pt>
                <c:pt idx="4">
                  <c:v>Extra-strong Hold</c:v>
                </c:pt>
                <c:pt idx="5">
                  <c:v>Total Absolute $ Opportunity</c:v>
                </c:pt>
              </c:strCache>
            </c:strRef>
          </c:cat>
          <c:val>
            <c:numRef>
              <c:f>Sheet1!$C$2:$C$7</c:f>
              <c:numCache>
                <c:formatCode>General</c:formatCode>
                <c:ptCount val="6"/>
                <c:pt idx="0">
                  <c:v>51.42</c:v>
                </c:pt>
                <c:pt idx="1">
                  <c:v>58.431</c:v>
                </c:pt>
                <c:pt idx="2">
                  <c:v>53.81</c:v>
                </c:pt>
                <c:pt idx="3">
                  <c:v>46.43299999999999</c:v>
                </c:pt>
                <c:pt idx="4">
                  <c:v>36.115</c:v>
                </c:pt>
                <c:pt idx="5">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Matte</c:v>
                </c:pt>
                <c:pt idx="2">
                  <c:v>Natural</c:v>
                </c:pt>
                <c:pt idx="3">
                  <c:v>Glossy or Wet-look</c:v>
                </c:pt>
                <c:pt idx="4">
                  <c:v>2036 Total</c:v>
                </c:pt>
              </c:strCache>
            </c:strRef>
          </c:cat>
          <c:val>
            <c:numRef>
              <c:f>Sheet1!$B$2:$B$6</c:f>
              <c:numCache>
                <c:formatCode>General</c:formatCode>
                <c:ptCount val="5"/>
                <c:pt idx="0">
                  <c:v>0.0</c:v>
                </c:pt>
                <c:pt idx="1">
                  <c:v>187.506</c:v>
                </c:pt>
                <c:pt idx="2">
                  <c:v>268.614</c:v>
                </c:pt>
                <c:pt idx="3">
                  <c:v>344.876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Matte</c:v>
                </c:pt>
                <c:pt idx="2">
                  <c:v>Natural</c:v>
                </c:pt>
                <c:pt idx="3">
                  <c:v>Glossy or Wet-look</c:v>
                </c:pt>
                <c:pt idx="4">
                  <c:v>2036 Total</c:v>
                </c:pt>
              </c:strCache>
            </c:strRef>
          </c:cat>
          <c:val>
            <c:numRef>
              <c:f>Sheet1!$C$2:$C$6</c:f>
              <c:numCache>
                <c:formatCode>General</c:formatCode>
                <c:ptCount val="5"/>
                <c:pt idx="0">
                  <c:v>187.506</c:v>
                </c:pt>
                <c:pt idx="1">
                  <c:v>81.10799999999999</c:v>
                </c:pt>
                <c:pt idx="2">
                  <c:v>76.262</c:v>
                </c:pt>
                <c:pt idx="3">
                  <c:v>88.83900000000001</c:v>
                </c:pt>
                <c:pt idx="4">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Matte</c:v>
                </c:pt>
                <c:pt idx="1">
                  <c:v>Natural</c:v>
                </c:pt>
                <c:pt idx="2">
                  <c:v>Glossy or Wet-look</c:v>
                </c:pt>
                <c:pt idx="3">
                  <c:v>Total Absolute $ Opportunity</c:v>
                </c:pt>
              </c:strCache>
            </c:strRef>
          </c:cat>
          <c:val>
            <c:numRef>
              <c:f>Sheet1!$B$2:$B$5</c:f>
              <c:numCache>
                <c:formatCode>General</c:formatCode>
                <c:ptCount val="4"/>
                <c:pt idx="0">
                  <c:v>0.0</c:v>
                </c:pt>
                <c:pt idx="1">
                  <c:v>81.10799999999999</c:v>
                </c:pt>
                <c:pt idx="2">
                  <c:v>157.37</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Matte</c:v>
                </c:pt>
                <c:pt idx="1">
                  <c:v>Natural</c:v>
                </c:pt>
                <c:pt idx="2">
                  <c:v>Glossy or Wet-look</c:v>
                </c:pt>
                <c:pt idx="3">
                  <c:v>Total Absolute $ Opportunity</c:v>
                </c:pt>
              </c:strCache>
            </c:strRef>
          </c:cat>
          <c:val>
            <c:numRef>
              <c:f>Sheet1!$C$2:$C$5</c:f>
              <c:numCache>
                <c:formatCode>General</c:formatCode>
                <c:ptCount val="4"/>
                <c:pt idx="0">
                  <c:v>81.10799999999999</c:v>
                </c:pt>
                <c:pt idx="1">
                  <c:v>76.262</c:v>
                </c:pt>
                <c:pt idx="2">
                  <c:v>88.83900000000001</c:v>
                </c:pt>
                <c:pt idx="3">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Sheet1!$B$2:$B$9</c:f>
              <c:numCache>
                <c:formatCode>General</c:formatCode>
                <c:ptCount val="8"/>
                <c:pt idx="0">
                  <c:v>0.0</c:v>
                </c:pt>
                <c:pt idx="1">
                  <c:v>187.505</c:v>
                </c:pt>
                <c:pt idx="2">
                  <c:v>241.591</c:v>
                </c:pt>
                <c:pt idx="3">
                  <c:v>279.79200000000003</c:v>
                </c:pt>
                <c:pt idx="4">
                  <c:v>319.24300000000005</c:v>
                </c:pt>
                <c:pt idx="5">
                  <c:v>351.40000000000003</c:v>
                </c:pt>
                <c:pt idx="6">
                  <c:v>399.338</c:v>
                </c:pt>
                <c:pt idx="7">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2026</c:v>
                </c:pt>
                <c:pt idx="1">
                  <c:v>Mass Retail</c:v>
                </c:pt>
                <c:pt idx="2">
                  <c:v>Beauty Specialty Retail</c:v>
                </c:pt>
                <c:pt idx="3">
                  <c:v>Salon and Professional Distribution</c:v>
                </c:pt>
                <c:pt idx="4">
                  <c:v>Pharmacies and Drugstores</c:v>
                </c:pt>
                <c:pt idx="5">
                  <c:v>Online Marketplaces</c:v>
                </c:pt>
                <c:pt idx="6">
                  <c:v>Brand-owned Online Stores</c:v>
                </c:pt>
                <c:pt idx="7">
                  <c:v>2036 Total</c:v>
                </c:pt>
              </c:strCache>
            </c:strRef>
          </c:cat>
          <c:val>
            <c:numRef>
              <c:f>Sheet1!$C$2:$C$9</c:f>
              <c:numCache>
                <c:formatCode>General</c:formatCode>
                <c:ptCount val="8"/>
                <c:pt idx="0">
                  <c:v>187.505</c:v>
                </c:pt>
                <c:pt idx="1">
                  <c:v>54.086</c:v>
                </c:pt>
                <c:pt idx="2">
                  <c:v>38.20099999999999</c:v>
                </c:pt>
                <c:pt idx="3">
                  <c:v>39.45100000000001</c:v>
                </c:pt>
                <c:pt idx="4">
                  <c:v>32.157</c:v>
                </c:pt>
                <c:pt idx="5">
                  <c:v>47.937999999999995</c:v>
                </c:pt>
                <c:pt idx="6">
                  <c:v>34.377</c:v>
                </c:pt>
                <c:pt idx="7">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Sheet1!$B$2:$B$8</c:f>
              <c:numCache>
                <c:formatCode>General</c:formatCode>
                <c:ptCount val="7"/>
                <c:pt idx="0">
                  <c:v>0.0</c:v>
                </c:pt>
                <c:pt idx="1">
                  <c:v>54.086</c:v>
                </c:pt>
                <c:pt idx="2">
                  <c:v>92.28699999999999</c:v>
                </c:pt>
                <c:pt idx="3">
                  <c:v>131.738</c:v>
                </c:pt>
                <c:pt idx="4">
                  <c:v>163.89499999999998</c:v>
                </c:pt>
                <c:pt idx="5">
                  <c:v>211.83299999999997</c:v>
                </c:pt>
                <c:pt idx="6">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Mass Retail</c:v>
                </c:pt>
                <c:pt idx="1">
                  <c:v>Beauty Specialty Retail</c:v>
                </c:pt>
                <c:pt idx="2">
                  <c:v>Salon and Professional Distribution</c:v>
                </c:pt>
                <c:pt idx="3">
                  <c:v>Pharmacies and Drugstores</c:v>
                </c:pt>
                <c:pt idx="4">
                  <c:v>Online Marketplaces</c:v>
                </c:pt>
                <c:pt idx="5">
                  <c:v>Brand-owned Online Stores</c:v>
                </c:pt>
                <c:pt idx="6">
                  <c:v>Total Absolute $ Opportunity</c:v>
                </c:pt>
              </c:strCache>
            </c:strRef>
          </c:cat>
          <c:val>
            <c:numRef>
              <c:f>Sheet1!$C$2:$C$8</c:f>
              <c:numCache>
                <c:formatCode>General</c:formatCode>
                <c:ptCount val="7"/>
                <c:pt idx="0">
                  <c:v>54.086</c:v>
                </c:pt>
                <c:pt idx="1">
                  <c:v>38.20099999999999</c:v>
                </c:pt>
                <c:pt idx="2">
                  <c:v>39.45100000000001</c:v>
                </c:pt>
                <c:pt idx="3">
                  <c:v>32.157</c:v>
                </c:pt>
                <c:pt idx="4">
                  <c:v>47.937999999999995</c:v>
                </c:pt>
                <c:pt idx="5">
                  <c:v>34.377</c:v>
                </c:pt>
                <c:pt idx="6">
                  <c:v>246.20999999999998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Sheet1!$B$2:$B$10</c:f>
              <c:numCache>
                <c:formatCode>General</c:formatCode>
                <c:ptCount val="9"/>
                <c:pt idx="0">
                  <c:v>0.0</c:v>
                </c:pt>
                <c:pt idx="1">
                  <c:v>187.50599999999997</c:v>
                </c:pt>
                <c:pt idx="2">
                  <c:v>214.93399999999997</c:v>
                </c:pt>
                <c:pt idx="3">
                  <c:v>267.734</c:v>
                </c:pt>
                <c:pt idx="4">
                  <c:v>296.775</c:v>
                </c:pt>
                <c:pt idx="5">
                  <c:v>328.66299999999995</c:v>
                </c:pt>
                <c:pt idx="6">
                  <c:v>368.95399999999995</c:v>
                </c:pt>
                <c:pt idx="7">
                  <c:v>395.7339999999999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Hold and Shape</c:v>
                </c:pt>
                <c:pt idx="2">
                  <c:v>Curl Definition</c:v>
                </c:pt>
                <c:pt idx="3">
                  <c:v>Volume and Root Lift</c:v>
                </c:pt>
                <c:pt idx="4">
                  <c:v>Texture and Separation</c:v>
                </c:pt>
                <c:pt idx="5">
                  <c:v>Smoothing and Frizz Control</c:v>
                </c:pt>
                <c:pt idx="6">
                  <c:v>Sleek Styling and Edge Control</c:v>
                </c:pt>
                <c:pt idx="7">
                  <c:v>Heat Styling Support</c:v>
                </c:pt>
                <c:pt idx="8">
                  <c:v>2036 Total</c:v>
                </c:pt>
              </c:strCache>
            </c:strRef>
          </c:cat>
          <c:val>
            <c:numRef>
              <c:f>Sheet1!$C$2:$C$10</c:f>
              <c:numCache>
                <c:formatCode>General</c:formatCode>
                <c:ptCount val="9"/>
                <c:pt idx="0">
                  <c:v>187.50599999999997</c:v>
                </c:pt>
                <c:pt idx="1">
                  <c:v>27.428</c:v>
                </c:pt>
                <c:pt idx="2">
                  <c:v>52.800000000000004</c:v>
                </c:pt>
                <c:pt idx="3">
                  <c:v>29.041000000000004</c:v>
                </c:pt>
                <c:pt idx="4">
                  <c:v>31.888</c:v>
                </c:pt>
                <c:pt idx="5">
                  <c:v>40.291000000000004</c:v>
                </c:pt>
                <c:pt idx="6">
                  <c:v>26.78</c:v>
                </c:pt>
                <c:pt idx="7">
                  <c:v>37.981</c:v>
                </c:pt>
                <c:pt idx="8">
                  <c:v>433.715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Sheet1!$B$2:$B$9</c:f>
              <c:numCache>
                <c:formatCode>General</c:formatCode>
                <c:ptCount val="8"/>
                <c:pt idx="0">
                  <c:v>0.0</c:v>
                </c:pt>
                <c:pt idx="1">
                  <c:v>27.428</c:v>
                </c:pt>
                <c:pt idx="2">
                  <c:v>80.22800000000001</c:v>
                </c:pt>
                <c:pt idx="3">
                  <c:v>109.269</c:v>
                </c:pt>
                <c:pt idx="4">
                  <c:v>141.157</c:v>
                </c:pt>
                <c:pt idx="5">
                  <c:v>181.448</c:v>
                </c:pt>
                <c:pt idx="6">
                  <c:v>208.228</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Hold and Shape</c:v>
                </c:pt>
                <c:pt idx="1">
                  <c:v>Curl Definition</c:v>
                </c:pt>
                <c:pt idx="2">
                  <c:v>Volume and Root Lift</c:v>
                </c:pt>
                <c:pt idx="3">
                  <c:v>Texture and Separation</c:v>
                </c:pt>
                <c:pt idx="4">
                  <c:v>Smoothing and Frizz Control</c:v>
                </c:pt>
                <c:pt idx="5">
                  <c:v>Sleek Styling and Edge Control</c:v>
                </c:pt>
                <c:pt idx="6">
                  <c:v>Heat Styling Support</c:v>
                </c:pt>
                <c:pt idx="7">
                  <c:v>Total Absolute $ Opportunity</c:v>
                </c:pt>
              </c:strCache>
            </c:strRef>
          </c:cat>
          <c:val>
            <c:numRef>
              <c:f>Sheet1!$C$2:$C$9</c:f>
              <c:numCache>
                <c:formatCode>General</c:formatCode>
                <c:ptCount val="8"/>
                <c:pt idx="0">
                  <c:v>27.428</c:v>
                </c:pt>
                <c:pt idx="1">
                  <c:v>52.800000000000004</c:v>
                </c:pt>
                <c:pt idx="2">
                  <c:v>29.041000000000004</c:v>
                </c:pt>
                <c:pt idx="3">
                  <c:v>31.888</c:v>
                </c:pt>
                <c:pt idx="4">
                  <c:v>40.291000000000004</c:v>
                </c:pt>
                <c:pt idx="5">
                  <c:v>26.78</c:v>
                </c:pt>
                <c:pt idx="6">
                  <c:v>37.981</c:v>
                </c:pt>
                <c:pt idx="7">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Sheet1!$B$2:$B$8</c:f>
              <c:numCache>
                <c:formatCode>General</c:formatCode>
                <c:ptCount val="7"/>
                <c:pt idx="0">
                  <c:v>0.0</c:v>
                </c:pt>
                <c:pt idx="1">
                  <c:v>187.50599999999997</c:v>
                </c:pt>
                <c:pt idx="2">
                  <c:v>227.57099999999997</c:v>
                </c:pt>
                <c:pt idx="3">
                  <c:v>273.219</c:v>
                </c:pt>
                <c:pt idx="4">
                  <c:v>321.35699999999997</c:v>
                </c:pt>
                <c:pt idx="5">
                  <c:v>387.856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Straight Hair</c:v>
                </c:pt>
                <c:pt idx="2">
                  <c:v>Wavy Hair</c:v>
                </c:pt>
                <c:pt idx="3">
                  <c:v>Curly Hair</c:v>
                </c:pt>
                <c:pt idx="4">
                  <c:v>Coily Hair</c:v>
                </c:pt>
                <c:pt idx="5">
                  <c:v>All Hair Types</c:v>
                </c:pt>
                <c:pt idx="6">
                  <c:v>2036 Total</c:v>
                </c:pt>
              </c:strCache>
            </c:strRef>
          </c:cat>
          <c:val>
            <c:numRef>
              <c:f>Sheet1!$C$2:$C$8</c:f>
              <c:numCache>
                <c:formatCode>General</c:formatCode>
                <c:ptCount val="7"/>
                <c:pt idx="0">
                  <c:v>187.50599999999997</c:v>
                </c:pt>
                <c:pt idx="1">
                  <c:v>40.065</c:v>
                </c:pt>
                <c:pt idx="2">
                  <c:v>45.64800000000001</c:v>
                </c:pt>
                <c:pt idx="3">
                  <c:v>48.138</c:v>
                </c:pt>
                <c:pt idx="4">
                  <c:v>66.499</c:v>
                </c:pt>
                <c:pt idx="5">
                  <c:v>45.859</c:v>
                </c:pt>
                <c:pt idx="6">
                  <c:v>433.71500000000003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Sheet1!$B$2:$B$7</c:f>
              <c:numCache>
                <c:formatCode>General</c:formatCode>
                <c:ptCount val="6"/>
                <c:pt idx="0">
                  <c:v>0.0</c:v>
                </c:pt>
                <c:pt idx="1">
                  <c:v>40.065</c:v>
                </c:pt>
                <c:pt idx="2">
                  <c:v>85.71300000000001</c:v>
                </c:pt>
                <c:pt idx="3">
                  <c:v>133.851</c:v>
                </c:pt>
                <c:pt idx="4">
                  <c:v>200.35</c:v>
                </c:pt>
                <c:pt idx="5">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Straight Hair</c:v>
                </c:pt>
                <c:pt idx="1">
                  <c:v>Wavy Hair</c:v>
                </c:pt>
                <c:pt idx="2">
                  <c:v>Curly Hair</c:v>
                </c:pt>
                <c:pt idx="3">
                  <c:v>Coily Hair</c:v>
                </c:pt>
                <c:pt idx="4">
                  <c:v>All Hair Types</c:v>
                </c:pt>
                <c:pt idx="5">
                  <c:v>Total Absolute $ Opportunity</c:v>
                </c:pt>
              </c:strCache>
            </c:strRef>
          </c:cat>
          <c:val>
            <c:numRef>
              <c:f>Sheet1!$C$2:$C$7</c:f>
              <c:numCache>
                <c:formatCode>General</c:formatCode>
                <c:ptCount val="6"/>
                <c:pt idx="0">
                  <c:v>40.065</c:v>
                </c:pt>
                <c:pt idx="1">
                  <c:v>45.64800000000001</c:v>
                </c:pt>
                <c:pt idx="2">
                  <c:v>48.138</c:v>
                </c:pt>
                <c:pt idx="3">
                  <c:v>66.499</c:v>
                </c:pt>
                <c:pt idx="4">
                  <c:v>45.859</c:v>
                </c:pt>
                <c:pt idx="5">
                  <c:v>246.209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Sheet1!$B$2:$B$7</c:f>
              <c:numCache>
                <c:formatCode>General</c:formatCode>
                <c:ptCount val="6"/>
                <c:pt idx="0">
                  <c:v>0.0</c:v>
                </c:pt>
                <c:pt idx="1">
                  <c:v>187.507</c:v>
                </c:pt>
                <c:pt idx="2">
                  <c:v>245.34500000000003</c:v>
                </c:pt>
                <c:pt idx="3">
                  <c:v>310.346</c:v>
                </c:pt>
                <c:pt idx="4">
                  <c:v>366.663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Film-forming and Fixative Polymers</c:v>
                </c:pt>
                <c:pt idx="2">
                  <c:v>Texture and Volume Additives</c:v>
                </c:pt>
                <c:pt idx="3">
                  <c:v>Conditioning and Smoothing Agents</c:v>
                </c:pt>
                <c:pt idx="4">
                  <c:v>Waxes and Structuring Agents</c:v>
                </c:pt>
                <c:pt idx="5">
                  <c:v>2036 Total</c:v>
                </c:pt>
              </c:strCache>
            </c:strRef>
          </c:cat>
          <c:val>
            <c:numRef>
              <c:f>Sheet1!$C$2:$C$7</c:f>
              <c:numCache>
                <c:formatCode>General</c:formatCode>
                <c:ptCount val="6"/>
                <c:pt idx="0">
                  <c:v>187.507</c:v>
                </c:pt>
                <c:pt idx="1">
                  <c:v>57.83800000000001</c:v>
                </c:pt>
                <c:pt idx="2">
                  <c:v>65.001</c:v>
                </c:pt>
                <c:pt idx="3">
                  <c:v>56.31699999999999</c:v>
                </c:pt>
                <c:pt idx="4">
                  <c:v>67.051</c:v>
                </c:pt>
                <c:pt idx="5">
                  <c:v>433.714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Sheet1!$B$2:$B$6</c:f>
              <c:numCache>
                <c:formatCode>General</c:formatCode>
                <c:ptCount val="5"/>
                <c:pt idx="0">
                  <c:v>0.0</c:v>
                </c:pt>
                <c:pt idx="1">
                  <c:v>57.83800000000001</c:v>
                </c:pt>
                <c:pt idx="2">
                  <c:v>122.83900000000001</c:v>
                </c:pt>
                <c:pt idx="3">
                  <c:v>179.156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Film-forming and Fixative Polymers</c:v>
                </c:pt>
                <c:pt idx="1">
                  <c:v>Texture and Volume Additives</c:v>
                </c:pt>
                <c:pt idx="2">
                  <c:v>Conditioning and Smoothing Agents</c:v>
                </c:pt>
                <c:pt idx="3">
                  <c:v>Waxes and Structuring Agents</c:v>
                </c:pt>
                <c:pt idx="4">
                  <c:v>Total Absolute $ Opportunity</c:v>
                </c:pt>
              </c:strCache>
            </c:strRef>
          </c:cat>
          <c:val>
            <c:numRef>
              <c:f>Sheet1!$C$2:$C$6</c:f>
              <c:numCache>
                <c:formatCode>General</c:formatCode>
                <c:ptCount val="5"/>
                <c:pt idx="0">
                  <c:v>57.83800000000001</c:v>
                </c:pt>
                <c:pt idx="1">
                  <c:v>65.001</c:v>
                </c:pt>
                <c:pt idx="2">
                  <c:v>56.31699999999999</c:v>
                </c:pt>
                <c:pt idx="3">
                  <c:v>67.051</c:v>
                </c:pt>
                <c:pt idx="4">
                  <c:v>246.207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Styling Serums and Oils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3.0</c:v>
                </c:pt>
                <c:pt idx="1">
                  <c:v>3.0</c:v>
                </c:pt>
                <c:pt idx="2">
                  <c:v>3.0</c:v>
                </c:pt>
                <c:pt idx="3">
                  <c:v>3.0</c:v>
                </c:pt>
                <c:pt idx="4">
                  <c:v>3.0</c:v>
                </c:pt>
                <c:pt idx="5">
                  <c:v>3.0</c:v>
                </c:pt>
                <c:pt idx="6">
                  <c:v>3.0</c:v>
                </c:pt>
                <c:pt idx="7">
                  <c:v>3.0</c:v>
                </c:pt>
                <c:pt idx="8">
                  <c:v>3.0</c:v>
                </c:pt>
                <c:pt idx="9">
                  <c:v>3.0</c:v>
                </c:pt>
                <c:pt idx="10">
                  <c:v>3.0</c:v>
                </c:pt>
                <c:pt idx="11">
                  <c:v>3.0</c:v>
                </c:pt>
                <c:pt idx="12">
                  <c:v>3.0</c:v>
                </c:pt>
                <c:pt idx="13">
                  <c:v>3.0</c:v>
                </c:pt>
                <c:pt idx="14">
                  <c:v>3.0</c:v>
                </c:pt>
                <c:pt idx="15">
                  <c:v>3.0</c:v>
                </c:pt>
              </c:numCache>
            </c:numRef>
          </c:val>
          <c:smooth val="0"/>
        </c:ser>
        <c:ser>
          <c:idx val="1"/>
          <c:order val="1"/>
          <c:tx>
            <c:strRef>
              <c:f>Sheet1!$C$1</c:f>
              <c:strCache>
                <c:ptCount val="1"/>
                <c:pt idx="0">
                  <c:v>Sticks and Balms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3.0</c:v>
                </c:pt>
                <c:pt idx="1">
                  <c:v>3.0</c:v>
                </c:pt>
                <c:pt idx="2">
                  <c:v>3.0</c:v>
                </c:pt>
                <c:pt idx="3">
                  <c:v>3.0</c:v>
                </c:pt>
                <c:pt idx="4">
                  <c:v>3.0</c:v>
                </c:pt>
                <c:pt idx="5">
                  <c:v>3.0</c:v>
                </c:pt>
                <c:pt idx="6">
                  <c:v>3.0</c:v>
                </c:pt>
                <c:pt idx="7">
                  <c:v>3.0</c:v>
                </c:pt>
                <c:pt idx="8">
                  <c:v>3.0</c:v>
                </c:pt>
                <c:pt idx="9">
                  <c:v>3.0</c:v>
                </c:pt>
                <c:pt idx="10">
                  <c:v>3.0</c:v>
                </c:pt>
                <c:pt idx="11">
                  <c:v>3.0</c:v>
                </c:pt>
                <c:pt idx="12">
                  <c:v>3.0</c:v>
                </c:pt>
                <c:pt idx="13">
                  <c:v>3.0</c:v>
                </c:pt>
                <c:pt idx="14">
                  <c:v>3.0</c:v>
                </c:pt>
                <c:pt idx="15">
                  <c:v>3.0</c:v>
                </c:pt>
              </c:numCache>
            </c:numRef>
          </c:val>
          <c:smooth val="0"/>
        </c:ser>
        <c:ser>
          <c:idx val="2"/>
          <c:order val="2"/>
          <c:tx>
            <c:strRef>
              <c:f>Sheet1!$D$1</c:f>
              <c:strCache>
                <c:ptCount val="1"/>
                <c:pt idx="0">
                  <c:v>Waxes, Clays, Pastes and Pomades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2.0</c:v>
                </c:pt>
                <c:pt idx="1">
                  <c:v>2.0</c:v>
                </c:pt>
                <c:pt idx="2">
                  <c:v>2.0</c:v>
                </c:pt>
                <c:pt idx="3">
                  <c:v>2.0</c:v>
                </c:pt>
                <c:pt idx="4">
                  <c:v>2.0</c:v>
                </c:pt>
                <c:pt idx="5">
                  <c:v>2.0</c:v>
                </c:pt>
                <c:pt idx="6">
                  <c:v>2.0</c:v>
                </c:pt>
                <c:pt idx="7">
                  <c:v>2.0</c:v>
                </c:pt>
                <c:pt idx="8">
                  <c:v>2.0</c:v>
                </c:pt>
                <c:pt idx="9">
                  <c:v>3.0</c:v>
                </c:pt>
                <c:pt idx="10">
                  <c:v>3.0</c:v>
                </c:pt>
                <c:pt idx="11">
                  <c:v>3.0</c:v>
                </c:pt>
                <c:pt idx="12">
                  <c:v>3.0</c:v>
                </c:pt>
                <c:pt idx="13">
                  <c:v>3.0</c:v>
                </c:pt>
                <c:pt idx="14">
                  <c:v>3.0</c:v>
                </c:pt>
                <c:pt idx="15">
                  <c:v>3.0</c:v>
                </c:pt>
              </c:numCache>
            </c:numRef>
          </c:val>
          <c:smooth val="0"/>
        </c:ser>
        <c:ser>
          <c:idx val="3"/>
          <c:order val="3"/>
          <c:tx>
            <c:strRef>
              <c:f>Sheet1!$E$1</c:f>
              <c:strCache>
                <c:ptCount val="1"/>
                <c:pt idx="0">
                  <c:v>Styling Powders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4"/>
          <c:order val="4"/>
          <c:tx>
            <c:strRef>
              <c:f>Sheet1!$F$1</c:f>
              <c:strCache>
                <c:ptCount val="1"/>
                <c:pt idx="0">
                  <c:v>Sprays and Mists</c:v>
                </c:pt>
              </c:strCache>
            </c:strRef>
          </c:tx>
          <c:spPr>
            <a:ln w="25400">
              <a:solidFill>
                <a:srgbClr val="9E7E0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5"/>
          <c:order val="5"/>
          <c:tx>
            <c:strRef>
              <c:f>Sheet1!$G$1</c:f>
              <c:strCache>
                <c:ptCount val="1"/>
                <c:pt idx="0">
                  <c:v>Creams and Lotions</c:v>
                </c:pt>
              </c:strCache>
            </c:strRef>
          </c:tx>
          <c:spPr>
            <a:ln w="25400">
              <a:solidFill>
                <a:srgbClr val="5B7DB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2.0</c:v>
                </c:pt>
                <c:pt idx="1">
                  <c:v>2.0</c:v>
                </c:pt>
                <c:pt idx="2">
                  <c:v>2.0</c:v>
                </c:pt>
                <c:pt idx="3">
                  <c:v>2.0</c:v>
                </c:pt>
                <c:pt idx="4">
                  <c:v>2.0</c:v>
                </c:pt>
                <c:pt idx="5">
                  <c:v>2.0</c:v>
                </c:pt>
                <c:pt idx="6">
                  <c:v>2.0</c:v>
                </c:pt>
                <c:pt idx="7">
                  <c:v>2.0</c:v>
                </c:pt>
                <c:pt idx="8">
                  <c:v>2.0</c:v>
                </c:pt>
                <c:pt idx="9">
                  <c:v>2.0</c:v>
                </c:pt>
                <c:pt idx="10">
                  <c:v>2.0</c:v>
                </c:pt>
                <c:pt idx="11">
                  <c:v>2.0</c:v>
                </c:pt>
                <c:pt idx="12">
                  <c:v>2.0</c:v>
                </c:pt>
                <c:pt idx="13">
                  <c:v>2.0</c:v>
                </c:pt>
                <c:pt idx="14">
                  <c:v>2.0</c:v>
                </c:pt>
                <c:pt idx="15">
                  <c:v>2.0</c:v>
                </c:pt>
              </c:numCache>
            </c:numRef>
          </c:val>
          <c:smooth val="0"/>
        </c:ser>
        <c:ser>
          <c:idx val="6"/>
          <c:order val="6"/>
          <c:tx>
            <c:strRef>
              <c:f>Sheet1!$H$1</c:f>
              <c:strCache>
                <c:ptCount val="1"/>
                <c:pt idx="0">
                  <c:v>Gels and Jellies</c:v>
                </c:pt>
              </c:strCache>
            </c:strRef>
          </c:tx>
          <c:spPr>
            <a:ln w="25400">
              <a:solidFill>
                <a:srgbClr val="A23B5C"/>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numCache>
            </c:numRef>
          </c:val>
          <c:smooth val="0"/>
        </c:ser>
        <c:ser>
          <c:idx val="7"/>
          <c:order val="7"/>
          <c:tx>
            <c:strRef>
              <c:f>Sheet1!$I$1</c:f>
              <c:strCache>
                <c:ptCount val="1"/>
                <c:pt idx="0">
                  <c:v>Mousses and Foams</c:v>
                </c:pt>
              </c:strCache>
            </c:strRef>
          </c:tx>
          <c:spPr>
            <a:ln w="25400">
              <a:solidFill>
                <a:srgbClr val="6E8B3D"/>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5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5B7DB1"/>
              </a:solidFill>
            </c:spPr>
          </c:dPt>
          <c:dPt>
            <c:idx val="3"/>
            <c:spPr>
              <a:solidFill>
                <a:srgbClr val="5B7DB1"/>
              </a:solidFill>
            </c:spPr>
          </c:dPt>
          <c:dPt>
            <c:idx val="4"/>
            <c:spPr>
              <a:solidFill>
                <a:srgbClr val="C55A11"/>
              </a:solidFill>
            </c:spPr>
          </c:dPt>
          <c:dPt>
            <c:idx val="5"/>
            <c:spPr>
              <a:solidFill>
                <a:srgbClr val="C55A11"/>
              </a:solidFill>
            </c:spPr>
          </c:dPt>
          <c:dPt>
            <c:idx val="6"/>
            <c:spPr>
              <a:solidFill>
                <a:srgbClr val="C55A11"/>
              </a:solidFill>
            </c:spPr>
          </c:dPt>
          <c:dPt>
            <c:idx val="7"/>
            <c:spPr>
              <a:solidFill>
                <a:srgbClr val="C55A11"/>
              </a:solidFill>
            </c:spPr>
          </c:dPt>
          <c:cat>
            <c:strRef>
              <c:f>Sheet1!$A$2:$A$9</c:f>
              <c:strCache>
                <c:ptCount val="8"/>
                <c:pt idx="0">
                  <c:v>Mousses and Foams</c:v>
                </c:pt>
                <c:pt idx="1">
                  <c:v>Gels and Jellies</c:v>
                </c:pt>
                <c:pt idx="2">
                  <c:v>Creams and Lotions</c:v>
                </c:pt>
                <c:pt idx="3">
                  <c:v>Sprays and Mists</c:v>
                </c:pt>
                <c:pt idx="4">
                  <c:v>Styling Powders</c:v>
                </c:pt>
                <c:pt idx="5">
                  <c:v>Waxes, Clays, Pastes and Pomades</c:v>
                </c:pt>
                <c:pt idx="6">
                  <c:v>Sticks and Balms</c:v>
                </c:pt>
                <c:pt idx="7">
                  <c:v>Styling Serums and Oils</c:v>
                </c:pt>
              </c:strCache>
            </c:strRef>
          </c:cat>
          <c:val>
            <c:numRef>
              <c:f>Sheet1!$B$2:$B$9</c:f>
              <c:numCache>
                <c:formatCode>General</c:formatCode>
                <c:ptCount val="8"/>
                <c:pt idx="0">
                  <c:v>62.4</c:v>
                </c:pt>
                <c:pt idx="1">
                  <c:v>62.7</c:v>
                </c:pt>
                <c:pt idx="2">
                  <c:v>87.7</c:v>
                </c:pt>
                <c:pt idx="3">
                  <c:v>93.6</c:v>
                </c:pt>
                <c:pt idx="4">
                  <c:v>103.3</c:v>
                </c:pt>
                <c:pt idx="5">
                  <c:v>117.7</c:v>
                </c:pt>
                <c:pt idx="6">
                  <c:v>132.5</c:v>
                </c:pt>
                <c:pt idx="7">
                  <c:v>152.0</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54.0"/>
          <c:min val="59.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158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Sheet1!$A$2:$A$7</c:f>
              <c:strCache>
                <c:ptCount val="6"/>
                <c:pt idx="0">
                  <c:v>North America</c:v>
                </c:pt>
                <c:pt idx="1">
                  <c:v>Europe</c:v>
                </c:pt>
                <c:pt idx="2">
                  <c:v>East Asia</c:v>
                </c:pt>
                <c:pt idx="3">
                  <c:v>Middle East &amp; Africa</c:v>
                </c:pt>
                <c:pt idx="4">
                  <c:v>Latin America</c:v>
                </c:pt>
                <c:pt idx="5">
                  <c:v>South Asia &amp; Pacific</c:v>
                </c:pt>
              </c:strCache>
            </c:strRef>
          </c:cat>
          <c:val>
            <c:numRef>
              <c:f>Sheet1!$B$2:$B$7</c:f>
              <c:numCache>
                <c:formatCode>General</c:formatCode>
                <c:ptCount val="6"/>
                <c:pt idx="0">
                  <c:v>86.8</c:v>
                </c:pt>
                <c:pt idx="1">
                  <c:v>63.3</c:v>
                </c:pt>
                <c:pt idx="2">
                  <c:v>59.0</c:v>
                </c:pt>
                <c:pt idx="3">
                  <c:v>53.9</c:v>
                </c:pt>
                <c:pt idx="4">
                  <c:v>46.6</c:v>
                </c:pt>
                <c:pt idx="5">
                  <c:v>44.2</c:v>
                </c:pt>
              </c:numCache>
            </c:numRef>
          </c:val>
        </c:ser>
        <c:ser>
          <c:idx val="1"/>
          <c:order val="1"/>
          <c:tx>
            <c:strRef>
              <c:f>Sheet1!$C$1</c: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f>Sheet1!$A$2:$A$7</c:f>
              <c:strCache>
                <c:ptCount val="6"/>
                <c:pt idx="0">
                  <c:v>North America</c:v>
                </c:pt>
                <c:pt idx="1">
                  <c:v>Europe</c:v>
                </c:pt>
                <c:pt idx="2">
                  <c:v>East Asia</c:v>
                </c:pt>
                <c:pt idx="3">
                  <c:v>Middle East &amp; Africa</c:v>
                </c:pt>
                <c:pt idx="4">
                  <c:v>Latin America</c:v>
                </c:pt>
                <c:pt idx="5">
                  <c:v>South Asia &amp; Pacific</c:v>
                </c:pt>
              </c:strCache>
            </c:strRef>
          </c:cat>
          <c:val>
            <c:numRef>
              <c:f>Sheet1!$C$2:$C$7</c:f>
              <c:numCache>
                <c:formatCode>General</c:formatCode>
                <c:ptCount val="6"/>
                <c:pt idx="0">
                  <c:v>123.5</c:v>
                </c:pt>
                <c:pt idx="1">
                  <c:v>91.9</c:v>
                </c:pt>
                <c:pt idx="2">
                  <c:v>83.9</c:v>
                </c:pt>
                <c:pt idx="3">
                  <c:v>81.9</c:v>
                </c:pt>
                <c:pt idx="4">
                  <c:v>66.9</c:v>
                </c:pt>
                <c:pt idx="5">
                  <c:v>67.0</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15.0"/>
          <c:min val="4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charts/chart158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16.4%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14.4%</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7.0%</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5.5%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3.3%</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29.8%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16.40671985632649</c:v>
                </c:pt>
                <c:pt idx="1">
                  <c:v>14.36342749497713</c:v>
                </c:pt>
                <c:pt idx="2">
                  <c:v>9.906466607900706</c:v>
                </c:pt>
                <c:pt idx="3">
                  <c:v>6.95937915947461</c:v>
                </c:pt>
                <c:pt idx="4">
                  <c:v>6.895934323353047</c:v>
                </c:pt>
                <c:pt idx="5">
                  <c:v>6.853242844843239</c:v>
                </c:pt>
                <c:pt idx="6">
                  <c:v>5.486614965564599</c:v>
                </c:pt>
                <c:pt idx="7">
                  <c:v>3.3040038111377297</c:v>
                </c:pt>
                <c:pt idx="8">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8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12.8%</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11.0%</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12.4%</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10.1%</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4.1%</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3.6%</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27.2%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12.825191395384453</c:v>
                </c:pt>
                <c:pt idx="1">
                  <c:v>10.95571182148254</c:v>
                </c:pt>
                <c:pt idx="2">
                  <c:v>12.354580159020578</c:v>
                </c:pt>
                <c:pt idx="3">
                  <c:v>12.659425329755038</c:v>
                </c:pt>
                <c:pt idx="4">
                  <c:v>10.058161896840053</c:v>
                </c:pt>
                <c:pt idx="5">
                  <c:v>6.24469615282758</c:v>
                </c:pt>
                <c:pt idx="6">
                  <c:v>4.114628946933352</c:v>
                </c:pt>
                <c:pt idx="7">
                  <c:v>3.5536186824780462</c:v>
                </c:pt>
                <c:pt idx="8">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13.2%</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14.8%</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14.9%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11.7%</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7.5%</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4.9%</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23.4%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13.241300171729673</c:v>
                </c:pt>
                <c:pt idx="1">
                  <c:v>14.757821817091273</c:v>
                </c:pt>
                <c:pt idx="2">
                  <c:v>14.928751533095168</c:v>
                </c:pt>
                <c:pt idx="3">
                  <c:v>11.734746524584317</c:v>
                </c:pt>
                <c:pt idx="4">
                  <c:v>7.483554686717547</c:v>
                </c:pt>
                <c:pt idx="5">
                  <c:v>4.943534691833558</c:v>
                </c:pt>
                <c:pt idx="6">
                  <c:v>4.751324429490797</c:v>
                </c:pt>
                <c:pt idx="7">
                  <c:v>4.789948922030665</c:v>
                </c:pt>
                <c:pt idx="8">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17.8%</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16.9%</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13.1%</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8.5%</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6.0%</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6.3%</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5.1%</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20.2%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17.755466218387074</c:v>
                </c:pt>
                <c:pt idx="1">
                  <c:v>16.923512057220726</c:v>
                </c:pt>
                <c:pt idx="2">
                  <c:v>13.06398834839756</c:v>
                </c:pt>
                <c:pt idx="3">
                  <c:v>8.501111419992805</c:v>
                </c:pt>
                <c:pt idx="4">
                  <c:v>6.212483469935218</c:v>
                </c:pt>
                <c:pt idx="5">
                  <c:v>6.00372205577132</c:v>
                </c:pt>
                <c:pt idx="6">
                  <c:v>6.25214775447386</c:v>
                </c:pt>
                <c:pt idx="7">
                  <c:v>5.093976971379507</c:v>
                </c:pt>
                <c:pt idx="8">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18.4%</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13.5%</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9.0%</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8.0%</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8.7%</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7.4%</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5.0%</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3.1%</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26.8%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18.375494481479823</c:v>
                </c:pt>
                <c:pt idx="1">
                  <c:v>13.506860544917371</c:v>
                </c:pt>
                <c:pt idx="2">
                  <c:v>9.018334357772936</c:v>
                </c:pt>
                <c:pt idx="3">
                  <c:v>8.01201879742635</c:v>
                </c:pt>
                <c:pt idx="4">
                  <c:v>8.65950070279257</c:v>
                </c:pt>
                <c:pt idx="5">
                  <c:v>7.44623663894267</c:v>
                </c:pt>
                <c:pt idx="6">
                  <c:v>5.048380480706811</c:v>
                </c:pt>
                <c:pt idx="7">
                  <c:v>3.0833382814602577</c:v>
                </c:pt>
                <c:pt idx="8">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14.5%</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12.1%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13.7%</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13.3%</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9.4%</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5.7%</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4.9%</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5.0%</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21.3%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14.470398026970201</c:v>
                </c:pt>
                <c:pt idx="1">
                  <c:v>12.081105054104468</c:v>
                </c:pt>
                <c:pt idx="2">
                  <c:v>13.741360229691407</c:v>
                </c:pt>
                <c:pt idx="3">
                  <c:v>13.333223083894268</c:v>
                </c:pt>
                <c:pt idx="4">
                  <c:v>9.443383956307104</c:v>
                </c:pt>
                <c:pt idx="5">
                  <c:v>5.704118782848436</c:v>
                </c:pt>
                <c:pt idx="6">
                  <c:v>4.9040267030818985</c:v>
                </c:pt>
                <c:pt idx="7">
                  <c:v>5.0046675995562016</c:v>
                </c:pt>
                <c:pt idx="8">
                  <c:v>21.317716563546018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layout>
                <c:manualLayout>
                  <c:x val="0.0350"/>
                  <c:y val="0.0000"/>
                </c:manualLayout>
              </c:layout>
              <c:tx>
                <c:rich>
                  <a:bodyPr/>
                  <a:lstStyle/>
                  <a:p>
                    <a:pPr>
                      <a:defRPr sz="1100" b="1">
                        <a:solidFill>
                          <a:srgbClr val="FFFFFF"/>
                        </a:solidFill>
                        <a:latin typeface="Calibri"/>
                      </a:defRPr>
                    </a:pPr>
                    <a:r>
                      <a:t>17.1%</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11.6%</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12.6%</a:t>
                    </a:r>
                  </a:p>
                </c:rich>
              </c:tx>
              <c:showLegendKey val="0"/>
              <c:showVal val="1"/>
              <c:showCatName val="0"/>
              <c:showSerName val="0"/>
              <c:showPercent val="0"/>
              <c:showBubbleSize val="0"/>
            </c:dLbl>
            <c:dLbl>
              <c:idx val="4"/>
              <c:layout>
                <c:manualLayout>
                  <c:x val="0.0350"/>
                  <c:y val="0.0000"/>
                </c:manualLayout>
              </c:layout>
              <c:tx>
                <c:rich>
                  <a:bodyPr/>
                  <a:lstStyle/>
                  <a:p>
                    <a:pPr>
                      <a:defRPr sz="1100" b="1">
                        <a:solidFill>
                          <a:srgbClr val="FFFFFF"/>
                        </a:solidFill>
                        <a:latin typeface="Calibri"/>
                      </a:defRPr>
                    </a:pPr>
                    <a:r>
                      <a:t>10.6%</a:t>
                    </a:r>
                  </a:p>
                </c:rich>
              </c:tx>
              <c:showLegendKey val="0"/>
              <c:showVal val="1"/>
              <c:showCatName val="0"/>
              <c:showSerName val="0"/>
              <c:showPercent val="0"/>
              <c:showBubbleSize val="0"/>
            </c:dLbl>
            <c:dLbl>
              <c:idx val="5"/>
              <c:layout>
                <c:manualLayout>
                  <c:x val="0.0350"/>
                  <c:y val="0.0000"/>
                </c:manualLayout>
              </c:layout>
              <c:tx>
                <c:rich>
                  <a:bodyPr/>
                  <a:lstStyle/>
                  <a:p>
                    <a:pPr>
                      <a:defRPr sz="1100" b="1">
                        <a:solidFill>
                          <a:srgbClr val="FFFFFF"/>
                        </a:solidFill>
                        <a:latin typeface="Calibri"/>
                      </a:defRPr>
                    </a:pPr>
                    <a:r>
                      <a:t>6.6%</a:t>
                    </a:r>
                  </a:p>
                </c:rich>
              </c:tx>
              <c:showLegendKey val="0"/>
              <c:showVal val="1"/>
              <c:showCatName val="0"/>
              <c:showSerName val="0"/>
              <c:showPercent val="0"/>
              <c:showBubbleSize val="0"/>
            </c:dLbl>
            <c:dLbl>
              <c:idx val="6"/>
              <c:layout>
                <c:manualLayout>
                  <c:x val="0.0350"/>
                  <c:y val="0.0000"/>
                </c:manualLayout>
              </c:layout>
              <c:tx>
                <c:rich>
                  <a:bodyPr/>
                  <a:lstStyle/>
                  <a:p>
                    <a:pPr>
                      <a:defRPr sz="1100" b="1">
                        <a:solidFill>
                          <a:srgbClr val="FFFFFF"/>
                        </a:solidFill>
                        <a:latin typeface="Calibri"/>
                      </a:defRPr>
                    </a:pPr>
                    <a:r>
                      <a:t>4.5%</a:t>
                    </a:r>
                  </a:p>
                </c:rich>
              </c:tx>
              <c:showLegendKey val="0"/>
              <c:showVal val="1"/>
              <c:showCatName val="0"/>
              <c:showSerName val="0"/>
              <c:showPercent val="0"/>
              <c:showBubbleSize val="0"/>
            </c:dLbl>
            <c:dLbl>
              <c:idx val="7"/>
              <c:layout>
                <c:manualLayout>
                  <c:x val="0.0350"/>
                  <c:y val="0.0000"/>
                </c:manualLayout>
              </c:layout>
              <c:tx>
                <c:rich>
                  <a:bodyPr/>
                  <a:lstStyle/>
                  <a:p>
                    <a:pPr>
                      <a:defRPr sz="1100" b="1">
                        <a:solidFill>
                          <a:srgbClr val="FFFFFF"/>
                        </a:solidFill>
                        <a:latin typeface="Calibri"/>
                      </a:defRPr>
                    </a:pPr>
                    <a:r>
                      <a:t>4.2%</a:t>
                    </a:r>
                  </a:p>
                </c:rich>
              </c:tx>
              <c:showLegendKey val="0"/>
              <c:showVal val="1"/>
              <c:showCatName val="0"/>
              <c:showSerName val="0"/>
              <c:showPercent val="0"/>
              <c:showBubbleSize val="0"/>
            </c:dLbl>
            <c:dLbl>
              <c:idx val="8"/>
              <c:layout>
                <c:manualLayout>
                  <c:x val="0.0350"/>
                  <c:y val="0.0000"/>
                </c:manualLayout>
              </c:layout>
              <c:tx>
                <c:rich>
                  <a:bodyPr/>
                  <a:lstStyle/>
                  <a:p>
                    <a:pPr>
                      <a:defRPr sz="1100" b="1">
                        <a:solidFill>
                          <a:srgbClr val="2E2E2E"/>
                        </a:solidFill>
                        <a:latin typeface="Calibri"/>
                      </a:defRPr>
                    </a:pPr>
                    <a:r>
                      <a:t>21.3%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17.059182852443715</c:v>
                </c:pt>
                <c:pt idx="1">
                  <c:v>11.555110199289217</c:v>
                </c:pt>
                <c:pt idx="2">
                  <c:v>11.49241996011639</c:v>
                </c:pt>
                <c:pt idx="3">
                  <c:v>12.62567293240893</c:v>
                </c:pt>
                <c:pt idx="4">
                  <c:v>10.645270539100778</c:v>
                </c:pt>
                <c:pt idx="5">
                  <c:v>6.6195232003608835</c:v>
                </c:pt>
                <c:pt idx="6">
                  <c:v>4.493101603948456</c:v>
                </c:pt>
                <c:pt idx="7">
                  <c:v>4.22083041567492</c:v>
                </c:pt>
                <c:pt idx="8">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1406.570470139203</c:v>
                </c:pt>
                <c:pt idx="1">
                  <c:v>782.5250031942185</c:v>
                </c:pt>
                <c:pt idx="2">
                  <c:v>984.9762161456905</c:v>
                </c:pt>
                <c:pt idx="3">
                  <c:v>1860.71306720892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456.1412487157745"/>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1671.4544328853872</c:v>
                </c:pt>
                <c:pt idx="1">
                  <c:v>1017.4105918325503</c:v>
                </c:pt>
                <c:pt idx="2">
                  <c:v>548.660037878689</c:v>
                </c:pt>
                <c:pt idx="3">
                  <c:v>619.9438449912939</c:v>
                </c:pt>
                <c:pt idx="4">
                  <c:v>1177.3158491001118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206.319851408711"/>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16.0%</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29.9%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42.6%</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580.1014291831889</c:v>
                </c:pt>
                <c:pt idx="1">
                  <c:v>806.4758081354903</c:v>
                </c:pt>
                <c:pt idx="2">
                  <c:v>1503.8168230228575</c:v>
                </c:pt>
                <c:pt idx="3">
                  <c:v>2144.390696346495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4787.223948000001</c:v>
                </c:pt>
                <c:pt idx="1">
                  <c:v>4303.246313239675</c:v>
                </c:pt>
                <c:pt idx="2">
                  <c:v>3144.8877478563704</c:v>
                </c:pt>
                <c:pt idx="3">
                  <c:v>2014.7930139520831</c:v>
                </c:pt>
                <c:pt idx="4">
                  <c:v>1598.462412717356</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1671.4544328853872</c:v>
                </c:pt>
                <c:pt idx="1">
                  <c:v>1017.4105918325503</c:v>
                </c:pt>
                <c:pt idx="2">
                  <c:v>548.660037878689</c:v>
                </c:pt>
                <c:pt idx="3">
                  <c:v>619.9438449912939</c:v>
                </c:pt>
                <c:pt idx="4">
                  <c:v>1177.3158491001118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127.6466534400015"/>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507.8556159165721</c:v>
                </c:pt>
                <c:pt idx="1">
                  <c:v>706.0373370208099</c:v>
                </c:pt>
                <c:pt idx="2">
                  <c:v>1316.5315244220888</c:v>
                </c:pt>
                <c:pt idx="3">
                  <c:v>1877.3283482377192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478.0734196737894"/>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796.7090904500783</c:v>
                </c:pt>
                <c:pt idx="1">
                  <c:v>443.2375034061467</c:v>
                </c:pt>
                <c:pt idx="2">
                  <c:v>557.9098395281468</c:v>
                </c:pt>
                <c:pt idx="3">
                  <c:v>1053.9443610087178</c:v>
                </c:pt>
                <c:pt idx="4">
                  <c:v>1555.9520312041006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053.856681189413"/>
          <c:min val="0.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23.2%</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31.9%</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32.3%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558.1836058550936</c:v>
                </c:pt>
                <c:pt idx="1">
                  <c:v>1021.1161147270325</c:v>
                </c:pt>
                <c:pt idx="2">
                  <c:v>1406.274509431856</c:v>
                </c:pt>
                <c:pt idx="3">
                  <c:v>1422.178595583208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6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5063.409945000001</c:v>
                </c:pt>
                <c:pt idx="1">
                  <c:v>4551.510523618888</c:v>
                </c:pt>
                <c:pt idx="2">
                  <c:v>3326.323579463469</c:v>
                </c:pt>
                <c:pt idx="3">
                  <c:v>2131.031072449319</c:v>
                </c:pt>
                <c:pt idx="4">
                  <c:v>1690.6813980664342</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796.7090904500783</c:v>
                </c:pt>
                <c:pt idx="1">
                  <c:v>443.2375034061467</c:v>
                </c:pt>
                <c:pt idx="2">
                  <c:v>557.9098395281468</c:v>
                </c:pt>
                <c:pt idx="3">
                  <c:v>1053.9443610087178</c:v>
                </c:pt>
                <c:pt idx="4">
                  <c:v>1555.9520312041006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481.16472960000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Mass Retail</c:v>
                </c:pt>
                <c:pt idx="1">
                  <c:v>Beauty Specialty Retail</c:v>
                </c:pt>
                <c:pt idx="2">
                  <c:v>Salon and Professional Distribution</c:v>
                </c:pt>
                <c:pt idx="3">
                  <c:v>Pharmacies and Drugstores</c:v>
                </c:pt>
              </c:strCache>
            </c:strRef>
          </c:cat>
          <c:val>
            <c:numRef>
              <c:f>Sheet1!$B$2:$B$5</c:f>
              <c:numCache>
                <c:formatCode>General</c:formatCode>
                <c:ptCount val="4"/>
                <c:pt idx="0">
                  <c:v>384.9796474006497</c:v>
                </c:pt>
                <c:pt idx="1">
                  <c:v>704.2645424896031</c:v>
                </c:pt>
                <c:pt idx="2">
                  <c:v>969.9085732914621</c:v>
                </c:pt>
                <c:pt idx="3">
                  <c:v>980.8776333185791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94.7584759805245"/>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242.30220140560925</c:v>
                </c:pt>
                <c:pt idx="1">
                  <c:v>336.85637349100324</c:v>
                </c:pt>
                <c:pt idx="2">
                  <c:v>628.1283037731695</c:v>
                </c:pt>
                <c:pt idx="3">
                  <c:v>895.6892023694407</c:v>
                </c:pt>
                <c:pt idx="4">
                  <c:v>937.0543154610714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36.9116964086143"/>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layout>
                <c:manualLayout>
                  <c:x val="0.0350"/>
                  <c:y val="0.0000"/>
                </c:manualLayout>
              </c:layout>
              <c:tx>
                <c:rich>
                  <a:bodyPr/>
                  <a:lstStyle/>
                  <a:p>
                    <a:pPr>
                      <a:defRPr sz="1100" b="1">
                        <a:solidFill>
                          <a:srgbClr val="FFFFFF"/>
                        </a:solidFill>
                        <a:latin typeface="Calibri"/>
                      </a:defRPr>
                    </a:pPr>
                    <a:r>
                      <a:t>21.9%</a:t>
                    </a:r>
                  </a:p>
                </c:rich>
              </c:tx>
              <c:showLegendKey val="0"/>
              <c:showVal val="1"/>
              <c:showCatName val="0"/>
              <c:showSerName val="0"/>
              <c:showPercent val="0"/>
              <c:showBubbleSize val="0"/>
            </c:dLbl>
            <c:dLbl>
              <c:idx val="1"/>
              <c:layout>
                <c:manualLayout>
                  <c:x val="0.0350"/>
                  <c:y val="0.0000"/>
                </c:manualLayout>
              </c:layout>
              <c:tx>
                <c:rich>
                  <a:bodyPr/>
                  <a:lstStyle/>
                  <a:p>
                    <a:pPr>
                      <a:defRPr sz="1100" b="1">
                        <a:solidFill>
                          <a:srgbClr val="FFFFFF"/>
                        </a:solidFill>
                        <a:latin typeface="Calibri"/>
                      </a:defRPr>
                    </a:pPr>
                    <a:r>
                      <a:t>29.1%</a:t>
                    </a:r>
                  </a:p>
                </c:rich>
              </c:tx>
              <c:showLegendKey val="0"/>
              <c:showVal val="1"/>
              <c:showCatName val="0"/>
              <c:showSerName val="0"/>
              <c:showPercent val="0"/>
              <c:showBubbleSize val="0"/>
            </c:dLbl>
            <c:dLbl>
              <c:idx val="2"/>
              <c:layout>
                <c:manualLayout>
                  <c:x val="0.0350"/>
                  <c:y val="0.0000"/>
                </c:manualLayout>
              </c:layout>
              <c:tx>
                <c:rich>
                  <a:bodyPr/>
                  <a:lstStyle/>
                  <a:p>
                    <a:pPr>
                      <a:defRPr sz="1100" b="1">
                        <a:solidFill>
                          <a:srgbClr val="FFFFFF"/>
                        </a:solidFill>
                        <a:latin typeface="Calibri"/>
                      </a:defRPr>
                    </a:pPr>
                    <a:r>
                      <a:t>28.5%</a:t>
                    </a:r>
                  </a:p>
                </c:rich>
              </c:tx>
              <c:showLegendKey val="0"/>
              <c:showVal val="1"/>
              <c:showCatName val="0"/>
              <c:showSerName val="0"/>
              <c:showPercent val="0"/>
              <c:showBubbleSize val="0"/>
            </c:dLbl>
            <c:dLbl>
              <c:idx val="3"/>
              <c:layout>
                <c:manualLayout>
                  <c:x val="0.0350"/>
                  <c:y val="0.0000"/>
                </c:manualLayout>
              </c:layout>
              <c:tx>
                <c:rich>
                  <a:bodyPr/>
                  <a:lstStyle/>
                  <a:p>
                    <a:pPr>
                      <a:defRPr sz="1100" b="1">
                        <a:solidFill>
                          <a:srgbClr val="FFFFFF"/>
                        </a:solidFill>
                        <a:latin typeface="Calibri"/>
                      </a:defRPr>
                    </a:pPr>
                    <a:r>
                      <a:t>20.4%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Styling Serums and Oils</c:v>
                </c:pt>
                <c:pt idx="1">
                  <c:v>Waxes, Clays, Pastes and Pomades</c:v>
                </c:pt>
                <c:pt idx="2">
                  <c:v>Sticks and Balms</c:v>
                </c:pt>
                <c:pt idx="3">
                  <c:v>Creams and Lotions</c:v>
                </c:pt>
              </c:strCache>
            </c:strRef>
          </c:cat>
          <c:val>
            <c:numRef>
              <c:f>Sheet1!$B$2:$B$5</c:f>
              <c:numCache>
                <c:formatCode>General</c:formatCode>
                <c:ptCount val="4"/>
                <c:pt idx="0">
                  <c:v>666.1430943553622</c:v>
                </c:pt>
                <c:pt idx="1">
                  <c:v>886.0412645327915</c:v>
                </c:pt>
                <c:pt idx="2">
                  <c:v>866.2034729136926</c:v>
                </c:pt>
                <c:pt idx="3">
                  <c:v>621.6425646984475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6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Sheet1!$B$2:$B$6</c:f>
              <c:numCache>
                <c:formatCode>General</c:formatCode>
                <c:ptCount val="5"/>
                <c:pt idx="0">
                  <c:v>5339.595942000001</c:v>
                </c:pt>
                <c:pt idx="1">
                  <c:v>4799.7747339981</c:v>
                </c:pt>
                <c:pt idx="2">
                  <c:v>3507.7594110705672</c:v>
                </c:pt>
                <c:pt idx="3">
                  <c:v>2247.2691309465545</c:v>
                </c:pt>
                <c:pt idx="4">
                  <c:v>1782.9003834155124</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East Asia</c:v>
                </c:pt>
                <c:pt idx="2">
                  <c:v>Europe</c:v>
                </c:pt>
                <c:pt idx="3">
                  <c:v>South Asia &amp; Pacific</c:v>
                </c:pt>
                <c:pt idx="4">
                  <c:v>Rest of the World</c:v>
                </c:pt>
              </c:strCache>
            </c:strRef>
          </c:cat>
          <c:val>
            <c:numRef>
              <c:f>Sheet1!$C$2:$C$6</c:f>
              <c:numCache>
                <c:formatCode>General</c:formatCode>
                <c:ptCount val="5"/>
                <c:pt idx="0">
                  <c:v>242.30220140560925</c:v>
                </c:pt>
                <c:pt idx="1">
                  <c:v>336.85637349100324</c:v>
                </c:pt>
                <c:pt idx="2">
                  <c:v>628.1283037731695</c:v>
                </c:pt>
                <c:pt idx="3">
                  <c:v>895.6892023694407</c:v>
                </c:pt>
                <c:pt idx="4">
                  <c:v>937.0543154610714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834.68280576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9.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0.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2.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6.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9.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0.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5.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0.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4.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6.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7.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8.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9.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2.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3.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4.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5.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7.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8.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9.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2.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3.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5.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6.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7.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8.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2.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3.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4.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5.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7.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8.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9.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0.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2.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3.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4.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6.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7.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8.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9.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0.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1.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2.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4.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5.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6.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7.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8.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9.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0.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2.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3.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4.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5.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6.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7.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8.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9.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1.xml"/></Relationships>
</file>

<file path=ppt/notesSlides/_rels/notesSlide5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2.xml"/></Relationships>
</file>

<file path=ppt/notesSlides/_rels/notesSlide5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3.xml"/></Relationships>
</file>

<file path=ppt/notesSlides/_rels/notesSlide5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4.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5.xml"/></Relationships>
</file>

<file path=ppt/notesSlides/_rels/notesSlide5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6.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7.xml"/></Relationships>
</file>

<file path=ppt/notesSlides/_rels/notesSlide5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8.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9.xml"/></Relationships>
</file>

<file path=ppt/notesSlides/_rels/notesSlide5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2.xml"/></Relationships>
</file>

<file path=ppt/notesSlides/_rels/notesSlide5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3.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4.xml"/></Relationships>
</file>

<file path=ppt/notesSlides/_rels/notesSlide5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5.xml"/></Relationships>
</file>

<file path=ppt/notesSlides/_rels/notesSlide5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6.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7.xml"/></Relationships>
</file>

<file path=ppt/notesSlides/_rels/notesSlide5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0.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1.xml"/></Relationships>
</file>

<file path=ppt/notesSlides/_rels/notesSlide5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2.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3.xml"/></Relationships>
</file>

<file path=ppt/notesSlides/_rels/notesSlide5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4.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5.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6.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7.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8.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0.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2.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3.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4.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5.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6.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8.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9.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0.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2.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3.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5.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6.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7.xml"/></Relationships>
</file>

<file path=ppt/notesSlides/_rels/notesSlide5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8.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9.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0.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1.xml"/></Relationships>
</file>

<file path=ppt/notesSlides/_rels/notesSlide5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2.xm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4.xml"/></Relationships>
</file>

<file path=ppt/notesSlides/_rels/notesSlide5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5.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6.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7.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8.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9.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0.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2.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3.xml"/></Relationships>
</file>

<file path=ppt/notesSlides/_rels/notesSlide5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4.xml"/></Relationships>
</file>

<file path=ppt/notesSlides/_rels/notesSlide5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5.xml"/></Relationships>
</file>

<file path=ppt/notesSlides/_rels/notesSlide5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6.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7.xml"/></Relationships>
</file>

<file path=ppt/notesSlides/_rels/notesSlide5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8.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0.xml"/></Relationships>
</file>

<file path=ppt/notesSlides/_rels/notesSlide5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2.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3.xml"/></Relationships>
</file>

<file path=ppt/notesSlides/_rels/notesSlide5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4.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5.xml"/></Relationships>
</file>

<file path=ppt/notesSlides/_rels/notesSlide5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6.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7.xml"/></Relationships>
</file>

<file path=ppt/notesSlides/_rels/notesSlide5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0.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1.xml"/></Relationships>
</file>

<file path=ppt/notesSlides/_rels/notesSlide5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2.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3.xml"/></Relationships>
</file>

<file path=ppt/notesSlides/_rels/notesSlide6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6.xml"/></Relationships>
</file>

<file path=ppt/notesSlides/_rels/notesSlide6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7.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8.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0.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2.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4.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5.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6.xml"/></Relationships>
</file>

<file path=ppt/notesSlides/_rels/notesSlide6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8.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9.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0.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2.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3.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4.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6.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7.xml"/></Relationships>
</file>

<file path=ppt/notesSlides/_rels/notesSlide6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8.xml"/></Relationships>
</file>

<file path=ppt/notesSlides/_rels/notesSlide6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0.xml"/></Relationships>
</file>

<file path=ppt/notesSlides/_rels/notesSlide6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1.xml"/></Relationships>
</file>

<file path=ppt/notesSlides/_rels/notesSlide6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2.xml"/></Relationships>
</file>

<file path=ppt/notesSlides/_rels/notesSlide6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4.xml"/></Relationships>
</file>

<file path=ppt/notesSlides/_rels/notesSlide6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5.xml"/></Relationships>
</file>

<file path=ppt/notesSlides/_rels/notesSlide6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6.xml"/></Relationships>
</file>

<file path=ppt/notesSlides/_rels/notesSlide6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7.xml"/></Relationships>
</file>

<file path=ppt/notesSlides/_rels/notesSlide6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8.xml"/></Relationships>
</file>

<file path=ppt/notesSlides/_rels/notesSlide6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9.xml"/></Relationships>
</file>

<file path=ppt/notesSlides/_rels/notesSlide6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0.xml"/></Relationships>
</file>

<file path=ppt/notesSlides/_rels/notesSlide6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1.xml"/></Relationships>
</file>

<file path=ppt/notesSlides/_rels/notesSlide6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2.xml"/></Relationships>
</file>

<file path=ppt/notesSlides/_rels/notesSlide6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3.xml"/></Relationships>
</file>

<file path=ppt/notesSlides/_rels/notesSlide6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4.xml"/></Relationships>
</file>

<file path=ppt/notesSlides/_rels/notesSlide6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5.xml"/></Relationships>
</file>

<file path=ppt/notesSlides/_rels/notesSlide6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6.xml"/></Relationships>
</file>

<file path=ppt/notesSlides/_rels/notesSlide6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7.xml"/></Relationships>
</file>

<file path=ppt/notesSlides/_rels/notesSlide6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8.xml"/></Relationships>
</file>

<file path=ppt/notesSlides/_rels/notesSlide6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9.xml"/></Relationships>
</file>

<file path=ppt/notesSlides/_rels/notesSlide6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0.xml"/></Relationships>
</file>

<file path=ppt/notesSlides/_rels/notesSlide6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1.xml"/></Relationships>
</file>

<file path=ppt/notesSlides/_rels/notesSlide6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2.xml"/></Relationships>
</file>

<file path=ppt/notesSlides/_rels/notesSlide6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3.xml"/></Relationships>
</file>

<file path=ppt/notesSlides/_rels/notesSlide6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4.xml"/></Relationships>
</file>

<file path=ppt/notesSlides/_rels/notesSlide6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5.xml"/></Relationships>
</file>

<file path=ppt/notesSlides/_rels/notesSlide6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6.xml"/></Relationships>
</file>

<file path=ppt/notesSlides/_rels/notesSlide6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7.xml"/></Relationships>
</file>

<file path=ppt/notesSlides/_rels/notesSlide6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8.xml"/></Relationships>
</file>

<file path=ppt/notesSlides/_rels/notesSlide6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0.xml"/></Relationships>
</file>

<file path=ppt/notesSlides/_rels/notesSlide6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1.xml"/></Relationships>
</file>

<file path=ppt/notesSlides/_rels/notesSlide6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2.xml"/></Relationships>
</file>

<file path=ppt/notesSlides/_rels/notesSlide6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3.xml"/></Relationships>
</file>

<file path=ppt/notesSlides/_rels/notesSlide6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4.xml"/></Relationships>
</file>

<file path=ppt/notesSlides/_rels/notesSlide6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5.xml"/></Relationships>
</file>

<file path=ppt/notesSlides/_rels/notesSlide6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6.xml"/></Relationships>
</file>

<file path=ppt/notesSlides/_rels/notesSlide6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7.xml"/></Relationships>
</file>

<file path=ppt/notesSlides/_rels/notesSlide6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8.xml"/></Relationships>
</file>

<file path=ppt/notesSlides/_rels/notesSlide6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9.xml"/></Relationships>
</file>

<file path=ppt/notesSlides/_rels/notesSlide6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0.xml"/></Relationships>
</file>

<file path=ppt/notesSlides/_rels/notesSlide6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1.xml"/></Relationships>
</file>

<file path=ppt/notesSlides/_rels/notesSlide6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2.xml"/></Relationships>
</file>

<file path=ppt/notesSlides/_rels/notesSlide6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3.xml"/></Relationships>
</file>

<file path=ppt/notesSlides/_rels/notesSlide6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4.xml"/></Relationships>
</file>

<file path=ppt/notesSlides/_rels/notesSlide6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5.xml"/></Relationships>
</file>

<file path=ppt/notesSlides/_rels/notesSlide6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6.xml"/></Relationships>
</file>

<file path=ppt/notesSlides/_rels/notesSlide6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7.xml"/></Relationships>
</file>

<file path=ppt/notesSlides/_rels/notesSlide6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8.xml"/></Relationships>
</file>

<file path=ppt/notesSlides/_rels/notesSlide6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9.xml"/></Relationships>
</file>

<file path=ppt/notesSlides/_rels/notesSlide6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0.xml"/></Relationships>
</file>

<file path=ppt/notesSlides/_rels/notesSlide6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1.xml"/></Relationships>
</file>

<file path=ppt/notesSlides/_rels/notesSlide6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2.xml"/></Relationships>
</file>

<file path=ppt/notesSlides/_rels/notesSlide6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3.xml"/></Relationships>
</file>

<file path=ppt/notesSlides/_rels/notesSlide6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4.xml"/></Relationships>
</file>

<file path=ppt/notesSlides/_rels/notesSlide6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6.xml"/></Relationships>
</file>

<file path=ppt/notesSlides/_rels/notesSlide6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7.xml"/></Relationships>
</file>

<file path=ppt/notesSlides/_rels/notesSlide6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8.xml"/></Relationships>
</file>

<file path=ppt/notesSlides/_rels/notesSlide6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9.xml"/></Relationships>
</file>

<file path=ppt/notesSlides/_rels/notesSlide6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0.xml"/></Relationships>
</file>

<file path=ppt/notesSlides/_rels/notesSlide6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1.xml"/></Relationships>
</file>

<file path=ppt/notesSlides/_rels/notesSlide6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2.xml"/></Relationships>
</file>

<file path=ppt/notesSlides/_rels/notesSlide6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3.xml"/></Relationships>
</file>

<file path=ppt/notesSlides/_rels/notesSlide6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4.xml"/></Relationships>
</file>

<file path=ppt/notesSlides/_rels/notesSlide6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5.xml"/></Relationships>
</file>

<file path=ppt/notesSlides/_rels/notesSlide6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6.xml"/></Relationships>
</file>

<file path=ppt/notesSlides/_rels/notesSlide6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7.xml"/></Relationships>
</file>

<file path=ppt/notesSlides/_rels/notesSlide6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8.xml"/></Relationships>
</file>

<file path=ppt/notesSlides/_rels/notesSlide6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9.xml"/></Relationships>
</file>

<file path=ppt/notesSlides/_rels/notesSlide7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0.xml"/></Relationships>
</file>

<file path=ppt/notesSlides/_rels/notesSlide7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1.xml"/></Relationships>
</file>

<file path=ppt/notesSlides/_rels/notesSlide7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2.xml"/></Relationships>
</file>

<file path=ppt/notesSlides/_rels/notesSlide7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3.xml"/></Relationships>
</file>

<file path=ppt/notesSlides/_rels/notesSlide7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4.xml"/></Relationships>
</file>

<file path=ppt/notesSlides/_rels/notesSlide7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5.xml"/></Relationships>
</file>

<file path=ppt/notesSlides/_rels/notesSlide7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6.xml"/></Relationships>
</file>

<file path=ppt/notesSlides/_rels/notesSlide7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7.xml"/></Relationships>
</file>

<file path=ppt/notesSlides/_rels/notesSlide7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8.xml"/></Relationships>
</file>

<file path=ppt/notesSlides/_rels/notesSlide7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9.xml"/></Relationships>
</file>

<file path=ppt/notesSlides/_rels/notesSlide7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0.xml"/></Relationships>
</file>

<file path=ppt/notesSlides/_rels/notesSlide7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2.xml"/></Relationships>
</file>

<file path=ppt/notesSlides/_rels/notesSlide7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3.xml"/></Relationships>
</file>

<file path=ppt/notesSlides/_rels/notesSlide7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4.xml"/></Relationships>
</file>

<file path=ppt/notesSlides/_rels/notesSlide7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5.xml"/></Relationships>
</file>

<file path=ppt/notesSlides/_rels/notesSlide7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6.xml"/></Relationships>
</file>

<file path=ppt/notesSlides/_rels/notesSlide7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7.xml"/></Relationships>
</file>

<file path=ppt/notesSlides/_rels/notesSlide7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8.xml"/></Relationships>
</file>

<file path=ppt/notesSlides/_rels/notesSlide7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9.xml"/></Relationships>
</file>

<file path=ppt/notesSlides/_rels/notesSlide7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0.xml"/></Relationships>
</file>

<file path=ppt/notesSlides/_rels/notesSlide7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1.xml"/></Relationships>
</file>

<file path=ppt/notesSlides/_rels/notesSlide7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2.xml"/></Relationships>
</file>

<file path=ppt/notesSlides/_rels/notesSlide7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3.xml"/></Relationships>
</file>

<file path=ppt/notesSlides/_rels/notesSlide7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4.xml"/></Relationships>
</file>

<file path=ppt/notesSlides/_rels/notesSlide7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5.xml"/></Relationships>
</file>

<file path=ppt/notesSlides/_rels/notesSlide7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6.xml"/></Relationships>
</file>

<file path=ppt/notesSlides/_rels/notesSlide7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7.xml"/></Relationships>
</file>

<file path=ppt/notesSlides/_rels/notesSlide7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8.xml"/></Relationships>
</file>

<file path=ppt/notesSlides/_rels/notesSlide7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9.xml"/></Relationships>
</file>

<file path=ppt/notesSlides/_rels/notesSlide7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0.xml"/></Relationships>
</file>

<file path=ppt/notesSlides/_rels/notesSlide7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1.xml"/></Relationships>
</file>

<file path=ppt/notesSlides/_rels/notesSlide7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2.xml"/></Relationships>
</file>

<file path=ppt/notesSlides/_rels/notesSlide7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3.xml"/></Relationships>
</file>

<file path=ppt/notesSlides/_rels/notesSlide7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4.xml"/></Relationships>
</file>

<file path=ppt/notesSlides/_rels/notesSlide7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5.xml"/></Relationships>
</file>

<file path=ppt/notesSlides/_rels/notesSlide7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6.xml"/></Relationships>
</file>

<file path=ppt/notesSlides/_rels/notesSlide7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8.xml"/></Relationships>
</file>

<file path=ppt/notesSlides/_rels/notesSlide7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9.xml"/></Relationships>
</file>

<file path=ppt/notesSlides/_rels/notesSlide7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0.xml"/></Relationships>
</file>

<file path=ppt/notesSlides/_rels/notesSlide7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1.xml"/></Relationships>
</file>

<file path=ppt/notesSlides/_rels/notesSlide7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2.xml"/></Relationships>
</file>

<file path=ppt/notesSlides/_rels/notesSlide7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3.xml"/></Relationships>
</file>

<file path=ppt/notesSlides/_rels/notesSlide7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4.xml"/></Relationships>
</file>

<file path=ppt/notesSlides/_rels/notesSlide7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5.xml"/></Relationships>
</file>

<file path=ppt/notesSlides/_rels/notesSlide7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6.xml"/></Relationships>
</file>

<file path=ppt/notesSlides/_rels/notesSlide7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7.xml"/></Relationships>
</file>

<file path=ppt/notesSlides/_rels/notesSlide7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8.xml"/></Relationships>
</file>

<file path=ppt/notesSlides/_rels/notesSlide7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9.xml"/></Relationships>
</file>

<file path=ppt/notesSlides/_rels/notesSlide7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0.xml"/></Relationships>
</file>

<file path=ppt/notesSlides/_rels/notesSlide7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1.xml"/></Relationships>
</file>

<file path=ppt/notesSlides/_rels/notesSlide7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2.xml"/></Relationships>
</file>

<file path=ppt/notesSlides/_rels/notesSlide7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3.xml"/></Relationships>
</file>

<file path=ppt/notesSlides/_rels/notesSlide7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4.xml"/></Relationships>
</file>

<file path=ppt/notesSlides/_rels/notesSlide7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5.xml"/></Relationships>
</file>

<file path=ppt/notesSlides/_rels/notesSlide7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6.xml"/></Relationships>
</file>

<file path=ppt/notesSlides/_rels/notesSlide7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7.xml"/></Relationships>
</file>

<file path=ppt/notesSlides/_rels/notesSlide7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8.xml"/></Relationships>
</file>

<file path=ppt/notesSlides/_rels/notesSlide7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9.xml"/></Relationships>
</file>

<file path=ppt/notesSlides/_rels/notesSlide7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0.xml"/></Relationships>
</file>

<file path=ppt/notesSlides/_rels/notesSlide7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1.xml"/></Relationships>
</file>

<file path=ppt/notesSlides/_rels/notesSlide7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2.xml"/></Relationships>
</file>

<file path=ppt/notesSlides/_rels/notesSlide7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4.xml"/></Relationships>
</file>

<file path=ppt/notesSlides/_rels/notesSlide7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5.xml"/></Relationships>
</file>

<file path=ppt/notesSlides/_rels/notesSlide7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6.xml"/></Relationships>
</file>

<file path=ppt/notesSlides/_rels/notesSlide7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7.xml"/></Relationships>
</file>

<file path=ppt/notesSlides/_rels/notesSlide7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8.xml"/></Relationships>
</file>

<file path=ppt/notesSlides/_rels/notesSlide7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9.xml"/></Relationships>
</file>

<file path=ppt/notesSlides/_rels/notesSlide7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0.xml"/></Relationships>
</file>

<file path=ppt/notesSlides/_rels/notesSlide7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1.xml"/></Relationships>
</file>

<file path=ppt/notesSlides/_rels/notesSlide7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2.xml"/></Relationships>
</file>

<file path=ppt/notesSlides/_rels/notesSlide7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3.xml"/></Relationships>
</file>

<file path=ppt/notesSlides/_rels/notesSlide7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4.xml"/></Relationships>
</file>

<file path=ppt/notesSlides/_rels/notesSlide7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5.xml"/></Relationships>
</file>

<file path=ppt/notesSlides/_rels/notesSlide7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6.xml"/></Relationships>
</file>

<file path=ppt/notesSlides/_rels/notesSlide7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7.xml"/></Relationships>
</file>

<file path=ppt/notesSlides/_rels/notesSlide7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8.xml"/></Relationships>
</file>

<file path=ppt/notesSlides/_rels/notesSlide7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9.xml"/></Relationships>
</file>

<file path=ppt/notesSlides/_rels/notesSlide7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0.xml"/></Relationships>
</file>

<file path=ppt/notesSlides/_rels/notesSlide7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1.xml"/></Relationships>
</file>

<file path=ppt/notesSlides/_rels/notesSlide7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2.xml"/></Relationships>
</file>

<file path=ppt/notesSlides/_rels/notesSlide7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3.xml"/></Relationships>
</file>

<file path=ppt/notesSlides/_rels/notesSlide7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4.xml"/></Relationships>
</file>

<file path=ppt/notesSlides/_rels/notesSlide7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5.xml"/></Relationships>
</file>

<file path=ppt/notesSlides/_rels/notesSlide7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6.xml"/></Relationships>
</file>

<file path=ppt/notesSlides/_rels/notesSlide7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7.xml"/></Relationships>
</file>

<file path=ppt/notesSlides/_rels/notesSlide7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8.xml"/></Relationships>
</file>

<file path=ppt/notesSlides/_rels/notesSlide8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0.xml"/></Relationships>
</file>

<file path=ppt/notesSlides/_rels/notesSlide8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1.xml"/></Relationships>
</file>

<file path=ppt/notesSlides/_rels/notesSlide8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2.xml"/></Relationships>
</file>

<file path=ppt/notesSlides/_rels/notesSlide8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3.xml"/></Relationships>
</file>

<file path=ppt/notesSlides/_rels/notesSlide8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4.xml"/></Relationships>
</file>

<file path=ppt/notesSlides/_rels/notesSlide8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5.xml"/></Relationships>
</file>

<file path=ppt/notesSlides/_rels/notesSlide8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6.xml"/></Relationships>
</file>

<file path=ppt/notesSlides/_rels/notesSlide8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7.xml"/></Relationships>
</file>

<file path=ppt/notesSlides/_rels/notesSlide8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8.xml"/></Relationships>
</file>

<file path=ppt/notesSlides/_rels/notesSlide8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9.xml"/></Relationships>
</file>

<file path=ppt/notesSlides/_rels/notesSlide8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0.xml"/></Relationships>
</file>

<file path=ppt/notesSlides/_rels/notesSlide8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1.xml"/></Relationships>
</file>

<file path=ppt/notesSlides/_rels/notesSlide8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2.xml"/></Relationships>
</file>

<file path=ppt/notesSlides/_rels/notesSlide8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3.xml"/></Relationships>
</file>

<file path=ppt/notesSlides/_rels/notesSlide8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4.xml"/></Relationships>
</file>

<file path=ppt/notesSlides/_rels/notesSlide8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5.xml"/></Relationships>
</file>

<file path=ppt/notesSlides/_rels/notesSlide8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6.xml"/></Relationships>
</file>

<file path=ppt/notesSlides/_rels/notesSlide8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7.xml"/></Relationships>
</file>

<file path=ppt/notesSlides/_rels/notesSlide8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8.xml"/></Relationships>
</file>

<file path=ppt/notesSlides/_rels/notesSlide8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9.xml"/></Relationships>
</file>

<file path=ppt/notesSlides/_rels/notesSlide8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0.xml"/></Relationships>
</file>

<file path=ppt/notesSlides/_rels/notesSlide8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1.xml"/></Relationships>
</file>

<file path=ppt/notesSlides/_rels/notesSlide8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2.xml"/></Relationships>
</file>

<file path=ppt/notesSlides/_rels/notesSlide8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3.xml"/></Relationships>
</file>

<file path=ppt/notesSlides/_rels/notesSlide8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4.xml"/></Relationships>
</file>

<file path=ppt/notesSlides/_rels/notesSlide8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6.xml"/></Relationships>
</file>

<file path=ppt/notesSlides/_rels/notesSlide8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7.xml"/></Relationships>
</file>

<file path=ppt/notesSlides/_rels/notesSlide8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8.xml"/></Relationships>
</file>

<file path=ppt/notesSlides/_rels/notesSlide8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9.xml"/></Relationships>
</file>

<file path=ppt/notesSlides/_rels/notesSlide8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0.xml"/></Relationships>
</file>

<file path=ppt/notesSlides/_rels/notesSlide8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1.xml"/></Relationships>
</file>

<file path=ppt/notesSlides/_rels/notesSlide8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2.xml"/></Relationships>
</file>

<file path=ppt/notesSlides/_rels/notesSlide8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3.xml"/></Relationships>
</file>

<file path=ppt/notesSlides/_rels/notesSlide8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4.xml"/></Relationships>
</file>

<file path=ppt/notesSlides/_rels/notesSlide8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5.xml"/></Relationships>
</file>

<file path=ppt/notesSlides/_rels/notesSlide8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6.xml"/></Relationships>
</file>

<file path=ppt/notesSlides/_rels/notesSlide8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7.xml"/></Relationships>
</file>

<file path=ppt/notesSlides/_rels/notesSlide8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8.xml"/></Relationships>
</file>

<file path=ppt/notesSlides/_rels/notesSlide8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9.xml"/></Relationships>
</file>

<file path=ppt/notesSlides/_rels/notesSlide8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0.xml"/></Relationships>
</file>

<file path=ppt/notesSlides/_rels/notesSlide8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1.xml"/></Relationships>
</file>

<file path=ppt/notesSlides/_rels/notesSlide8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2.xml"/></Relationships>
</file>

<file path=ppt/notesSlides/_rels/notesSlide8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3.xml"/></Relationships>
</file>

<file path=ppt/notesSlides/_rels/notesSlide8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4.xml"/></Relationships>
</file>

<file path=ppt/notesSlides/_rels/notesSlide8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5.xml"/></Relationships>
</file>

<file path=ppt/notesSlides/_rels/notesSlide8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6.xml"/></Relationships>
</file>

<file path=ppt/notesSlides/_rels/notesSlide8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7.xml"/></Relationships>
</file>

<file path=ppt/notesSlides/_rels/notesSlide8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8.xml"/></Relationships>
</file>

<file path=ppt/notesSlides/_rels/notesSlide8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9.xml"/></Relationships>
</file>

<file path=ppt/notesSlides/_rels/notesSlide8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0.xml"/></Relationships>
</file>

<file path=ppt/notesSlides/_rels/notesSlide8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2.xml"/></Relationships>
</file>

<file path=ppt/notesSlides/_rels/notesSlide8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3.xml"/></Relationships>
</file>

<file path=ppt/notesSlides/_rels/notesSlide8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4.xml"/></Relationships>
</file>

<file path=ppt/notesSlides/_rels/notesSlide8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5.xml"/></Relationships>
</file>

<file path=ppt/notesSlides/_rels/notesSlide8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6.xml"/></Relationships>
</file>

<file path=ppt/notesSlides/_rels/notesSlide8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7.xml"/></Relationships>
</file>

<file path=ppt/notesSlides/_rels/notesSlide8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8.xml"/></Relationships>
</file>

<file path=ppt/notesSlides/_rels/notesSlide8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9.xml"/></Relationships>
</file>

<file path=ppt/notesSlides/_rels/notesSlide8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0.xml"/></Relationships>
</file>

<file path=ppt/notesSlides/_rels/notesSlide8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1.xml"/></Relationships>
</file>

<file path=ppt/notesSlides/_rels/notesSlide8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2.xml"/></Relationships>
</file>

<file path=ppt/notesSlides/_rels/notesSlide8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3.xml"/></Relationships>
</file>

<file path=ppt/notesSlides/_rels/notesSlide8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4.xml"/></Relationships>
</file>

<file path=ppt/notesSlides/_rels/notesSlide8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5.xml"/></Relationships>
</file>

<file path=ppt/notesSlides/_rels/notesSlide8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6.xml"/></Relationships>
</file>

<file path=ppt/notesSlides/_rels/notesSlide8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7.xml"/></Relationships>
</file>

<file path=ppt/notesSlides/_rels/notesSlide8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8.xml"/></Relationships>
</file>

<file path=ppt/notesSlides/_rels/notesSlide8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9.xml"/></Relationships>
</file>

<file path=ppt/notesSlides/_rels/notesSlide8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0.xml"/></Relationships>
</file>

<file path=ppt/notesSlides/_rels/notesSlide8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1.xml"/></Relationships>
</file>

<file path=ppt/notesSlides/_rels/notesSlide8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2.xml"/></Relationships>
</file>

<file path=ppt/notesSlides/_rels/notesSlide8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3.xml"/></Relationships>
</file>

<file path=ppt/notesSlides/_rels/notesSlide8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4.xml"/></Relationships>
</file>

<file path=ppt/notesSlides/_rels/notesSlide8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5.xml"/></Relationships>
</file>

<file path=ppt/notesSlides/_rels/notesSlide8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6.xml"/></Relationships>
</file>

<file path=ppt/notesSlides/_rels/notesSlide8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8.xml"/></Relationships>
</file>

<file path=ppt/notesSlides/_rels/notesSlide8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9.xml"/></Relationships>
</file>

<file path=ppt/notesSlides/_rels/notesSlide8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0.xml"/></Relationships>
</file>

<file path=ppt/notesSlides/_rels/notesSlide8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1.xml"/></Relationships>
</file>

<file path=ppt/notesSlides/_rels/notesSlide8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2.xml"/></Relationships>
</file>

<file path=ppt/notesSlides/_rels/notesSlide8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3.xml"/></Relationships>
</file>

<file path=ppt/notesSlides/_rels/notesSlide8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4.xml"/></Relationships>
</file>

<file path=ppt/notesSlides/_rels/notesSlide8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5.xml"/></Relationships>
</file>

<file path=ppt/notesSlides/_rels/notesSlide8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6.xml"/></Relationships>
</file>

<file path=ppt/notesSlides/_rels/notesSlide8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7.xml"/></Relationships>
</file>

<file path=ppt/notesSlides/_rels/notesSlide8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8.xml"/></Relationships>
</file>

<file path=ppt/notesSlides/_rels/notesSlide9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9.xml"/></Relationships>
</file>

<file path=ppt/notesSlides/_rels/notesSlide9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0.xml"/></Relationships>
</file>

<file path=ppt/notesSlides/_rels/notesSlide9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1.xml"/></Relationships>
</file>

<file path=ppt/notesSlides/_rels/notesSlide9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2.xml"/></Relationships>
</file>

<file path=ppt/notesSlides/_rels/notesSlide9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3.xml"/></Relationships>
</file>

<file path=ppt/notesSlides/_rels/notesSlide9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4.xml"/></Relationships>
</file>

<file path=ppt/notesSlides/_rels/notesSlide9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5.xml"/></Relationships>
</file>

<file path=ppt/notesSlides/_rels/notesSlide9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6.xml"/></Relationships>
</file>

<file path=ppt/notesSlides/_rels/notesSlide9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7.xml"/></Relationships>
</file>

<file path=ppt/notesSlides/_rels/notesSlide9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8.xml"/></Relationships>
</file>

<file path=ppt/notesSlides/_rels/notesSlide9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9.xml"/></Relationships>
</file>

<file path=ppt/notesSlides/_rels/notesSlide9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0.xml"/></Relationships>
</file>

<file path=ppt/notesSlides/_rels/notesSlide9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1.xml"/></Relationships>
</file>

<file path=ppt/notesSlides/_rels/notesSlide9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2.xml"/></Relationships>
</file>

<file path=ppt/notesSlides/_rels/notesSlide9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4.xml"/></Relationships>
</file>

<file path=ppt/notesSlides/_rels/notesSlide9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5.xml"/></Relationships>
</file>

<file path=ppt/notesSlides/_rels/notesSlide9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6.xml"/></Relationships>
</file>

<file path=ppt/notesSlides/_rels/notesSlide9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7.xml"/></Relationships>
</file>

<file path=ppt/notesSlides/_rels/notesSlide9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8.xml"/></Relationships>
</file>

<file path=ppt/notesSlides/_rels/notesSlide9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9.xml"/></Relationships>
</file>

<file path=ppt/notesSlides/_rels/notesSlide9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0.xml"/></Relationships>
</file>

<file path=ppt/notesSlides/_rels/notesSlide9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1.xml"/></Relationships>
</file>

<file path=ppt/notesSlides/_rels/notesSlide9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2.xml"/></Relationships>
</file>

<file path=ppt/notesSlides/_rels/notesSlide9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3.xml"/></Relationships>
</file>

<file path=ppt/notesSlides/_rels/notesSlide9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4.xml"/></Relationships>
</file>

<file path=ppt/notesSlides/_rels/notesSlide9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5.xml"/></Relationships>
</file>

<file path=ppt/notesSlides/_rels/notesSlide9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6.xml"/></Relationships>
</file>

<file path=ppt/notesSlides/_rels/notesSlide9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7.xml"/></Relationships>
</file>

<file path=ppt/notesSlides/_rels/notesSlide9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8.xml"/></Relationships>
</file>

<file path=ppt/notesSlides/_rels/notesSlide9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9.xml"/></Relationships>
</file>

<file path=ppt/notesSlides/_rels/notesSlide9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0.xml"/></Relationships>
</file>

<file path=ppt/notesSlides/_rels/notesSlide9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1.xml"/></Relationships>
</file>

<file path=ppt/notesSlides/_rels/notesSlide9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2.xml"/></Relationships>
</file>

<file path=ppt/notesSlides/_rels/notesSlide9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3.xml"/></Relationships>
</file>

<file path=ppt/notesSlides/_rels/notesSlide9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4.xml"/></Relationships>
</file>

<file path=ppt/notesSlides/_rels/notesSlide9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5.xml"/></Relationships>
</file>

<file path=ppt/notesSlides/_rels/notesSlide9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6.xml"/></Relationships>
</file>

<file path=ppt/notesSlides/_rels/notesSlide9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7.xml"/></Relationships>
</file>

<file path=ppt/notesSlides/_rels/notesSlide9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8.xml"/></Relationships>
</file>

<file path=ppt/notesSlides/_rels/notesSlide9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0.xml"/></Relationships>
</file>

<file path=ppt/notesSlides/_rels/notesSlide9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1.xml"/></Relationships>
</file>

<file path=ppt/notesSlides/_rels/notesSlide9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2.xml"/></Relationships>
</file>

<file path=ppt/notesSlides/_rels/notesSlide9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3.xml"/></Relationships>
</file>

<file path=ppt/notesSlides/_rels/notesSlide9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4.xml"/></Relationships>
</file>

<file path=ppt/notesSlides/_rels/notesSlide9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5.xml"/></Relationships>
</file>

<file path=ppt/notesSlides/_rels/notesSlide9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6.xml"/></Relationships>
</file>

<file path=ppt/notesSlides/_rels/notesSlide9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7.xml"/></Relationships>
</file>

<file path=ppt/notesSlides/_rels/notesSlide9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8.xml"/></Relationships>
</file>

<file path=ppt/notesSlides/_rels/notesSlide9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9.xml"/></Relationships>
</file>

<file path=ppt/notesSlides/_rels/notesSlide9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0.xml"/></Relationships>
</file>

<file path=ppt/notesSlides/_rels/notesSlide9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1.xml"/></Relationships>
</file>

<file path=ppt/notesSlides/_rels/notesSlide9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2.xml"/></Relationships>
</file>

<file path=ppt/notesSlides/_rels/notesSlide9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3.xml"/></Relationships>
</file>

<file path=ppt/notesSlides/_rels/notesSlide9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4.xml"/></Relationships>
</file>

<file path=ppt/notesSlides/_rels/notesSlide9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5.xml"/></Relationships>
</file>

<file path=ppt/notesSlides/_rels/notesSlide9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6.xml"/></Relationships>
</file>

<file path=ppt/notesSlides/_rels/notesSlide9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7.xml"/></Relationships>
</file>

<file path=ppt/notesSlides/_rels/notesSlide9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8.xml"/></Relationships>
</file>

<file path=ppt/notesSlides/_rels/notesSlide9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9.xml"/></Relationships>
</file>

<file path=ppt/notesSlides/_rels/notesSlide9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0.xml"/></Relationships>
</file>

<file path=ppt/notesSlides/_rels/notesSlide9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1.xml"/></Relationships>
</file>

<file path=ppt/notesSlides/_rels/notesSlide9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2.xml"/></Relationships>
</file>

<file path=ppt/notesSlides/_rels/notesSlide9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3.xml"/></Relationships>
</file>

<file path=ppt/notesSlides/_rels/notesSlide9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4.xml"/></Relationships>
</file>

<file path=ppt/notesSlides/_rels/notesSlide9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6.xml"/></Relationships>
</file>

<file path=ppt/notesSlides/_rels/notesSlide9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7.xml"/></Relationships>
</file>

<file path=ppt/notesSlides/_rels/notesSlide9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8.xml"/></Relationships>
</file>

<file path=ppt/notesSlides/_rels/notesSlide9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9.xml"/></Relationships>
</file>

<file path=ppt/notesSlides/_rels/notesSlide9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0.xml"/></Relationships>
</file>

<file path=ppt/notesSlides/_rels/notesSlide9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1.xml"/></Relationships>
</file>

<file path=ppt/notesSlides/_rels/notesSlide9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2.xml"/></Relationships>
</file>

<file path=ppt/notesSlides/_rels/notesSlide9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3.xml"/></Relationships>
</file>

<file path=ppt/notesSlides/_rels/notesSlide9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4.xml"/></Relationships>
</file>

<file path=ppt/notesSlides/_rels/notesSlide9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5.xml"/></Relationships>
</file>

<file path=ppt/notesSlides/_rels/notesSlide9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6.xml"/></Relationships>
</file>

<file path=ppt/notesSlides/_rels/notesSlide9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7.xml"/></Relationships>
</file>

<file path=ppt/notesSlides/_rels/notesSlide9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8.xml"/></Relationships>
</file>

<file path=ppt/notesSlides/_rels/notesSlide9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9.xml"/></Relationships>
</file>

<file path=ppt/notesSlides/_rels/notesSlide9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0.xml"/></Relationships>
</file>

<file path=ppt/notesSlides/_rels/notesSlide9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1.xml"/></Relationships>
</file>

<file path=ppt/notesSlides/_rels/notesSlide9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2.xml"/></Relationships>
</file>

<file path=ppt/notesSlides/_rels/notesSlide9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3.xml"/></Relationships>
</file>

<file path=ppt/notesSlides/_rels/notesSlide9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4.xml"/></Relationships>
</file>

<file path=ppt/notesSlides/_rels/notesSlide9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5.xml"/></Relationships>
</file>

<file path=ppt/notesSlides/_rels/notesSlide9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6.xml"/></Relationships>
</file>

<file path=ppt/notesSlides/_rels/notesSlide9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7.xml"/></Relationships>
</file>

<file path=ppt/notesSlides/_rels/notesSlide9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8.xml"/></Relationships>
</file>

<file path=ppt/notesSlides/_rels/notesSlide10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9.xml"/></Relationships>
</file>

<file path=ppt/notesSlides/_rels/notesSlide10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0.xml"/></Relationships>
</file>

<file path=ppt/notesSlides/_rels/notesSlide10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2.xml"/></Relationships>
</file>

<file path=ppt/notesSlides/_rels/notesSlide10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3.xml"/></Relationships>
</file>

<file path=ppt/notesSlides/_rels/notesSlide10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4.xml"/></Relationships>
</file>

<file path=ppt/notesSlides/_rels/notesSlide10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5.xml"/></Relationships>
</file>

<file path=ppt/notesSlides/_rels/notesSlide10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6.xml"/></Relationships>
</file>

<file path=ppt/notesSlides/_rels/notesSlide10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7.xml"/></Relationships>
</file>

<file path=ppt/notesSlides/_rels/notesSlide10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8.xml"/></Relationships>
</file>

<file path=ppt/notesSlides/_rels/notesSlide10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9.xml"/></Relationships>
</file>

<file path=ppt/notesSlides/_rels/notesSlide10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0.xml"/></Relationships>
</file>

<file path=ppt/notesSlides/_rels/notesSlide10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1.xml"/></Relationships>
</file>

<file path=ppt/notesSlides/_rels/notesSlide10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2.xml"/></Relationships>
</file>

<file path=ppt/notesSlides/_rels/notesSlide10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3.xml"/></Relationships>
</file>

<file path=ppt/notesSlides/_rels/notesSlide10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4.xml"/></Relationships>
</file>

<file path=ppt/notesSlides/_rels/notesSlide10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5.xml"/></Relationships>
</file>

<file path=ppt/notesSlides/_rels/notesSlide10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6.xml"/></Relationships>
</file>

<file path=ppt/notesSlides/_rels/notesSlide10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7.xml"/></Relationships>
</file>

<file path=ppt/notesSlides/_rels/notesSlide10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8.xml"/></Relationships>
</file>

<file path=ppt/notesSlides/_rels/notesSlide10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9.xml"/></Relationships>
</file>

<file path=ppt/notesSlides/_rels/notesSlide10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0.xml"/></Relationships>
</file>

<file path=ppt/notesSlides/_rels/notesSlide10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1.xml"/></Relationships>
</file>

<file path=ppt/notesSlides/_rels/notesSlide10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2.xml"/></Relationships>
</file>

<file path=ppt/notesSlides/_rels/notesSlide10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3.xml"/></Relationships>
</file>

<file path=ppt/notesSlides/_rels/notesSlide10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4.xml"/></Relationships>
</file>

<file path=ppt/notesSlides/_rels/notesSlide10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5.xml"/></Relationships>
</file>

<file path=ppt/notesSlides/_rels/notesSlide10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6.xml"/></Relationships>
</file>

<file path=ppt/notesSlides/_rels/notesSlide10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8.xml"/></Relationships>
</file>

<file path=ppt/notesSlides/_rels/notesSlide10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9.xml"/></Relationships>
</file>

<file path=ppt/notesSlides/_rels/notesSlide10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0.xml"/></Relationships>
</file>

<file path=ppt/notesSlides/_rels/notesSlide10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1.xml"/></Relationships>
</file>

<file path=ppt/notesSlides/_rels/notesSlide10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2.xml"/></Relationships>
</file>

<file path=ppt/notesSlides/_rels/notesSlide10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3.xml"/></Relationships>
</file>

<file path=ppt/notesSlides/_rels/notesSlide10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4.xml"/></Relationships>
</file>

<file path=ppt/notesSlides/_rels/notesSlide10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5.xml"/></Relationships>
</file>

<file path=ppt/notesSlides/_rels/notesSlide10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6.xml"/></Relationships>
</file>

<file path=ppt/notesSlides/_rels/notesSlide10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7.xml"/></Relationships>
</file>

<file path=ppt/notesSlides/_rels/notesSlide10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8.xml"/></Relationships>
</file>

<file path=ppt/notesSlides/_rels/notesSlide10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9.xml"/></Relationships>
</file>

<file path=ppt/notesSlides/_rels/notesSlide10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0.xml"/></Relationships>
</file>

<file path=ppt/notesSlides/_rels/notesSlide10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1.xml"/></Relationships>
</file>

<file path=ppt/notesSlides/_rels/notesSlide10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2.xml"/></Relationships>
</file>

<file path=ppt/notesSlides/_rels/notesSlide10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3.xml"/></Relationships>
</file>

<file path=ppt/notesSlides/_rels/notesSlide10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4.xml"/></Relationships>
</file>

<file path=ppt/notesSlides/_rels/notesSlide10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5.xml"/></Relationships>
</file>

<file path=ppt/notesSlides/_rels/notesSlide10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6.xml"/></Relationships>
</file>

<file path=ppt/notesSlides/_rels/notesSlide10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7.xml"/></Relationships>
</file>

<file path=ppt/notesSlides/_rels/notesSlide10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8.xml"/></Relationships>
</file>

<file path=ppt/notesSlides/_rels/notesSlide10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9.xml"/></Relationships>
</file>

<file path=ppt/notesSlides/_rels/notesSlide10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0.xml"/></Relationships>
</file>

<file path=ppt/notesSlides/_rels/notesSlide10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1.xml"/></Relationships>
</file>

<file path=ppt/notesSlides/_rels/notesSlide10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2.xml"/></Relationships>
</file>

<file path=ppt/notesSlides/_rels/notesSlide10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4.xml"/></Relationships>
</file>

<file path=ppt/notesSlides/_rels/notesSlide10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5.xml"/></Relationships>
</file>

<file path=ppt/notesSlides/_rels/notesSlide10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6.xml"/></Relationships>
</file>

<file path=ppt/notesSlides/_rels/notesSlide10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7.xml"/></Relationships>
</file>

<file path=ppt/notesSlides/_rels/notesSlide10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8.xml"/></Relationships>
</file>

<file path=ppt/notesSlides/_rels/notesSlide10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9.xml"/></Relationships>
</file>

<file path=ppt/notesSlides/_rels/notesSlide10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0.xml"/></Relationships>
</file>

<file path=ppt/notesSlides/_rels/notesSlide10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1.xml"/></Relationships>
</file>

<file path=ppt/notesSlides/_rels/notesSlide10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2.xml"/></Relationships>
</file>

<file path=ppt/notesSlides/_rels/notesSlide10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3.xml"/></Relationships>
</file>

<file path=ppt/notesSlides/_rels/notesSlide10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4.xml"/></Relationships>
</file>

<file path=ppt/notesSlides/_rels/notesSlide10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5.xml"/></Relationships>
</file>

<file path=ppt/notesSlides/_rels/notesSlide10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6.xml"/></Relationships>
</file>

<file path=ppt/notesSlides/_rels/notesSlide10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7.xml"/></Relationships>
</file>

<file path=ppt/notesSlides/_rels/notesSlide10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8.xml"/></Relationships>
</file>

<file path=ppt/notesSlides/_rels/notesSlide10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9.xml"/></Relationships>
</file>

<file path=ppt/notesSlides/_rels/notesSlide10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0.xml"/></Relationships>
</file>

<file path=ppt/notesSlides/_rels/notesSlide10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1.xml"/></Relationships>
</file>

<file path=ppt/notesSlides/_rels/notesSlide10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2.xml"/></Relationships>
</file>

<file path=ppt/notesSlides/_rels/notesSlide10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3.xml"/></Relationships>
</file>

<file path=ppt/notesSlides/_rels/notesSlide10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4.xml"/></Relationships>
</file>

<file path=ppt/notesSlides/_rels/notesSlide10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5.xml"/></Relationships>
</file>

<file path=ppt/notesSlides/_rels/notesSlide10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6.xml"/></Relationships>
</file>

<file path=ppt/notesSlides/_rels/notesSlide10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7.xml"/></Relationships>
</file>

<file path=ppt/notesSlides/_rels/notesSlide10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8.xml"/></Relationships>
</file>

<file path=ppt/notesSlides/_rels/notesSlide10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0.xml"/></Relationships>
</file>

<file path=ppt/notesSlides/_rels/notesSlide10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1.xml"/></Relationships>
</file>

<file path=ppt/notesSlides/_rels/notesSlide10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2.xml"/></Relationships>
</file>

<file path=ppt/notesSlides/_rels/notesSlide10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3.xml"/></Relationships>
</file>

<file path=ppt/notesSlides/_rels/notesSlide10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4.xml"/></Relationships>
</file>

<file path=ppt/notesSlides/_rels/notesSlide10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5.xml"/></Relationships>
</file>

<file path=ppt/notesSlides/_rels/notesSlide10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6.xml"/></Relationships>
</file>

<file path=ppt/notesSlides/_rels/notesSlide10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7.xml"/></Relationships>
</file>

<file path=ppt/notesSlides/_rels/notesSlide1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8.xml"/></Relationships>
</file>

<file path=ppt/notesSlides/_rels/notesSlide1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9.xml"/></Relationships>
</file>

<file path=ppt/notesSlides/_rels/notesSlide1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0.xml"/></Relationships>
</file>

<file path=ppt/notesSlides/_rels/notesSlide1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1.xml"/></Relationships>
</file>

<file path=ppt/notesSlides/_rels/notesSlide1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2.xml"/></Relationships>
</file>

<file path=ppt/notesSlides/_rels/notesSlide1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3.xml"/></Relationships>
</file>

<file path=ppt/notesSlides/_rels/notesSlide1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4.xml"/></Relationships>
</file>

<file path=ppt/notesSlides/_rels/notesSlide1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5.xml"/></Relationships>
</file>

<file path=ppt/notesSlides/_rels/notesSlide1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6.xml"/></Relationships>
</file>

<file path=ppt/notesSlides/_rels/notesSlide1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7.xml"/></Relationships>
</file>

<file path=ppt/notesSlides/_rels/notesSlide1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8.xml"/></Relationships>
</file>

<file path=ppt/notesSlides/_rels/notesSlide1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9.xml"/></Relationships>
</file>

<file path=ppt/notesSlides/_rels/notesSlide1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0.xml"/></Relationships>
</file>

<file path=ppt/notesSlides/_rels/notesSlide1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1.xml"/></Relationships>
</file>

<file path=ppt/notesSlides/_rels/notesSlide1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2.xml"/></Relationships>
</file>

<file path=ppt/notesSlides/_rels/notesSlide1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3.xml"/></Relationships>
</file>

<file path=ppt/notesSlides/_rels/notesSlide1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4.xml"/></Relationships>
</file>

<file path=ppt/notesSlides/_rels/notesSlide1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6.xml"/></Relationships>
</file>

<file path=ppt/notesSlides/_rels/notesSlide1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7.xml"/></Relationships>
</file>

<file path=ppt/notesSlides/_rels/notesSlide1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8.xml"/></Relationships>
</file>

<file path=ppt/notesSlides/_rels/notesSlide1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9.xml"/></Relationships>
</file>

<file path=ppt/notesSlides/_rels/notesSlide1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0.xml"/></Relationships>
</file>

<file path=ppt/notesSlides/_rels/notesSlide1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1.xml"/></Relationships>
</file>

<file path=ppt/notesSlides/_rels/notesSlide1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2.xml"/></Relationships>
</file>

<file path=ppt/notesSlides/_rels/notesSlide1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3.xml"/></Relationships>
</file>

<file path=ppt/notesSlides/_rels/notesSlide1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4.xml"/></Relationships>
</file>

<file path=ppt/notesSlides/_rels/notesSlide1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5.xml"/></Relationships>
</file>

<file path=ppt/notesSlides/_rels/notesSlide1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6.xml"/></Relationships>
</file>

<file path=ppt/notesSlides/_rels/notesSlide1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7.xml"/></Relationships>
</file>

<file path=ppt/notesSlides/_rels/notesSlide1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8.xml"/></Relationships>
</file>

<file path=ppt/notesSlides/_rels/notesSlide1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9.xml"/></Relationships>
</file>

<file path=ppt/notesSlides/_rels/notesSlide1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0.xml"/></Relationships>
</file>

<file path=ppt/notesSlides/_rels/notesSlide1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1.xml"/></Relationships>
</file>

<file path=ppt/notesSlides/_rels/notesSlide1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2.xml"/></Relationships>
</file>

<file path=ppt/notesSlides/_rels/notesSlide1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3.xml"/></Relationships>
</file>

<file path=ppt/notesSlides/_rels/notesSlide1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4.xml"/></Relationships>
</file>

<file path=ppt/notesSlides/_rels/notesSlide1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5.xml"/></Relationships>
</file>

<file path=ppt/notesSlides/_rels/notesSlide1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6.xml"/></Relationships>
</file>

<file path=ppt/notesSlides/_rels/notesSlide1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7.xml"/></Relationships>
</file>

<file path=ppt/notesSlides/_rels/notesSlide1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8.xml"/></Relationships>
</file>

<file path=ppt/notesSlides/_rels/notesSlide1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9.xml"/></Relationships>
</file>

<file path=ppt/notesSlides/_rels/notesSlide1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0.xml"/></Relationships>
</file>

<file path=ppt/notesSlides/_rels/notesSlide1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2.xml"/></Relationships>
</file>

<file path=ppt/notesSlides/_rels/notesSlide1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3.xml"/></Relationships>
</file>

<file path=ppt/notesSlides/_rels/notesSlide1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4.xml"/></Relationships>
</file>

<file path=ppt/notesSlides/_rels/notesSlide1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5.xml"/></Relationships>
</file>

<file path=ppt/notesSlides/_rels/notesSlide1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6.xml"/></Relationships>
</file>

<file path=ppt/notesSlides/_rels/notesSlide1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7.xml"/></Relationships>
</file>

<file path=ppt/notesSlides/_rels/notesSlide1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8.xml"/></Relationships>
</file>

<file path=ppt/notesSlides/_rels/notesSlide1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9.xml"/></Relationships>
</file>

<file path=ppt/notesSlides/_rels/notesSlide1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0.xml"/></Relationships>
</file>

<file path=ppt/notesSlides/_rels/notesSlide1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1.xml"/></Relationships>
</file>

<file path=ppt/notesSlides/_rels/notesSlide1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2.xml"/></Relationships>
</file>

<file path=ppt/notesSlides/_rels/notesSlide1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3.xml"/></Relationships>
</file>

<file path=ppt/notesSlides/_rels/notesSlide1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4.xml"/></Relationships>
</file>

<file path=ppt/notesSlides/_rels/notesSlide1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5.xml"/></Relationships>
</file>

<file path=ppt/notesSlides/_rels/notesSlide1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6.xml"/></Relationships>
</file>

<file path=ppt/notesSlides/_rels/notesSlide1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7.xml"/></Relationships>
</file>

<file path=ppt/notesSlides/_rels/notesSlide1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8.xml"/></Relationships>
</file>

<file path=ppt/notesSlides/_rels/notesSlide1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9.xml"/></Relationships>
</file>

<file path=ppt/notesSlides/_rels/notesSlide1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0.xml"/></Relationships>
</file>

<file path=ppt/notesSlides/_rels/notesSlide1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1.xml"/></Relationships>
</file>

<file path=ppt/notesSlides/_rels/notesSlide1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2.xml"/></Relationships>
</file>

<file path=ppt/notesSlides/_rels/notesSlide1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3.xml"/></Relationships>
</file>

<file path=ppt/notesSlides/_rels/notesSlide1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4.xml"/></Relationships>
</file>

<file path=ppt/notesSlides/_rels/notesSlide1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5.xml"/></Relationships>
</file>

<file path=ppt/notesSlides/_rels/notesSlide1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6.xml"/></Relationships>
</file>

<file path=ppt/notesSlides/_rels/notesSlide1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8.xml"/></Relationships>
</file>

<file path=ppt/notesSlides/_rels/notesSlide1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9.xml"/></Relationships>
</file>

<file path=ppt/notesSlides/_rels/notesSlide1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0.xml"/></Relationships>
</file>

<file path=ppt/notesSlides/_rels/notesSlide1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1.xml"/></Relationships>
</file>

<file path=ppt/notesSlides/_rels/notesSlide1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2.xml"/></Relationships>
</file>

<file path=ppt/notesSlides/_rels/notesSlide1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3.xml"/></Relationships>
</file>

<file path=ppt/notesSlides/_rels/notesSlide1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4.xml"/></Relationships>
</file>

<file path=ppt/notesSlides/_rels/notesSlide1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5.xml"/></Relationships>
</file>

<file path=ppt/notesSlides/_rels/notesSlide1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6.xml"/></Relationships>
</file>

<file path=ppt/notesSlides/_rels/notesSlide1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7.xml"/></Relationships>
</file>

<file path=ppt/notesSlides/_rels/notesSlide1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8.xml"/></Relationships>
</file>

<file path=ppt/notesSlides/_rels/notesSlide1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9.xml"/></Relationships>
</file>

<file path=ppt/notesSlides/_rels/notesSlide1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0.xml"/></Relationships>
</file>

<file path=ppt/notesSlides/_rels/notesSlide1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1.xml"/></Relationships>
</file>

<file path=ppt/notesSlides/_rels/notesSlide1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2.xml"/></Relationships>
</file>

<file path=ppt/notesSlides/_rels/notesSlide1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3.xml"/></Relationships>
</file>

<file path=ppt/notesSlides/_rels/notesSlide1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4.xml"/></Relationships>
</file>

<file path=ppt/notesSlides/_rels/notesSlide1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5.xml"/></Relationships>
</file>

<file path=ppt/notesSlides/_rels/notesSlide1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6.xml"/></Relationships>
</file>

<file path=ppt/notesSlides/_rels/notesSlide1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7.xml"/></Relationships>
</file>

<file path=ppt/notesSlides/_rels/notesSlide1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8.xml"/></Relationships>
</file>

<file path=ppt/notesSlides/_rels/notesSlide1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9.xml"/></Relationships>
</file>

<file path=ppt/notesSlides/_rels/notesSlide1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0.xml"/></Relationships>
</file>

<file path=ppt/notesSlides/_rels/notesSlide1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1.xml"/></Relationships>
</file>

<file path=ppt/notesSlides/_rels/notesSlide1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2.xml"/></Relationships>
</file>

<file path=ppt/notesSlides/_rels/notesSlide1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4.xml"/></Relationships>
</file>

<file path=ppt/notesSlides/_rels/notesSlide1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5.xml"/></Relationships>
</file>

<file path=ppt/notesSlides/_rels/notesSlide1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6.xml"/></Relationships>
</file>

<file path=ppt/notesSlides/_rels/notesSlide1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7.xml"/></Relationships>
</file>

<file path=ppt/notesSlides/_rels/notesSlide1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8.xml"/></Relationships>
</file>

<file path=ppt/notesSlides/_rels/notesSlide1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9.xml"/></Relationships>
</file>

<file path=ppt/notesSlides/_rels/notesSlide1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0.xml"/></Relationships>
</file>

<file path=ppt/notesSlides/_rels/notesSlide1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1.xml"/></Relationships>
</file>

<file path=ppt/notesSlides/_rels/notesSlide1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2.xml"/></Relationships>
</file>

<file path=ppt/notesSlides/_rels/notesSlide1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3.xml"/></Relationships>
</file>

<file path=ppt/notesSlides/_rels/notesSlide1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4.xml"/></Relationships>
</file>

<file path=ppt/notesSlides/_rels/notesSlide1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5.xml"/></Relationships>
</file>

<file path=ppt/notesSlides/_rels/notesSlide1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6.xml"/></Relationships>
</file>

<file path=ppt/notesSlides/_rels/notesSlide1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7.xml"/></Relationships>
</file>

<file path=ppt/notesSlides/_rels/notesSlide1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8.xml"/></Relationships>
</file>

<file path=ppt/notesSlides/_rels/notesSlide1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9.xml"/></Relationships>
</file>

<file path=ppt/notesSlides/_rels/notesSlide1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0.xml"/></Relationships>
</file>

<file path=ppt/notesSlides/_rels/notesSlide1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1.xml"/></Relationships>
</file>

<file path=ppt/notesSlides/_rels/notesSlide1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2.xml"/></Relationships>
</file>

<file path=ppt/notesSlides/_rels/notesSlide1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3.xml"/></Relationships>
</file>

<file path=ppt/notesSlides/_rels/notesSlide1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4.xml"/></Relationships>
</file>

<file path=ppt/notesSlides/_rels/notesSlide1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5.xml"/></Relationships>
</file>

<file path=ppt/notesSlides/_rels/notesSlide1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6.xml"/></Relationships>
</file>

<file path=ppt/notesSlides/_rels/notesSlide1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7.xml"/></Relationships>
</file>

<file path=ppt/notesSlides/_rels/notesSlide1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8.xml"/></Relationships>
</file>

<file path=ppt/notesSlides/_rels/notesSlide1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0.xml"/></Relationships>
</file>

<file path=ppt/notesSlides/_rels/notesSlide1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1.xml"/></Relationships>
</file>

<file path=ppt/notesSlides/_rels/notesSlide1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2.xml"/></Relationships>
</file>

<file path=ppt/notesSlides/_rels/notesSlide1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3.xml"/></Relationships>
</file>

<file path=ppt/notesSlides/_rels/notesSlide1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4.xml"/></Relationships>
</file>

<file path=ppt/notesSlides/_rels/notesSlide1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5.xml"/></Relationships>
</file>

<file path=ppt/notesSlides/_rels/notesSlide1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6.xml"/></Relationships>
</file>

<file path=ppt/notesSlides/_rels/notesSlide1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7.xml"/></Relationships>
</file>

<file path=ppt/notesSlides/_rels/notesSlide1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8.xml"/></Relationships>
</file>

<file path=ppt/notesSlides/_rels/notesSlide1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9.xml"/></Relationships>
</file>

<file path=ppt/notesSlides/_rels/notesSlide1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0.xml"/></Relationships>
</file>

<file path=ppt/notesSlides/_rels/notesSlide1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1.xml"/></Relationships>
</file>

<file path=ppt/notesSlides/_rels/notesSlide1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2.xml"/></Relationships>
</file>

<file path=ppt/notesSlides/_rels/notesSlide1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3.xml"/></Relationships>
</file>

<file path=ppt/notesSlides/_rels/notesSlide1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4.xml"/></Relationships>
</file>

<file path=ppt/notesSlides/_rels/notesSlide1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5.xml"/></Relationships>
</file>

<file path=ppt/notesSlides/_rels/notesSlide1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6.xml"/></Relationships>
</file>

<file path=ppt/notesSlides/_rels/notesSlide1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7.xml"/></Relationships>
</file>

<file path=ppt/notesSlides/_rels/notesSlide1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8.xml"/></Relationships>
</file>

<file path=ppt/notesSlides/_rels/notesSlide1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9.xml"/></Relationships>
</file>

<file path=ppt/notesSlides/_rels/notesSlide1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0.xml"/></Relationships>
</file>

<file path=ppt/notesSlides/_rels/notesSlide1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1.xml"/></Relationships>
</file>

<file path=ppt/notesSlides/_rels/notesSlide1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2.xml"/></Relationships>
</file>

<file path=ppt/notesSlides/_rels/notesSlide1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3.xml"/></Relationships>
</file>

<file path=ppt/notesSlides/_rels/notesSlide1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4.xml"/></Relationships>
</file>

<file path=ppt/notesSlides/_rels/notesSlide1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6.xml"/></Relationships>
</file>

<file path=ppt/notesSlides/_rels/notesSlide1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7.xml"/></Relationships>
</file>

<file path=ppt/notesSlides/_rels/notesSlide1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8.xml"/></Relationships>
</file>

<file path=ppt/notesSlides/_rels/notesSlide1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9.xml"/></Relationships>
</file>

<file path=ppt/notesSlides/_rels/notesSlide1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0.xml"/></Relationships>
</file>

<file path=ppt/notesSlides/_rels/notesSlide1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1.xml"/></Relationships>
</file>

<file path=ppt/notesSlides/_rels/notesSlide1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2.xml"/></Relationships>
</file>

<file path=ppt/notesSlides/_rels/notesSlide1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3.xml"/></Relationships>
</file>

<file path=ppt/notesSlides/_rels/notesSlide1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4.xml"/></Relationships>
</file>

<file path=ppt/notesSlides/_rels/notesSlide1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5.xml"/></Relationships>
</file>

<file path=ppt/notesSlides/_rels/notesSlide1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6.xml"/></Relationships>
</file>

<file path=ppt/notesSlides/_rels/notesSlide1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7.xml"/></Relationships>
</file>

<file path=ppt/notesSlides/_rels/notesSlide1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8.xml"/></Relationships>
</file>

<file path=ppt/notesSlides/_rels/notesSlide1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9.xml"/></Relationships>
</file>

<file path=ppt/notesSlides/_rels/notesSlide1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0.xml"/></Relationships>
</file>

<file path=ppt/notesSlides/_rels/notesSlide1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1.xml"/></Relationships>
</file>

<file path=ppt/notesSlides/_rels/notesSlide1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2.xml"/></Relationships>
</file>

<file path=ppt/notesSlides/_rels/notesSlide1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3.xml"/></Relationships>
</file>

<file path=ppt/notesSlides/_rels/notesSlide1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4.xml"/></Relationships>
</file>

<file path=ppt/notesSlides/_rels/notesSlide1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5.xml"/></Relationships>
</file>

<file path=ppt/notesSlides/_rels/notesSlide1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6.xml"/></Relationships>
</file>

<file path=ppt/notesSlides/_rels/notesSlide1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7.xml"/></Relationships>
</file>

<file path=ppt/notesSlides/_rels/notesSlide1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8.xml"/></Relationships>
</file>

<file path=ppt/notesSlides/_rels/notesSlide1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9.xml"/></Relationships>
</file>

<file path=ppt/notesSlides/_rels/notesSlide1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0.xml"/></Relationships>
</file>

<file path=ppt/notesSlides/_rels/notesSlide1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2.xml"/></Relationships>
</file>

<file path=ppt/notesSlides/_rels/notesSlide1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3.xml"/></Relationships>
</file>

<file path=ppt/notesSlides/_rels/notesSlide1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4.xml"/></Relationships>
</file>

<file path=ppt/notesSlides/_rels/notesSlide1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5.xml"/></Relationships>
</file>

<file path=ppt/notesSlides/_rels/notesSlide1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6.xml"/></Relationships>
</file>

<file path=ppt/notesSlides/_rels/notesSlide1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7.xml"/></Relationships>
</file>

<file path=ppt/notesSlides/_rels/notesSlide1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8.xml"/></Relationships>
</file>

<file path=ppt/notesSlides/_rels/notesSlide1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9.xml"/></Relationships>
</file>

<file path=ppt/notesSlides/_rels/notesSlide1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0.xml"/></Relationships>
</file>

<file path=ppt/notesSlides/_rels/notesSlide1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1.xml"/></Relationships>
</file>

<file path=ppt/notesSlides/_rels/notesSlide1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2.xml"/></Relationships>
</file>

<file path=ppt/notesSlides/_rels/notesSlide1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3.xml"/></Relationships>
</file>

<file path=ppt/notesSlides/_rels/notesSlide1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4.xml"/></Relationships>
</file>

<file path=ppt/notesSlides/_rels/notesSlide1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5.xml"/></Relationships>
</file>

<file path=ppt/notesSlides/_rels/notesSlide1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6.xml"/></Relationships>
</file>

<file path=ppt/notesSlides/_rels/notesSlide1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7.xml"/></Relationships>
</file>

<file path=ppt/notesSlides/_rels/notesSlide1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8.xml"/></Relationships>
</file>

<file path=ppt/notesSlides/_rels/notesSlide1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9.xml"/></Relationships>
</file>

<file path=ppt/notesSlides/_rels/notesSlide1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0.xml"/></Relationships>
</file>

<file path=ppt/notesSlides/_rels/notesSlide1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1.xml"/></Relationships>
</file>

<file path=ppt/notesSlides/_rels/notesSlide1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2.xml"/></Relationships>
</file>

<file path=ppt/notesSlides/_rels/notesSlide1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3.xml"/></Relationships>
</file>

<file path=ppt/notesSlides/_rels/notesSlide1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4.xml"/></Relationships>
</file>

<file path=ppt/notesSlides/_rels/notesSlide1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5.xml"/></Relationships>
</file>

<file path=ppt/notesSlides/_rels/notesSlide1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6.xml"/></Relationships>
</file>

<file path=ppt/notesSlides/_rels/notesSlide1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8.xml"/></Relationships>
</file>

<file path=ppt/notesSlides/_rels/notesSlide1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9.xml"/></Relationships>
</file>

<file path=ppt/notesSlides/_rels/notesSlide1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0.xml"/></Relationships>
</file>

<file path=ppt/notesSlides/_rels/notesSlide1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1.xml"/></Relationships>
</file>

<file path=ppt/notesSlides/_rels/notesSlide1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2.xml"/></Relationships>
</file>

<file path=ppt/notesSlides/_rels/notesSlide1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3.xml"/></Relationships>
</file>

<file path=ppt/notesSlides/_rels/notesSlide1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4.xml"/></Relationships>
</file>

<file path=ppt/notesSlides/_rels/notesSlide1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5.xml"/></Relationships>
</file>

<file path=ppt/notesSlides/_rels/notesSlide1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6.xml"/></Relationships>
</file>

<file path=ppt/notesSlides/_rels/notesSlide1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7.xml"/></Relationships>
</file>

<file path=ppt/notesSlides/_rels/notesSlide1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8.xml"/></Relationships>
</file>

<file path=ppt/notesSlides/_rels/notesSlide1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9.xml"/></Relationships>
</file>

<file path=ppt/notesSlides/_rels/notesSlide1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0.xml"/></Relationships>
</file>

<file path=ppt/notesSlides/_rels/notesSlide1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1.xml"/></Relationships>
</file>

<file path=ppt/notesSlides/_rels/notesSlide1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2.xml"/></Relationships>
</file>

<file path=ppt/notesSlides/_rels/notesSlide1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3.xml"/></Relationships>
</file>

<file path=ppt/notesSlides/_rels/notesSlide1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4.xml"/></Relationships>
</file>

<file path=ppt/notesSlides/_rels/notesSlide1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5.xml"/></Relationships>
</file>

<file path=ppt/notesSlides/_rels/notesSlide1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6.xml"/></Relationships>
</file>

<file path=ppt/notesSlides/_rels/notesSlide1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7.xml"/></Relationships>
</file>

<file path=ppt/notesSlides/_rels/notesSlide1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8.xml"/></Relationships>
</file>

<file path=ppt/notesSlides/_rels/notesSlide1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9.xml"/></Relationships>
</file>

<file path=ppt/notesSlides/_rels/notesSlide1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0.xml"/></Relationships>
</file>

<file path=ppt/notesSlides/_rels/notesSlide1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1.xml"/></Relationships>
</file>

<file path=ppt/notesSlides/_rels/notesSlide1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2.xml"/></Relationships>
</file>

<file path=ppt/notesSlides/_rels/notesSlide1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4.xml"/></Relationships>
</file>

<file path=ppt/notesSlides/_rels/notesSlide1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5.xml"/></Relationships>
</file>

<file path=ppt/notesSlides/_rels/notesSlide1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6.xml"/></Relationships>
</file>

<file path=ppt/notesSlides/_rels/notesSlide1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7.xml"/></Relationships>
</file>

<file path=ppt/notesSlides/_rels/notesSlide1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8.xml"/></Relationships>
</file>

<file path=ppt/notesSlides/_rels/notesSlide1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9.xml"/></Relationships>
</file>

<file path=ppt/notesSlides/_rels/notesSlide1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0.xml"/></Relationships>
</file>

<file path=ppt/notesSlides/_rels/notesSlide1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1.xml"/></Relationships>
</file>

<file path=ppt/notesSlides/_rels/notesSlide1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2.xml"/></Relationships>
</file>

<file path=ppt/notesSlides/_rels/notesSlide1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3.xml"/></Relationships>
</file>

<file path=ppt/notesSlides/_rels/notesSlide1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4.xml"/></Relationships>
</file>

<file path=ppt/notesSlides/_rels/notesSlide1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5.xml"/></Relationships>
</file>

<file path=ppt/notesSlides/_rels/notesSlide1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6.xml"/></Relationships>
</file>

<file path=ppt/notesSlides/_rels/notesSlide1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7.xml"/></Relationships>
</file>

<file path=ppt/notesSlides/_rels/notesSlide1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8.xml"/></Relationships>
</file>

<file path=ppt/notesSlides/_rels/notesSlide1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9.xml"/></Relationships>
</file>

<file path=ppt/notesSlides/_rels/notesSlide1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0.xml"/></Relationships>
</file>

<file path=ppt/notesSlides/_rels/notesSlide1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1.xml"/></Relationships>
</file>

<file path=ppt/notesSlides/_rels/notesSlide1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2.xml"/></Relationships>
</file>

<file path=ppt/notesSlides/_rels/notesSlide1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3.xml"/></Relationships>
</file>

<file path=ppt/notesSlides/_rels/notesSlide1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4.xml"/></Relationships>
</file>

<file path=ppt/notesSlides/_rels/notesSlide1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5.xml"/></Relationships>
</file>

<file path=ppt/notesSlides/_rels/notesSlide1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6.xml"/></Relationships>
</file>

<file path=ppt/notesSlides/_rels/notesSlide1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7.xml"/></Relationships>
</file>

<file path=ppt/notesSlides/_rels/notesSlide1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8.xml"/></Relationships>
</file>

<file path=ppt/notesSlides/_rels/notesSlide1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0.xml"/></Relationships>
</file>

<file path=ppt/notesSlides/_rels/notesSlide1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1.xml"/></Relationships>
</file>

<file path=ppt/notesSlides/_rels/notesSlide1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2.xml"/></Relationships>
</file>

<file path=ppt/notesSlides/_rels/notesSlide1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3.xml"/></Relationships>
</file>

<file path=ppt/notesSlides/_rels/notesSlide1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4.xml"/></Relationships>
</file>

<file path=ppt/notesSlides/_rels/notesSlide1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5.xml"/></Relationships>
</file>

<file path=ppt/notesSlides/_rels/notesSlide1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6.xml"/></Relationships>
</file>

<file path=ppt/notesSlides/_rels/notesSlide1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7.xml"/></Relationships>
</file>

<file path=ppt/notesSlides/_rels/notesSlide1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8.xml"/></Relationships>
</file>

<file path=ppt/notesSlides/_rels/notesSlide1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9.xml"/></Relationships>
</file>

<file path=ppt/notesSlides/_rels/notesSlide1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0.xml"/></Relationships>
</file>

<file path=ppt/notesSlides/_rels/notesSlide1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1.xml"/></Relationships>
</file>

<file path=ppt/notesSlides/_rels/notesSlide1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2.xml"/></Relationships>
</file>

<file path=ppt/notesSlides/_rels/notesSlide1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3.xml"/></Relationships>
</file>

<file path=ppt/notesSlides/_rels/notesSlide1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4.xml"/></Relationships>
</file>

<file path=ppt/notesSlides/_rels/notesSlide1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5.xml"/></Relationships>
</file>

<file path=ppt/notesSlides/_rels/notesSlide13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6.xml"/></Relationships>
</file>

<file path=ppt/notesSlides/_rels/notesSlide1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7.xml"/></Relationships>
</file>

<file path=ppt/notesSlides/_rels/notesSlide1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8.xml"/></Relationships>
</file>

<file path=ppt/notesSlides/_rels/notesSlide1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9.xml"/></Relationships>
</file>

<file path=ppt/notesSlides/_rels/notesSlide1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0.xml"/></Relationships>
</file>

<file path=ppt/notesSlides/_rels/notesSlide1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1.xml"/></Relationships>
</file>

<file path=ppt/notesSlides/_rels/notesSlide14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2.xml"/></Relationships>
</file>

<file path=ppt/notesSlides/_rels/notesSlide1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3.xml"/></Relationships>
</file>

<file path=ppt/notesSlides/_rels/notesSlide1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4.xml"/></Relationships>
</file>

<file path=ppt/notesSlides/_rels/notesSlide1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6.xml"/></Relationships>
</file>

<file path=ppt/notesSlides/_rels/notesSlide1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7.xml"/></Relationships>
</file>

<file path=ppt/notesSlides/_rels/notesSlide1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8.xml"/></Relationships>
</file>

<file path=ppt/notesSlides/_rels/notesSlide1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9.xml"/></Relationships>
</file>

<file path=ppt/notesSlides/_rels/notesSlide14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0.xml"/></Relationships>
</file>

<file path=ppt/notesSlides/_rels/notesSlide1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1.xml"/></Relationships>
</file>

<file path=ppt/notesSlides/_rels/notesSlide1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2.xml"/></Relationships>
</file>

<file path=ppt/notesSlides/_rels/notesSlide1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3.xml"/></Relationships>
</file>

<file path=ppt/notesSlides/_rels/notesSlide1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4.xml"/></Relationships>
</file>

<file path=ppt/notesSlides/_rels/notesSlide1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5.xml"/></Relationships>
</file>

<file path=ppt/notesSlides/_rels/notesSlide14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6.xml"/></Relationships>
</file>

<file path=ppt/notesSlides/_rels/notesSlide1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7.xml"/></Relationships>
</file>

<file path=ppt/notesSlides/_rels/notesSlide1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8.xml"/></Relationships>
</file>

<file path=ppt/notesSlides/_rels/notesSlide14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9.xml"/></Relationships>
</file>

<file path=ppt/notesSlides/_rels/notesSlide14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0.xml"/></Relationships>
</file>

<file path=ppt/notesSlides/_rels/notesSlide1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1.xml"/></Relationships>
</file>

<file path=ppt/notesSlides/_rels/notesSlide1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2.xml"/></Relationships>
</file>

<file path=ppt/notesSlides/_rels/notesSlide1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3.xml"/></Relationships>
</file>

<file path=ppt/notesSlides/_rels/notesSlide1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4.xml"/></Relationships>
</file>

<file path=ppt/notesSlides/_rels/notesSlide1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5.xml"/></Relationships>
</file>

<file path=ppt/notesSlides/_rels/notesSlide1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6.xml"/></Relationships>
</file>

<file path=ppt/notesSlides/_rels/notesSlide1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7.xml"/></Relationships>
</file>

<file path=ppt/notesSlides/_rels/notesSlide1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8.xml"/></Relationships>
</file>

<file path=ppt/notesSlides/_rels/notesSlide1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9.xml"/></Relationships>
</file>

<file path=ppt/notesSlides/_rels/notesSlide1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0.xml"/></Relationships>
</file>

<file path=ppt/notesSlides/_rels/notesSlide1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2.xml"/></Relationships>
</file>

<file path=ppt/notesSlides/_rels/notesSlide1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3.xml"/></Relationships>
</file>

<file path=ppt/notesSlides/_rels/notesSlide1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4.xml"/></Relationships>
</file>

<file path=ppt/notesSlides/_rels/notesSlide1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5.xml"/></Relationships>
</file>

<file path=ppt/notesSlides/_rels/notesSlide1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6.xml"/></Relationships>
</file>

<file path=ppt/notesSlides/_rels/notesSlide1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7.xml"/></Relationships>
</file>

<file path=ppt/notesSlides/_rels/notesSlide1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8.xml"/></Relationships>
</file>

<file path=ppt/notesSlides/_rels/notesSlide1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9.xml"/></Relationships>
</file>

<file path=ppt/notesSlides/_rels/notesSlide1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0.xml"/></Relationships>
</file>

<file path=ppt/notesSlides/_rels/notesSlide1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1.xml"/></Relationships>
</file>

<file path=ppt/notesSlides/_rels/notesSlide14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2.xml"/></Relationships>
</file>

<file path=ppt/notesSlides/_rels/notesSlide1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3.xml"/></Relationships>
</file>

<file path=ppt/notesSlides/_rels/notesSlide1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4.xml"/></Relationships>
</file>

<file path=ppt/notesSlides/_rels/notesSlide14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5.xml"/></Relationships>
</file>

<file path=ppt/notesSlides/_rels/notesSlide14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6.xml"/></Relationships>
</file>

<file path=ppt/notesSlides/_rels/notesSlide1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7.xml"/></Relationships>
</file>

<file path=ppt/notesSlides/_rels/notesSlide1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8.xml"/></Relationships>
</file>

<file path=ppt/notesSlides/_rels/notesSlide1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9.xml"/></Relationships>
</file>

<file path=ppt/notesSlides/_rels/notesSlide1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0.xml"/></Relationships>
</file>

<file path=ppt/notesSlides/_rels/notesSlide1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1.xml"/></Relationships>
</file>

<file path=ppt/notesSlides/_rels/notesSlide1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2.xml"/></Relationships>
</file>

<file path=ppt/notesSlides/_rels/notesSlide14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3.xml"/></Relationships>
</file>

<file path=ppt/notesSlides/_rels/notesSlide1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4.xml"/></Relationships>
</file>

<file path=ppt/notesSlides/_rels/notesSlide14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5.xml"/></Relationships>
</file>

<file path=ppt/notesSlides/_rels/notesSlide1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6.xml"/></Relationships>
</file>

<file path=ppt/notesSlides/_rels/notesSlide1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8.xml"/></Relationships>
</file>

<file path=ppt/notesSlides/_rels/notesSlide1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9.xml"/></Relationships>
</file>

<file path=ppt/notesSlides/_rels/notesSlide14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0.xml"/></Relationships>
</file>

<file path=ppt/notesSlides/_rels/notesSlide1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1.xml"/></Relationships>
</file>

<file path=ppt/notesSlides/_rels/notesSlide1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2.xml"/></Relationships>
</file>

<file path=ppt/notesSlides/_rels/notesSlide14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3.xml"/></Relationships>
</file>

<file path=ppt/notesSlides/_rels/notesSlide14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4.xml"/></Relationships>
</file>

<file path=ppt/notesSlides/_rels/notesSlide14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5.xml"/></Relationships>
</file>

<file path=ppt/notesSlides/_rels/notesSlide14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6.xml"/></Relationships>
</file>

<file path=ppt/notesSlides/_rels/notesSlide14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7.xml"/></Relationships>
</file>

<file path=ppt/notesSlides/_rels/notesSlide14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8.xml"/></Relationships>
</file>

<file path=ppt/notesSlides/_rels/notesSlide14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9.xml"/></Relationships>
</file>

<file path=ppt/notesSlides/_rels/notesSlide14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0.xml"/></Relationships>
</file>

<file path=ppt/notesSlides/_rels/notesSlide14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1.xml"/></Relationships>
</file>

<file path=ppt/notesSlides/_rels/notesSlide14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2.xml"/></Relationships>
</file>

<file path=ppt/notesSlides/_rels/notesSlide14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3.xml"/></Relationships>
</file>

<file path=ppt/notesSlides/_rels/notesSlide14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4.xml"/></Relationships>
</file>

<file path=ppt/notesSlides/_rels/notesSlide14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5.xml"/></Relationships>
</file>

<file path=ppt/notesSlides/_rels/notesSlide14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6.xml"/></Relationships>
</file>

<file path=ppt/notesSlides/_rels/notesSlide14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7.xml"/></Relationships>
</file>

<file path=ppt/notesSlides/_rels/notesSlide14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8.xml"/></Relationships>
</file>

<file path=ppt/notesSlides/_rels/notesSlide14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9.xml"/></Relationships>
</file>

<file path=ppt/notesSlides/_rels/notesSlide14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0.xml"/></Relationships>
</file>

<file path=ppt/notesSlides/_rels/notesSlide14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1.xml"/></Relationships>
</file>

<file path=ppt/notesSlides/_rels/notesSlide14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2.xml"/></Relationships>
</file>

<file path=ppt/notesSlides/_rels/notesSlide14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4.xml"/></Relationships>
</file>

<file path=ppt/notesSlides/_rels/notesSlide14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5.xml"/></Relationships>
</file>

<file path=ppt/notesSlides/_rels/notesSlide14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6.xml"/></Relationships>
</file>

<file path=ppt/notesSlides/_rels/notesSlide14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7.xml"/></Relationships>
</file>

<file path=ppt/notesSlides/_rels/notesSlide15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8.xml"/></Relationships>
</file>

<file path=ppt/notesSlides/_rels/notesSlide15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9.xml"/></Relationships>
</file>

<file path=ppt/notesSlides/_rels/notesSlide15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0.xml"/></Relationships>
</file>

<file path=ppt/notesSlides/_rels/notesSlide15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1.xml"/></Relationships>
</file>

<file path=ppt/notesSlides/_rels/notesSlide15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2.xml"/></Relationships>
</file>

<file path=ppt/notesSlides/_rels/notesSlide15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3.xml"/></Relationships>
</file>

<file path=ppt/notesSlides/_rels/notesSlide15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4.xml"/></Relationships>
</file>

<file path=ppt/notesSlides/_rels/notesSlide15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5.xml"/></Relationships>
</file>

<file path=ppt/notesSlides/_rels/notesSlide15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6.xml"/></Relationships>
</file>

<file path=ppt/notesSlides/_rels/notesSlide15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7.xml"/></Relationships>
</file>

<file path=ppt/notesSlides/_rels/notesSlide15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8.xml"/></Relationships>
</file>

<file path=ppt/notesSlides/_rels/notesSlide15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9.xml"/></Relationships>
</file>

<file path=ppt/notesSlides/_rels/notesSlide15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0.xml"/></Relationships>
</file>

<file path=ppt/notesSlides/_rels/notesSlide15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1.xml"/></Relationships>
</file>

<file path=ppt/notesSlides/_rels/notesSlide15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2.xml"/></Relationships>
</file>

<file path=ppt/notesSlides/_rels/notesSlide15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3.xml"/></Relationships>
</file>

<file path=ppt/notesSlides/_rels/notesSlide15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4.xml"/></Relationships>
</file>

<file path=ppt/notesSlides/_rels/notesSlide15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5.xml"/></Relationships>
</file>

<file path=ppt/notesSlides/_rels/notesSlide15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6.xml"/></Relationships>
</file>

<file path=ppt/notesSlides/_rels/notesSlide15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7.xml"/></Relationships>
</file>

<file path=ppt/notesSlides/_rels/notesSlide15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8.xml"/></Relationships>
</file>

<file path=ppt/notesSlides/_rels/notesSlide15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0.xml"/></Relationships>
</file>

<file path=ppt/notesSlides/_rels/notesSlide15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1.xml"/></Relationships>
</file>

<file path=ppt/notesSlides/_rels/notesSlide15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2.xml"/></Relationships>
</file>

<file path=ppt/notesSlides/_rels/notesSlide15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3.xml"/></Relationships>
</file>

<file path=ppt/notesSlides/_rels/notesSlide15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4.xml"/></Relationships>
</file>

<file path=ppt/notesSlides/_rels/notesSlide15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5.xml"/></Relationships>
</file>

<file path=ppt/notesSlides/_rels/notesSlide15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6.xml"/></Relationships>
</file>

<file path=ppt/notesSlides/_rels/notesSlide15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7.xml"/></Relationships>
</file>

<file path=ppt/notesSlides/_rels/notesSlide15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8.xml"/></Relationships>
</file>

<file path=ppt/notesSlides/_rels/notesSlide15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9.xml"/></Relationships>
</file>

<file path=ppt/notesSlides/_rels/notesSlide15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0.xml"/></Relationships>
</file>

<file path=ppt/notesSlides/_rels/notesSlide15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1.xml"/></Relationships>
</file>

<file path=ppt/notesSlides/_rels/notesSlide15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2.xml"/></Relationships>
</file>

<file path=ppt/notesSlides/_rels/notesSlide15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3.xml"/></Relationships>
</file>

<file path=ppt/notesSlides/_rels/notesSlide15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4.xml"/></Relationships>
</file>

<file path=ppt/notesSlides/_rels/notesSlide15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5.xml"/></Relationships>
</file>

<file path=ppt/notesSlides/_rels/notesSlide15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6.xml"/></Relationships>
</file>

<file path=ppt/notesSlides/_rels/notesSlide15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7.xml"/></Relationships>
</file>

<file path=ppt/notesSlides/_rels/notesSlide15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8.xml"/></Relationships>
</file>

<file path=ppt/notesSlides/_rels/notesSlide15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9.xml"/></Relationships>
</file>

<file path=ppt/notesSlides/_rels/notesSlide15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0.xml"/></Relationships>
</file>

<file path=ppt/notesSlides/_rels/notesSlide15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1.xml"/></Relationships>
</file>

<file path=ppt/notesSlides/_rels/notesSlide15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2.xml"/></Relationships>
</file>

<file path=ppt/notesSlides/_rels/notesSlide15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3.xml"/></Relationships>
</file>

<file path=ppt/notesSlides/_rels/notesSlide15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4.xml"/></Relationships>
</file>

<file path=ppt/notesSlides/_rels/notesSlide15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6.xml"/></Relationships>
</file>

<file path=ppt/notesSlides/_rels/notesSlide15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7.xml"/></Relationships>
</file>

<file path=ppt/notesSlides/_rels/notesSlide15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8.xml"/></Relationships>
</file>

<file path=ppt/notesSlides/_rels/notesSlide15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9.xml"/></Relationships>
</file>

<file path=ppt/notesSlides/_rels/notesSlide15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0.xml"/></Relationships>
</file>

<file path=ppt/notesSlides/_rels/notesSlide15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1.xml"/></Relationships>
</file>

<file path=ppt/notesSlides/_rels/notesSlide15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2.xml"/></Relationships>
</file>

<file path=ppt/notesSlides/_rels/notesSlide15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3.xml"/></Relationships>
</file>

<file path=ppt/notesSlides/_rels/notesSlide15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4.xml"/></Relationships>
</file>

<file path=ppt/notesSlides/_rels/notesSlide15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5.xml"/></Relationships>
</file>

<file path=ppt/notesSlides/_rels/notesSlide1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6.xml"/></Relationships>
</file>

<file path=ppt/notesSlides/_rels/notesSlide15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7.xml"/></Relationships>
</file>

<file path=ppt/notesSlides/_rels/notesSlide15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8.xml"/></Relationships>
</file>

<file path=ppt/notesSlides/_rels/notesSlide15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9.xml"/></Relationships>
</file>

<file path=ppt/notesSlides/_rels/notesSlide15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0.xml"/></Relationships>
</file>

<file path=ppt/notesSlides/_rels/notesSlide15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1.xml"/></Relationships>
</file>

<file path=ppt/notesSlides/_rels/notesSlide15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2.xml"/></Relationships>
</file>

<file path=ppt/notesSlides/_rels/notesSlide15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3.xml"/></Relationships>
</file>

<file path=ppt/notesSlides/_rels/notesSlide15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4.xml"/></Relationships>
</file>

<file path=ppt/notesSlides/_rels/notesSlide15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5.xml"/></Relationships>
</file>

<file path=ppt/notesSlides/_rels/notesSlide15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6.xml"/></Relationships>
</file>

<file path=ppt/notesSlides/_rels/notesSlide15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7.xml"/></Relationships>
</file>

<file path=ppt/notesSlides/_rels/notesSlide15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8.xml"/></Relationships>
</file>

<file path=ppt/notesSlides/_rels/notesSlide15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9.xml"/></Relationships>
</file>

<file path=ppt/notesSlides/_rels/notesSlide15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0.xml"/></Relationships>
</file>

<file path=ppt/notesSlides/_rels/notesSlide15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2.xml"/></Relationships>
</file>

<file path=ppt/notesSlides/_rels/notesSlide15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3.xml"/></Relationships>
</file>

<file path=ppt/notesSlides/_rels/notesSlide15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4.xml"/></Relationships>
</file>

<file path=ppt/notesSlides/_rels/notesSlide15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5.xml"/></Relationships>
</file>

<file path=ppt/notesSlides/_rels/notesSlide15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6.xml"/></Relationships>
</file>

<file path=ppt/notesSlides/_rels/notesSlide15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7.xml"/></Relationships>
</file>

<file path=ppt/notesSlides/_rels/notesSlide15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8.xml"/></Relationships>
</file>

<file path=ppt/notesSlides/_rels/notesSlide15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9.xml"/></Relationships>
</file>

<file path=ppt/notesSlides/_rels/notesSlide15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0.xml"/></Relationships>
</file>

<file path=ppt/notesSlides/_rels/notesSlide15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1.xml"/></Relationships>
</file>

<file path=ppt/notesSlides/_rels/notesSlide15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2.xml"/></Relationships>
</file>

<file path=ppt/notesSlides/_rels/notesSlide15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3.xml"/></Relationships>
</file>

<file path=ppt/notesSlides/_rels/notesSlide15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4.xml"/></Relationships>
</file>

<file path=ppt/notesSlides/_rels/notesSlide15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5.xml"/></Relationships>
</file>

<file path=ppt/notesSlides/_rels/notesSlide15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6.xml"/></Relationships>
</file>

<file path=ppt/notesSlides/_rels/notesSlide16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7.xml"/></Relationships>
</file>

<file path=ppt/notesSlides/_rels/notesSlide16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8.xml"/></Relationships>
</file>

<file path=ppt/notesSlides/_rels/notesSlide16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9.xml"/></Relationships>
</file>

<file path=ppt/notesSlides/_rels/notesSlide16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0.xml"/></Relationships>
</file>

<file path=ppt/notesSlides/_rels/notesSlide16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1.xml"/></Relationships>
</file>

<file path=ppt/notesSlides/_rels/notesSlide16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2.xml"/></Relationships>
</file>

<file path=ppt/notesSlides/_rels/notesSlide16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3.xml"/></Relationships>
</file>

<file path=ppt/notesSlides/_rels/notesSlide16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4.xml"/></Relationships>
</file>

<file path=ppt/notesSlides/_rels/notesSlide16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5.xml"/></Relationships>
</file>

<file path=ppt/notesSlides/_rels/notesSlide16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6.xml"/></Relationships>
</file>

<file path=ppt/notesSlides/_rels/notesSlide16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8.xml"/></Relationships>
</file>

<file path=ppt/notesSlides/_rels/notesSlide16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9.xml"/></Relationships>
</file>

<file path=ppt/notesSlides/_rels/notesSlide16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0.xml"/></Relationships>
</file>

<file path=ppt/notesSlides/_rels/notesSlide16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1.xml"/></Relationships>
</file>

<file path=ppt/notesSlides/_rels/notesSlide16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2.xml"/></Relationships>
</file>

<file path=ppt/notesSlides/_rels/notesSlide16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3.xml"/></Relationships>
</file>

<file path=ppt/notesSlides/_rels/notesSlide16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4.xml"/></Relationships>
</file>

<file path=ppt/notesSlides/_rels/notesSlide16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5.xml"/></Relationships>
</file>

<file path=ppt/notesSlides/_rels/notesSlide16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6.xml"/></Relationships>
</file>

<file path=ppt/notesSlides/_rels/notesSlide16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7.xml"/></Relationships>
</file>

<file path=ppt/notesSlides/_rels/notesSlide16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8.xml"/></Relationships>
</file>

<file path=ppt/notesSlides/_rels/notesSlide16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9.xml"/></Relationships>
</file>

<file path=ppt/notesSlides/_rels/notesSlide16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0.xml"/></Relationships>
</file>

<file path=ppt/notesSlides/_rels/notesSlide16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1.xml"/></Relationships>
</file>

<file path=ppt/notesSlides/_rels/notesSlide16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2.xml"/></Relationships>
</file>

<file path=ppt/notesSlides/_rels/notesSlide16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3.xml"/></Relationships>
</file>

<file path=ppt/notesSlides/_rels/notesSlide16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4.xml"/></Relationships>
</file>

<file path=ppt/notesSlides/_rels/notesSlide16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5.xml"/></Relationships>
</file>

<file path=ppt/notesSlides/_rels/notesSlide16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6.xml"/></Relationships>
</file>

<file path=ppt/notesSlides/_rels/notesSlide16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7.xml"/></Relationships>
</file>

<file path=ppt/notesSlides/_rels/notesSlide16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8.xml"/></Relationships>
</file>

<file path=ppt/notesSlides/_rels/notesSlide16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9.xml"/></Relationships>
</file>

<file path=ppt/notesSlides/_rels/notesSlide16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0.xml"/></Relationships>
</file>

<file path=ppt/notesSlides/_rels/notesSlide16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1.xml"/></Relationships>
</file>

<file path=ppt/notesSlides/_rels/notesSlide16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2.xml"/></Relationships>
</file>

<file path=ppt/notesSlides/_rels/notesSlide16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4.xml"/></Relationships>
</file>

<file path=ppt/notesSlides/_rels/notesSlide16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5.xml"/></Relationships>
</file>

<file path=ppt/notesSlides/_rels/notesSlide16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6.xml"/></Relationships>
</file>

<file path=ppt/notesSlides/_rels/notesSlide16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7.xml"/></Relationships>
</file>

<file path=ppt/notesSlides/_rels/notesSlide16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8.xml"/></Relationships>
</file>

<file path=ppt/notesSlides/_rels/notesSlide16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9.xml"/></Relationships>
</file>

<file path=ppt/notesSlides/_rels/notesSlide16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0.xml"/></Relationships>
</file>

<file path=ppt/notesSlides/_rels/notesSlide16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1.xml"/></Relationships>
</file>

<file path=ppt/notesSlides/_rels/notesSlide16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2.xml"/></Relationships>
</file>

<file path=ppt/notesSlides/_rels/notesSlide16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3.xml"/></Relationships>
</file>

<file path=ppt/notesSlides/_rels/notesSlide16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4.xml"/></Relationships>
</file>

<file path=ppt/notesSlides/_rels/notesSlide16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5.xml"/></Relationships>
</file>

<file path=ppt/notesSlides/_rels/notesSlide16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6.xml"/></Relationships>
</file>

<file path=ppt/notesSlides/_rels/notesSlide16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7.xml"/></Relationships>
</file>

<file path=ppt/notesSlides/_rels/notesSlide16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8.xml"/></Relationships>
</file>

<file path=ppt/notesSlides/_rels/notesSlide16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9.xml"/></Relationships>
</file>

<file path=ppt/notesSlides/_rels/notesSlide16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0.xml"/></Relationships>
</file>

<file path=ppt/notesSlides/_rels/notesSlide16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1.xml"/></Relationships>
</file>

<file path=ppt/notesSlides/_rels/notesSlide16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2.xml"/></Relationships>
</file>

<file path=ppt/notesSlides/_rels/notesSlide16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3.xml"/></Relationships>
</file>

<file path=ppt/notesSlides/_rels/notesSlide16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4.xml"/></Relationships>
</file>

<file path=ppt/notesSlides/_rels/notesSlide16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5.xml"/></Relationships>
</file>

<file path=ppt/notesSlides/_rels/notesSlide16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6.xml"/></Relationships>
</file>

<file path=ppt/notesSlides/_rels/notesSlide16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7.xml"/></Relationships>
</file>

<file path=ppt/notesSlides/_rels/notesSlide16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8.xml"/></Relationships>
</file>

<file path=ppt/notesSlides/_rels/notesSlide16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9.xml"/></Relationships>
</file>

<file path=ppt/notesSlides/_rels/notesSlide16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1.xml"/></Relationships>
</file>

<file path=ppt/notesSlides/_rels/notesSlide16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2.xml"/></Relationships>
</file>

<file path=ppt/notesSlides/_rels/notesSlide16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3.xml"/></Relationships>
</file>

<file path=ppt/notesSlides/_rels/notesSlide16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4.xml"/></Relationships>
</file>

<file path=ppt/notesSlides/_rels/notesSlide16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5.xml"/></Relationships>
</file>

<file path=ppt/notesSlides/_rels/notesSlide16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6.xml"/></Relationships>
</file>

<file path=ppt/notesSlides/_rels/notesSlide16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7.xml"/></Relationships>
</file>

<file path=ppt/notesSlides/_rels/notesSlide16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8.xml"/></Relationships>
</file>

<file path=ppt/notesSlides/_rels/notesSlide16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9.xml"/></Relationships>
</file>

<file path=ppt/notesSlides/_rels/notesSlide16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0.xml"/></Relationships>
</file>

<file path=ppt/notesSlides/_rels/notesSlide16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1.xml"/></Relationships>
</file>

<file path=ppt/notesSlides/_rels/notesSlide16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2.xml"/></Relationships>
</file>

<file path=ppt/notesSlides/_rels/notesSlide16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4.xml"/></Relationships>
</file>

<file path=ppt/notesSlides/_rels/notesSlide16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5.xml"/></Relationships>
</file>

<file path=ppt/notesSlides/_rels/notesSlide16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6.xml"/></Relationships>
</file>

<file path=ppt/notesSlides/_rels/notesSlide16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7.xml"/></Relationships>
</file>

<file path=ppt/notesSlides/_rels/notesSlide16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9.xml"/></Relationships>
</file>

<file path=ppt/notesSlides/_rels/notesSlide16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0.xml"/></Relationships>
</file>

<file path=ppt/notesSlides/_rels/notesSlide16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1.xml"/></Relationships>
</file>

<file path=ppt/notesSlides/_rels/notesSlide16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2.xml"/></Relationships>
</file>

<file path=ppt/notesSlides/_rels/notesSlide16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3.xml"/></Relationships>
</file>

<file path=ppt/notesSlides/_rels/notesSlide16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4.xml"/></Relationships>
</file>

<file path=ppt/notesSlides/_rels/notesSlide16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5.xml"/></Relationships>
</file>

<file path=ppt/notesSlides/_rels/notesSlide16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6.xml"/></Relationships>
</file>

<file path=ppt/notesSlides/_rels/notesSlide16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8.xml"/></Relationships>
</file>

<file path=ppt/notesSlides/_rels/notesSlide16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9.xml"/></Relationships>
</file>

<file path=ppt/notesSlides/_rels/notesSlide16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0.xml"/></Relationships>
</file>

<file path=ppt/notesSlides/_rels/notesSlide16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1.xml"/></Relationships>
</file>

<file path=ppt/notesSlides/_rels/notesSlide16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2.xml"/></Relationships>
</file>

<file path=ppt/notesSlides/_rels/notesSlide17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3.xml"/></Relationships>
</file>

<file path=ppt/notesSlides/_rels/notesSlide17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4.xml"/></Relationships>
</file>

<file path=ppt/notesSlides/_rels/notesSlide17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5.xml"/></Relationships>
</file>

<file path=ppt/notesSlides/_rels/notesSlide17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6.xml"/></Relationships>
</file>

<file path=ppt/notesSlides/_rels/notesSlide17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7.xml"/></Relationships>
</file>

<file path=ppt/notesSlides/_rels/notesSlide17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8.xml"/></Relationships>
</file>

<file path=ppt/notesSlides/_rels/notesSlide17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9.xml"/></Relationships>
</file>

<file path=ppt/notesSlides/_rels/notesSlide17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0.xml"/></Relationships>
</file>

<file path=ppt/notesSlides/_rels/notesSlide17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2.xml"/></Relationships>
</file>

<file path=ppt/notesSlides/_rels/notesSlide17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3.xml"/></Relationships>
</file>

<file path=ppt/notesSlides/_rels/notesSlide17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4.xml"/></Relationships>
</file>

<file path=ppt/notesSlides/_rels/notesSlide17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5.xml"/></Relationships>
</file>

<file path=ppt/notesSlides/_rels/notesSlide17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6.xml"/></Relationships>
</file>

<file path=ppt/notesSlides/_rels/notesSlide17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8.xml"/></Relationships>
</file>

<file path=ppt/notesSlides/_rels/notesSlide17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9.xml"/></Relationships>
</file>

<file path=ppt/notesSlides/_rels/notesSlide17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0.xml"/></Relationships>
</file>

<file path=ppt/notesSlides/_rels/notesSlide17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1.xml"/></Relationships>
</file>

<file path=ppt/notesSlides/_rels/notesSlide17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2.xml"/></Relationships>
</file>

<file path=ppt/notesSlides/_rels/notesSlide17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3.xml"/></Relationships>
</file>

<file path=ppt/notesSlides/_rels/notesSlide17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4.xml"/></Relationships>
</file>

<file path=ppt/notesSlides/_rels/notesSlide17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5.xml"/></Relationships>
</file>

<file path=ppt/notesSlides/_rels/notesSlide17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6.xml"/></Relationships>
</file>

<file path=ppt/notesSlides/_rels/notesSlide17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7.xml"/></Relationships>
</file>

<file path=ppt/notesSlides/_rels/notesSlide17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8.xml"/></Relationships>
</file>

<file path=ppt/notesSlides/_rels/notesSlide17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9.xml"/></Relationships>
</file>

<file path=ppt/notesSlides/_rels/notesSlide17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0.xml"/></Relationships>
</file>

<file path=ppt/notesSlides/_rels/notesSlide17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1.xml"/></Relationships>
</file>

<file path=ppt/notesSlides/_rels/notesSlide17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2.xml"/></Relationships>
</file>

<file path=ppt/notesSlides/_rels/notesSlide17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7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7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7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7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7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7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Global Hair Styling Products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North America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Latin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Latin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Latin America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Europe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Europe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Europe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East Asia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East Asia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East Asia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South Asia &amp; Pacific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4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4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South Asia &amp; Pacific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South Asia &amp; Pacific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4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Middle East &amp; Africa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5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5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5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5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5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5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5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5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Middle East &amp; Africa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5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Middle East &amp; Africa Hair Styling Products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5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5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5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5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5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By Product Format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Product Format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By Hold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Hold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By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By Distribution Channel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5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By Primary Styling Benefit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Primary Styling Benefit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By Hair Type Targeted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Hair Type Targeted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By Ingredient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Ingredient Technology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5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5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5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5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6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6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6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6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6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6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6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6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6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6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6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6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6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6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6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6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7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7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7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7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7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7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7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7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7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7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7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7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7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7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7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8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8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8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8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8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8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8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8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8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8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8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8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8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8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8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8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9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9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9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9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9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9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9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9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9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9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9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9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9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0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0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0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0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0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0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0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0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0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0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3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3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4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4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4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4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4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4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4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4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5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5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5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5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5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5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5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5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5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5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6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6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6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6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6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Product Format YoY  (2/2)</a:t>
            </a:r>
          </a:p>
        </p:txBody>
      </p:sp>
      <p:sp>
        <p:nvSpPr>
          <p:cNvPr id="4" name="Slide Number Placeholder 3"/>
          <p:cNvSpPr>
            <a:spLocks noGrp="1"/>
          </p:cNvSpPr>
          <p:nvPr>
            <p:ph type="sldNum" idx="5" sz="quarter"/>
          </p:nvPr>
        </p:nvSpPr>
        <p:spPr/>
      </p:sp>
    </p:spTree>
  </p:cSld>
  <p:clrMapOvr>
    <a:masterClrMapping/>
  </p:clrMapOvr>
</p:notes>
</file>

<file path=ppt/notesSlides/notesSlide16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Hold Level YoY</a:t>
            </a:r>
          </a:p>
        </p:txBody>
      </p:sp>
      <p:sp>
        <p:nvSpPr>
          <p:cNvPr id="4" name="Slide Number Placeholder 3"/>
          <p:cNvSpPr>
            <a:spLocks noGrp="1"/>
          </p:cNvSpPr>
          <p:nvPr>
            <p:ph type="sldNum" idx="5" sz="quarter"/>
          </p:nvPr>
        </p:nvSpPr>
        <p:spPr/>
      </p:sp>
    </p:spTree>
  </p:cSld>
  <p:clrMapOvr>
    <a:masterClrMapping/>
  </p:clrMapOvr>
</p:notes>
</file>

<file path=ppt/notesSlides/notesSlide16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Finish YoY</a:t>
            </a:r>
          </a:p>
        </p:txBody>
      </p:sp>
      <p:sp>
        <p:nvSpPr>
          <p:cNvPr id="4" name="Slide Number Placeholder 3"/>
          <p:cNvSpPr>
            <a:spLocks noGrp="1"/>
          </p:cNvSpPr>
          <p:nvPr>
            <p:ph type="sldNum" idx="5" sz="quarter"/>
          </p:nvPr>
        </p:nvSpPr>
        <p:spPr/>
      </p:sp>
    </p:spTree>
  </p:cSld>
  <p:clrMapOvr>
    <a:masterClrMapping/>
  </p:clrMapOvr>
</p:notes>
</file>

<file path=ppt/notesSlides/notesSlide16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6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Primary Styling Benefit YoY</a:t>
            </a:r>
          </a:p>
        </p:txBody>
      </p:sp>
      <p:sp>
        <p:nvSpPr>
          <p:cNvPr id="4" name="Slide Number Placeholder 3"/>
          <p:cNvSpPr>
            <a:spLocks noGrp="1"/>
          </p:cNvSpPr>
          <p:nvPr>
            <p:ph type="sldNum" idx="5" sz="quarter"/>
          </p:nvPr>
        </p:nvSpPr>
        <p:spPr/>
      </p:sp>
    </p:spTree>
  </p:cSld>
  <p:clrMapOvr>
    <a:masterClrMapping/>
  </p:clrMapOvr>
</p:notes>
</file>

<file path=ppt/notesSlides/notesSlide16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Hair Type Targeted YoY</a:t>
            </a:r>
          </a:p>
        </p:txBody>
      </p:sp>
      <p:sp>
        <p:nvSpPr>
          <p:cNvPr id="4" name="Slide Number Placeholder 3"/>
          <p:cNvSpPr>
            <a:spLocks noGrp="1"/>
          </p:cNvSpPr>
          <p:nvPr>
            <p:ph type="sldNum" idx="5" sz="quarter"/>
          </p:nvPr>
        </p:nvSpPr>
        <p:spPr/>
      </p:sp>
    </p:spTree>
  </p:cSld>
  <p:clrMapOvr>
    <a:masterClrMapping/>
  </p:clrMapOvr>
</p:notes>
</file>

<file path=ppt/notesSlides/notesSlide16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Country Ingredient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6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6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6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6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6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Forecast &amp; Dynamics  (1/2)</a:t>
            </a:r>
          </a:p>
        </p:txBody>
      </p:sp>
      <p:sp>
        <p:nvSpPr>
          <p:cNvPr id="4" name="Slide Number Placeholder 3"/>
          <p:cNvSpPr>
            <a:spLocks noGrp="1"/>
          </p:cNvSpPr>
          <p:nvPr>
            <p:ph type="sldNum" idx="5" sz="quarter"/>
          </p:nvPr>
        </p:nvSpPr>
        <p:spPr/>
      </p:sp>
    </p:spTree>
  </p:cSld>
  <p:clrMapOvr>
    <a:masterClrMapping/>
  </p:clrMapOvr>
</p:notes>
</file>

<file path=ppt/notesSlides/notesSlide16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Price Forecast &amp; Dynamics  (2/2)</a:t>
            </a:r>
          </a:p>
        </p:txBody>
      </p:sp>
      <p:sp>
        <p:nvSpPr>
          <p:cNvPr id="4" name="Slide Number Placeholder 3"/>
          <p:cNvSpPr>
            <a:spLocks noGrp="1"/>
          </p:cNvSpPr>
          <p:nvPr>
            <p:ph type="sldNum" idx="5" sz="quarter"/>
          </p:nvPr>
        </p:nvSpPr>
        <p:spPr/>
      </p:sp>
    </p:spTree>
  </p:cSld>
  <p:clrMapOvr>
    <a:masterClrMapping/>
  </p:clrMapOvr>
</p:notes>
</file>

<file path=ppt/notesSlides/notesSlide16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6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6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16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16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16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16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16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16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16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16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16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16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16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16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17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17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17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17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17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17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17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17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17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17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17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17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Snapshot</a:t>
            </a:r>
          </a:p>
        </p:txBody>
      </p:sp>
      <p:sp>
        <p:nvSpPr>
          <p:cNvPr id="4" name="Slide Number Placeholder 3"/>
          <p:cNvSpPr>
            <a:spLocks noGrp="1"/>
          </p:cNvSpPr>
          <p:nvPr>
            <p:ph type="sldNum" idx="5" sz="quarter"/>
          </p:nvPr>
        </p:nvSpPr>
        <p:spPr/>
      </p:sp>
    </p:spTree>
  </p:cSld>
  <p:clrMapOvr>
    <a:masterClrMapping/>
  </p:clrMapOvr>
</p:notes>
</file>

<file path=ppt/notesSlides/notesSlide17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A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Snapshot</a:t>
            </a:r>
          </a:p>
        </p:txBody>
      </p:sp>
      <p:sp>
        <p:nvSpPr>
          <p:cNvPr id="4" name="Slide Number Placeholder 3"/>
          <p:cNvSpPr>
            <a:spLocks noGrp="1"/>
          </p:cNvSpPr>
          <p:nvPr>
            <p:ph type="sldNum" idx="5" sz="quarter"/>
          </p:nvPr>
        </p:nvSpPr>
        <p:spPr/>
      </p:sp>
    </p:spTree>
  </p:cSld>
  <p:clrMapOvr>
    <a:masterClrMapping/>
  </p:clrMapOvr>
</p:notes>
</file>

<file path=ppt/notesSlides/notesSlide17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B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Snapshot</a:t>
            </a:r>
          </a:p>
        </p:txBody>
      </p:sp>
      <p:sp>
        <p:nvSpPr>
          <p:cNvPr id="4" name="Slide Number Placeholder 3"/>
          <p:cNvSpPr>
            <a:spLocks noGrp="1"/>
          </p:cNvSpPr>
          <p:nvPr>
            <p:ph type="sldNum" idx="5" sz="quarter"/>
          </p:nvPr>
        </p:nvSpPr>
        <p:spPr/>
      </p:sp>
    </p:spTree>
  </p:cSld>
  <p:clrMapOvr>
    <a:masterClrMapping/>
  </p:clrMapOvr>
</p:notes>
</file>

<file path=ppt/notesSlides/notesSlide17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17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17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Competitor Company Profiles &amp; Strategic Benchmarking Company 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17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17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17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17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17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17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17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17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Hair Styling Products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9.xml"/><Relationship Id="rId8" Type="http://schemas.openxmlformats.org/officeDocument/2006/relationships/slide" Target="slide20.xml"/><Relationship Id="rId9" Type="http://schemas.openxmlformats.org/officeDocument/2006/relationships/slide" Target="slide31.xml"/><Relationship Id="rId10" Type="http://schemas.openxmlformats.org/officeDocument/2006/relationships/slide" Target="slide39.xml"/><Relationship Id="rId11" Type="http://schemas.openxmlformats.org/officeDocument/2006/relationships/slide" Target="slide98.xml"/><Relationship Id="rId12" Type="http://schemas.openxmlformats.org/officeDocument/2006/relationships/slide" Target="slide99.xml"/><Relationship Id="rId13" Type="http://schemas.openxmlformats.org/officeDocument/2006/relationships/slide" Target="slide109.xml"/><Relationship Id="rId14" Type="http://schemas.openxmlformats.org/officeDocument/2006/relationships/slide" Target="slide117.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87.xml"/><Relationship Id="rId18" Type="http://schemas.openxmlformats.org/officeDocument/2006/relationships/slide" Target="slide195.xml"/><Relationship Id="rId19" Type="http://schemas.openxmlformats.org/officeDocument/2006/relationships/slide" Target="slide254.xml"/><Relationship Id="rId20" Type="http://schemas.openxmlformats.org/officeDocument/2006/relationships/slide" Target="slide255.xml"/><Relationship Id="rId21" Type="http://schemas.openxmlformats.org/officeDocument/2006/relationships/slide" Target="slide266.xml"/><Relationship Id="rId22" Type="http://schemas.openxmlformats.org/officeDocument/2006/relationships/slide" Target="slide274.xml"/><Relationship Id="rId23" Type="http://schemas.openxmlformats.org/officeDocument/2006/relationships/slide" Target="slide333.xml"/><Relationship Id="rId24" Type="http://schemas.openxmlformats.org/officeDocument/2006/relationships/slide" Target="slide334.xml"/><Relationship Id="rId25" Type="http://schemas.openxmlformats.org/officeDocument/2006/relationships/slide" Target="slide344.xml"/><Relationship Id="rId26" Type="http://schemas.openxmlformats.org/officeDocument/2006/relationships/slide" Target="slide352.xml"/><Relationship Id="rId27" Type="http://schemas.openxmlformats.org/officeDocument/2006/relationships/slide" Target="slide411.xml"/><Relationship Id="rId28" Type="http://schemas.openxmlformats.org/officeDocument/2006/relationships/slide" Target="slide412.xml"/><Relationship Id="rId29" Type="http://schemas.openxmlformats.org/officeDocument/2006/relationships/slide" Target="slide422.xml"/><Relationship Id="rId30" Type="http://schemas.openxmlformats.org/officeDocument/2006/relationships/slide" Target="slide430.xml"/><Relationship Id="rId31" Type="http://schemas.openxmlformats.org/officeDocument/2006/relationships/slide" Target="slide489.xml"/><Relationship Id="rId32" Type="http://schemas.openxmlformats.org/officeDocument/2006/relationships/slide" Target="slide490.xml"/><Relationship Id="rId33" Type="http://schemas.openxmlformats.org/officeDocument/2006/relationships/slide" Target="slide500.xml"/><Relationship Id="rId34" Type="http://schemas.openxmlformats.org/officeDocument/2006/relationships/slide" Target="slide508.xml"/><Relationship Id="rId35" Type="http://schemas.openxmlformats.org/officeDocument/2006/relationships/slide" Target="slide567.xml"/><Relationship Id="rId36" Type="http://schemas.openxmlformats.org/officeDocument/2006/relationships/slide" Target="slide569.xml"/><Relationship Id="rId37" Type="http://schemas.openxmlformats.org/officeDocument/2006/relationships/slide" Target="slide574.xml"/><Relationship Id="rId38" Type="http://schemas.openxmlformats.org/officeDocument/2006/relationships/slide" Target="slide1539.xml"/><Relationship Id="rId39" Type="http://schemas.openxmlformats.org/officeDocument/2006/relationships/slide" Target="slide1540.xml"/><Relationship Id="rId40" Type="http://schemas.openxmlformats.org/officeDocument/2006/relationships/slide" Target="slide1553.xml"/><Relationship Id="rId41" Type="http://schemas.openxmlformats.org/officeDocument/2006/relationships/slide" Target="slide1557.xml"/><Relationship Id="rId42" Type="http://schemas.openxmlformats.org/officeDocument/2006/relationships/slide" Target="slide1558.xml"/><Relationship Id="rId43" Type="http://schemas.openxmlformats.org/officeDocument/2006/relationships/slide" Target="slide1566.xml"/><Relationship Id="rId44" Type="http://schemas.openxmlformats.org/officeDocument/2006/relationships/slide" Target="slide1567.xml"/><Relationship Id="rId45" Type="http://schemas.openxmlformats.org/officeDocument/2006/relationships/slide" Target="slide1581.xml"/><Relationship Id="rId46" Type="http://schemas.openxmlformats.org/officeDocument/2006/relationships/slide" Target="slide158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9.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0.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chart" Target="../charts/chart22.xml"/><Relationship Id="rId5" Type="http://schemas.openxmlformats.org/officeDocument/2006/relationships/chart" Target="../charts/chart23.xml"/><Relationship Id="rId6" Type="http://schemas.openxmlformats.org/officeDocument/2006/relationships/chart" Target="../charts/chart24.xml"/><Relationship Id="rId7" Type="http://schemas.openxmlformats.org/officeDocument/2006/relationships/notesSlide" Target="../notesSlides/notesSlide2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notesSlide" Target="../notesSlides/notesSlide3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xml"/><Relationship Id="rId4" Type="http://schemas.openxmlformats.org/officeDocument/2006/relationships/chart" Target="../charts/chart27.xml"/><Relationship Id="rId5" Type="http://schemas.openxmlformats.org/officeDocument/2006/relationships/notesSlide" Target="../notesSlides/notesSlide3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notesSlide" Target="../notesSlides/notesSlide39.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4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notesSlide" Target="../notesSlides/notesSlide4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xml"/><Relationship Id="rId4" Type="http://schemas.openxmlformats.org/officeDocument/2006/relationships/notesSlide" Target="../notesSlides/notesSlide5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chart" Target="../charts/chart41.xml"/><Relationship Id="rId5" Type="http://schemas.openxmlformats.org/officeDocument/2006/relationships/notesSlide" Target="../notesSlides/notesSlide5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chart" Target="../charts/chart45.xml"/><Relationship Id="rId7" Type="http://schemas.openxmlformats.org/officeDocument/2006/relationships/notesSlide" Target="../notesSlides/notesSlide5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5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notesSlide" Target="../notesSlides/notesSlide60.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chart" Target="../charts/chart52.xml"/><Relationship Id="rId5" Type="http://schemas.openxmlformats.org/officeDocument/2006/relationships/chart" Target="../charts/chart53.xml"/><Relationship Id="rId6" Type="http://schemas.openxmlformats.org/officeDocument/2006/relationships/chart" Target="../charts/chart54.xml"/><Relationship Id="rId7" Type="http://schemas.openxmlformats.org/officeDocument/2006/relationships/notesSlide" Target="../notesSlides/notesSlide6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chart" Target="../charts/chart57.xml"/><Relationship Id="rId6" Type="http://schemas.openxmlformats.org/officeDocument/2006/relationships/notesSlide" Target="../notesSlides/notesSlide6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6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notesSlide" Target="../notesSlides/notesSlide7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chart" Target="../charts/chart62.xml"/><Relationship Id="rId5" Type="http://schemas.openxmlformats.org/officeDocument/2006/relationships/chart" Target="../charts/chart63.xml"/><Relationship Id="rId6" Type="http://schemas.openxmlformats.org/officeDocument/2006/relationships/chart" Target="../charts/chart64.xml"/><Relationship Id="rId7" Type="http://schemas.openxmlformats.org/officeDocument/2006/relationships/notesSlide" Target="../notesSlides/notesSlide7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7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notesSlide" Target="../notesSlides/notesSlide7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xml"/><Relationship Id="rId4" Type="http://schemas.openxmlformats.org/officeDocument/2006/relationships/chart" Target="../charts/chart68.xml"/><Relationship Id="rId5" Type="http://schemas.openxmlformats.org/officeDocument/2006/relationships/notesSlide" Target="../notesSlides/notesSlide8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8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notesSlide" Target="../notesSlides/notesSlide8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chart" Target="../charts/chart75.xml"/><Relationship Id="rId5" Type="http://schemas.openxmlformats.org/officeDocument/2006/relationships/notesSlide" Target="../notesSlides/notesSlide9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xml"/><Relationship Id="rId4" Type="http://schemas.openxmlformats.org/officeDocument/2006/relationships/chart" Target="../charts/chart77.xml"/><Relationship Id="rId5" Type="http://schemas.openxmlformats.org/officeDocument/2006/relationships/notesSlide" Target="../notesSlides/notesSlide9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xml"/><Relationship Id="rId4" Type="http://schemas.openxmlformats.org/officeDocument/2006/relationships/chart" Target="../charts/chart79.xml"/><Relationship Id="rId5" Type="http://schemas.openxmlformats.org/officeDocument/2006/relationships/notesSlide" Target="../notesSlides/notesSlide9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notesSlide" Target="../notesSlides/notesSlide9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9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notesSlide" Target="../notesSlides/notesSlide100.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notesSlide" Target="../notesSlides/notesSlide10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chart" Target="../charts/chart87.xml"/><Relationship Id="rId5" Type="http://schemas.openxmlformats.org/officeDocument/2006/relationships/notesSlide" Target="../notesSlides/notesSlide10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notesSlide" Target="../notesSlides/notesSlide11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xml"/><Relationship Id="rId4" Type="http://schemas.openxmlformats.org/officeDocument/2006/relationships/chart" Target="../charts/chart91.xml"/><Relationship Id="rId5" Type="http://schemas.openxmlformats.org/officeDocument/2006/relationships/chart" Target="../charts/chart92.xml"/><Relationship Id="rId6" Type="http://schemas.openxmlformats.org/officeDocument/2006/relationships/chart" Target="../charts/chart93.xml"/><Relationship Id="rId7" Type="http://schemas.openxmlformats.org/officeDocument/2006/relationships/notesSlide" Target="../notesSlides/notesSlide111.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chart" Target="../charts/chart96.xml"/><Relationship Id="rId6" Type="http://schemas.openxmlformats.org/officeDocument/2006/relationships/chart" Target="../charts/chart97.xml"/><Relationship Id="rId7" Type="http://schemas.openxmlformats.org/officeDocument/2006/relationships/notesSlide" Target="../notesSlides/notesSlide11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xml"/><Relationship Id="rId4" Type="http://schemas.openxmlformats.org/officeDocument/2006/relationships/notesSlide" Target="../notesSlides/notesSlide11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notesSlide" Target="../notesSlides/notesSlide12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1.xml"/><Relationship Id="rId4" Type="http://schemas.openxmlformats.org/officeDocument/2006/relationships/chart" Target="../charts/chart102.xml"/><Relationship Id="rId5" Type="http://schemas.openxmlformats.org/officeDocument/2006/relationships/chart" Target="../charts/chart103.xml"/><Relationship Id="rId6" Type="http://schemas.openxmlformats.org/officeDocument/2006/relationships/chart" Target="../charts/chart104.xml"/><Relationship Id="rId7" Type="http://schemas.openxmlformats.org/officeDocument/2006/relationships/notesSlide" Target="../notesSlides/notesSlide12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2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2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notesSlide" Target="../notesSlides/notesSlide130.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chart" Target="../charts/chart111.xml"/><Relationship Id="rId6" Type="http://schemas.openxmlformats.org/officeDocument/2006/relationships/notesSlide" Target="../notesSlides/notesSlide13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xml"/><Relationship Id="rId4" Type="http://schemas.openxmlformats.org/officeDocument/2006/relationships/notesSlide" Target="../notesSlides/notesSlide134.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3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notesSlide" Target="../notesSlides/notesSlide140.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xml"/><Relationship Id="rId4" Type="http://schemas.openxmlformats.org/officeDocument/2006/relationships/chart" Target="../charts/chart120.xml"/><Relationship Id="rId5" Type="http://schemas.openxmlformats.org/officeDocument/2006/relationships/notesSlide" Target="../notesSlides/notesSlide14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notesSlide" Target="../notesSlides/notesSlide144.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xml"/><Relationship Id="rId4" Type="http://schemas.openxmlformats.org/officeDocument/2006/relationships/chart" Target="../charts/chart123.xml"/><Relationship Id="rId5" Type="http://schemas.openxmlformats.org/officeDocument/2006/relationships/notesSlide" Target="../notesSlides/notesSlide14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xml"/><Relationship Id="rId4" Type="http://schemas.openxmlformats.org/officeDocument/2006/relationships/chart" Target="../charts/chart125.xml"/><Relationship Id="rId5" Type="http://schemas.openxmlformats.org/officeDocument/2006/relationships/chart" Target="../charts/chart126.xml"/><Relationship Id="rId6" Type="http://schemas.openxmlformats.org/officeDocument/2006/relationships/chart" Target="../charts/chart127.xml"/><Relationship Id="rId7" Type="http://schemas.openxmlformats.org/officeDocument/2006/relationships/notesSlide" Target="../notesSlides/notesSlide149.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xml"/><Relationship Id="rId4" Type="http://schemas.openxmlformats.org/officeDocument/2006/relationships/chart" Target="../charts/chart129.xml"/><Relationship Id="rId5" Type="http://schemas.openxmlformats.org/officeDocument/2006/relationships/chart" Target="../charts/chart130.xml"/><Relationship Id="rId6" Type="http://schemas.openxmlformats.org/officeDocument/2006/relationships/notesSlide" Target="../notesSlides/notesSlide150.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notesSlide" Target="../notesSlides/notesSlide15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xml"/><Relationship Id="rId4" Type="http://schemas.openxmlformats.org/officeDocument/2006/relationships/chart" Target="../charts/chart133.xml"/><Relationship Id="rId5" Type="http://schemas.openxmlformats.org/officeDocument/2006/relationships/notesSlide" Target="../notesSlides/notesSlide15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chart" Target="../charts/chart135.xml"/><Relationship Id="rId5" Type="http://schemas.openxmlformats.org/officeDocument/2006/relationships/chart" Target="../charts/chart136.xml"/><Relationship Id="rId6" Type="http://schemas.openxmlformats.org/officeDocument/2006/relationships/chart" Target="../charts/chart137.xml"/><Relationship Id="rId7" Type="http://schemas.openxmlformats.org/officeDocument/2006/relationships/notesSlide" Target="../notesSlides/notesSlide15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59.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16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notesSlide" Target="../notesSlides/notesSlide16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chart" Target="../charts/chart143.xml"/><Relationship Id="rId5" Type="http://schemas.openxmlformats.org/officeDocument/2006/relationships/chart" Target="../charts/chart144.xml"/><Relationship Id="rId6" Type="http://schemas.openxmlformats.org/officeDocument/2006/relationships/chart" Target="../charts/chart145.xml"/><Relationship Id="rId7" Type="http://schemas.openxmlformats.org/officeDocument/2006/relationships/notesSlide" Target="../notesSlides/notesSlide16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notesSlide" Target="../notesSlides/notesSlide17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chart" Target="../charts/chart150.xml"/><Relationship Id="rId5"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notesSlide" Target="../notesSlides/notesSlide179.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chart" Target="../charts/chart154.xml"/><Relationship Id="rId5"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xml"/><Relationship Id="rId4"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18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xml"/><Relationship Id="rId4" Type="http://schemas.openxmlformats.org/officeDocument/2006/relationships/notesSlide" Target="../notesSlides/notesSlide18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chart" Target="../charts/chart160.xml"/><Relationship Id="rId5" Type="http://schemas.openxmlformats.org/officeDocument/2006/relationships/notesSlide" Target="../notesSlides/notesSlide190.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194.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chart" Target="../charts/chart165.xml"/><Relationship Id="rId6" Type="http://schemas.openxmlformats.org/officeDocument/2006/relationships/chart" Target="../charts/chart166.xml"/><Relationship Id="rId7" Type="http://schemas.openxmlformats.org/officeDocument/2006/relationships/notesSlide" Target="../notesSlides/notesSlide195.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chart" Target="../charts/chart169.xml"/><Relationship Id="rId6" Type="http://schemas.openxmlformats.org/officeDocument/2006/relationships/chart" Target="../charts/chart170.xml"/><Relationship Id="rId7" Type="http://schemas.openxmlformats.org/officeDocument/2006/relationships/notesSlide" Target="../notesSlides/notesSlide19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1.xml"/><Relationship Id="rId4" Type="http://schemas.openxmlformats.org/officeDocument/2006/relationships/notesSlide" Target="../notesSlides/notesSlide19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2.xml"/><Relationship Id="rId4" Type="http://schemas.openxmlformats.org/officeDocument/2006/relationships/chart" Target="../charts/chart173.xml"/><Relationship Id="rId5" Type="http://schemas.openxmlformats.org/officeDocument/2006/relationships/notesSlide" Target="../notesSlides/notesSlide205.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4.xml"/><Relationship Id="rId4" Type="http://schemas.openxmlformats.org/officeDocument/2006/relationships/chart" Target="../charts/chart175.xml"/><Relationship Id="rId5" Type="http://schemas.openxmlformats.org/officeDocument/2006/relationships/chart" Target="../charts/chart176.xml"/><Relationship Id="rId6" Type="http://schemas.openxmlformats.org/officeDocument/2006/relationships/chart" Target="../charts/chart177.xml"/><Relationship Id="rId7" Type="http://schemas.openxmlformats.org/officeDocument/2006/relationships/notesSlide" Target="../notesSlides/notesSlide20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8.xml"/><Relationship Id="rId4" Type="http://schemas.openxmlformats.org/officeDocument/2006/relationships/notesSlide" Target="../notesSlides/notesSlide20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9.xml"/><Relationship Id="rId4"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0.xml"/><Relationship Id="rId4" Type="http://schemas.openxmlformats.org/officeDocument/2006/relationships/chart" Target="../charts/chart181.xml"/><Relationship Id="rId5"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2.xml"/><Relationship Id="rId4" Type="http://schemas.openxmlformats.org/officeDocument/2006/relationships/chart" Target="../charts/chart183.xml"/><Relationship Id="rId5" Type="http://schemas.openxmlformats.org/officeDocument/2006/relationships/chart" Target="../charts/chart184.xml"/><Relationship Id="rId6"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1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chart" Target="../charts/chart187.xml"/><Relationship Id="rId5" Type="http://schemas.openxmlformats.org/officeDocument/2006/relationships/notesSlide" Target="../notesSlides/notesSlide223.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8.xml"/><Relationship Id="rId4" Type="http://schemas.openxmlformats.org/officeDocument/2006/relationships/chart" Target="../charts/chart189.xml"/><Relationship Id="rId5" Type="http://schemas.openxmlformats.org/officeDocument/2006/relationships/chart" Target="../charts/chart190.xml"/><Relationship Id="rId6" Type="http://schemas.openxmlformats.org/officeDocument/2006/relationships/chart" Target="../charts/chart191.xml"/><Relationship Id="rId7" Type="http://schemas.openxmlformats.org/officeDocument/2006/relationships/notesSlide" Target="../notesSlides/notesSlide224.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2.xml"/><Relationship Id="rId4" Type="http://schemas.openxmlformats.org/officeDocument/2006/relationships/chart" Target="../charts/chart193.xml"/><Relationship Id="rId5" Type="http://schemas.openxmlformats.org/officeDocument/2006/relationships/notesSlide" Target="../notesSlides/notesSlide225.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4.xml"/><Relationship Id="rId4"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7.xml"/><Relationship Id="rId4" Type="http://schemas.openxmlformats.org/officeDocument/2006/relationships/chart" Target="../charts/chart198.xml"/><Relationship Id="rId5" Type="http://schemas.openxmlformats.org/officeDocument/2006/relationships/chart" Target="../charts/chart199.xml"/><Relationship Id="rId6" Type="http://schemas.openxmlformats.org/officeDocument/2006/relationships/chart" Target="../charts/chart200.xml"/><Relationship Id="rId7"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1.xml"/><Relationship Id="rId4" Type="http://schemas.openxmlformats.org/officeDocument/2006/relationships/chart" Target="../charts/chart202.xml"/><Relationship Id="rId5" Type="http://schemas.openxmlformats.org/officeDocument/2006/relationships/chart" Target="../charts/chart203.xml"/><Relationship Id="rId6"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4.xml"/><Relationship Id="rId4" Type="http://schemas.openxmlformats.org/officeDocument/2006/relationships/notesSlide" Target="../notesSlides/notesSlide23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5.xml"/><Relationship Id="rId4" Type="http://schemas.openxmlformats.org/officeDocument/2006/relationships/chart" Target="../charts/chart206.xml"/><Relationship Id="rId5" Type="http://schemas.openxmlformats.org/officeDocument/2006/relationships/notesSlide" Target="../notesSlides/notesSlide241.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7.xml"/><Relationship Id="rId4" Type="http://schemas.openxmlformats.org/officeDocument/2006/relationships/chart" Target="../charts/chart208.xml"/><Relationship Id="rId5" Type="http://schemas.openxmlformats.org/officeDocument/2006/relationships/chart" Target="../charts/chart209.xml"/><Relationship Id="rId6" Type="http://schemas.openxmlformats.org/officeDocument/2006/relationships/chart" Target="../charts/chart210.xml"/><Relationship Id="rId7" Type="http://schemas.openxmlformats.org/officeDocument/2006/relationships/notesSlide" Target="../notesSlides/notesSlide24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1.xml"/><Relationship Id="rId4" Type="http://schemas.openxmlformats.org/officeDocument/2006/relationships/notesSlide" Target="../notesSlides/notesSlide24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4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50.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chart" Target="../charts/chart217.xml"/><Relationship Id="rId6" Type="http://schemas.openxmlformats.org/officeDocument/2006/relationships/chart" Target="../charts/chart218.xml"/><Relationship Id="rId7" Type="http://schemas.openxmlformats.org/officeDocument/2006/relationships/notesSlide" Target="../notesSlides/notesSlide251.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notesSlide" Target="../notesSlides/notesSlide254.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9.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0.xml"/><Relationship Id="rId4" Type="http://schemas.openxmlformats.org/officeDocument/2006/relationships/chart" Target="../charts/chart221.xml"/><Relationship Id="rId5" Type="http://schemas.openxmlformats.org/officeDocument/2006/relationships/notesSlide" Target="../notesSlides/notesSlide260.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2.xml"/><Relationship Id="rId4" Type="http://schemas.openxmlformats.org/officeDocument/2006/relationships/chart" Target="../charts/chart223.xml"/><Relationship Id="rId5" Type="http://schemas.openxmlformats.org/officeDocument/2006/relationships/notesSlide" Target="../notesSlides/notesSlide26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4.xml"/><Relationship Id="rId4" Type="http://schemas.openxmlformats.org/officeDocument/2006/relationships/chart" Target="../charts/chart225.xml"/><Relationship Id="rId5" Type="http://schemas.openxmlformats.org/officeDocument/2006/relationships/notesSlide" Target="../notesSlides/notesSlide26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6.xml"/><Relationship Id="rId4" Type="http://schemas.openxmlformats.org/officeDocument/2006/relationships/chart" Target="../charts/chart227.xml"/><Relationship Id="rId5" Type="http://schemas.openxmlformats.org/officeDocument/2006/relationships/notesSlide" Target="../notesSlides/notesSlide264.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8.xml"/><Relationship Id="rId4" Type="http://schemas.openxmlformats.org/officeDocument/2006/relationships/notesSlide" Target="../notesSlides/notesSlide26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9.xml"/><Relationship Id="rId4" Type="http://schemas.openxmlformats.org/officeDocument/2006/relationships/notesSlide" Target="../notesSlides/notesSlide26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0.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0.xml"/><Relationship Id="rId4" Type="http://schemas.openxmlformats.org/officeDocument/2006/relationships/notesSlide" Target="../notesSlides/notesSlide271.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1.xml"/><Relationship Id="rId4" Type="http://schemas.openxmlformats.org/officeDocument/2006/relationships/notesSlide" Target="../notesSlides/notesSlide27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2.xml"/><Relationship Id="rId4" Type="http://schemas.openxmlformats.org/officeDocument/2006/relationships/chart" Target="../charts/chart233.xml"/><Relationship Id="rId5" Type="http://schemas.openxmlformats.org/officeDocument/2006/relationships/notesSlide" Target="../notesSlides/notesSlide275.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8.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4.xml"/><Relationship Id="rId4" Type="http://schemas.openxmlformats.org/officeDocument/2006/relationships/chart" Target="../charts/chart235.xml"/><Relationship Id="rId5" Type="http://schemas.openxmlformats.org/officeDocument/2006/relationships/notesSlide" Target="../notesSlides/notesSlide279.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6.xml"/><Relationship Id="rId4" Type="http://schemas.openxmlformats.org/officeDocument/2006/relationships/chart" Target="../charts/chart237.xml"/><Relationship Id="rId5" Type="http://schemas.openxmlformats.org/officeDocument/2006/relationships/chart" Target="../charts/chart238.xml"/><Relationship Id="rId6" Type="http://schemas.openxmlformats.org/officeDocument/2006/relationships/chart" Target="../charts/chart239.xml"/><Relationship Id="rId7" Type="http://schemas.openxmlformats.org/officeDocument/2006/relationships/notesSlide" Target="../notesSlides/notesSlide28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0.xml"/><Relationship Id="rId4" Type="http://schemas.openxmlformats.org/officeDocument/2006/relationships/chart" Target="../charts/chart241.xml"/><Relationship Id="rId5" Type="http://schemas.openxmlformats.org/officeDocument/2006/relationships/chart" Target="../charts/chart242.xml"/><Relationship Id="rId6" Type="http://schemas.openxmlformats.org/officeDocument/2006/relationships/chart" Target="../charts/chart243.xml"/><Relationship Id="rId7" Type="http://schemas.openxmlformats.org/officeDocument/2006/relationships/notesSlide" Target="../notesSlides/notesSlide281.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4.xml"/><Relationship Id="rId4" Type="http://schemas.openxmlformats.org/officeDocument/2006/relationships/notesSlide" Target="../notesSlides/notesSlide284.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5.xml"/><Relationship Id="rId4" Type="http://schemas.openxmlformats.org/officeDocument/2006/relationships/chart" Target="../charts/chart246.xml"/><Relationship Id="rId5" Type="http://schemas.openxmlformats.org/officeDocument/2006/relationships/notesSlide" Target="../notesSlides/notesSlide2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7.xml"/><Relationship Id="rId4" Type="http://schemas.openxmlformats.org/officeDocument/2006/relationships/chart" Target="../charts/chart248.xml"/><Relationship Id="rId5" Type="http://schemas.openxmlformats.org/officeDocument/2006/relationships/chart" Target="../charts/chart249.xml"/><Relationship Id="rId6" Type="http://schemas.openxmlformats.org/officeDocument/2006/relationships/chart" Target="../charts/chart250.xml"/><Relationship Id="rId7" Type="http://schemas.openxmlformats.org/officeDocument/2006/relationships/notesSlide" Target="../notesSlides/notesSlide291.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1.xml"/><Relationship Id="rId4" Type="http://schemas.openxmlformats.org/officeDocument/2006/relationships/notesSlide" Target="../notesSlides/notesSlide29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2.xml"/><Relationship Id="rId4" Type="http://schemas.openxmlformats.org/officeDocument/2006/relationships/notesSlide" Target="../notesSlides/notesSlide295.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3.xml"/><Relationship Id="rId4" Type="http://schemas.openxmlformats.org/officeDocument/2006/relationships/chart" Target="../charts/chart254.xml"/><Relationship Id="rId5" Type="http://schemas.openxmlformats.org/officeDocument/2006/relationships/notesSlide" Target="../notesSlides/notesSlide299.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5.xml"/><Relationship Id="rId4" Type="http://schemas.openxmlformats.org/officeDocument/2006/relationships/chart" Target="../charts/chart256.xml"/><Relationship Id="rId5" Type="http://schemas.openxmlformats.org/officeDocument/2006/relationships/chart" Target="../charts/chart257.xml"/><Relationship Id="rId6" Type="http://schemas.openxmlformats.org/officeDocument/2006/relationships/notesSlide" Target="../notesSlides/notesSlide300.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8.xml"/><Relationship Id="rId4" Type="http://schemas.openxmlformats.org/officeDocument/2006/relationships/notesSlide" Target="../notesSlides/notesSlide303.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5.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6.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9.xml"/><Relationship Id="rId4" Type="http://schemas.openxmlformats.org/officeDocument/2006/relationships/chart" Target="../charts/chart260.xml"/><Relationship Id="rId5" Type="http://schemas.openxmlformats.org/officeDocument/2006/relationships/notesSlide" Target="../notesSlides/notesSlide308.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1.xml"/><Relationship Id="rId4" Type="http://schemas.openxmlformats.org/officeDocument/2006/relationships/chart" Target="../charts/chart262.xml"/><Relationship Id="rId5" Type="http://schemas.openxmlformats.org/officeDocument/2006/relationships/chart" Target="../charts/chart263.xml"/><Relationship Id="rId6" Type="http://schemas.openxmlformats.org/officeDocument/2006/relationships/chart" Target="../charts/chart264.xml"/><Relationship Id="rId7" Type="http://schemas.openxmlformats.org/officeDocument/2006/relationships/notesSlide" Target="../notesSlides/notesSlide30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5.xml"/><Relationship Id="rId4" Type="http://schemas.openxmlformats.org/officeDocument/2006/relationships/chart" Target="../charts/chart266.xml"/><Relationship Id="rId5" Type="http://schemas.openxmlformats.org/officeDocument/2006/relationships/notesSlide" Target="../notesSlides/notesSlide310.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7.xml"/><Relationship Id="rId4" Type="http://schemas.openxmlformats.org/officeDocument/2006/relationships/notesSlide" Target="../notesSlides/notesSlide313.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5.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8.xml"/><Relationship Id="rId4" Type="http://schemas.openxmlformats.org/officeDocument/2006/relationships/chart" Target="../charts/chart269.xml"/><Relationship Id="rId5" Type="http://schemas.openxmlformats.org/officeDocument/2006/relationships/notesSlide" Target="../notesSlides/notesSlide31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0.xml"/><Relationship Id="rId4" Type="http://schemas.openxmlformats.org/officeDocument/2006/relationships/chart" Target="../charts/chart271.xml"/><Relationship Id="rId5" Type="http://schemas.openxmlformats.org/officeDocument/2006/relationships/chart" Target="../charts/chart272.xml"/><Relationship Id="rId6" Type="http://schemas.openxmlformats.org/officeDocument/2006/relationships/chart" Target="../charts/chart273.xml"/><Relationship Id="rId7" Type="http://schemas.openxmlformats.org/officeDocument/2006/relationships/notesSlide" Target="../notesSlides/notesSlide318.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4.xml"/><Relationship Id="rId4" Type="http://schemas.openxmlformats.org/officeDocument/2006/relationships/chart" Target="../charts/chart275.xml"/><Relationship Id="rId5" Type="http://schemas.openxmlformats.org/officeDocument/2006/relationships/chart" Target="../charts/chart276.xml"/><Relationship Id="rId6" Type="http://schemas.openxmlformats.org/officeDocument/2006/relationships/notesSlide" Target="../notesSlides/notesSlide319.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7.xml"/><Relationship Id="rId4" Type="http://schemas.openxmlformats.org/officeDocument/2006/relationships/notesSlide" Target="../notesSlides/notesSlide32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8.xml"/><Relationship Id="rId4" Type="http://schemas.openxmlformats.org/officeDocument/2006/relationships/chart" Target="../charts/chart279.xml"/><Relationship Id="rId5" Type="http://schemas.openxmlformats.org/officeDocument/2006/relationships/notesSlide" Target="../notesSlides/notesSlide326.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0.xml"/><Relationship Id="rId4" Type="http://schemas.openxmlformats.org/officeDocument/2006/relationships/chart" Target="../charts/chart281.xml"/><Relationship Id="rId5" Type="http://schemas.openxmlformats.org/officeDocument/2006/relationships/chart" Target="../charts/chart282.xml"/><Relationship Id="rId6" Type="http://schemas.openxmlformats.org/officeDocument/2006/relationships/chart" Target="../charts/chart283.xml"/><Relationship Id="rId7" Type="http://schemas.openxmlformats.org/officeDocument/2006/relationships/notesSlide" Target="../notesSlides/notesSlide32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4.xml"/><Relationship Id="rId4" Type="http://schemas.openxmlformats.org/officeDocument/2006/relationships/notesSlide" Target="../notesSlides/notesSlide328.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5.xml"/><Relationship Id="rId4" Type="http://schemas.openxmlformats.org/officeDocument/2006/relationships/notesSlide" Target="../notesSlides/notesSlide331.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6.xml"/><Relationship Id="rId4" Type="http://schemas.openxmlformats.org/officeDocument/2006/relationships/chart" Target="../charts/chart287.xml"/><Relationship Id="rId5" Type="http://schemas.openxmlformats.org/officeDocument/2006/relationships/notesSlide" Target="../notesSlides/notesSlide335.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8.xml"/><Relationship Id="rId4" Type="http://schemas.openxmlformats.org/officeDocument/2006/relationships/chart" Target="../charts/chart289.xml"/><Relationship Id="rId5" Type="http://schemas.openxmlformats.org/officeDocument/2006/relationships/chart" Target="../charts/chart290.xml"/><Relationship Id="rId6" Type="http://schemas.openxmlformats.org/officeDocument/2006/relationships/chart" Target="../charts/chart291.xml"/><Relationship Id="rId7" Type="http://schemas.openxmlformats.org/officeDocument/2006/relationships/notesSlide" Target="../notesSlides/notesSlide33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8.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2.xml"/><Relationship Id="rId4" Type="http://schemas.openxmlformats.org/officeDocument/2006/relationships/notesSlide" Target="../notesSlides/notesSlide339.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3.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3.xml"/><Relationship Id="rId4" Type="http://schemas.openxmlformats.org/officeDocument/2006/relationships/chart" Target="../charts/chart294.xml"/><Relationship Id="rId5" Type="http://schemas.openxmlformats.org/officeDocument/2006/relationships/notesSlide" Target="../notesSlides/notesSlide345.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6.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5.xml"/><Relationship Id="rId4" Type="http://schemas.openxmlformats.org/officeDocument/2006/relationships/chart" Target="../charts/chart296.xml"/><Relationship Id="rId5" Type="http://schemas.openxmlformats.org/officeDocument/2006/relationships/notesSlide" Target="../notesSlides/notesSlide34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7.xml"/><Relationship Id="rId4" Type="http://schemas.openxmlformats.org/officeDocument/2006/relationships/chart" Target="../charts/chart298.xml"/><Relationship Id="rId5" Type="http://schemas.openxmlformats.org/officeDocument/2006/relationships/notesSlide" Target="../notesSlides/notesSlide348.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9.xml"/><Relationship Id="rId4" Type="http://schemas.openxmlformats.org/officeDocument/2006/relationships/chart" Target="../charts/chart300.xml"/><Relationship Id="rId5" Type="http://schemas.openxmlformats.org/officeDocument/2006/relationships/notesSlide" Target="../notesSlides/notesSlide349.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0.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1.xml"/><Relationship Id="rId4" Type="http://schemas.openxmlformats.org/officeDocument/2006/relationships/notesSlide" Target="../notesSlides/notesSlide351.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2.xml"/><Relationship Id="rId4" Type="http://schemas.openxmlformats.org/officeDocument/2006/relationships/notesSlide" Target="../notesSlides/notesSlide353.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4.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3.xml"/><Relationship Id="rId4" Type="http://schemas.openxmlformats.org/officeDocument/2006/relationships/notesSlide" Target="../notesSlides/notesSlide355.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4.xml"/><Relationship Id="rId4" Type="http://schemas.openxmlformats.org/officeDocument/2006/relationships/notesSlide" Target="../notesSlides/notesSlide35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8.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5.xml"/><Relationship Id="rId4" Type="http://schemas.openxmlformats.org/officeDocument/2006/relationships/chart" Target="../charts/chart306.xml"/><Relationship Id="rId5" Type="http://schemas.openxmlformats.org/officeDocument/2006/relationships/notesSlide" Target="../notesSlides/notesSlide359.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0.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7.xml"/><Relationship Id="rId4" Type="http://schemas.openxmlformats.org/officeDocument/2006/relationships/chart" Target="../charts/chart308.xml"/><Relationship Id="rId5" Type="http://schemas.openxmlformats.org/officeDocument/2006/relationships/notesSlide" Target="../notesSlides/notesSlide363.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9.xml"/><Relationship Id="rId4" Type="http://schemas.openxmlformats.org/officeDocument/2006/relationships/chart" Target="../charts/chart310.xml"/><Relationship Id="rId5" Type="http://schemas.openxmlformats.org/officeDocument/2006/relationships/chart" Target="../charts/chart311.xml"/><Relationship Id="rId6" Type="http://schemas.openxmlformats.org/officeDocument/2006/relationships/chart" Target="../charts/chart312.xml"/><Relationship Id="rId7" Type="http://schemas.openxmlformats.org/officeDocument/2006/relationships/notesSlide" Target="../notesSlides/notesSlide364.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3.xml"/><Relationship Id="rId4" Type="http://schemas.openxmlformats.org/officeDocument/2006/relationships/chart" Target="../charts/chart314.xml"/><Relationship Id="rId5" Type="http://schemas.openxmlformats.org/officeDocument/2006/relationships/chart" Target="../charts/chart315.xml"/><Relationship Id="rId6" Type="http://schemas.openxmlformats.org/officeDocument/2006/relationships/chart" Target="../charts/chart316.xml"/><Relationship Id="rId7" Type="http://schemas.openxmlformats.org/officeDocument/2006/relationships/notesSlide" Target="../notesSlides/notesSlide365.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7.xml"/><Relationship Id="rId4" Type="http://schemas.openxmlformats.org/officeDocument/2006/relationships/notesSlide" Target="../notesSlides/notesSlide36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1.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3.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8.xml"/><Relationship Id="rId4" Type="http://schemas.openxmlformats.org/officeDocument/2006/relationships/chart" Target="../charts/chart319.xml"/><Relationship Id="rId5" Type="http://schemas.openxmlformats.org/officeDocument/2006/relationships/notesSlide" Target="../notesSlides/notesSlide374.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0.xml"/><Relationship Id="rId4" Type="http://schemas.openxmlformats.org/officeDocument/2006/relationships/chart" Target="../charts/chart321.xml"/><Relationship Id="rId5" Type="http://schemas.openxmlformats.org/officeDocument/2006/relationships/chart" Target="../charts/chart322.xml"/><Relationship Id="rId6" Type="http://schemas.openxmlformats.org/officeDocument/2006/relationships/chart" Target="../charts/chart323.xml"/><Relationship Id="rId7" Type="http://schemas.openxmlformats.org/officeDocument/2006/relationships/notesSlide" Target="../notesSlides/notesSlide375.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4.xml"/><Relationship Id="rId4" Type="http://schemas.openxmlformats.org/officeDocument/2006/relationships/notesSlide" Target="../notesSlides/notesSlide376.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8.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5.xml"/><Relationship Id="rId4" Type="http://schemas.openxmlformats.org/officeDocument/2006/relationships/notesSlide" Target="../notesSlides/notesSlide379.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1.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2.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6.xml"/><Relationship Id="rId4" Type="http://schemas.openxmlformats.org/officeDocument/2006/relationships/chart" Target="../charts/chart327.xml"/><Relationship Id="rId5" Type="http://schemas.openxmlformats.org/officeDocument/2006/relationships/notesSlide" Target="../notesSlides/notesSlide383.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8.xml"/><Relationship Id="rId4" Type="http://schemas.openxmlformats.org/officeDocument/2006/relationships/chart" Target="../charts/chart329.xml"/><Relationship Id="rId5" Type="http://schemas.openxmlformats.org/officeDocument/2006/relationships/chart" Target="../charts/chart330.xml"/><Relationship Id="rId6" Type="http://schemas.openxmlformats.org/officeDocument/2006/relationships/notesSlide" Target="../notesSlides/notesSlide384.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6.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1.xml"/><Relationship Id="rId4" Type="http://schemas.openxmlformats.org/officeDocument/2006/relationships/notesSlide" Target="../notesSlides/notesSlide38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9.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0.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2.xml"/><Relationship Id="rId4" Type="http://schemas.openxmlformats.org/officeDocument/2006/relationships/chart" Target="../charts/chart333.xml"/><Relationship Id="rId5" Type="http://schemas.openxmlformats.org/officeDocument/2006/relationships/notesSlide" Target="../notesSlides/notesSlide39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4.xml"/><Relationship Id="rId4" Type="http://schemas.openxmlformats.org/officeDocument/2006/relationships/chart" Target="../charts/chart335.xml"/><Relationship Id="rId5" Type="http://schemas.openxmlformats.org/officeDocument/2006/relationships/chart" Target="../charts/chart336.xml"/><Relationship Id="rId6" Type="http://schemas.openxmlformats.org/officeDocument/2006/relationships/chart" Target="../charts/chart337.xml"/><Relationship Id="rId7" Type="http://schemas.openxmlformats.org/officeDocument/2006/relationships/notesSlide" Target="../notesSlides/notesSlide39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8.xml"/><Relationship Id="rId4" Type="http://schemas.openxmlformats.org/officeDocument/2006/relationships/chart" Target="../charts/chart339.xml"/><Relationship Id="rId5" Type="http://schemas.openxmlformats.org/officeDocument/2006/relationships/notesSlide" Target="../notesSlides/notesSlide39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6.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0.xml"/><Relationship Id="rId4" Type="http://schemas.openxmlformats.org/officeDocument/2006/relationships/notesSlide" Target="../notesSlides/notesSlide39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9.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0.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1.xml"/><Relationship Id="rId4" Type="http://schemas.openxmlformats.org/officeDocument/2006/relationships/chart" Target="../charts/chart342.xml"/><Relationship Id="rId5" Type="http://schemas.openxmlformats.org/officeDocument/2006/relationships/notesSlide" Target="../notesSlides/notesSlide401.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3.xml"/><Relationship Id="rId4" Type="http://schemas.openxmlformats.org/officeDocument/2006/relationships/chart" Target="../charts/chart344.xml"/><Relationship Id="rId5" Type="http://schemas.openxmlformats.org/officeDocument/2006/relationships/chart" Target="../charts/chart345.xml"/><Relationship Id="rId6" Type="http://schemas.openxmlformats.org/officeDocument/2006/relationships/chart" Target="../charts/chart346.xml"/><Relationship Id="rId7" Type="http://schemas.openxmlformats.org/officeDocument/2006/relationships/notesSlide" Target="../notesSlides/notesSlide402.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7.xml"/><Relationship Id="rId4" Type="http://schemas.openxmlformats.org/officeDocument/2006/relationships/chart" Target="../charts/chart348.xml"/><Relationship Id="rId5" Type="http://schemas.openxmlformats.org/officeDocument/2006/relationships/chart" Target="../charts/chart349.xml"/><Relationship Id="rId6" Type="http://schemas.openxmlformats.org/officeDocument/2006/relationships/notesSlide" Target="../notesSlides/notesSlide403.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5.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0.xml"/><Relationship Id="rId4" Type="http://schemas.openxmlformats.org/officeDocument/2006/relationships/notesSlide" Target="../notesSlides/notesSlide406.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8.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9.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1.xml"/><Relationship Id="rId4" Type="http://schemas.openxmlformats.org/officeDocument/2006/relationships/chart" Target="../charts/chart352.xml"/><Relationship Id="rId5" Type="http://schemas.openxmlformats.org/officeDocument/2006/relationships/notesSlide" Target="../notesSlides/notesSlide410.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3.xml"/><Relationship Id="rId4" Type="http://schemas.openxmlformats.org/officeDocument/2006/relationships/chart" Target="../charts/chart354.xml"/><Relationship Id="rId5" Type="http://schemas.openxmlformats.org/officeDocument/2006/relationships/chart" Target="../charts/chart355.xml"/><Relationship Id="rId6" Type="http://schemas.openxmlformats.org/officeDocument/2006/relationships/chart" Target="../charts/chart356.xml"/><Relationship Id="rId7" Type="http://schemas.openxmlformats.org/officeDocument/2006/relationships/notesSlide" Target="../notesSlides/notesSlide411.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7.xml"/><Relationship Id="rId4" Type="http://schemas.openxmlformats.org/officeDocument/2006/relationships/notesSlide" Target="../notesSlides/notesSlide412.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4.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8.xml"/><Relationship Id="rId4" Type="http://schemas.openxmlformats.org/officeDocument/2006/relationships/notesSlide" Target="../notesSlides/notesSlide415.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8.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9.xml"/><Relationship Id="rId4" Type="http://schemas.openxmlformats.org/officeDocument/2006/relationships/chart" Target="../charts/chart360.xml"/><Relationship Id="rId5" Type="http://schemas.openxmlformats.org/officeDocument/2006/relationships/notesSlide" Target="../notesSlides/notesSlide419.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1.xml"/><Relationship Id="rId4" Type="http://schemas.openxmlformats.org/officeDocument/2006/relationships/chart" Target="../charts/chart362.xml"/><Relationship Id="rId5" Type="http://schemas.openxmlformats.org/officeDocument/2006/relationships/chart" Target="../charts/chart363.xml"/><Relationship Id="rId6" Type="http://schemas.openxmlformats.org/officeDocument/2006/relationships/chart" Target="../charts/chart364.xml"/><Relationship Id="rId7" Type="http://schemas.openxmlformats.org/officeDocument/2006/relationships/notesSlide" Target="../notesSlides/notesSlide420.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2.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5.xml"/><Relationship Id="rId4" Type="http://schemas.openxmlformats.org/officeDocument/2006/relationships/notesSlide" Target="../notesSlides/notesSlide423.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6.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8.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6.xml"/><Relationship Id="rId4" Type="http://schemas.openxmlformats.org/officeDocument/2006/relationships/chart" Target="../charts/chart367.xml"/><Relationship Id="rId5" Type="http://schemas.openxmlformats.org/officeDocument/2006/relationships/notesSlide" Target="../notesSlides/notesSlide429.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0.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8.xml"/><Relationship Id="rId4" Type="http://schemas.openxmlformats.org/officeDocument/2006/relationships/chart" Target="../charts/chart369.xml"/><Relationship Id="rId5" Type="http://schemas.openxmlformats.org/officeDocument/2006/relationships/notesSlide" Target="../notesSlides/notesSlide431.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0.xml"/><Relationship Id="rId4" Type="http://schemas.openxmlformats.org/officeDocument/2006/relationships/chart" Target="../charts/chart371.xml"/><Relationship Id="rId5" Type="http://schemas.openxmlformats.org/officeDocument/2006/relationships/notesSlide" Target="../notesSlides/notesSlide432.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2.xml"/><Relationship Id="rId4" Type="http://schemas.openxmlformats.org/officeDocument/2006/relationships/chart" Target="../charts/chart373.xml"/><Relationship Id="rId5" Type="http://schemas.openxmlformats.org/officeDocument/2006/relationships/notesSlide" Target="../notesSlides/notesSlide433.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4.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4.xml"/><Relationship Id="rId4" Type="http://schemas.openxmlformats.org/officeDocument/2006/relationships/notesSlide" Target="../notesSlides/notesSlide435.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6.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5.xml"/><Relationship Id="rId4" Type="http://schemas.openxmlformats.org/officeDocument/2006/relationships/notesSlide" Target="../notesSlides/notesSlide43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8.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6.xml"/><Relationship Id="rId4" Type="http://schemas.openxmlformats.org/officeDocument/2006/relationships/notesSlide" Target="../notesSlides/notesSlide439.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7.xml"/><Relationship Id="rId4" Type="http://schemas.openxmlformats.org/officeDocument/2006/relationships/notesSlide" Target="../notesSlides/notesSlide440.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1.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8.xml"/><Relationship Id="rId4" Type="http://schemas.openxmlformats.org/officeDocument/2006/relationships/chart" Target="../charts/chart379.xml"/><Relationship Id="rId5" Type="http://schemas.openxmlformats.org/officeDocument/2006/relationships/notesSlide" Target="../notesSlides/notesSlide443.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4.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5.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6.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0.xml"/><Relationship Id="rId4" Type="http://schemas.openxmlformats.org/officeDocument/2006/relationships/chart" Target="../charts/chart381.xml"/><Relationship Id="rId5" Type="http://schemas.openxmlformats.org/officeDocument/2006/relationships/notesSlide" Target="../notesSlides/notesSlide44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2.xml"/><Relationship Id="rId4" Type="http://schemas.openxmlformats.org/officeDocument/2006/relationships/chart" Target="../charts/chart383.xml"/><Relationship Id="rId5" Type="http://schemas.openxmlformats.org/officeDocument/2006/relationships/chart" Target="../charts/chart384.xml"/><Relationship Id="rId6" Type="http://schemas.openxmlformats.org/officeDocument/2006/relationships/chart" Target="../charts/chart385.xml"/><Relationship Id="rId7" Type="http://schemas.openxmlformats.org/officeDocument/2006/relationships/notesSlide" Target="../notesSlides/notesSlide448.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6.xml"/><Relationship Id="rId4" Type="http://schemas.openxmlformats.org/officeDocument/2006/relationships/chart" Target="../charts/chart387.xml"/><Relationship Id="rId5" Type="http://schemas.openxmlformats.org/officeDocument/2006/relationships/chart" Target="../charts/chart388.xml"/><Relationship Id="rId6" Type="http://schemas.openxmlformats.org/officeDocument/2006/relationships/chart" Target="../charts/chart389.xml"/><Relationship Id="rId7" Type="http://schemas.openxmlformats.org/officeDocument/2006/relationships/notesSlide" Target="../notesSlides/notesSlide449.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1.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0.xml"/><Relationship Id="rId4" Type="http://schemas.openxmlformats.org/officeDocument/2006/relationships/notesSlide" Target="../notesSlides/notesSlide452.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6.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1.xml"/><Relationship Id="rId4" Type="http://schemas.openxmlformats.org/officeDocument/2006/relationships/chart" Target="../charts/chart392.xml"/><Relationship Id="rId5" Type="http://schemas.openxmlformats.org/officeDocument/2006/relationships/notesSlide" Target="../notesSlides/notesSlide458.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3.xml"/><Relationship Id="rId4" Type="http://schemas.openxmlformats.org/officeDocument/2006/relationships/chart" Target="../charts/chart394.xml"/><Relationship Id="rId5" Type="http://schemas.openxmlformats.org/officeDocument/2006/relationships/chart" Target="../charts/chart395.xml"/><Relationship Id="rId6" Type="http://schemas.openxmlformats.org/officeDocument/2006/relationships/chart" Target="../charts/chart396.xml"/><Relationship Id="rId7" Type="http://schemas.openxmlformats.org/officeDocument/2006/relationships/notesSlide" Target="../notesSlides/notesSlide459.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7.xml"/><Relationship Id="rId4" Type="http://schemas.openxmlformats.org/officeDocument/2006/relationships/notesSlide" Target="../notesSlides/notesSlide460.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8.xml"/><Relationship Id="rId4" Type="http://schemas.openxmlformats.org/officeDocument/2006/relationships/notesSlide" Target="../notesSlides/notesSlide46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5.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9.xml"/><Relationship Id="rId4" Type="http://schemas.openxmlformats.org/officeDocument/2006/relationships/chart" Target="../charts/chart400.xml"/><Relationship Id="rId5" Type="http://schemas.openxmlformats.org/officeDocument/2006/relationships/notesSlide" Target="../notesSlides/notesSlide46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1.xml"/><Relationship Id="rId4" Type="http://schemas.openxmlformats.org/officeDocument/2006/relationships/chart" Target="../charts/chart402.xml"/><Relationship Id="rId5" Type="http://schemas.openxmlformats.org/officeDocument/2006/relationships/chart" Target="../charts/chart403.xml"/><Relationship Id="rId6" Type="http://schemas.openxmlformats.org/officeDocument/2006/relationships/notesSlide" Target="../notesSlides/notesSlide468.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0.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4.xml"/><Relationship Id="rId4" Type="http://schemas.openxmlformats.org/officeDocument/2006/relationships/notesSlide" Target="../notesSlides/notesSlide471.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3.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5.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5.xml"/><Relationship Id="rId4" Type="http://schemas.openxmlformats.org/officeDocument/2006/relationships/chart" Target="../charts/chart406.xml"/><Relationship Id="rId5" Type="http://schemas.openxmlformats.org/officeDocument/2006/relationships/notesSlide" Target="../notesSlides/notesSlide476.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7.xml"/><Relationship Id="rId4" Type="http://schemas.openxmlformats.org/officeDocument/2006/relationships/chart" Target="../charts/chart408.xml"/><Relationship Id="rId5" Type="http://schemas.openxmlformats.org/officeDocument/2006/relationships/chart" Target="../charts/chart409.xml"/><Relationship Id="rId6" Type="http://schemas.openxmlformats.org/officeDocument/2006/relationships/chart" Target="../charts/chart410.xml"/><Relationship Id="rId7" Type="http://schemas.openxmlformats.org/officeDocument/2006/relationships/notesSlide" Target="../notesSlides/notesSlide47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1.xml"/><Relationship Id="rId4" Type="http://schemas.openxmlformats.org/officeDocument/2006/relationships/chart" Target="../charts/chart412.xml"/><Relationship Id="rId5" Type="http://schemas.openxmlformats.org/officeDocument/2006/relationships/notesSlide" Target="../notesSlides/notesSlide478.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0.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3.xml"/><Relationship Id="rId4" Type="http://schemas.openxmlformats.org/officeDocument/2006/relationships/notesSlide" Target="../notesSlides/notesSlide481.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3.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4.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4.xml"/><Relationship Id="rId4" Type="http://schemas.openxmlformats.org/officeDocument/2006/relationships/chart" Target="../charts/chart415.xml"/><Relationship Id="rId5" Type="http://schemas.openxmlformats.org/officeDocument/2006/relationships/notesSlide" Target="../notesSlides/notesSlide48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6.xml"/><Relationship Id="rId4" Type="http://schemas.openxmlformats.org/officeDocument/2006/relationships/chart" Target="../charts/chart417.xml"/><Relationship Id="rId5" Type="http://schemas.openxmlformats.org/officeDocument/2006/relationships/chart" Target="../charts/chart418.xml"/><Relationship Id="rId6" Type="http://schemas.openxmlformats.org/officeDocument/2006/relationships/chart" Target="../charts/chart419.xml"/><Relationship Id="rId7" Type="http://schemas.openxmlformats.org/officeDocument/2006/relationships/notesSlide" Target="../notesSlides/notesSlide486.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0.xml"/><Relationship Id="rId4" Type="http://schemas.openxmlformats.org/officeDocument/2006/relationships/chart" Target="../charts/chart421.xml"/><Relationship Id="rId5" Type="http://schemas.openxmlformats.org/officeDocument/2006/relationships/chart" Target="../charts/chart422.xml"/><Relationship Id="rId6" Type="http://schemas.openxmlformats.org/officeDocument/2006/relationships/notesSlide" Target="../notesSlides/notesSlide48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9.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3.xml"/><Relationship Id="rId4" Type="http://schemas.openxmlformats.org/officeDocument/2006/relationships/notesSlide" Target="../notesSlides/notesSlide490.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3.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4.xml"/><Relationship Id="rId4" Type="http://schemas.openxmlformats.org/officeDocument/2006/relationships/chart" Target="../charts/chart425.xml"/><Relationship Id="rId5" Type="http://schemas.openxmlformats.org/officeDocument/2006/relationships/notesSlide" Target="../notesSlides/notesSlide494.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6.xml"/><Relationship Id="rId4" Type="http://schemas.openxmlformats.org/officeDocument/2006/relationships/chart" Target="../charts/chart427.xml"/><Relationship Id="rId5" Type="http://schemas.openxmlformats.org/officeDocument/2006/relationships/chart" Target="../charts/chart428.xml"/><Relationship Id="rId6" Type="http://schemas.openxmlformats.org/officeDocument/2006/relationships/chart" Target="../charts/chart429.xml"/><Relationship Id="rId7" Type="http://schemas.openxmlformats.org/officeDocument/2006/relationships/notesSlide" Target="../notesSlides/notesSlide49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0.xml"/><Relationship Id="rId4" Type="http://schemas.openxmlformats.org/officeDocument/2006/relationships/notesSlide" Target="../notesSlides/notesSlide496.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8.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1.xml"/><Relationship Id="rId4" Type="http://schemas.openxmlformats.org/officeDocument/2006/relationships/notesSlide" Target="../notesSlides/notesSlide499.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1.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2.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2.xml"/><Relationship Id="rId4" Type="http://schemas.openxmlformats.org/officeDocument/2006/relationships/chart" Target="../charts/chart433.xml"/><Relationship Id="rId5" Type="http://schemas.openxmlformats.org/officeDocument/2006/relationships/notesSlide" Target="../notesSlides/notesSlide503.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4.xml"/><Relationship Id="rId4" Type="http://schemas.openxmlformats.org/officeDocument/2006/relationships/chart" Target="../charts/chart435.xml"/><Relationship Id="rId5" Type="http://schemas.openxmlformats.org/officeDocument/2006/relationships/chart" Target="../charts/chart436.xml"/><Relationship Id="rId6" Type="http://schemas.openxmlformats.org/officeDocument/2006/relationships/chart" Target="../charts/chart437.xml"/><Relationship Id="rId7" Type="http://schemas.openxmlformats.org/officeDocument/2006/relationships/notesSlide" Target="../notesSlides/notesSlide504.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6.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8.xml"/><Relationship Id="rId4" Type="http://schemas.openxmlformats.org/officeDocument/2006/relationships/notesSlide" Target="../notesSlides/notesSlide50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0.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1.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2.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9.xml"/><Relationship Id="rId4" Type="http://schemas.openxmlformats.org/officeDocument/2006/relationships/chart" Target="../charts/chart440.xml"/><Relationship Id="rId5" Type="http://schemas.openxmlformats.org/officeDocument/2006/relationships/notesSlide" Target="../notesSlides/notesSlide513.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4.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1.xml"/><Relationship Id="rId4" Type="http://schemas.openxmlformats.org/officeDocument/2006/relationships/chart" Target="../charts/chart442.xml"/><Relationship Id="rId5" Type="http://schemas.openxmlformats.org/officeDocument/2006/relationships/notesSlide" Target="../notesSlides/notesSlide515.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3.xml"/><Relationship Id="rId4" Type="http://schemas.openxmlformats.org/officeDocument/2006/relationships/chart" Target="../charts/chart444.xml"/><Relationship Id="rId5" Type="http://schemas.openxmlformats.org/officeDocument/2006/relationships/notesSlide" Target="../notesSlides/notesSlide51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5.xml"/><Relationship Id="rId4" Type="http://schemas.openxmlformats.org/officeDocument/2006/relationships/chart" Target="../charts/chart446.xml"/><Relationship Id="rId5" Type="http://schemas.openxmlformats.org/officeDocument/2006/relationships/notesSlide" Target="../notesSlides/notesSlide517.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8.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7.xml"/><Relationship Id="rId4" Type="http://schemas.openxmlformats.org/officeDocument/2006/relationships/notesSlide" Target="../notesSlides/notesSlide519.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0.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8.xml"/><Relationship Id="rId4" Type="http://schemas.openxmlformats.org/officeDocument/2006/relationships/notesSlide" Target="../notesSlides/notesSlide521.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2.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9.xml"/><Relationship Id="rId4" Type="http://schemas.openxmlformats.org/officeDocument/2006/relationships/notesSlide" Target="../notesSlides/notesSlide523.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0.xml"/><Relationship Id="rId4" Type="http://schemas.openxmlformats.org/officeDocument/2006/relationships/notesSlide" Target="../notesSlides/notesSlide524.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5.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1.xml"/><Relationship Id="rId4" Type="http://schemas.openxmlformats.org/officeDocument/2006/relationships/chart" Target="../charts/chart452.xml"/><Relationship Id="rId5" Type="http://schemas.openxmlformats.org/officeDocument/2006/relationships/notesSlide" Target="../notesSlides/notesSlide52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8.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9.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0.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3.xml"/><Relationship Id="rId4" Type="http://schemas.openxmlformats.org/officeDocument/2006/relationships/chart" Target="../charts/chart454.xml"/><Relationship Id="rId5" Type="http://schemas.openxmlformats.org/officeDocument/2006/relationships/notesSlide" Target="../notesSlides/notesSlide531.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5.xml"/><Relationship Id="rId4" Type="http://schemas.openxmlformats.org/officeDocument/2006/relationships/chart" Target="../charts/chart456.xml"/><Relationship Id="rId5" Type="http://schemas.openxmlformats.org/officeDocument/2006/relationships/chart" Target="../charts/chart457.xml"/><Relationship Id="rId6" Type="http://schemas.openxmlformats.org/officeDocument/2006/relationships/chart" Target="../charts/chart458.xml"/><Relationship Id="rId7" Type="http://schemas.openxmlformats.org/officeDocument/2006/relationships/notesSlide" Target="../notesSlides/notesSlide532.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9.xml"/><Relationship Id="rId4" Type="http://schemas.openxmlformats.org/officeDocument/2006/relationships/chart" Target="../charts/chart460.xml"/><Relationship Id="rId5" Type="http://schemas.openxmlformats.org/officeDocument/2006/relationships/chart" Target="../charts/chart461.xml"/><Relationship Id="rId6" Type="http://schemas.openxmlformats.org/officeDocument/2006/relationships/chart" Target="../charts/chart462.xml"/><Relationship Id="rId7" Type="http://schemas.openxmlformats.org/officeDocument/2006/relationships/notesSlide" Target="../notesSlides/notesSlide533.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5.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3.xml"/><Relationship Id="rId4" Type="http://schemas.openxmlformats.org/officeDocument/2006/relationships/notesSlide" Target="../notesSlides/notesSlide536.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9.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0.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1.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4.xml"/><Relationship Id="rId4" Type="http://schemas.openxmlformats.org/officeDocument/2006/relationships/chart" Target="../charts/chart465.xml"/><Relationship Id="rId5" Type="http://schemas.openxmlformats.org/officeDocument/2006/relationships/notesSlide" Target="../notesSlides/notesSlide542.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6.xml"/><Relationship Id="rId4" Type="http://schemas.openxmlformats.org/officeDocument/2006/relationships/chart" Target="../charts/chart467.xml"/><Relationship Id="rId5" Type="http://schemas.openxmlformats.org/officeDocument/2006/relationships/chart" Target="../charts/chart468.xml"/><Relationship Id="rId6" Type="http://schemas.openxmlformats.org/officeDocument/2006/relationships/chart" Target="../charts/chart469.xml"/><Relationship Id="rId7" Type="http://schemas.openxmlformats.org/officeDocument/2006/relationships/notesSlide" Target="../notesSlides/notesSlide543.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0.xml"/><Relationship Id="rId4" Type="http://schemas.openxmlformats.org/officeDocument/2006/relationships/notesSlide" Target="../notesSlides/notesSlide544.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6.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1.xml"/><Relationship Id="rId4" Type="http://schemas.openxmlformats.org/officeDocument/2006/relationships/notesSlide" Target="../notesSlides/notesSlide54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9.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0.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2.xml"/><Relationship Id="rId4" Type="http://schemas.openxmlformats.org/officeDocument/2006/relationships/chart" Target="../charts/chart473.xml"/><Relationship Id="rId5" Type="http://schemas.openxmlformats.org/officeDocument/2006/relationships/notesSlide" Target="../notesSlides/notesSlide551.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4.xml"/><Relationship Id="rId4" Type="http://schemas.openxmlformats.org/officeDocument/2006/relationships/chart" Target="../charts/chart475.xml"/><Relationship Id="rId5" Type="http://schemas.openxmlformats.org/officeDocument/2006/relationships/chart" Target="../charts/chart476.xml"/><Relationship Id="rId6" Type="http://schemas.openxmlformats.org/officeDocument/2006/relationships/notesSlide" Target="../notesSlides/notesSlide552.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4.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7.xml"/><Relationship Id="rId4" Type="http://schemas.openxmlformats.org/officeDocument/2006/relationships/notesSlide" Target="../notesSlides/notesSlide555.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9.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8.xml"/><Relationship Id="rId4" Type="http://schemas.openxmlformats.org/officeDocument/2006/relationships/chart" Target="../charts/chart479.xml"/><Relationship Id="rId5" Type="http://schemas.openxmlformats.org/officeDocument/2006/relationships/notesSlide" Target="../notesSlides/notesSlide560.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0.xml"/><Relationship Id="rId4" Type="http://schemas.openxmlformats.org/officeDocument/2006/relationships/chart" Target="../charts/chart481.xml"/><Relationship Id="rId5" Type="http://schemas.openxmlformats.org/officeDocument/2006/relationships/chart" Target="../charts/chart482.xml"/><Relationship Id="rId6" Type="http://schemas.openxmlformats.org/officeDocument/2006/relationships/chart" Target="../charts/chart483.xml"/><Relationship Id="rId7" Type="http://schemas.openxmlformats.org/officeDocument/2006/relationships/notesSlide" Target="../notesSlides/notesSlide561.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4.xml"/><Relationship Id="rId4" Type="http://schemas.openxmlformats.org/officeDocument/2006/relationships/chart" Target="../charts/chart485.xml"/><Relationship Id="rId5" Type="http://schemas.openxmlformats.org/officeDocument/2006/relationships/notesSlide" Target="../notesSlides/notesSlide562.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4.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6.xml"/><Relationship Id="rId4" Type="http://schemas.openxmlformats.org/officeDocument/2006/relationships/notesSlide" Target="../notesSlides/notesSlide565.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7.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7.xml"/><Relationship Id="rId4" Type="http://schemas.openxmlformats.org/officeDocument/2006/relationships/chart" Target="../charts/chart488.xml"/><Relationship Id="rId5" Type="http://schemas.openxmlformats.org/officeDocument/2006/relationships/notesSlide" Target="../notesSlides/notesSlide56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9.xml"/><Relationship Id="rId4" Type="http://schemas.openxmlformats.org/officeDocument/2006/relationships/chart" Target="../charts/chart490.xml"/><Relationship Id="rId5" Type="http://schemas.openxmlformats.org/officeDocument/2006/relationships/chart" Target="../charts/chart491.xml"/><Relationship Id="rId6" Type="http://schemas.openxmlformats.org/officeDocument/2006/relationships/chart" Target="../charts/chart492.xml"/><Relationship Id="rId7" Type="http://schemas.openxmlformats.org/officeDocument/2006/relationships/notesSlide" Target="../notesSlides/notesSlide570.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3.xml"/><Relationship Id="rId4" Type="http://schemas.openxmlformats.org/officeDocument/2006/relationships/chart" Target="../charts/chart494.xml"/><Relationship Id="rId5" Type="http://schemas.openxmlformats.org/officeDocument/2006/relationships/chart" Target="../charts/chart495.xml"/><Relationship Id="rId6" Type="http://schemas.openxmlformats.org/officeDocument/2006/relationships/notesSlide" Target="../notesSlides/notesSlide571.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3.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6.xml"/><Relationship Id="rId4" Type="http://schemas.openxmlformats.org/officeDocument/2006/relationships/notesSlide" Target="../notesSlides/notesSlide574.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6.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7.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7.xml"/><Relationship Id="rId4" Type="http://schemas.openxmlformats.org/officeDocument/2006/relationships/chart" Target="../charts/chart498.xml"/><Relationship Id="rId5" Type="http://schemas.openxmlformats.org/officeDocument/2006/relationships/notesSlide" Target="../notesSlides/notesSlide578.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9.xml"/><Relationship Id="rId4" Type="http://schemas.openxmlformats.org/officeDocument/2006/relationships/chart" Target="../charts/chart500.xml"/><Relationship Id="rId5" Type="http://schemas.openxmlformats.org/officeDocument/2006/relationships/chart" Target="../charts/chart501.xml"/><Relationship Id="rId6" Type="http://schemas.openxmlformats.org/officeDocument/2006/relationships/chart" Target="../charts/chart502.xml"/><Relationship Id="rId7" Type="http://schemas.openxmlformats.org/officeDocument/2006/relationships/notesSlide" Target="../notesSlides/notesSlide5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3.xml"/><Relationship Id="rId4" Type="http://schemas.openxmlformats.org/officeDocument/2006/relationships/notesSlide" Target="../notesSlides/notesSlide580.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2.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4.xml"/><Relationship Id="rId4" Type="http://schemas.openxmlformats.org/officeDocument/2006/relationships/notesSlide" Target="../notesSlides/notesSlide583.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5.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6.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5.xml"/><Relationship Id="rId4" Type="http://schemas.openxmlformats.org/officeDocument/2006/relationships/chart" Target="../charts/chart506.xml"/><Relationship Id="rId5" Type="http://schemas.openxmlformats.org/officeDocument/2006/relationships/notesSlide" Target="../notesSlides/notesSlide58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7.xml"/><Relationship Id="rId4" Type="http://schemas.openxmlformats.org/officeDocument/2006/relationships/chart" Target="../charts/chart508.xml"/><Relationship Id="rId5" Type="http://schemas.openxmlformats.org/officeDocument/2006/relationships/chart" Target="../charts/chart509.xml"/><Relationship Id="rId6" Type="http://schemas.openxmlformats.org/officeDocument/2006/relationships/chart" Target="../charts/chart510.xml"/><Relationship Id="rId7" Type="http://schemas.openxmlformats.org/officeDocument/2006/relationships/notesSlide" Target="../notesSlides/notesSlide588.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1.xml"/><Relationship Id="rId4" Type="http://schemas.openxmlformats.org/officeDocument/2006/relationships/notesSlide" Target="../notesSlides/notesSlide591.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4.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5.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6.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2.xml"/><Relationship Id="rId4" Type="http://schemas.openxmlformats.org/officeDocument/2006/relationships/chart" Target="../charts/chart513.xml"/><Relationship Id="rId5" Type="http://schemas.openxmlformats.org/officeDocument/2006/relationships/chart" Target="../charts/chart514.xml"/><Relationship Id="rId6" Type="http://schemas.openxmlformats.org/officeDocument/2006/relationships/chart" Target="../charts/chart515.xml"/><Relationship Id="rId7" Type="http://schemas.openxmlformats.org/officeDocument/2006/relationships/notesSlide" Target="../notesSlides/notesSlide597.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6.xml"/><Relationship Id="rId4" Type="http://schemas.openxmlformats.org/officeDocument/2006/relationships/chart" Target="../charts/chart517.xml"/><Relationship Id="rId5" Type="http://schemas.openxmlformats.org/officeDocument/2006/relationships/chart" Target="../charts/chart518.xml"/><Relationship Id="rId6" Type="http://schemas.openxmlformats.org/officeDocument/2006/relationships/chart" Target="../charts/chart519.xml"/><Relationship Id="rId7" Type="http://schemas.openxmlformats.org/officeDocument/2006/relationships/notesSlide" Target="../notesSlides/notesSlide598.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0.xml"/><Relationship Id="rId4" Type="http://schemas.openxmlformats.org/officeDocument/2006/relationships/chart" Target="../charts/chart521.xml"/><Relationship Id="rId5" Type="http://schemas.openxmlformats.org/officeDocument/2006/relationships/chart" Target="../charts/chart522.xml"/><Relationship Id="rId6" Type="http://schemas.openxmlformats.org/officeDocument/2006/relationships/chart" Target="../charts/chart523.xml"/><Relationship Id="rId7" Type="http://schemas.openxmlformats.org/officeDocument/2006/relationships/chart" Target="../charts/chart524.xml"/><Relationship Id="rId8" Type="http://schemas.openxmlformats.org/officeDocument/2006/relationships/chart" Target="../charts/chart525.xml"/><Relationship Id="rId9" Type="http://schemas.openxmlformats.org/officeDocument/2006/relationships/chart" Target="../charts/chart526.xml"/><Relationship Id="rId10" Type="http://schemas.openxmlformats.org/officeDocument/2006/relationships/notesSlide" Target="../notesSlides/notesSlide599.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0.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7.xml"/><Relationship Id="rId4" Type="http://schemas.openxmlformats.org/officeDocument/2006/relationships/chart" Target="../charts/chart528.xml"/><Relationship Id="rId5" Type="http://schemas.openxmlformats.org/officeDocument/2006/relationships/notesSlide" Target="../notesSlides/notesSlide601.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3.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5.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9.xml"/><Relationship Id="rId4" Type="http://schemas.openxmlformats.org/officeDocument/2006/relationships/chart" Target="../charts/chart530.xml"/><Relationship Id="rId5" Type="http://schemas.openxmlformats.org/officeDocument/2006/relationships/notesSlide" Target="../notesSlides/notesSlide606.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8.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1.xml"/><Relationship Id="rId4" Type="http://schemas.openxmlformats.org/officeDocument/2006/relationships/chart" Target="../charts/chart532.xml"/><Relationship Id="rId5" Type="http://schemas.openxmlformats.org/officeDocument/2006/relationships/notesSlide" Target="../notesSlides/notesSlide609.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0.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1.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3.xml"/><Relationship Id="rId4" Type="http://schemas.openxmlformats.org/officeDocument/2006/relationships/chart" Target="../charts/chart534.xml"/><Relationship Id="rId5" Type="http://schemas.openxmlformats.org/officeDocument/2006/relationships/notesSlide" Target="../notesSlides/notesSlide612.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3.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4.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5.xml"/><Relationship Id="rId4" Type="http://schemas.openxmlformats.org/officeDocument/2006/relationships/chart" Target="../charts/chart536.xml"/><Relationship Id="rId5" Type="http://schemas.openxmlformats.org/officeDocument/2006/relationships/notesSlide" Target="../notesSlides/notesSlide615.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6.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7.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7.xml"/><Relationship Id="rId4" Type="http://schemas.openxmlformats.org/officeDocument/2006/relationships/chart" Target="../charts/chart538.xml"/><Relationship Id="rId5" Type="http://schemas.openxmlformats.org/officeDocument/2006/relationships/notesSlide" Target="../notesSlides/notesSlide618.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9.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0.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9.xml"/><Relationship Id="rId4" Type="http://schemas.openxmlformats.org/officeDocument/2006/relationships/chart" Target="../charts/chart540.xml"/><Relationship Id="rId5" Type="http://schemas.openxmlformats.org/officeDocument/2006/relationships/notesSlide" Target="../notesSlides/notesSlide621.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3.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5.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1.xml"/><Relationship Id="rId4" Type="http://schemas.openxmlformats.org/officeDocument/2006/relationships/chart" Target="../charts/chart542.xml"/><Relationship Id="rId5" Type="http://schemas.openxmlformats.org/officeDocument/2006/relationships/chart" Target="../charts/chart543.xml"/><Relationship Id="rId6" Type="http://schemas.openxmlformats.org/officeDocument/2006/relationships/chart" Target="../charts/chart544.xml"/><Relationship Id="rId7" Type="http://schemas.openxmlformats.org/officeDocument/2006/relationships/notesSlide" Target="../notesSlides/notesSlide626.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5.xml"/><Relationship Id="rId4" Type="http://schemas.openxmlformats.org/officeDocument/2006/relationships/chart" Target="../charts/chart546.xml"/><Relationship Id="rId5" Type="http://schemas.openxmlformats.org/officeDocument/2006/relationships/chart" Target="../charts/chart547.xml"/><Relationship Id="rId6" Type="http://schemas.openxmlformats.org/officeDocument/2006/relationships/chart" Target="../charts/chart548.xml"/><Relationship Id="rId7" Type="http://schemas.openxmlformats.org/officeDocument/2006/relationships/notesSlide" Target="../notesSlides/notesSlide62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9.xml"/><Relationship Id="rId4" Type="http://schemas.openxmlformats.org/officeDocument/2006/relationships/chart" Target="../charts/chart550.xml"/><Relationship Id="rId5" Type="http://schemas.openxmlformats.org/officeDocument/2006/relationships/chart" Target="../charts/chart551.xml"/><Relationship Id="rId6" Type="http://schemas.openxmlformats.org/officeDocument/2006/relationships/chart" Target="../charts/chart552.xml"/><Relationship Id="rId7" Type="http://schemas.openxmlformats.org/officeDocument/2006/relationships/chart" Target="../charts/chart553.xml"/><Relationship Id="rId8" Type="http://schemas.openxmlformats.org/officeDocument/2006/relationships/chart" Target="../charts/chart554.xml"/><Relationship Id="rId9" Type="http://schemas.openxmlformats.org/officeDocument/2006/relationships/chart" Target="../charts/chart555.xml"/><Relationship Id="rId10" Type="http://schemas.openxmlformats.org/officeDocument/2006/relationships/notesSlide" Target="../notesSlides/notesSlide628.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9.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6.xml"/><Relationship Id="rId4" Type="http://schemas.openxmlformats.org/officeDocument/2006/relationships/chart" Target="../charts/chart557.xml"/><Relationship Id="rId5" Type="http://schemas.openxmlformats.org/officeDocument/2006/relationships/notesSlide" Target="../notesSlides/notesSlide630.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2.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4.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8.xml"/><Relationship Id="rId4" Type="http://schemas.openxmlformats.org/officeDocument/2006/relationships/chart" Target="../charts/chart559.xml"/><Relationship Id="rId5" Type="http://schemas.openxmlformats.org/officeDocument/2006/relationships/notesSlide" Target="../notesSlides/notesSlide635.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6.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0.xml"/><Relationship Id="rId4" Type="http://schemas.openxmlformats.org/officeDocument/2006/relationships/chart" Target="../charts/chart561.xml"/><Relationship Id="rId5" Type="http://schemas.openxmlformats.org/officeDocument/2006/relationships/notesSlide" Target="../notesSlides/notesSlide638.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9.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0.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2.xml"/><Relationship Id="rId4" Type="http://schemas.openxmlformats.org/officeDocument/2006/relationships/chart" Target="../charts/chart563.xml"/><Relationship Id="rId5" Type="http://schemas.openxmlformats.org/officeDocument/2006/relationships/notesSlide" Target="../notesSlides/notesSlide641.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2.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3.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4.xml"/><Relationship Id="rId4" Type="http://schemas.openxmlformats.org/officeDocument/2006/relationships/chart" Target="../charts/chart565.xml"/><Relationship Id="rId5" Type="http://schemas.openxmlformats.org/officeDocument/2006/relationships/notesSlide" Target="../notesSlides/notesSlide644.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5.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6.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6.xml"/><Relationship Id="rId4" Type="http://schemas.openxmlformats.org/officeDocument/2006/relationships/chart" Target="../charts/chart567.xml"/><Relationship Id="rId5" Type="http://schemas.openxmlformats.org/officeDocument/2006/relationships/notesSlide" Target="../notesSlides/notesSlide647.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8.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9.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8.xml"/><Relationship Id="rId4" Type="http://schemas.openxmlformats.org/officeDocument/2006/relationships/chart" Target="../charts/chart569.xml"/><Relationship Id="rId5" Type="http://schemas.openxmlformats.org/officeDocument/2006/relationships/notesSlide" Target="../notesSlides/notesSlide650.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2.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4.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0.xml"/><Relationship Id="rId4" Type="http://schemas.openxmlformats.org/officeDocument/2006/relationships/chart" Target="../charts/chart571.xml"/><Relationship Id="rId5" Type="http://schemas.openxmlformats.org/officeDocument/2006/relationships/chart" Target="../charts/chart572.xml"/><Relationship Id="rId6" Type="http://schemas.openxmlformats.org/officeDocument/2006/relationships/chart" Target="../charts/chart573.xml"/><Relationship Id="rId7" Type="http://schemas.openxmlformats.org/officeDocument/2006/relationships/notesSlide" Target="../notesSlides/notesSlide655.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4.xml"/><Relationship Id="rId4" Type="http://schemas.openxmlformats.org/officeDocument/2006/relationships/chart" Target="../charts/chart575.xml"/><Relationship Id="rId5" Type="http://schemas.openxmlformats.org/officeDocument/2006/relationships/chart" Target="../charts/chart576.xml"/><Relationship Id="rId6" Type="http://schemas.openxmlformats.org/officeDocument/2006/relationships/chart" Target="../charts/chart577.xml"/><Relationship Id="rId7" Type="http://schemas.openxmlformats.org/officeDocument/2006/relationships/notesSlide" Target="../notesSlides/notesSlide656.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8.xml"/><Relationship Id="rId4" Type="http://schemas.openxmlformats.org/officeDocument/2006/relationships/chart" Target="../charts/chart579.xml"/><Relationship Id="rId5" Type="http://schemas.openxmlformats.org/officeDocument/2006/relationships/chart" Target="../charts/chart580.xml"/><Relationship Id="rId6" Type="http://schemas.openxmlformats.org/officeDocument/2006/relationships/chart" Target="../charts/chart581.xml"/><Relationship Id="rId7" Type="http://schemas.openxmlformats.org/officeDocument/2006/relationships/chart" Target="../charts/chart582.xml"/><Relationship Id="rId8" Type="http://schemas.openxmlformats.org/officeDocument/2006/relationships/chart" Target="../charts/chart583.xml"/><Relationship Id="rId9" Type="http://schemas.openxmlformats.org/officeDocument/2006/relationships/chart" Target="../charts/chart584.xml"/><Relationship Id="rId10" Type="http://schemas.openxmlformats.org/officeDocument/2006/relationships/notesSlide" Target="../notesSlides/notesSlide657.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8.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5.xml"/><Relationship Id="rId4" Type="http://schemas.openxmlformats.org/officeDocument/2006/relationships/chart" Target="../charts/chart586.xml"/><Relationship Id="rId5" Type="http://schemas.openxmlformats.org/officeDocument/2006/relationships/notesSlide" Target="../notesSlides/notesSlide659.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1.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3.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7.xml"/><Relationship Id="rId4" Type="http://schemas.openxmlformats.org/officeDocument/2006/relationships/chart" Target="../charts/chart588.xml"/><Relationship Id="rId5" Type="http://schemas.openxmlformats.org/officeDocument/2006/relationships/notesSlide" Target="../notesSlides/notesSlide664.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5.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6.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9.xml"/><Relationship Id="rId4" Type="http://schemas.openxmlformats.org/officeDocument/2006/relationships/chart" Target="../charts/chart590.xml"/><Relationship Id="rId5" Type="http://schemas.openxmlformats.org/officeDocument/2006/relationships/notesSlide" Target="../notesSlides/notesSlide667.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8.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9.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1.xml"/><Relationship Id="rId4" Type="http://schemas.openxmlformats.org/officeDocument/2006/relationships/chart" Target="../charts/chart592.xml"/><Relationship Id="rId5" Type="http://schemas.openxmlformats.org/officeDocument/2006/relationships/notesSlide" Target="../notesSlides/notesSlide670.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1.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2.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3.xml"/><Relationship Id="rId4" Type="http://schemas.openxmlformats.org/officeDocument/2006/relationships/chart" Target="../charts/chart594.xml"/><Relationship Id="rId5" Type="http://schemas.openxmlformats.org/officeDocument/2006/relationships/notesSlide" Target="../notesSlides/notesSlide673.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4.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5.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5.xml"/><Relationship Id="rId4" Type="http://schemas.openxmlformats.org/officeDocument/2006/relationships/chart" Target="../charts/chart596.xml"/><Relationship Id="rId5" Type="http://schemas.openxmlformats.org/officeDocument/2006/relationships/notesSlide" Target="../notesSlides/notesSlide676.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7.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8.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7.xml"/><Relationship Id="rId4" Type="http://schemas.openxmlformats.org/officeDocument/2006/relationships/chart" Target="../charts/chart598.xml"/><Relationship Id="rId5" Type="http://schemas.openxmlformats.org/officeDocument/2006/relationships/notesSlide" Target="../notesSlides/notesSlide679.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1.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3.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9.xml"/><Relationship Id="rId4" Type="http://schemas.openxmlformats.org/officeDocument/2006/relationships/chart" Target="../charts/chart600.xml"/><Relationship Id="rId5" Type="http://schemas.openxmlformats.org/officeDocument/2006/relationships/chart" Target="../charts/chart601.xml"/><Relationship Id="rId6" Type="http://schemas.openxmlformats.org/officeDocument/2006/relationships/chart" Target="../charts/chart602.xml"/><Relationship Id="rId7" Type="http://schemas.openxmlformats.org/officeDocument/2006/relationships/notesSlide" Target="../notesSlides/notesSlide684.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3.xml"/><Relationship Id="rId4" Type="http://schemas.openxmlformats.org/officeDocument/2006/relationships/chart" Target="../charts/chart604.xml"/><Relationship Id="rId5" Type="http://schemas.openxmlformats.org/officeDocument/2006/relationships/chart" Target="../charts/chart605.xml"/><Relationship Id="rId6" Type="http://schemas.openxmlformats.org/officeDocument/2006/relationships/chart" Target="../charts/chart606.xml"/><Relationship Id="rId7" Type="http://schemas.openxmlformats.org/officeDocument/2006/relationships/notesSlide" Target="../notesSlides/notesSlide685.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7.xml"/><Relationship Id="rId4" Type="http://schemas.openxmlformats.org/officeDocument/2006/relationships/chart" Target="../charts/chart608.xml"/><Relationship Id="rId5" Type="http://schemas.openxmlformats.org/officeDocument/2006/relationships/chart" Target="../charts/chart609.xml"/><Relationship Id="rId6" Type="http://schemas.openxmlformats.org/officeDocument/2006/relationships/chart" Target="../charts/chart610.xml"/><Relationship Id="rId7" Type="http://schemas.openxmlformats.org/officeDocument/2006/relationships/chart" Target="../charts/chart611.xml"/><Relationship Id="rId8" Type="http://schemas.openxmlformats.org/officeDocument/2006/relationships/chart" Target="../charts/chart612.xml"/><Relationship Id="rId9" Type="http://schemas.openxmlformats.org/officeDocument/2006/relationships/chart" Target="../charts/chart613.xml"/><Relationship Id="rId10" Type="http://schemas.openxmlformats.org/officeDocument/2006/relationships/notesSlide" Target="../notesSlides/notesSlide686.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7.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4.xml"/><Relationship Id="rId4" Type="http://schemas.openxmlformats.org/officeDocument/2006/relationships/chart" Target="../charts/chart615.xml"/><Relationship Id="rId5" Type="http://schemas.openxmlformats.org/officeDocument/2006/relationships/notesSlide" Target="../notesSlides/notesSlide688.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0.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2.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6.xml"/><Relationship Id="rId4" Type="http://schemas.openxmlformats.org/officeDocument/2006/relationships/chart" Target="../charts/chart617.xml"/><Relationship Id="rId5" Type="http://schemas.openxmlformats.org/officeDocument/2006/relationships/notesSlide" Target="../notesSlides/notesSlide693.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4.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5.xml"/></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8.xml"/><Relationship Id="rId4" Type="http://schemas.openxmlformats.org/officeDocument/2006/relationships/chart" Target="../charts/chart619.xml"/><Relationship Id="rId5" Type="http://schemas.openxmlformats.org/officeDocument/2006/relationships/notesSlide" Target="../notesSlides/notesSlide696.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7.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8.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0.xml"/><Relationship Id="rId4" Type="http://schemas.openxmlformats.org/officeDocument/2006/relationships/chart" Target="../charts/chart621.xml"/><Relationship Id="rId5" Type="http://schemas.openxmlformats.org/officeDocument/2006/relationships/notesSlide" Target="../notesSlides/notesSlide699.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0.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1.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2.xml"/><Relationship Id="rId4" Type="http://schemas.openxmlformats.org/officeDocument/2006/relationships/chart" Target="../charts/chart623.xml"/><Relationship Id="rId5" Type="http://schemas.openxmlformats.org/officeDocument/2006/relationships/notesSlide" Target="../notesSlides/notesSlide702.xml"/></Relationships>
</file>

<file path=ppt/slides/_rels/slide6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3.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4.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4.xml"/><Relationship Id="rId4" Type="http://schemas.openxmlformats.org/officeDocument/2006/relationships/chart" Target="../charts/chart625.xml"/><Relationship Id="rId5" Type="http://schemas.openxmlformats.org/officeDocument/2006/relationships/notesSlide" Target="../notesSlides/notesSlide705.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6.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7.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6.xml"/><Relationship Id="rId4" Type="http://schemas.openxmlformats.org/officeDocument/2006/relationships/chart" Target="../charts/chart627.xml"/><Relationship Id="rId5" Type="http://schemas.openxmlformats.org/officeDocument/2006/relationships/notesSlide" Target="../notesSlides/notesSlide708.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0.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2.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8.xml"/><Relationship Id="rId4" Type="http://schemas.openxmlformats.org/officeDocument/2006/relationships/chart" Target="../charts/chart629.xml"/><Relationship Id="rId5" Type="http://schemas.openxmlformats.org/officeDocument/2006/relationships/chart" Target="../charts/chart630.xml"/><Relationship Id="rId6" Type="http://schemas.openxmlformats.org/officeDocument/2006/relationships/chart" Target="../charts/chart631.xml"/><Relationship Id="rId7" Type="http://schemas.openxmlformats.org/officeDocument/2006/relationships/notesSlide" Target="../notesSlides/notesSlide713.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2.xml"/><Relationship Id="rId4" Type="http://schemas.openxmlformats.org/officeDocument/2006/relationships/chart" Target="../charts/chart633.xml"/><Relationship Id="rId5" Type="http://schemas.openxmlformats.org/officeDocument/2006/relationships/chart" Target="../charts/chart634.xml"/><Relationship Id="rId6" Type="http://schemas.openxmlformats.org/officeDocument/2006/relationships/chart" Target="../charts/chart635.xml"/><Relationship Id="rId7" Type="http://schemas.openxmlformats.org/officeDocument/2006/relationships/notesSlide" Target="../notesSlides/notesSlide714.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6.xml"/><Relationship Id="rId4" Type="http://schemas.openxmlformats.org/officeDocument/2006/relationships/chart" Target="../charts/chart637.xml"/><Relationship Id="rId5" Type="http://schemas.openxmlformats.org/officeDocument/2006/relationships/chart" Target="../charts/chart638.xml"/><Relationship Id="rId6" Type="http://schemas.openxmlformats.org/officeDocument/2006/relationships/chart" Target="../charts/chart639.xml"/><Relationship Id="rId7" Type="http://schemas.openxmlformats.org/officeDocument/2006/relationships/chart" Target="../charts/chart640.xml"/><Relationship Id="rId8" Type="http://schemas.openxmlformats.org/officeDocument/2006/relationships/chart" Target="../charts/chart641.xml"/><Relationship Id="rId9" Type="http://schemas.openxmlformats.org/officeDocument/2006/relationships/chart" Target="../charts/chart642.xml"/><Relationship Id="rId10" Type="http://schemas.openxmlformats.org/officeDocument/2006/relationships/notesSlide" Target="../notesSlides/notesSlide715.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6.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3.xml"/><Relationship Id="rId4" Type="http://schemas.openxmlformats.org/officeDocument/2006/relationships/chart" Target="../charts/chart644.xml"/><Relationship Id="rId5" Type="http://schemas.openxmlformats.org/officeDocument/2006/relationships/notesSlide" Target="../notesSlides/notesSlide717.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9.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1.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5.xml"/><Relationship Id="rId4" Type="http://schemas.openxmlformats.org/officeDocument/2006/relationships/chart" Target="../charts/chart646.xml"/><Relationship Id="rId5" Type="http://schemas.openxmlformats.org/officeDocument/2006/relationships/notesSlide" Target="../notesSlides/notesSlide722.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3.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4.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7.xml"/><Relationship Id="rId4" Type="http://schemas.openxmlformats.org/officeDocument/2006/relationships/chart" Target="../charts/chart648.xml"/><Relationship Id="rId5" Type="http://schemas.openxmlformats.org/officeDocument/2006/relationships/notesSlide" Target="../notesSlides/notesSlide725.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6.xml"/></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7.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9.xml"/><Relationship Id="rId4" Type="http://schemas.openxmlformats.org/officeDocument/2006/relationships/chart" Target="../charts/chart650.xml"/><Relationship Id="rId5" Type="http://schemas.openxmlformats.org/officeDocument/2006/relationships/notesSlide" Target="../notesSlides/notesSlide728.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9.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0.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1.xml"/><Relationship Id="rId4" Type="http://schemas.openxmlformats.org/officeDocument/2006/relationships/chart" Target="../charts/chart652.xml"/><Relationship Id="rId5" Type="http://schemas.openxmlformats.org/officeDocument/2006/relationships/notesSlide" Target="../notesSlides/notesSlide731.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2.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3.xml"/></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3.xml"/><Relationship Id="rId4" Type="http://schemas.openxmlformats.org/officeDocument/2006/relationships/chart" Target="../charts/chart654.xml"/><Relationship Id="rId5" Type="http://schemas.openxmlformats.org/officeDocument/2006/relationships/notesSlide" Target="../notesSlides/notesSlide734.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5.xml"/></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6.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5.xml"/><Relationship Id="rId4" Type="http://schemas.openxmlformats.org/officeDocument/2006/relationships/chart" Target="../charts/chart656.xml"/><Relationship Id="rId5" Type="http://schemas.openxmlformats.org/officeDocument/2006/relationships/notesSlide" Target="../notesSlides/notesSlide737.xml"/></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9.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1.xml"/></Relationships>
</file>

<file path=ppt/slides/_rels/slide7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7.xml"/><Relationship Id="rId4" Type="http://schemas.openxmlformats.org/officeDocument/2006/relationships/chart" Target="../charts/chart658.xml"/><Relationship Id="rId5" Type="http://schemas.openxmlformats.org/officeDocument/2006/relationships/chart" Target="../charts/chart659.xml"/><Relationship Id="rId6" Type="http://schemas.openxmlformats.org/officeDocument/2006/relationships/chart" Target="../charts/chart660.xml"/><Relationship Id="rId7" Type="http://schemas.openxmlformats.org/officeDocument/2006/relationships/notesSlide" Target="../notesSlides/notesSlide742.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1.xml"/><Relationship Id="rId4" Type="http://schemas.openxmlformats.org/officeDocument/2006/relationships/chart" Target="../charts/chart662.xml"/><Relationship Id="rId5" Type="http://schemas.openxmlformats.org/officeDocument/2006/relationships/chart" Target="../charts/chart663.xml"/><Relationship Id="rId6" Type="http://schemas.openxmlformats.org/officeDocument/2006/relationships/chart" Target="../charts/chart664.xml"/><Relationship Id="rId7" Type="http://schemas.openxmlformats.org/officeDocument/2006/relationships/notesSlide" Target="../notesSlides/notesSlide743.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5.xml"/><Relationship Id="rId4" Type="http://schemas.openxmlformats.org/officeDocument/2006/relationships/chart" Target="../charts/chart666.xml"/><Relationship Id="rId5" Type="http://schemas.openxmlformats.org/officeDocument/2006/relationships/chart" Target="../charts/chart667.xml"/><Relationship Id="rId6" Type="http://schemas.openxmlformats.org/officeDocument/2006/relationships/chart" Target="../charts/chart668.xml"/><Relationship Id="rId7" Type="http://schemas.openxmlformats.org/officeDocument/2006/relationships/chart" Target="../charts/chart669.xml"/><Relationship Id="rId8" Type="http://schemas.openxmlformats.org/officeDocument/2006/relationships/chart" Target="../charts/chart670.xml"/><Relationship Id="rId9" Type="http://schemas.openxmlformats.org/officeDocument/2006/relationships/chart" Target="../charts/chart671.xml"/><Relationship Id="rId10" Type="http://schemas.openxmlformats.org/officeDocument/2006/relationships/notesSlide" Target="../notesSlides/notesSlide744.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5.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2.xml"/><Relationship Id="rId4" Type="http://schemas.openxmlformats.org/officeDocument/2006/relationships/chart" Target="../charts/chart673.xml"/><Relationship Id="rId5" Type="http://schemas.openxmlformats.org/officeDocument/2006/relationships/notesSlide" Target="../notesSlides/notesSlide746.xml"/></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8.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0.xml"/></Relationships>
</file>

<file path=ppt/slides/_rels/slide7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4.xml"/><Relationship Id="rId4" Type="http://schemas.openxmlformats.org/officeDocument/2006/relationships/chart" Target="../charts/chart675.xml"/><Relationship Id="rId5" Type="http://schemas.openxmlformats.org/officeDocument/2006/relationships/notesSlide" Target="../notesSlides/notesSlide751.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2.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3.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6.xml"/><Relationship Id="rId4" Type="http://schemas.openxmlformats.org/officeDocument/2006/relationships/chart" Target="../charts/chart677.xml"/><Relationship Id="rId5" Type="http://schemas.openxmlformats.org/officeDocument/2006/relationships/notesSlide" Target="../notesSlides/notesSlide754.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5.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6.xml"/></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8.xml"/><Relationship Id="rId4" Type="http://schemas.openxmlformats.org/officeDocument/2006/relationships/chart" Target="../charts/chart679.xml"/><Relationship Id="rId5" Type="http://schemas.openxmlformats.org/officeDocument/2006/relationships/notesSlide" Target="../notesSlides/notesSlide757.xml"/></Relationships>
</file>

<file path=ppt/slides/_rels/slide7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8.xml"/></Relationships>
</file>

<file path=ppt/slides/_rels/slide7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9.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0.xml"/><Relationship Id="rId4" Type="http://schemas.openxmlformats.org/officeDocument/2006/relationships/chart" Target="../charts/chart681.xml"/><Relationship Id="rId5" Type="http://schemas.openxmlformats.org/officeDocument/2006/relationships/notesSlide" Target="../notesSlides/notesSlide760.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1.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2.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2.xml"/><Relationship Id="rId4" Type="http://schemas.openxmlformats.org/officeDocument/2006/relationships/chart" Target="../charts/chart683.xml"/><Relationship Id="rId5" Type="http://schemas.openxmlformats.org/officeDocument/2006/relationships/notesSlide" Target="../notesSlides/notesSlide763.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4.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5.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4.xml"/><Relationship Id="rId4" Type="http://schemas.openxmlformats.org/officeDocument/2006/relationships/chart" Target="../charts/chart685.xml"/><Relationship Id="rId5" Type="http://schemas.openxmlformats.org/officeDocument/2006/relationships/notesSlide" Target="../notesSlides/notesSlide766.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8.xml"/></Relationships>
</file>

<file path=ppt/slides/_rels/slide7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0.xml"/></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6.xml"/><Relationship Id="rId4" Type="http://schemas.openxmlformats.org/officeDocument/2006/relationships/chart" Target="../charts/chart687.xml"/><Relationship Id="rId5" Type="http://schemas.openxmlformats.org/officeDocument/2006/relationships/chart" Target="../charts/chart688.xml"/><Relationship Id="rId6" Type="http://schemas.openxmlformats.org/officeDocument/2006/relationships/chart" Target="../charts/chart689.xml"/><Relationship Id="rId7" Type="http://schemas.openxmlformats.org/officeDocument/2006/relationships/notesSlide" Target="../notesSlides/notesSlide771.xml"/></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0.xml"/><Relationship Id="rId4" Type="http://schemas.openxmlformats.org/officeDocument/2006/relationships/chart" Target="../charts/chart691.xml"/><Relationship Id="rId5" Type="http://schemas.openxmlformats.org/officeDocument/2006/relationships/chart" Target="../charts/chart692.xml"/><Relationship Id="rId6" Type="http://schemas.openxmlformats.org/officeDocument/2006/relationships/chart" Target="../charts/chart693.xml"/><Relationship Id="rId7" Type="http://schemas.openxmlformats.org/officeDocument/2006/relationships/notesSlide" Target="../notesSlides/notesSlide772.xml"/></Relationships>
</file>

<file path=ppt/slides/_rels/slide7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4.xml"/><Relationship Id="rId4" Type="http://schemas.openxmlformats.org/officeDocument/2006/relationships/chart" Target="../charts/chart695.xml"/><Relationship Id="rId5" Type="http://schemas.openxmlformats.org/officeDocument/2006/relationships/chart" Target="../charts/chart696.xml"/><Relationship Id="rId6" Type="http://schemas.openxmlformats.org/officeDocument/2006/relationships/chart" Target="../charts/chart697.xml"/><Relationship Id="rId7" Type="http://schemas.openxmlformats.org/officeDocument/2006/relationships/chart" Target="../charts/chart698.xml"/><Relationship Id="rId8" Type="http://schemas.openxmlformats.org/officeDocument/2006/relationships/chart" Target="../charts/chart699.xml"/><Relationship Id="rId9" Type="http://schemas.openxmlformats.org/officeDocument/2006/relationships/chart" Target="../charts/chart700.xml"/><Relationship Id="rId10" Type="http://schemas.openxmlformats.org/officeDocument/2006/relationships/notesSlide" Target="../notesSlides/notesSlide773.xml"/></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4.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1.xml"/><Relationship Id="rId4" Type="http://schemas.openxmlformats.org/officeDocument/2006/relationships/chart" Target="../charts/chart702.xml"/><Relationship Id="rId5" Type="http://schemas.openxmlformats.org/officeDocument/2006/relationships/notesSlide" Target="../notesSlides/notesSlide775.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7.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9.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3.xml"/><Relationship Id="rId4" Type="http://schemas.openxmlformats.org/officeDocument/2006/relationships/chart" Target="../charts/chart704.xml"/><Relationship Id="rId5" Type="http://schemas.openxmlformats.org/officeDocument/2006/relationships/notesSlide" Target="../notesSlides/notesSlide780.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1.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2.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5.xml"/><Relationship Id="rId4" Type="http://schemas.openxmlformats.org/officeDocument/2006/relationships/chart" Target="../charts/chart706.xml"/><Relationship Id="rId5" Type="http://schemas.openxmlformats.org/officeDocument/2006/relationships/notesSlide" Target="../notesSlides/notesSlide783.xml"/></Relationships>
</file>

<file path=ppt/slides/_rels/slide7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4.xml"/></Relationships>
</file>

<file path=ppt/slides/_rels/slide7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5.xml"/></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7.xml"/><Relationship Id="rId4" Type="http://schemas.openxmlformats.org/officeDocument/2006/relationships/chart" Target="../charts/chart708.xml"/><Relationship Id="rId5" Type="http://schemas.openxmlformats.org/officeDocument/2006/relationships/notesSlide" Target="../notesSlides/notesSlide786.xml"/></Relationships>
</file>

<file path=ppt/slides/_rels/slide7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7.xml"/></Relationships>
</file>

<file path=ppt/slides/_rels/slide7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8.xml"/></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9.xml"/><Relationship Id="rId4" Type="http://schemas.openxmlformats.org/officeDocument/2006/relationships/chart" Target="../charts/chart710.xml"/><Relationship Id="rId5" Type="http://schemas.openxmlformats.org/officeDocument/2006/relationships/notesSlide" Target="../notesSlides/notesSlide789.xml"/></Relationships>
</file>

<file path=ppt/slides/_rels/slide7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0.xml"/></Relationships>
</file>

<file path=ppt/slides/_rels/slide7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1.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1.xml"/><Relationship Id="rId4" Type="http://schemas.openxmlformats.org/officeDocument/2006/relationships/chart" Target="../charts/chart712.xml"/><Relationship Id="rId5" Type="http://schemas.openxmlformats.org/officeDocument/2006/relationships/notesSlide" Target="../notesSlides/notesSlide792.xml"/></Relationships>
</file>

<file path=ppt/slides/_rels/slide7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3.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4.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3.xml"/><Relationship Id="rId4" Type="http://schemas.openxmlformats.org/officeDocument/2006/relationships/chart" Target="../charts/chart714.xml"/><Relationship Id="rId5" Type="http://schemas.openxmlformats.org/officeDocument/2006/relationships/notesSlide" Target="../notesSlides/notesSlide795.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7.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9.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5.xml"/><Relationship Id="rId4" Type="http://schemas.openxmlformats.org/officeDocument/2006/relationships/chart" Target="../charts/chart716.xml"/><Relationship Id="rId5" Type="http://schemas.openxmlformats.org/officeDocument/2006/relationships/chart" Target="../charts/chart717.xml"/><Relationship Id="rId6" Type="http://schemas.openxmlformats.org/officeDocument/2006/relationships/chart" Target="../charts/chart718.xml"/><Relationship Id="rId7" Type="http://schemas.openxmlformats.org/officeDocument/2006/relationships/notesSlide" Target="../notesSlides/notesSlide800.xml"/></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9.xml"/><Relationship Id="rId4" Type="http://schemas.openxmlformats.org/officeDocument/2006/relationships/chart" Target="../charts/chart720.xml"/><Relationship Id="rId5" Type="http://schemas.openxmlformats.org/officeDocument/2006/relationships/chart" Target="../charts/chart721.xml"/><Relationship Id="rId6" Type="http://schemas.openxmlformats.org/officeDocument/2006/relationships/chart" Target="../charts/chart722.xml"/><Relationship Id="rId7" Type="http://schemas.openxmlformats.org/officeDocument/2006/relationships/notesSlide" Target="../notesSlides/notesSlide801.xml"/></Relationships>
</file>

<file path=ppt/slides/_rels/slide7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3.xml"/><Relationship Id="rId4" Type="http://schemas.openxmlformats.org/officeDocument/2006/relationships/chart" Target="../charts/chart724.xml"/><Relationship Id="rId5" Type="http://schemas.openxmlformats.org/officeDocument/2006/relationships/chart" Target="../charts/chart725.xml"/><Relationship Id="rId6" Type="http://schemas.openxmlformats.org/officeDocument/2006/relationships/chart" Target="../charts/chart726.xml"/><Relationship Id="rId7" Type="http://schemas.openxmlformats.org/officeDocument/2006/relationships/chart" Target="../charts/chart727.xml"/><Relationship Id="rId8" Type="http://schemas.openxmlformats.org/officeDocument/2006/relationships/chart" Target="../charts/chart728.xml"/><Relationship Id="rId9" Type="http://schemas.openxmlformats.org/officeDocument/2006/relationships/chart" Target="../charts/chart729.xml"/><Relationship Id="rId10" Type="http://schemas.openxmlformats.org/officeDocument/2006/relationships/notesSlide" Target="../notesSlides/notesSlide802.xml"/></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3.xml"/></Relationships>
</file>

<file path=ppt/slides/_rels/slide7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0.xml"/><Relationship Id="rId4" Type="http://schemas.openxmlformats.org/officeDocument/2006/relationships/chart" Target="../charts/chart731.xml"/><Relationship Id="rId5" Type="http://schemas.openxmlformats.org/officeDocument/2006/relationships/notesSlide" Target="../notesSlides/notesSlide804.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6.xml"/></Relationships>
</file>

<file path=ppt/slides/_rels/slide7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8.xml"/></Relationships>
</file>

<file path=ppt/slides/_rels/slide7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2.xml"/><Relationship Id="rId4" Type="http://schemas.openxmlformats.org/officeDocument/2006/relationships/chart" Target="../charts/chart733.xml"/><Relationship Id="rId5" Type="http://schemas.openxmlformats.org/officeDocument/2006/relationships/notesSlide" Target="../notesSlides/notesSlide809.xml"/></Relationships>
</file>

<file path=ppt/slides/_rels/slide7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0.xml"/></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1.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4.xml"/><Relationship Id="rId4" Type="http://schemas.openxmlformats.org/officeDocument/2006/relationships/chart" Target="../charts/chart735.xml"/><Relationship Id="rId5" Type="http://schemas.openxmlformats.org/officeDocument/2006/relationships/notesSlide" Target="../notesSlides/notesSlide812.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3.xml"/></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4.xml"/></Relationships>
</file>

<file path=ppt/slides/_rels/slide7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6.xml"/><Relationship Id="rId4" Type="http://schemas.openxmlformats.org/officeDocument/2006/relationships/chart" Target="../charts/chart737.xml"/><Relationship Id="rId5" Type="http://schemas.openxmlformats.org/officeDocument/2006/relationships/notesSlide" Target="../notesSlides/notesSlide815.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6.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7.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8.xml"/><Relationship Id="rId4" Type="http://schemas.openxmlformats.org/officeDocument/2006/relationships/chart" Target="../charts/chart739.xml"/><Relationship Id="rId5" Type="http://schemas.openxmlformats.org/officeDocument/2006/relationships/notesSlide" Target="../notesSlides/notesSlide818.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9.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0.xml"/></Relationships>
</file>

<file path=ppt/slides/_rels/slide7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0.xml"/><Relationship Id="rId4" Type="http://schemas.openxmlformats.org/officeDocument/2006/relationships/chart" Target="../charts/chart741.xml"/><Relationship Id="rId5" Type="http://schemas.openxmlformats.org/officeDocument/2006/relationships/notesSlide" Target="../notesSlides/notesSlide821.xml"/></Relationships>
</file>

<file path=ppt/slides/_rels/slide7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2.xml"/></Relationships>
</file>

<file path=ppt/slides/_rels/slide7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3.xml"/></Relationships>
</file>

<file path=ppt/slides/_rels/slide7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2.xml"/><Relationship Id="rId4" Type="http://schemas.openxmlformats.org/officeDocument/2006/relationships/chart" Target="../charts/chart743.xml"/><Relationship Id="rId5" Type="http://schemas.openxmlformats.org/officeDocument/2006/relationships/notesSlide" Target="../notesSlides/notesSlide824.xml"/></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6.xml"/></Relationships>
</file>

<file path=ppt/slides/_rels/slide7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8.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4.xml"/><Relationship Id="rId4" Type="http://schemas.openxmlformats.org/officeDocument/2006/relationships/chart" Target="../charts/chart745.xml"/><Relationship Id="rId5" Type="http://schemas.openxmlformats.org/officeDocument/2006/relationships/chart" Target="../charts/chart746.xml"/><Relationship Id="rId6" Type="http://schemas.openxmlformats.org/officeDocument/2006/relationships/chart" Target="../charts/chart747.xml"/><Relationship Id="rId7" Type="http://schemas.openxmlformats.org/officeDocument/2006/relationships/notesSlide" Target="../notesSlides/notesSlide829.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8.xml"/><Relationship Id="rId4" Type="http://schemas.openxmlformats.org/officeDocument/2006/relationships/chart" Target="../charts/chart749.xml"/><Relationship Id="rId5" Type="http://schemas.openxmlformats.org/officeDocument/2006/relationships/chart" Target="../charts/chart750.xml"/><Relationship Id="rId6" Type="http://schemas.openxmlformats.org/officeDocument/2006/relationships/chart" Target="../charts/chart751.xml"/><Relationship Id="rId7" Type="http://schemas.openxmlformats.org/officeDocument/2006/relationships/notesSlide" Target="../notesSlides/notesSlide830.xml"/></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2.xml"/><Relationship Id="rId4" Type="http://schemas.openxmlformats.org/officeDocument/2006/relationships/chart" Target="../charts/chart753.xml"/><Relationship Id="rId5" Type="http://schemas.openxmlformats.org/officeDocument/2006/relationships/chart" Target="../charts/chart754.xml"/><Relationship Id="rId6" Type="http://schemas.openxmlformats.org/officeDocument/2006/relationships/chart" Target="../charts/chart755.xml"/><Relationship Id="rId7" Type="http://schemas.openxmlformats.org/officeDocument/2006/relationships/chart" Target="../charts/chart756.xml"/><Relationship Id="rId8" Type="http://schemas.openxmlformats.org/officeDocument/2006/relationships/chart" Target="../charts/chart757.xml"/><Relationship Id="rId9" Type="http://schemas.openxmlformats.org/officeDocument/2006/relationships/chart" Target="../charts/chart758.xml"/><Relationship Id="rId10" Type="http://schemas.openxmlformats.org/officeDocument/2006/relationships/notesSlide" Target="../notesSlides/notesSlide831.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2.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9.xml"/><Relationship Id="rId4" Type="http://schemas.openxmlformats.org/officeDocument/2006/relationships/chart" Target="../charts/chart760.xml"/><Relationship Id="rId5" Type="http://schemas.openxmlformats.org/officeDocument/2006/relationships/notesSlide" Target="../notesSlides/notesSlide833.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5.xml"/></Relationships>
</file>

<file path=ppt/slides/_rels/slide7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7.xml"/></Relationships>
</file>

<file path=ppt/slides/_rels/slide7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1.xml"/><Relationship Id="rId4" Type="http://schemas.openxmlformats.org/officeDocument/2006/relationships/chart" Target="../charts/chart762.xml"/><Relationship Id="rId5" Type="http://schemas.openxmlformats.org/officeDocument/2006/relationships/notesSlide" Target="../notesSlides/notesSlide838.xml"/></Relationships>
</file>

<file path=ppt/slides/_rels/slide7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9.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0.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3.xml"/><Relationship Id="rId4" Type="http://schemas.openxmlformats.org/officeDocument/2006/relationships/chart" Target="../charts/chart764.xml"/><Relationship Id="rId5" Type="http://schemas.openxmlformats.org/officeDocument/2006/relationships/notesSlide" Target="../notesSlides/notesSlide841.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2.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3.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5.xml"/><Relationship Id="rId4" Type="http://schemas.openxmlformats.org/officeDocument/2006/relationships/chart" Target="../charts/chart766.xml"/><Relationship Id="rId5" Type="http://schemas.openxmlformats.org/officeDocument/2006/relationships/notesSlide" Target="../notesSlides/notesSlide844.xml"/></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5.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6.xml"/></Relationships>
</file>

<file path=ppt/slides/_rels/slide8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7.xml"/><Relationship Id="rId4" Type="http://schemas.openxmlformats.org/officeDocument/2006/relationships/chart" Target="../charts/chart768.xml"/><Relationship Id="rId5" Type="http://schemas.openxmlformats.org/officeDocument/2006/relationships/notesSlide" Target="../notesSlides/notesSlide847.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8.xml"/></Relationships>
</file>

<file path=ppt/slides/_rels/slide8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9.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9.xml"/><Relationship Id="rId4" Type="http://schemas.openxmlformats.org/officeDocument/2006/relationships/chart" Target="../charts/chart770.xml"/><Relationship Id="rId5" Type="http://schemas.openxmlformats.org/officeDocument/2006/relationships/notesSlide" Target="../notesSlides/notesSlide850.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1.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2.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1.xml"/><Relationship Id="rId4" Type="http://schemas.openxmlformats.org/officeDocument/2006/relationships/chart" Target="../charts/chart772.xml"/><Relationship Id="rId5" Type="http://schemas.openxmlformats.org/officeDocument/2006/relationships/notesSlide" Target="../notesSlides/notesSlide853.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5.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3.xml"/><Relationship Id="rId4" Type="http://schemas.openxmlformats.org/officeDocument/2006/relationships/chart" Target="../charts/chart774.xml"/><Relationship Id="rId5" Type="http://schemas.openxmlformats.org/officeDocument/2006/relationships/chart" Target="../charts/chart775.xml"/><Relationship Id="rId6" Type="http://schemas.openxmlformats.org/officeDocument/2006/relationships/chart" Target="../charts/chart776.xml"/><Relationship Id="rId7" Type="http://schemas.openxmlformats.org/officeDocument/2006/relationships/notesSlide" Target="../notesSlides/notesSlide858.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7.xml"/><Relationship Id="rId4" Type="http://schemas.openxmlformats.org/officeDocument/2006/relationships/chart" Target="../charts/chart778.xml"/><Relationship Id="rId5" Type="http://schemas.openxmlformats.org/officeDocument/2006/relationships/chart" Target="../charts/chart779.xml"/><Relationship Id="rId6" Type="http://schemas.openxmlformats.org/officeDocument/2006/relationships/chart" Target="../charts/chart780.xml"/><Relationship Id="rId7" Type="http://schemas.openxmlformats.org/officeDocument/2006/relationships/notesSlide" Target="../notesSlides/notesSlide859.xml"/></Relationships>
</file>

<file path=ppt/slides/_rels/slide8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1.xml"/><Relationship Id="rId4" Type="http://schemas.openxmlformats.org/officeDocument/2006/relationships/chart" Target="../charts/chart782.xml"/><Relationship Id="rId5" Type="http://schemas.openxmlformats.org/officeDocument/2006/relationships/chart" Target="../charts/chart783.xml"/><Relationship Id="rId6" Type="http://schemas.openxmlformats.org/officeDocument/2006/relationships/chart" Target="../charts/chart784.xml"/><Relationship Id="rId7" Type="http://schemas.openxmlformats.org/officeDocument/2006/relationships/chart" Target="../charts/chart785.xml"/><Relationship Id="rId8" Type="http://schemas.openxmlformats.org/officeDocument/2006/relationships/chart" Target="../charts/chart786.xml"/><Relationship Id="rId9" Type="http://schemas.openxmlformats.org/officeDocument/2006/relationships/chart" Target="../charts/chart787.xml"/><Relationship Id="rId10" Type="http://schemas.openxmlformats.org/officeDocument/2006/relationships/notesSlide" Target="../notesSlides/notesSlide860.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1.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8.xml"/><Relationship Id="rId4" Type="http://schemas.openxmlformats.org/officeDocument/2006/relationships/chart" Target="../charts/chart789.xml"/><Relationship Id="rId5" Type="http://schemas.openxmlformats.org/officeDocument/2006/relationships/notesSlide" Target="../notesSlides/notesSlide862.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4.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6.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0.xml"/><Relationship Id="rId4" Type="http://schemas.openxmlformats.org/officeDocument/2006/relationships/chart" Target="../charts/chart791.xml"/><Relationship Id="rId5" Type="http://schemas.openxmlformats.org/officeDocument/2006/relationships/notesSlide" Target="../notesSlides/notesSlide867.xml"/></Relationships>
</file>

<file path=ppt/slides/_rels/slide8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8.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9.xml"/></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2.xml"/><Relationship Id="rId4" Type="http://schemas.openxmlformats.org/officeDocument/2006/relationships/chart" Target="../charts/chart793.xml"/><Relationship Id="rId5" Type="http://schemas.openxmlformats.org/officeDocument/2006/relationships/notesSlide" Target="../notesSlides/notesSlide870.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1.xml"/></Relationships>
</file>

<file path=ppt/slides/_rels/slide8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2.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4.xml"/><Relationship Id="rId4" Type="http://schemas.openxmlformats.org/officeDocument/2006/relationships/chart" Target="../charts/chart795.xml"/><Relationship Id="rId5" Type="http://schemas.openxmlformats.org/officeDocument/2006/relationships/notesSlide" Target="../notesSlides/notesSlide873.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4.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5.xml"/></Relationships>
</file>

<file path=ppt/slides/_rels/slide8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6.xml"/><Relationship Id="rId4" Type="http://schemas.openxmlformats.org/officeDocument/2006/relationships/chart" Target="../charts/chart797.xml"/><Relationship Id="rId5" Type="http://schemas.openxmlformats.org/officeDocument/2006/relationships/notesSlide" Target="../notesSlides/notesSlide876.xml"/></Relationships>
</file>

<file path=ppt/slides/_rels/slide8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7.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8.xml"/></Relationships>
</file>

<file path=ppt/slides/_rels/slide8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8.xml"/><Relationship Id="rId4" Type="http://schemas.openxmlformats.org/officeDocument/2006/relationships/chart" Target="../charts/chart799.xml"/><Relationship Id="rId5" Type="http://schemas.openxmlformats.org/officeDocument/2006/relationships/notesSlide" Target="../notesSlides/notesSlide879.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0.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1.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0.xml"/><Relationship Id="rId4" Type="http://schemas.openxmlformats.org/officeDocument/2006/relationships/chart" Target="../charts/chart801.xml"/><Relationship Id="rId5" Type="http://schemas.openxmlformats.org/officeDocument/2006/relationships/notesSlide" Target="../notesSlides/notesSlide882.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4.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6.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2.xml"/><Relationship Id="rId4" Type="http://schemas.openxmlformats.org/officeDocument/2006/relationships/chart" Target="../charts/chart803.xml"/><Relationship Id="rId5" Type="http://schemas.openxmlformats.org/officeDocument/2006/relationships/chart" Target="../charts/chart804.xml"/><Relationship Id="rId6" Type="http://schemas.openxmlformats.org/officeDocument/2006/relationships/chart" Target="../charts/chart805.xml"/><Relationship Id="rId7" Type="http://schemas.openxmlformats.org/officeDocument/2006/relationships/notesSlide" Target="../notesSlides/notesSlide887.xml"/></Relationships>
</file>

<file path=ppt/slides/_rels/slide8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6.xml"/><Relationship Id="rId4" Type="http://schemas.openxmlformats.org/officeDocument/2006/relationships/chart" Target="../charts/chart807.xml"/><Relationship Id="rId5" Type="http://schemas.openxmlformats.org/officeDocument/2006/relationships/chart" Target="../charts/chart808.xml"/><Relationship Id="rId6" Type="http://schemas.openxmlformats.org/officeDocument/2006/relationships/chart" Target="../charts/chart809.xml"/><Relationship Id="rId7" Type="http://schemas.openxmlformats.org/officeDocument/2006/relationships/notesSlide" Target="../notesSlides/notesSlide888.xml"/></Relationships>
</file>

<file path=ppt/slides/_rels/slide8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0.xml"/><Relationship Id="rId4" Type="http://schemas.openxmlformats.org/officeDocument/2006/relationships/chart" Target="../charts/chart811.xml"/><Relationship Id="rId5" Type="http://schemas.openxmlformats.org/officeDocument/2006/relationships/chart" Target="../charts/chart812.xml"/><Relationship Id="rId6" Type="http://schemas.openxmlformats.org/officeDocument/2006/relationships/chart" Target="../charts/chart813.xml"/><Relationship Id="rId7" Type="http://schemas.openxmlformats.org/officeDocument/2006/relationships/chart" Target="../charts/chart814.xml"/><Relationship Id="rId8" Type="http://schemas.openxmlformats.org/officeDocument/2006/relationships/chart" Target="../charts/chart815.xml"/><Relationship Id="rId9" Type="http://schemas.openxmlformats.org/officeDocument/2006/relationships/chart" Target="../charts/chart816.xml"/><Relationship Id="rId10" Type="http://schemas.openxmlformats.org/officeDocument/2006/relationships/notesSlide" Target="../notesSlides/notesSlide889.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0.xml"/></Relationships>
</file>

<file path=ppt/slides/_rels/slide8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7.xml"/><Relationship Id="rId4" Type="http://schemas.openxmlformats.org/officeDocument/2006/relationships/chart" Target="../charts/chart818.xml"/><Relationship Id="rId5" Type="http://schemas.openxmlformats.org/officeDocument/2006/relationships/notesSlide" Target="../notesSlides/notesSlide891.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3.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5.xml"/></Relationships>
</file>

<file path=ppt/slides/_rels/slide8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9.xml"/><Relationship Id="rId4" Type="http://schemas.openxmlformats.org/officeDocument/2006/relationships/chart" Target="../charts/chart820.xml"/><Relationship Id="rId5" Type="http://schemas.openxmlformats.org/officeDocument/2006/relationships/notesSlide" Target="../notesSlides/notesSlide896.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7.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8.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1.xml"/><Relationship Id="rId4" Type="http://schemas.openxmlformats.org/officeDocument/2006/relationships/chart" Target="../charts/chart822.xml"/><Relationship Id="rId5" Type="http://schemas.openxmlformats.org/officeDocument/2006/relationships/notesSlide" Target="../notesSlides/notesSlide899.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0.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1.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3.xml"/><Relationship Id="rId4" Type="http://schemas.openxmlformats.org/officeDocument/2006/relationships/chart" Target="../charts/chart824.xml"/><Relationship Id="rId5" Type="http://schemas.openxmlformats.org/officeDocument/2006/relationships/notesSlide" Target="../notesSlides/notesSlide902.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3.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4.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5.xml"/><Relationship Id="rId4" Type="http://schemas.openxmlformats.org/officeDocument/2006/relationships/chart" Target="../charts/chart826.xml"/><Relationship Id="rId5" Type="http://schemas.openxmlformats.org/officeDocument/2006/relationships/notesSlide" Target="../notesSlides/notesSlide905.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6.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7.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7.xml"/><Relationship Id="rId4" Type="http://schemas.openxmlformats.org/officeDocument/2006/relationships/chart" Target="../charts/chart828.xml"/><Relationship Id="rId5" Type="http://schemas.openxmlformats.org/officeDocument/2006/relationships/notesSlide" Target="../notesSlides/notesSlide908.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9.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0.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9.xml"/><Relationship Id="rId4" Type="http://schemas.openxmlformats.org/officeDocument/2006/relationships/chart" Target="../charts/chart830.xml"/><Relationship Id="rId5" Type="http://schemas.openxmlformats.org/officeDocument/2006/relationships/notesSlide" Target="../notesSlides/notesSlide911.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3.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5.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1.xml"/><Relationship Id="rId4" Type="http://schemas.openxmlformats.org/officeDocument/2006/relationships/chart" Target="../charts/chart832.xml"/><Relationship Id="rId5" Type="http://schemas.openxmlformats.org/officeDocument/2006/relationships/chart" Target="../charts/chart833.xml"/><Relationship Id="rId6" Type="http://schemas.openxmlformats.org/officeDocument/2006/relationships/chart" Target="../charts/chart834.xml"/><Relationship Id="rId7" Type="http://schemas.openxmlformats.org/officeDocument/2006/relationships/notesSlide" Target="../notesSlides/notesSlide916.xml"/></Relationships>
</file>

<file path=ppt/slides/_rels/slide8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5.xml"/><Relationship Id="rId4" Type="http://schemas.openxmlformats.org/officeDocument/2006/relationships/chart" Target="../charts/chart836.xml"/><Relationship Id="rId5" Type="http://schemas.openxmlformats.org/officeDocument/2006/relationships/chart" Target="../charts/chart837.xml"/><Relationship Id="rId6" Type="http://schemas.openxmlformats.org/officeDocument/2006/relationships/chart" Target="../charts/chart838.xml"/><Relationship Id="rId7" Type="http://schemas.openxmlformats.org/officeDocument/2006/relationships/notesSlide" Target="../notesSlides/notesSlide917.xml"/></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9.xml"/><Relationship Id="rId4" Type="http://schemas.openxmlformats.org/officeDocument/2006/relationships/chart" Target="../charts/chart840.xml"/><Relationship Id="rId5" Type="http://schemas.openxmlformats.org/officeDocument/2006/relationships/chart" Target="../charts/chart841.xml"/><Relationship Id="rId6" Type="http://schemas.openxmlformats.org/officeDocument/2006/relationships/chart" Target="../charts/chart842.xml"/><Relationship Id="rId7" Type="http://schemas.openxmlformats.org/officeDocument/2006/relationships/chart" Target="../charts/chart843.xml"/><Relationship Id="rId8" Type="http://schemas.openxmlformats.org/officeDocument/2006/relationships/chart" Target="../charts/chart844.xml"/><Relationship Id="rId9" Type="http://schemas.openxmlformats.org/officeDocument/2006/relationships/chart" Target="../charts/chart845.xml"/><Relationship Id="rId10" Type="http://schemas.openxmlformats.org/officeDocument/2006/relationships/notesSlide" Target="../notesSlides/notesSlide918.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9.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6.xml"/><Relationship Id="rId4" Type="http://schemas.openxmlformats.org/officeDocument/2006/relationships/chart" Target="../charts/chart847.xml"/><Relationship Id="rId5" Type="http://schemas.openxmlformats.org/officeDocument/2006/relationships/notesSlide" Target="../notesSlides/notesSlide920.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2.xml"/></Relationships>
</file>

<file path=ppt/slides/_rels/slide8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4.xml"/></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8.xml"/><Relationship Id="rId4" Type="http://schemas.openxmlformats.org/officeDocument/2006/relationships/chart" Target="../charts/chart849.xml"/><Relationship Id="rId5" Type="http://schemas.openxmlformats.org/officeDocument/2006/relationships/notesSlide" Target="../notesSlides/notesSlide925.xml"/></Relationships>
</file>

<file path=ppt/slides/_rels/slide8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6.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7.xml"/></Relationships>
</file>

<file path=ppt/slides/_rels/slide8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0.xml"/><Relationship Id="rId4" Type="http://schemas.openxmlformats.org/officeDocument/2006/relationships/chart" Target="../charts/chart851.xml"/><Relationship Id="rId5" Type="http://schemas.openxmlformats.org/officeDocument/2006/relationships/notesSlide" Target="../notesSlides/notesSlide928.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9.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0.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2.xml"/><Relationship Id="rId4" Type="http://schemas.openxmlformats.org/officeDocument/2006/relationships/chart" Target="../charts/chart853.xml"/><Relationship Id="rId5" Type="http://schemas.openxmlformats.org/officeDocument/2006/relationships/notesSlide" Target="../notesSlides/notesSlide931.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2.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3.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4.xml"/><Relationship Id="rId4" Type="http://schemas.openxmlformats.org/officeDocument/2006/relationships/chart" Target="../charts/chart855.xml"/><Relationship Id="rId5" Type="http://schemas.openxmlformats.org/officeDocument/2006/relationships/notesSlide" Target="../notesSlides/notesSlide934.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5.xml"/></Relationships>
</file>

<file path=ppt/slides/_rels/slide8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6.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6.xml"/><Relationship Id="rId4" Type="http://schemas.openxmlformats.org/officeDocument/2006/relationships/chart" Target="../charts/chart857.xml"/><Relationship Id="rId5" Type="http://schemas.openxmlformats.org/officeDocument/2006/relationships/notesSlide" Target="../notesSlides/notesSlide937.xml"/></Relationships>
</file>

<file path=ppt/slides/_rels/slide8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8.xml"/></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9.xml"/></Relationships>
</file>

<file path=ppt/slides/_rels/slide8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8.xml"/><Relationship Id="rId4" Type="http://schemas.openxmlformats.org/officeDocument/2006/relationships/chart" Target="../charts/chart859.xml"/><Relationship Id="rId5" Type="http://schemas.openxmlformats.org/officeDocument/2006/relationships/notesSlide" Target="../notesSlides/notesSlide940.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2.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4.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0.xml"/><Relationship Id="rId4" Type="http://schemas.openxmlformats.org/officeDocument/2006/relationships/chart" Target="../charts/chart861.xml"/><Relationship Id="rId5" Type="http://schemas.openxmlformats.org/officeDocument/2006/relationships/chart" Target="../charts/chart862.xml"/><Relationship Id="rId6" Type="http://schemas.openxmlformats.org/officeDocument/2006/relationships/chart" Target="../charts/chart863.xml"/><Relationship Id="rId7" Type="http://schemas.openxmlformats.org/officeDocument/2006/relationships/notesSlide" Target="../notesSlides/notesSlide945.xml"/></Relationships>
</file>

<file path=ppt/slides/_rels/slide8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4.xml"/><Relationship Id="rId4" Type="http://schemas.openxmlformats.org/officeDocument/2006/relationships/chart" Target="../charts/chart865.xml"/><Relationship Id="rId5" Type="http://schemas.openxmlformats.org/officeDocument/2006/relationships/chart" Target="../charts/chart866.xml"/><Relationship Id="rId6" Type="http://schemas.openxmlformats.org/officeDocument/2006/relationships/chart" Target="../charts/chart867.xml"/><Relationship Id="rId7" Type="http://schemas.openxmlformats.org/officeDocument/2006/relationships/notesSlide" Target="../notesSlides/notesSlide946.xml"/></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8.xml"/><Relationship Id="rId4" Type="http://schemas.openxmlformats.org/officeDocument/2006/relationships/chart" Target="../charts/chart869.xml"/><Relationship Id="rId5" Type="http://schemas.openxmlformats.org/officeDocument/2006/relationships/chart" Target="../charts/chart870.xml"/><Relationship Id="rId6" Type="http://schemas.openxmlformats.org/officeDocument/2006/relationships/chart" Target="../charts/chart871.xml"/><Relationship Id="rId7" Type="http://schemas.openxmlformats.org/officeDocument/2006/relationships/chart" Target="../charts/chart872.xml"/><Relationship Id="rId8" Type="http://schemas.openxmlformats.org/officeDocument/2006/relationships/chart" Target="../charts/chart873.xml"/><Relationship Id="rId9" Type="http://schemas.openxmlformats.org/officeDocument/2006/relationships/chart" Target="../charts/chart874.xml"/><Relationship Id="rId10" Type="http://schemas.openxmlformats.org/officeDocument/2006/relationships/notesSlide" Target="../notesSlides/notesSlide947.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8.xml"/></Relationships>
</file>

<file path=ppt/slides/_rels/slide8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5.xml"/><Relationship Id="rId4" Type="http://schemas.openxmlformats.org/officeDocument/2006/relationships/chart" Target="../charts/chart876.xml"/><Relationship Id="rId5" Type="http://schemas.openxmlformats.org/officeDocument/2006/relationships/notesSlide" Target="../notesSlides/notesSlide949.xml"/></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1.xml"/></Relationships>
</file>

<file path=ppt/slides/_rels/slide8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3.xml"/></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7.xml"/><Relationship Id="rId4" Type="http://schemas.openxmlformats.org/officeDocument/2006/relationships/chart" Target="../charts/chart878.xml"/><Relationship Id="rId5" Type="http://schemas.openxmlformats.org/officeDocument/2006/relationships/notesSlide" Target="../notesSlides/notesSlide954.xml"/></Relationships>
</file>

<file path=ppt/slides/_rels/slide8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5.xml"/></Relationships>
</file>

<file path=ppt/slides/_rels/slide8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6.xml"/></Relationships>
</file>

<file path=ppt/slides/_rels/slide9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9.xml"/><Relationship Id="rId4" Type="http://schemas.openxmlformats.org/officeDocument/2006/relationships/chart" Target="../charts/chart880.xml"/><Relationship Id="rId5" Type="http://schemas.openxmlformats.org/officeDocument/2006/relationships/notesSlide" Target="../notesSlides/notesSlide957.xml"/></Relationships>
</file>

<file path=ppt/slides/_rels/slide9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8.xml"/></Relationships>
</file>

<file path=ppt/slides/_rels/slide9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9.xml"/></Relationships>
</file>

<file path=ppt/slides/_rels/slide9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1.xml"/><Relationship Id="rId4" Type="http://schemas.openxmlformats.org/officeDocument/2006/relationships/chart" Target="../charts/chart882.xml"/><Relationship Id="rId5" Type="http://schemas.openxmlformats.org/officeDocument/2006/relationships/notesSlide" Target="../notesSlides/notesSlide960.xml"/></Relationships>
</file>

<file path=ppt/slides/_rels/slide9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1.xml"/></Relationships>
</file>

<file path=ppt/slides/_rels/slide9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2.xml"/></Relationships>
</file>

<file path=ppt/slides/_rels/slide9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3.xml"/><Relationship Id="rId4" Type="http://schemas.openxmlformats.org/officeDocument/2006/relationships/chart" Target="../charts/chart884.xml"/><Relationship Id="rId5" Type="http://schemas.openxmlformats.org/officeDocument/2006/relationships/notesSlide" Target="../notesSlides/notesSlide963.xml"/></Relationships>
</file>

<file path=ppt/slides/_rels/slide9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4.xml"/></Relationships>
</file>

<file path=ppt/slides/_rels/slide9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5.xml"/></Relationships>
</file>

<file path=ppt/slides/_rels/slide9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5.xml"/><Relationship Id="rId4" Type="http://schemas.openxmlformats.org/officeDocument/2006/relationships/chart" Target="../charts/chart886.xml"/><Relationship Id="rId5" Type="http://schemas.openxmlformats.org/officeDocument/2006/relationships/notesSlide" Target="../notesSlides/notesSlide966.xml"/></Relationships>
</file>

<file path=ppt/slides/_rels/slide9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7.xml"/></Relationships>
</file>

<file path=ppt/slides/_rels/slide9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8.xml"/></Relationships>
</file>

<file path=ppt/slides/_rels/slide9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7.xml"/><Relationship Id="rId4" Type="http://schemas.openxmlformats.org/officeDocument/2006/relationships/chart" Target="../charts/chart888.xml"/><Relationship Id="rId5" Type="http://schemas.openxmlformats.org/officeDocument/2006/relationships/notesSlide" Target="../notesSlides/notesSlide969.xml"/></Relationships>
</file>

<file path=ppt/slides/_rels/slide9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1.xml"/></Relationships>
</file>

<file path=ppt/slides/_rels/slide9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3.xml"/></Relationships>
</file>

<file path=ppt/slides/_rels/slide9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9.xml"/><Relationship Id="rId4" Type="http://schemas.openxmlformats.org/officeDocument/2006/relationships/chart" Target="../charts/chart890.xml"/><Relationship Id="rId5" Type="http://schemas.openxmlformats.org/officeDocument/2006/relationships/chart" Target="../charts/chart891.xml"/><Relationship Id="rId6" Type="http://schemas.openxmlformats.org/officeDocument/2006/relationships/chart" Target="../charts/chart892.xml"/><Relationship Id="rId7" Type="http://schemas.openxmlformats.org/officeDocument/2006/relationships/notesSlide" Target="../notesSlides/notesSlide974.xml"/></Relationships>
</file>

<file path=ppt/slides/_rels/slide9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3.xml"/><Relationship Id="rId4" Type="http://schemas.openxmlformats.org/officeDocument/2006/relationships/chart" Target="../charts/chart894.xml"/><Relationship Id="rId5" Type="http://schemas.openxmlformats.org/officeDocument/2006/relationships/chart" Target="../charts/chart895.xml"/><Relationship Id="rId6" Type="http://schemas.openxmlformats.org/officeDocument/2006/relationships/chart" Target="../charts/chart896.xml"/><Relationship Id="rId7" Type="http://schemas.openxmlformats.org/officeDocument/2006/relationships/notesSlide" Target="../notesSlides/notesSlide975.xml"/></Relationships>
</file>

<file path=ppt/slides/_rels/slide9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7.xml"/><Relationship Id="rId4" Type="http://schemas.openxmlformats.org/officeDocument/2006/relationships/chart" Target="../charts/chart898.xml"/><Relationship Id="rId5" Type="http://schemas.openxmlformats.org/officeDocument/2006/relationships/chart" Target="../charts/chart899.xml"/><Relationship Id="rId6" Type="http://schemas.openxmlformats.org/officeDocument/2006/relationships/chart" Target="../charts/chart900.xml"/><Relationship Id="rId7" Type="http://schemas.openxmlformats.org/officeDocument/2006/relationships/chart" Target="../charts/chart901.xml"/><Relationship Id="rId8" Type="http://schemas.openxmlformats.org/officeDocument/2006/relationships/chart" Target="../charts/chart902.xml"/><Relationship Id="rId9" Type="http://schemas.openxmlformats.org/officeDocument/2006/relationships/chart" Target="../charts/chart903.xml"/><Relationship Id="rId10" Type="http://schemas.openxmlformats.org/officeDocument/2006/relationships/notesSlide" Target="../notesSlides/notesSlide976.xml"/></Relationships>
</file>

<file path=ppt/slides/_rels/slide9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7.xml"/></Relationships>
</file>

<file path=ppt/slides/_rels/slide9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4.xml"/><Relationship Id="rId4" Type="http://schemas.openxmlformats.org/officeDocument/2006/relationships/chart" Target="../charts/chart905.xml"/><Relationship Id="rId5" Type="http://schemas.openxmlformats.org/officeDocument/2006/relationships/notesSlide" Target="../notesSlides/notesSlide978.xml"/></Relationships>
</file>

<file path=ppt/slides/_rels/slide9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0.xml"/></Relationships>
</file>

<file path=ppt/slides/_rels/slide9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2.xml"/></Relationships>
</file>

<file path=ppt/slides/_rels/slide9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6.xml"/><Relationship Id="rId4" Type="http://schemas.openxmlformats.org/officeDocument/2006/relationships/chart" Target="../charts/chart907.xml"/><Relationship Id="rId5" Type="http://schemas.openxmlformats.org/officeDocument/2006/relationships/notesSlide" Target="../notesSlides/notesSlide983.xml"/></Relationships>
</file>

<file path=ppt/slides/_rels/slide9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4.xml"/></Relationships>
</file>

<file path=ppt/slides/_rels/slide9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5.xml"/></Relationships>
</file>

<file path=ppt/slides/_rels/slide9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8.xml"/><Relationship Id="rId4" Type="http://schemas.openxmlformats.org/officeDocument/2006/relationships/chart" Target="../charts/chart909.xml"/><Relationship Id="rId5" Type="http://schemas.openxmlformats.org/officeDocument/2006/relationships/notesSlide" Target="../notesSlides/notesSlide986.xml"/></Relationships>
</file>

<file path=ppt/slides/_rels/slide9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7.xml"/></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8.xml"/></Relationships>
</file>

<file path=ppt/slides/_rels/slide9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0.xml"/><Relationship Id="rId4" Type="http://schemas.openxmlformats.org/officeDocument/2006/relationships/chart" Target="../charts/chart911.xml"/><Relationship Id="rId5" Type="http://schemas.openxmlformats.org/officeDocument/2006/relationships/notesSlide" Target="../notesSlides/notesSlide989.xml"/></Relationships>
</file>

<file path=ppt/slides/_rels/slide9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0.xml"/></Relationships>
</file>

<file path=ppt/slides/_rels/slide9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1.xml"/></Relationships>
</file>

<file path=ppt/slides/_rels/slide9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2.xml"/><Relationship Id="rId4" Type="http://schemas.openxmlformats.org/officeDocument/2006/relationships/chart" Target="../charts/chart913.xml"/><Relationship Id="rId5" Type="http://schemas.openxmlformats.org/officeDocument/2006/relationships/notesSlide" Target="../notesSlides/notesSlide992.xml"/></Relationships>
</file>

<file path=ppt/slides/_rels/slide9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3.xml"/></Relationships>
</file>

<file path=ppt/slides/_rels/slide9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4.xml"/></Relationships>
</file>

<file path=ppt/slides/_rels/slide9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4.xml"/><Relationship Id="rId4" Type="http://schemas.openxmlformats.org/officeDocument/2006/relationships/chart" Target="../charts/chart915.xml"/><Relationship Id="rId5" Type="http://schemas.openxmlformats.org/officeDocument/2006/relationships/notesSlide" Target="../notesSlides/notesSlide995.xml"/></Relationships>
</file>

<file path=ppt/slides/_rels/slide9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6.xml"/></Relationships>
</file>

<file path=ppt/slides/_rels/slide9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7.xml"/></Relationships>
</file>

<file path=ppt/slides/_rels/slide9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6.xml"/><Relationship Id="rId4" Type="http://schemas.openxmlformats.org/officeDocument/2006/relationships/chart" Target="../charts/chart917.xml"/><Relationship Id="rId5" Type="http://schemas.openxmlformats.org/officeDocument/2006/relationships/notesSlide" Target="../notesSlides/notesSlide998.xml"/></Relationships>
</file>

<file path=ppt/slides/_rels/slide9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0.xml"/></Relationships>
</file>

<file path=ppt/slides/_rels/slide9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2.xml"/></Relationships>
</file>

<file path=ppt/slides/_rels/slide9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8.xml"/><Relationship Id="rId4" Type="http://schemas.openxmlformats.org/officeDocument/2006/relationships/chart" Target="../charts/chart919.xml"/><Relationship Id="rId5" Type="http://schemas.openxmlformats.org/officeDocument/2006/relationships/chart" Target="../charts/chart920.xml"/><Relationship Id="rId6" Type="http://schemas.openxmlformats.org/officeDocument/2006/relationships/chart" Target="../charts/chart921.xml"/><Relationship Id="rId7" Type="http://schemas.openxmlformats.org/officeDocument/2006/relationships/notesSlide" Target="../notesSlides/notesSlide1003.xml"/></Relationships>
</file>

<file path=ppt/slides/_rels/slide9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2.xml"/><Relationship Id="rId4" Type="http://schemas.openxmlformats.org/officeDocument/2006/relationships/chart" Target="../charts/chart923.xml"/><Relationship Id="rId5" Type="http://schemas.openxmlformats.org/officeDocument/2006/relationships/chart" Target="../charts/chart924.xml"/><Relationship Id="rId6" Type="http://schemas.openxmlformats.org/officeDocument/2006/relationships/chart" Target="../charts/chart925.xml"/><Relationship Id="rId7" Type="http://schemas.openxmlformats.org/officeDocument/2006/relationships/notesSlide" Target="../notesSlides/notesSlide1004.xml"/></Relationships>
</file>

<file path=ppt/slides/_rels/slide9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6.xml"/><Relationship Id="rId4" Type="http://schemas.openxmlformats.org/officeDocument/2006/relationships/chart" Target="../charts/chart927.xml"/><Relationship Id="rId5" Type="http://schemas.openxmlformats.org/officeDocument/2006/relationships/chart" Target="../charts/chart928.xml"/><Relationship Id="rId6" Type="http://schemas.openxmlformats.org/officeDocument/2006/relationships/chart" Target="../charts/chart929.xml"/><Relationship Id="rId7" Type="http://schemas.openxmlformats.org/officeDocument/2006/relationships/chart" Target="../charts/chart930.xml"/><Relationship Id="rId8" Type="http://schemas.openxmlformats.org/officeDocument/2006/relationships/chart" Target="../charts/chart931.xml"/><Relationship Id="rId9" Type="http://schemas.openxmlformats.org/officeDocument/2006/relationships/chart" Target="../charts/chart932.xml"/><Relationship Id="rId10" Type="http://schemas.openxmlformats.org/officeDocument/2006/relationships/notesSlide" Target="../notesSlides/notesSlide1005.xml"/></Relationships>
</file>

<file path=ppt/slides/_rels/slide9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6.xml"/></Relationships>
</file>

<file path=ppt/slides/_rels/slide9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3.xml"/><Relationship Id="rId4" Type="http://schemas.openxmlformats.org/officeDocument/2006/relationships/chart" Target="../charts/chart934.xml"/><Relationship Id="rId5" Type="http://schemas.openxmlformats.org/officeDocument/2006/relationships/notesSlide" Target="../notesSlides/notesSlide1007.xml"/></Relationships>
</file>

<file path=ppt/slides/_rels/slide9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9.xml"/></Relationships>
</file>

<file path=ppt/slides/_rels/slide9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1.xml"/></Relationships>
</file>

<file path=ppt/slides/_rels/slide9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5.xml"/><Relationship Id="rId4" Type="http://schemas.openxmlformats.org/officeDocument/2006/relationships/chart" Target="../charts/chart936.xml"/><Relationship Id="rId5" Type="http://schemas.openxmlformats.org/officeDocument/2006/relationships/notesSlide" Target="../notesSlides/notesSlide1012.xml"/></Relationships>
</file>

<file path=ppt/slides/_rels/slide9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3.xml"/></Relationships>
</file>

<file path=ppt/slides/_rels/slide9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4.xml"/></Relationships>
</file>

<file path=ppt/slides/_rels/slide9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7.xml"/><Relationship Id="rId4" Type="http://schemas.openxmlformats.org/officeDocument/2006/relationships/chart" Target="../charts/chart938.xml"/><Relationship Id="rId5" Type="http://schemas.openxmlformats.org/officeDocument/2006/relationships/notesSlide" Target="../notesSlides/notesSlide1015.xml"/></Relationships>
</file>

<file path=ppt/slides/_rels/slide9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6.xml"/></Relationships>
</file>

<file path=ppt/slides/_rels/slide9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7.xml"/></Relationships>
</file>

<file path=ppt/slides/_rels/slide9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9.xml"/><Relationship Id="rId4" Type="http://schemas.openxmlformats.org/officeDocument/2006/relationships/chart" Target="../charts/chart940.xml"/><Relationship Id="rId5" Type="http://schemas.openxmlformats.org/officeDocument/2006/relationships/notesSlide" Target="../notesSlides/notesSlide1018.xml"/></Relationships>
</file>

<file path=ppt/slides/_rels/slide9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9.xml"/></Relationships>
</file>

<file path=ppt/slides/_rels/slide9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0.xml"/></Relationships>
</file>

<file path=ppt/slides/_rels/slide9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1.xml"/><Relationship Id="rId4" Type="http://schemas.openxmlformats.org/officeDocument/2006/relationships/chart" Target="../charts/chart942.xml"/><Relationship Id="rId5" Type="http://schemas.openxmlformats.org/officeDocument/2006/relationships/notesSlide" Target="../notesSlides/notesSlide1021.xml"/></Relationships>
</file>

<file path=ppt/slides/_rels/slide9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2.xml"/></Relationships>
</file>

<file path=ppt/slides/_rels/slide9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3.xml"/></Relationships>
</file>

<file path=ppt/slides/_rels/slide9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3.xml"/><Relationship Id="rId4" Type="http://schemas.openxmlformats.org/officeDocument/2006/relationships/chart" Target="../charts/chart944.xml"/><Relationship Id="rId5" Type="http://schemas.openxmlformats.org/officeDocument/2006/relationships/notesSlide" Target="../notesSlides/notesSlide1024.xml"/></Relationships>
</file>

<file path=ppt/slides/_rels/slide9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5.xml"/></Relationships>
</file>

<file path=ppt/slides/_rels/slide9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6.xml"/></Relationships>
</file>

<file path=ppt/slides/_rels/slide9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5.xml"/><Relationship Id="rId4" Type="http://schemas.openxmlformats.org/officeDocument/2006/relationships/chart" Target="../charts/chart946.xml"/><Relationship Id="rId5" Type="http://schemas.openxmlformats.org/officeDocument/2006/relationships/notesSlide" Target="../notesSlides/notesSlide1027.xml"/></Relationships>
</file>

<file path=ppt/slides/_rels/slide9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9.xml"/></Relationships>
</file>

<file path=ppt/slides/_rels/slide9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1.xml"/></Relationships>
</file>

<file path=ppt/slides/_rels/slide9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7.xml"/><Relationship Id="rId4" Type="http://schemas.openxmlformats.org/officeDocument/2006/relationships/chart" Target="../charts/chart948.xml"/><Relationship Id="rId5" Type="http://schemas.openxmlformats.org/officeDocument/2006/relationships/chart" Target="../charts/chart949.xml"/><Relationship Id="rId6" Type="http://schemas.openxmlformats.org/officeDocument/2006/relationships/chart" Target="../charts/chart950.xml"/><Relationship Id="rId7" Type="http://schemas.openxmlformats.org/officeDocument/2006/relationships/notesSlide" Target="../notesSlides/notesSlide1032.xml"/></Relationships>
</file>

<file path=ppt/slides/_rels/slide9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1.xml"/><Relationship Id="rId4" Type="http://schemas.openxmlformats.org/officeDocument/2006/relationships/chart" Target="../charts/chart952.xml"/><Relationship Id="rId5" Type="http://schemas.openxmlformats.org/officeDocument/2006/relationships/chart" Target="../charts/chart953.xml"/><Relationship Id="rId6" Type="http://schemas.openxmlformats.org/officeDocument/2006/relationships/chart" Target="../charts/chart954.xml"/><Relationship Id="rId7" Type="http://schemas.openxmlformats.org/officeDocument/2006/relationships/notesSlide" Target="../notesSlides/notesSlide1033.xml"/></Relationships>
</file>

<file path=ppt/slides/_rels/slide9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5.xml"/><Relationship Id="rId4" Type="http://schemas.openxmlformats.org/officeDocument/2006/relationships/chart" Target="../charts/chart956.xml"/><Relationship Id="rId5" Type="http://schemas.openxmlformats.org/officeDocument/2006/relationships/chart" Target="../charts/chart957.xml"/><Relationship Id="rId6" Type="http://schemas.openxmlformats.org/officeDocument/2006/relationships/chart" Target="../charts/chart958.xml"/><Relationship Id="rId7" Type="http://schemas.openxmlformats.org/officeDocument/2006/relationships/chart" Target="../charts/chart959.xml"/><Relationship Id="rId8" Type="http://schemas.openxmlformats.org/officeDocument/2006/relationships/chart" Target="../charts/chart960.xml"/><Relationship Id="rId9" Type="http://schemas.openxmlformats.org/officeDocument/2006/relationships/chart" Target="../charts/chart961.xml"/><Relationship Id="rId10" Type="http://schemas.openxmlformats.org/officeDocument/2006/relationships/notesSlide" Target="../notesSlides/notesSlide1034.xml"/></Relationships>
</file>

<file path=ppt/slides/_rels/slide9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5.xml"/></Relationships>
</file>

<file path=ppt/slides/_rels/slide9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2.xml"/><Relationship Id="rId4" Type="http://schemas.openxmlformats.org/officeDocument/2006/relationships/chart" Target="../charts/chart963.xml"/><Relationship Id="rId5" Type="http://schemas.openxmlformats.org/officeDocument/2006/relationships/notesSlide" Target="../notesSlides/notesSlide1036.xml"/></Relationships>
</file>

<file path=ppt/slides/_rels/slide9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8.xml"/></Relationships>
</file>

<file path=ppt/slides/_rels/slide9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0.xml"/></Relationships>
</file>

<file path=ppt/slides/_rels/slide9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4.xml"/><Relationship Id="rId4" Type="http://schemas.openxmlformats.org/officeDocument/2006/relationships/chart" Target="../charts/chart965.xml"/><Relationship Id="rId5" Type="http://schemas.openxmlformats.org/officeDocument/2006/relationships/notesSlide" Target="../notesSlides/notesSlide1041.xml"/></Relationships>
</file>

<file path=ppt/slides/_rels/slide9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2.xml"/></Relationships>
</file>

<file path=ppt/slides/_rels/slide9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3.xml"/></Relationships>
</file>

<file path=ppt/slides/_rels/slide9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6.xml"/><Relationship Id="rId4" Type="http://schemas.openxmlformats.org/officeDocument/2006/relationships/chart" Target="../charts/chart967.xml"/><Relationship Id="rId5" Type="http://schemas.openxmlformats.org/officeDocument/2006/relationships/notesSlide" Target="../notesSlides/notesSlide1044.xml"/></Relationships>
</file>

<file path=ppt/slides/_rels/slide9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5.xml"/></Relationships>
</file>

<file path=ppt/slides/_rels/slide9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6.xml"/></Relationships>
</file>

<file path=ppt/slides/_rels/slide9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8.xml"/><Relationship Id="rId4" Type="http://schemas.openxmlformats.org/officeDocument/2006/relationships/chart" Target="../charts/chart969.xml"/><Relationship Id="rId5" Type="http://schemas.openxmlformats.org/officeDocument/2006/relationships/notesSlide" Target="../notesSlides/notesSlide1047.xml"/></Relationships>
</file>

<file path=ppt/slides/_rels/slide9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8.xml"/></Relationships>
</file>

<file path=ppt/slides/_rels/slide9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9.xml"/></Relationships>
</file>

<file path=ppt/slides/_rels/slide9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0.xml"/><Relationship Id="rId4" Type="http://schemas.openxmlformats.org/officeDocument/2006/relationships/chart" Target="../charts/chart971.xml"/><Relationship Id="rId5" Type="http://schemas.openxmlformats.org/officeDocument/2006/relationships/notesSlide" Target="../notesSlides/notesSlide1050.xml"/></Relationships>
</file>

<file path=ppt/slides/_rels/slide9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1.xml"/></Relationships>
</file>

<file path=ppt/slides/_rels/slide9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2.xml"/></Relationships>
</file>

<file path=ppt/slides/_rels/slide9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2.xml"/><Relationship Id="rId4" Type="http://schemas.openxmlformats.org/officeDocument/2006/relationships/chart" Target="../charts/chart973.xml"/><Relationship Id="rId5" Type="http://schemas.openxmlformats.org/officeDocument/2006/relationships/notesSlide" Target="../notesSlides/notesSlide1053.xml"/></Relationships>
</file>

<file path=ppt/slides/_rels/slide9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4.xml"/></Relationships>
</file>

<file path=ppt/slides/_rels/slide9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5.xml"/></Relationships>
</file>

<file path=ppt/slides/_rels/slide9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4.xml"/><Relationship Id="rId4" Type="http://schemas.openxmlformats.org/officeDocument/2006/relationships/chart" Target="../charts/chart975.xml"/><Relationship Id="rId5" Type="http://schemas.openxmlformats.org/officeDocument/2006/relationships/notesSlide" Target="../notesSlides/notesSlide1056.xml"/></Relationships>
</file>

<file path=ppt/slides/_rels/slide9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8.xml"/></Relationships>
</file>

<file path=ppt/slides/_rels/slide9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0.xml"/></Relationships>
</file>

<file path=ppt/slides/_rels/slide9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6.xml"/><Relationship Id="rId4" Type="http://schemas.openxmlformats.org/officeDocument/2006/relationships/chart" Target="../charts/chart977.xml"/><Relationship Id="rId5" Type="http://schemas.openxmlformats.org/officeDocument/2006/relationships/chart" Target="../charts/chart978.xml"/><Relationship Id="rId6" Type="http://schemas.openxmlformats.org/officeDocument/2006/relationships/chart" Target="../charts/chart979.xml"/><Relationship Id="rId7" Type="http://schemas.openxmlformats.org/officeDocument/2006/relationships/notesSlide" Target="../notesSlides/notesSlide1061.xml"/></Relationships>
</file>

<file path=ppt/slides/_rels/slide9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0.xml"/><Relationship Id="rId4" Type="http://schemas.openxmlformats.org/officeDocument/2006/relationships/chart" Target="../charts/chart981.xml"/><Relationship Id="rId5" Type="http://schemas.openxmlformats.org/officeDocument/2006/relationships/chart" Target="../charts/chart982.xml"/><Relationship Id="rId6" Type="http://schemas.openxmlformats.org/officeDocument/2006/relationships/chart" Target="../charts/chart983.xml"/><Relationship Id="rId7" Type="http://schemas.openxmlformats.org/officeDocument/2006/relationships/notesSlide" Target="../notesSlides/notesSlide1062.xml"/></Relationships>
</file>

<file path=ppt/slides/_rels/slide9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4.xml"/><Relationship Id="rId4" Type="http://schemas.openxmlformats.org/officeDocument/2006/relationships/chart" Target="../charts/chart985.xml"/><Relationship Id="rId5" Type="http://schemas.openxmlformats.org/officeDocument/2006/relationships/chart" Target="../charts/chart986.xml"/><Relationship Id="rId6" Type="http://schemas.openxmlformats.org/officeDocument/2006/relationships/chart" Target="../charts/chart987.xml"/><Relationship Id="rId7" Type="http://schemas.openxmlformats.org/officeDocument/2006/relationships/chart" Target="../charts/chart988.xml"/><Relationship Id="rId8" Type="http://schemas.openxmlformats.org/officeDocument/2006/relationships/chart" Target="../charts/chart989.xml"/><Relationship Id="rId9" Type="http://schemas.openxmlformats.org/officeDocument/2006/relationships/chart" Target="../charts/chart990.xml"/><Relationship Id="rId10" Type="http://schemas.openxmlformats.org/officeDocument/2006/relationships/notesSlide" Target="../notesSlides/notesSlide1063.xml"/></Relationships>
</file>

<file path=ppt/slides/_rels/slide9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4.xml"/></Relationships>
</file>

<file path=ppt/slides/_rels/slide9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1.xml"/><Relationship Id="rId4" Type="http://schemas.openxmlformats.org/officeDocument/2006/relationships/chart" Target="../charts/chart992.xml"/><Relationship Id="rId5" Type="http://schemas.openxmlformats.org/officeDocument/2006/relationships/notesSlide" Target="../notesSlides/notesSlide1065.xml"/></Relationships>
</file>

<file path=ppt/slides/_rels/slide9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7.xml"/></Relationships>
</file>

<file path=ppt/slides/_rels/slide10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9.xml"/></Relationships>
</file>

<file path=ppt/slides/_rels/slide10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3.xml"/><Relationship Id="rId4" Type="http://schemas.openxmlformats.org/officeDocument/2006/relationships/chart" Target="../charts/chart994.xml"/><Relationship Id="rId5" Type="http://schemas.openxmlformats.org/officeDocument/2006/relationships/notesSlide" Target="../notesSlides/notesSlide1070.xml"/></Relationships>
</file>

<file path=ppt/slides/_rels/slide10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1.xml"/></Relationships>
</file>

<file path=ppt/slides/_rels/slide10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2.xml"/></Relationships>
</file>

<file path=ppt/slides/_rels/slide10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5.xml"/><Relationship Id="rId4" Type="http://schemas.openxmlformats.org/officeDocument/2006/relationships/chart" Target="../charts/chart996.xml"/><Relationship Id="rId5" Type="http://schemas.openxmlformats.org/officeDocument/2006/relationships/notesSlide" Target="../notesSlides/notesSlide1073.xml"/></Relationships>
</file>

<file path=ppt/slides/_rels/slide10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4.xml"/></Relationships>
</file>

<file path=ppt/slides/_rels/slide10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5.xml"/></Relationships>
</file>

<file path=ppt/slides/_rels/slide10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7.xml"/><Relationship Id="rId4" Type="http://schemas.openxmlformats.org/officeDocument/2006/relationships/chart" Target="../charts/chart998.xml"/><Relationship Id="rId5" Type="http://schemas.openxmlformats.org/officeDocument/2006/relationships/notesSlide" Target="../notesSlides/notesSlide1076.xml"/></Relationships>
</file>

<file path=ppt/slides/_rels/slide10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7.xml"/></Relationships>
</file>

<file path=ppt/slides/_rels/slide10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8.xml"/></Relationships>
</file>

<file path=ppt/slides/_rels/slide10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9.xml"/><Relationship Id="rId4" Type="http://schemas.openxmlformats.org/officeDocument/2006/relationships/chart" Target="../charts/chart1000.xml"/><Relationship Id="rId5" Type="http://schemas.openxmlformats.org/officeDocument/2006/relationships/notesSlide" Target="../notesSlides/notesSlide1079.xml"/></Relationships>
</file>

<file path=ppt/slides/_rels/slide10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0.xml"/></Relationships>
</file>

<file path=ppt/slides/_rels/slide10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1.xml"/></Relationships>
</file>

<file path=ppt/slides/_rels/slide10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1.xml"/><Relationship Id="rId4" Type="http://schemas.openxmlformats.org/officeDocument/2006/relationships/chart" Target="../charts/chart1002.xml"/><Relationship Id="rId5" Type="http://schemas.openxmlformats.org/officeDocument/2006/relationships/notesSlide" Target="../notesSlides/notesSlide1082.xml"/></Relationships>
</file>

<file path=ppt/slides/_rels/slide10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3.xml"/></Relationships>
</file>

<file path=ppt/slides/_rels/slide10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4.xml"/></Relationships>
</file>

<file path=ppt/slides/_rels/slide10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3.xml"/><Relationship Id="rId4" Type="http://schemas.openxmlformats.org/officeDocument/2006/relationships/chart" Target="../charts/chart1004.xml"/><Relationship Id="rId5" Type="http://schemas.openxmlformats.org/officeDocument/2006/relationships/notesSlide" Target="../notesSlides/notesSlide1085.xml"/></Relationships>
</file>

<file path=ppt/slides/_rels/slide10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7.xml"/></Relationships>
</file>

<file path=ppt/slides/_rels/slide10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9.xml"/></Relationships>
</file>

<file path=ppt/slides/_rels/slide10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5.xml"/><Relationship Id="rId4" Type="http://schemas.openxmlformats.org/officeDocument/2006/relationships/chart" Target="../charts/chart1006.xml"/><Relationship Id="rId5" Type="http://schemas.openxmlformats.org/officeDocument/2006/relationships/chart" Target="../charts/chart1007.xml"/><Relationship Id="rId6" Type="http://schemas.openxmlformats.org/officeDocument/2006/relationships/chart" Target="../charts/chart1008.xml"/><Relationship Id="rId7" Type="http://schemas.openxmlformats.org/officeDocument/2006/relationships/notesSlide" Target="../notesSlides/notesSlide1090.xml"/></Relationships>
</file>

<file path=ppt/slides/_rels/slide10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9.xml"/><Relationship Id="rId4" Type="http://schemas.openxmlformats.org/officeDocument/2006/relationships/chart" Target="../charts/chart1010.xml"/><Relationship Id="rId5" Type="http://schemas.openxmlformats.org/officeDocument/2006/relationships/chart" Target="../charts/chart1011.xml"/><Relationship Id="rId6" Type="http://schemas.openxmlformats.org/officeDocument/2006/relationships/chart" Target="../charts/chart1012.xml"/><Relationship Id="rId7" Type="http://schemas.openxmlformats.org/officeDocument/2006/relationships/notesSlide" Target="../notesSlides/notesSlide1091.xml"/></Relationships>
</file>

<file path=ppt/slides/_rels/slide10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13.xml"/><Relationship Id="rId4" Type="http://schemas.openxmlformats.org/officeDocument/2006/relationships/chart" Target="../charts/chart1014.xml"/><Relationship Id="rId5" Type="http://schemas.openxmlformats.org/officeDocument/2006/relationships/chart" Target="../charts/chart1015.xml"/><Relationship Id="rId6" Type="http://schemas.openxmlformats.org/officeDocument/2006/relationships/chart" Target="../charts/chart1016.xml"/><Relationship Id="rId7" Type="http://schemas.openxmlformats.org/officeDocument/2006/relationships/chart" Target="../charts/chart1017.xml"/><Relationship Id="rId8" Type="http://schemas.openxmlformats.org/officeDocument/2006/relationships/chart" Target="../charts/chart1018.xml"/><Relationship Id="rId9" Type="http://schemas.openxmlformats.org/officeDocument/2006/relationships/chart" Target="../charts/chart1019.xml"/><Relationship Id="rId10" Type="http://schemas.openxmlformats.org/officeDocument/2006/relationships/notesSlide" Target="../notesSlides/notesSlide1092.xml"/></Relationships>
</file>

<file path=ppt/slides/_rels/slide10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3.xml"/></Relationships>
</file>

<file path=ppt/slides/_rels/slide10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0.xml"/><Relationship Id="rId4" Type="http://schemas.openxmlformats.org/officeDocument/2006/relationships/chart" Target="../charts/chart1021.xml"/><Relationship Id="rId5" Type="http://schemas.openxmlformats.org/officeDocument/2006/relationships/notesSlide" Target="../notesSlides/notesSlide1094.xml"/></Relationships>
</file>

<file path=ppt/slides/_rels/slide10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6.xml"/></Relationships>
</file>

<file path=ppt/slides/_rels/slide10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8.xml"/></Relationships>
</file>

<file path=ppt/slides/_rels/slide10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2.xml"/><Relationship Id="rId4" Type="http://schemas.openxmlformats.org/officeDocument/2006/relationships/chart" Target="../charts/chart1023.xml"/><Relationship Id="rId5" Type="http://schemas.openxmlformats.org/officeDocument/2006/relationships/notesSlide" Target="../notesSlides/notesSlide1099.xml"/></Relationships>
</file>

<file path=ppt/slides/_rels/slide10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0.xml"/></Relationships>
</file>

<file path=ppt/slides/_rels/slide10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1.xml"/></Relationships>
</file>

<file path=ppt/slides/_rels/slide10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4.xml"/><Relationship Id="rId4" Type="http://schemas.openxmlformats.org/officeDocument/2006/relationships/chart" Target="../charts/chart1025.xml"/><Relationship Id="rId5" Type="http://schemas.openxmlformats.org/officeDocument/2006/relationships/notesSlide" Target="../notesSlides/notesSlide1102.xml"/></Relationships>
</file>

<file path=ppt/slides/_rels/slide10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3.xml"/></Relationships>
</file>

<file path=ppt/slides/_rels/slide10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4.xml"/></Relationships>
</file>

<file path=ppt/slides/_rels/slide10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6.xml"/><Relationship Id="rId4" Type="http://schemas.openxmlformats.org/officeDocument/2006/relationships/chart" Target="../charts/chart1027.xml"/><Relationship Id="rId5" Type="http://schemas.openxmlformats.org/officeDocument/2006/relationships/notesSlide" Target="../notesSlides/notesSlide1105.xml"/></Relationships>
</file>

<file path=ppt/slides/_rels/slide10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6.xml"/></Relationships>
</file>

<file path=ppt/slides/_rels/slide10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7.xml"/></Relationships>
</file>

<file path=ppt/slides/_rels/slide10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8.xml"/><Relationship Id="rId4" Type="http://schemas.openxmlformats.org/officeDocument/2006/relationships/chart" Target="../charts/chart1029.xml"/><Relationship Id="rId5" Type="http://schemas.openxmlformats.org/officeDocument/2006/relationships/notesSlide" Target="../notesSlides/notesSlide1108.xml"/></Relationships>
</file>

<file path=ppt/slides/_rels/slide10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9.xml"/></Relationships>
</file>

<file path=ppt/slides/_rels/slide10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0.xml"/></Relationships>
</file>

<file path=ppt/slides/_rels/slide10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0.xml"/><Relationship Id="rId4" Type="http://schemas.openxmlformats.org/officeDocument/2006/relationships/chart" Target="../charts/chart1031.xml"/><Relationship Id="rId5" Type="http://schemas.openxmlformats.org/officeDocument/2006/relationships/notesSlide" Target="../notesSlides/notesSlide1111.xml"/></Relationships>
</file>

<file path=ppt/slides/_rels/slide10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2.xml"/></Relationships>
</file>

<file path=ppt/slides/_rels/slide10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3.xml"/></Relationships>
</file>

<file path=ppt/slides/_rels/slide10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2.xml"/><Relationship Id="rId4" Type="http://schemas.openxmlformats.org/officeDocument/2006/relationships/chart" Target="../charts/chart1033.xml"/><Relationship Id="rId5" Type="http://schemas.openxmlformats.org/officeDocument/2006/relationships/notesSlide" Target="../notesSlides/notesSlide1114.xml"/></Relationships>
</file>

<file path=ppt/slides/_rels/slide10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6.xml"/></Relationships>
</file>

<file path=ppt/slides/_rels/slide10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8.xml"/></Relationships>
</file>

<file path=ppt/slides/_rels/slide10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4.xml"/><Relationship Id="rId4" Type="http://schemas.openxmlformats.org/officeDocument/2006/relationships/chart" Target="../charts/chart1035.xml"/><Relationship Id="rId5" Type="http://schemas.openxmlformats.org/officeDocument/2006/relationships/chart" Target="../charts/chart1036.xml"/><Relationship Id="rId6" Type="http://schemas.openxmlformats.org/officeDocument/2006/relationships/chart" Target="../charts/chart1037.xml"/><Relationship Id="rId7" Type="http://schemas.openxmlformats.org/officeDocument/2006/relationships/notesSlide" Target="../notesSlides/notesSlide1119.xml"/></Relationships>
</file>

<file path=ppt/slides/_rels/slide10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8.xml"/><Relationship Id="rId4" Type="http://schemas.openxmlformats.org/officeDocument/2006/relationships/chart" Target="../charts/chart1039.xml"/><Relationship Id="rId5" Type="http://schemas.openxmlformats.org/officeDocument/2006/relationships/chart" Target="../charts/chart1040.xml"/><Relationship Id="rId6" Type="http://schemas.openxmlformats.org/officeDocument/2006/relationships/chart" Target="../charts/chart1041.xml"/><Relationship Id="rId7" Type="http://schemas.openxmlformats.org/officeDocument/2006/relationships/notesSlide" Target="../notesSlides/notesSlide1120.xml"/></Relationships>
</file>

<file path=ppt/slides/_rels/slide10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2.xml"/><Relationship Id="rId4" Type="http://schemas.openxmlformats.org/officeDocument/2006/relationships/chart" Target="../charts/chart1043.xml"/><Relationship Id="rId5" Type="http://schemas.openxmlformats.org/officeDocument/2006/relationships/chart" Target="../charts/chart1044.xml"/><Relationship Id="rId6" Type="http://schemas.openxmlformats.org/officeDocument/2006/relationships/chart" Target="../charts/chart1045.xml"/><Relationship Id="rId7" Type="http://schemas.openxmlformats.org/officeDocument/2006/relationships/chart" Target="../charts/chart1046.xml"/><Relationship Id="rId8" Type="http://schemas.openxmlformats.org/officeDocument/2006/relationships/chart" Target="../charts/chart1047.xml"/><Relationship Id="rId9" Type="http://schemas.openxmlformats.org/officeDocument/2006/relationships/chart" Target="../charts/chart1048.xml"/><Relationship Id="rId10" Type="http://schemas.openxmlformats.org/officeDocument/2006/relationships/notesSlide" Target="../notesSlides/notesSlide1121.xml"/></Relationships>
</file>

<file path=ppt/slides/_rels/slide10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2.xml"/></Relationships>
</file>

<file path=ppt/slides/_rels/slide10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9.xml"/><Relationship Id="rId4" Type="http://schemas.openxmlformats.org/officeDocument/2006/relationships/chart" Target="../charts/chart1050.xml"/><Relationship Id="rId5" Type="http://schemas.openxmlformats.org/officeDocument/2006/relationships/notesSlide" Target="../notesSlides/notesSlide1123.xml"/></Relationships>
</file>

<file path=ppt/slides/_rels/slide10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5.xml"/></Relationships>
</file>

<file path=ppt/slides/_rels/slide10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7.xml"/></Relationships>
</file>

<file path=ppt/slides/_rels/slide10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1.xml"/><Relationship Id="rId4" Type="http://schemas.openxmlformats.org/officeDocument/2006/relationships/chart" Target="../charts/chart1052.xml"/><Relationship Id="rId5" Type="http://schemas.openxmlformats.org/officeDocument/2006/relationships/notesSlide" Target="../notesSlides/notesSlide1128.xml"/></Relationships>
</file>

<file path=ppt/slides/_rels/slide10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9.xml"/></Relationships>
</file>

<file path=ppt/slides/_rels/slide10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0.xml"/></Relationships>
</file>

<file path=ppt/slides/_rels/slide10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3.xml"/><Relationship Id="rId4" Type="http://schemas.openxmlformats.org/officeDocument/2006/relationships/chart" Target="../charts/chart1054.xml"/><Relationship Id="rId5" Type="http://schemas.openxmlformats.org/officeDocument/2006/relationships/notesSlide" Target="../notesSlides/notesSlide1131.xml"/></Relationships>
</file>

<file path=ppt/slides/_rels/slide10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2.xml"/></Relationships>
</file>

<file path=ppt/slides/_rels/slide10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3.xml"/></Relationships>
</file>

<file path=ppt/slides/_rels/slide10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5.xml"/><Relationship Id="rId4" Type="http://schemas.openxmlformats.org/officeDocument/2006/relationships/chart" Target="../charts/chart1056.xml"/><Relationship Id="rId5" Type="http://schemas.openxmlformats.org/officeDocument/2006/relationships/notesSlide" Target="../notesSlides/notesSlide1134.xml"/></Relationships>
</file>

<file path=ppt/slides/_rels/slide10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5.xml"/></Relationships>
</file>

<file path=ppt/slides/_rels/slide10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6.xml"/></Relationships>
</file>

<file path=ppt/slides/_rels/slide10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7.xml"/><Relationship Id="rId4" Type="http://schemas.openxmlformats.org/officeDocument/2006/relationships/chart" Target="../charts/chart1058.xml"/><Relationship Id="rId5" Type="http://schemas.openxmlformats.org/officeDocument/2006/relationships/notesSlide" Target="../notesSlides/notesSlide1137.xml"/></Relationships>
</file>

<file path=ppt/slides/_rels/slide10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8.xml"/></Relationships>
</file>

<file path=ppt/slides/_rels/slide10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9.xml"/></Relationships>
</file>

<file path=ppt/slides/_rels/slide10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9.xml"/><Relationship Id="rId4" Type="http://schemas.openxmlformats.org/officeDocument/2006/relationships/chart" Target="../charts/chart1060.xml"/><Relationship Id="rId5" Type="http://schemas.openxmlformats.org/officeDocument/2006/relationships/notesSlide" Target="../notesSlides/notesSlide1140.xml"/></Relationships>
</file>

<file path=ppt/slides/_rels/slide10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1.xml"/></Relationships>
</file>

<file path=ppt/slides/_rels/slide10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2.xml"/></Relationships>
</file>

<file path=ppt/slides/_rels/slide10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1.xml"/><Relationship Id="rId4" Type="http://schemas.openxmlformats.org/officeDocument/2006/relationships/chart" Target="../charts/chart1062.xml"/><Relationship Id="rId5" Type="http://schemas.openxmlformats.org/officeDocument/2006/relationships/notesSlide" Target="../notesSlides/notesSlide1143.xml"/></Relationships>
</file>

<file path=ppt/slides/_rels/slide10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5.xml"/></Relationships>
</file>

<file path=ppt/slides/_rels/slide10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7.xml"/></Relationships>
</file>

<file path=ppt/slides/_rels/slide10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3.xml"/><Relationship Id="rId4" Type="http://schemas.openxmlformats.org/officeDocument/2006/relationships/chart" Target="../charts/chart1064.xml"/><Relationship Id="rId5" Type="http://schemas.openxmlformats.org/officeDocument/2006/relationships/chart" Target="../charts/chart1065.xml"/><Relationship Id="rId6" Type="http://schemas.openxmlformats.org/officeDocument/2006/relationships/chart" Target="../charts/chart1066.xml"/><Relationship Id="rId7" Type="http://schemas.openxmlformats.org/officeDocument/2006/relationships/notesSlide" Target="../notesSlides/notesSlide1148.xml"/></Relationships>
</file>

<file path=ppt/slides/_rels/slide10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7.xml"/><Relationship Id="rId4" Type="http://schemas.openxmlformats.org/officeDocument/2006/relationships/chart" Target="../charts/chart1068.xml"/><Relationship Id="rId5" Type="http://schemas.openxmlformats.org/officeDocument/2006/relationships/chart" Target="../charts/chart1069.xml"/><Relationship Id="rId6" Type="http://schemas.openxmlformats.org/officeDocument/2006/relationships/chart" Target="../charts/chart1070.xml"/><Relationship Id="rId7" Type="http://schemas.openxmlformats.org/officeDocument/2006/relationships/notesSlide" Target="../notesSlides/notesSlide1149.xml"/></Relationships>
</file>

<file path=ppt/slides/_rels/slide10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1.xml"/><Relationship Id="rId4" Type="http://schemas.openxmlformats.org/officeDocument/2006/relationships/chart" Target="../charts/chart1072.xml"/><Relationship Id="rId5" Type="http://schemas.openxmlformats.org/officeDocument/2006/relationships/chart" Target="../charts/chart1073.xml"/><Relationship Id="rId6" Type="http://schemas.openxmlformats.org/officeDocument/2006/relationships/chart" Target="../charts/chart1074.xml"/><Relationship Id="rId7" Type="http://schemas.openxmlformats.org/officeDocument/2006/relationships/chart" Target="../charts/chart1075.xml"/><Relationship Id="rId8" Type="http://schemas.openxmlformats.org/officeDocument/2006/relationships/chart" Target="../charts/chart1076.xml"/><Relationship Id="rId9" Type="http://schemas.openxmlformats.org/officeDocument/2006/relationships/chart" Target="../charts/chart1077.xml"/><Relationship Id="rId10" Type="http://schemas.openxmlformats.org/officeDocument/2006/relationships/notesSlide" Target="../notesSlides/notesSlide1150.xml"/></Relationships>
</file>

<file path=ppt/slides/_rels/slide10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1.xml"/></Relationships>
</file>

<file path=ppt/slides/_rels/slide10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8.xml"/><Relationship Id="rId4" Type="http://schemas.openxmlformats.org/officeDocument/2006/relationships/chart" Target="../charts/chart1079.xml"/><Relationship Id="rId5" Type="http://schemas.openxmlformats.org/officeDocument/2006/relationships/notesSlide" Target="../notesSlides/notesSlide1152.xml"/></Relationships>
</file>

<file path=ppt/slides/_rels/slide10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4.xml"/></Relationships>
</file>

<file path=ppt/slides/_rels/slide10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6.xml"/></Relationships>
</file>

<file path=ppt/slides/_rels/slide10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0.xml"/><Relationship Id="rId4" Type="http://schemas.openxmlformats.org/officeDocument/2006/relationships/chart" Target="../charts/chart1081.xml"/><Relationship Id="rId5" Type="http://schemas.openxmlformats.org/officeDocument/2006/relationships/notesSlide" Target="../notesSlides/notesSlide1157.xml"/></Relationships>
</file>

<file path=ppt/slides/_rels/slide10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8.xml"/></Relationships>
</file>

<file path=ppt/slides/_rels/slide10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9.xml"/></Relationships>
</file>

<file path=ppt/slides/_rels/slide10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2.xml"/><Relationship Id="rId4" Type="http://schemas.openxmlformats.org/officeDocument/2006/relationships/chart" Target="../charts/chart1083.xml"/><Relationship Id="rId5" Type="http://schemas.openxmlformats.org/officeDocument/2006/relationships/notesSlide" Target="../notesSlides/notesSlide1160.xml"/></Relationships>
</file>

<file path=ppt/slides/_rels/slide10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1.xml"/></Relationships>
</file>

<file path=ppt/slides/_rels/slide10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2.xml"/></Relationships>
</file>

<file path=ppt/slides/_rels/slide10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4.xml"/><Relationship Id="rId4" Type="http://schemas.openxmlformats.org/officeDocument/2006/relationships/chart" Target="../charts/chart1085.xml"/><Relationship Id="rId5" Type="http://schemas.openxmlformats.org/officeDocument/2006/relationships/notesSlide" Target="../notesSlides/notesSlide1163.xml"/></Relationships>
</file>

<file path=ppt/slides/_rels/slide10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4.xml"/></Relationships>
</file>

<file path=ppt/slides/_rels/slide10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5.xml"/></Relationships>
</file>

<file path=ppt/slides/_rels/slide10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6.xml"/><Relationship Id="rId4" Type="http://schemas.openxmlformats.org/officeDocument/2006/relationships/chart" Target="../charts/chart1087.xml"/><Relationship Id="rId5" Type="http://schemas.openxmlformats.org/officeDocument/2006/relationships/notesSlide" Target="../notesSlides/notesSlide1166.xml"/></Relationships>
</file>

<file path=ppt/slides/_rels/slide10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7.xml"/></Relationships>
</file>

<file path=ppt/slides/_rels/slide10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8.xml"/></Relationships>
</file>

<file path=ppt/slides/_rels/slide10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8.xml"/><Relationship Id="rId4" Type="http://schemas.openxmlformats.org/officeDocument/2006/relationships/chart" Target="../charts/chart1089.xml"/><Relationship Id="rId5" Type="http://schemas.openxmlformats.org/officeDocument/2006/relationships/notesSlide" Target="../notesSlides/notesSlide1169.xml"/></Relationships>
</file>

<file path=ppt/slides/_rels/slide10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0.xml"/></Relationships>
</file>

<file path=ppt/slides/_rels/slide10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1.xml"/></Relationships>
</file>

<file path=ppt/slides/_rels/slide10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0.xml"/><Relationship Id="rId4" Type="http://schemas.openxmlformats.org/officeDocument/2006/relationships/chart" Target="../charts/chart1091.xml"/><Relationship Id="rId5" Type="http://schemas.openxmlformats.org/officeDocument/2006/relationships/notesSlide" Target="../notesSlides/notesSlide1172.xml"/></Relationships>
</file>

<file path=ppt/slides/_rels/slide10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4.xml"/></Relationships>
</file>

<file path=ppt/slides/_rels/slide10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6.xml"/></Relationships>
</file>

<file path=ppt/slides/_rels/slide10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2.xml"/><Relationship Id="rId4" Type="http://schemas.openxmlformats.org/officeDocument/2006/relationships/chart" Target="../charts/chart1093.xml"/><Relationship Id="rId5" Type="http://schemas.openxmlformats.org/officeDocument/2006/relationships/chart" Target="../charts/chart1094.xml"/><Relationship Id="rId6" Type="http://schemas.openxmlformats.org/officeDocument/2006/relationships/chart" Target="../charts/chart1095.xml"/><Relationship Id="rId7" Type="http://schemas.openxmlformats.org/officeDocument/2006/relationships/notesSlide" Target="../notesSlides/notesSlide1177.xml"/></Relationships>
</file>

<file path=ppt/slides/_rels/slide10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6.xml"/><Relationship Id="rId4" Type="http://schemas.openxmlformats.org/officeDocument/2006/relationships/chart" Target="../charts/chart1097.xml"/><Relationship Id="rId5" Type="http://schemas.openxmlformats.org/officeDocument/2006/relationships/chart" Target="../charts/chart1098.xml"/><Relationship Id="rId6" Type="http://schemas.openxmlformats.org/officeDocument/2006/relationships/chart" Target="../charts/chart1099.xml"/><Relationship Id="rId7" Type="http://schemas.openxmlformats.org/officeDocument/2006/relationships/notesSlide" Target="../notesSlides/notesSlide1178.xml"/></Relationships>
</file>

<file path=ppt/slides/_rels/slide1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0.xml"/><Relationship Id="rId4" Type="http://schemas.openxmlformats.org/officeDocument/2006/relationships/chart" Target="../charts/chart1101.xml"/><Relationship Id="rId5" Type="http://schemas.openxmlformats.org/officeDocument/2006/relationships/chart" Target="../charts/chart1102.xml"/><Relationship Id="rId6" Type="http://schemas.openxmlformats.org/officeDocument/2006/relationships/chart" Target="../charts/chart1103.xml"/><Relationship Id="rId7" Type="http://schemas.openxmlformats.org/officeDocument/2006/relationships/chart" Target="../charts/chart1104.xml"/><Relationship Id="rId8" Type="http://schemas.openxmlformats.org/officeDocument/2006/relationships/chart" Target="../charts/chart1105.xml"/><Relationship Id="rId9" Type="http://schemas.openxmlformats.org/officeDocument/2006/relationships/chart" Target="../charts/chart1106.xml"/><Relationship Id="rId10" Type="http://schemas.openxmlformats.org/officeDocument/2006/relationships/notesSlide" Target="../notesSlides/notesSlide1179.xml"/></Relationships>
</file>

<file path=ppt/slides/_rels/slide1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0.xml"/></Relationships>
</file>

<file path=ppt/slides/_rels/slide1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7.xml"/><Relationship Id="rId4" Type="http://schemas.openxmlformats.org/officeDocument/2006/relationships/chart" Target="../charts/chart1108.xml"/><Relationship Id="rId5" Type="http://schemas.openxmlformats.org/officeDocument/2006/relationships/notesSlide" Target="../notesSlides/notesSlide1181.xml"/></Relationships>
</file>

<file path=ppt/slides/_rels/slide1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3.xml"/></Relationships>
</file>

<file path=ppt/slides/_rels/slide1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5.xml"/></Relationships>
</file>

<file path=ppt/slides/_rels/slide1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9.xml"/><Relationship Id="rId4" Type="http://schemas.openxmlformats.org/officeDocument/2006/relationships/chart" Target="../charts/chart1110.xml"/><Relationship Id="rId5" Type="http://schemas.openxmlformats.org/officeDocument/2006/relationships/notesSlide" Target="../notesSlides/notesSlide1186.xml"/></Relationships>
</file>

<file path=ppt/slides/_rels/slide1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7.xml"/></Relationships>
</file>

<file path=ppt/slides/_rels/slide1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8.xml"/></Relationships>
</file>

<file path=ppt/slides/_rels/slide1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1.xml"/><Relationship Id="rId4" Type="http://schemas.openxmlformats.org/officeDocument/2006/relationships/chart" Target="../charts/chart1112.xml"/><Relationship Id="rId5" Type="http://schemas.openxmlformats.org/officeDocument/2006/relationships/notesSlide" Target="../notesSlides/notesSlide1189.xml"/></Relationships>
</file>

<file path=ppt/slides/_rels/slide1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0.xml"/></Relationships>
</file>

<file path=ppt/slides/_rels/slide1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1.xml"/></Relationships>
</file>

<file path=ppt/slides/_rels/slide1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3.xml"/><Relationship Id="rId4" Type="http://schemas.openxmlformats.org/officeDocument/2006/relationships/chart" Target="../charts/chart1114.xml"/><Relationship Id="rId5" Type="http://schemas.openxmlformats.org/officeDocument/2006/relationships/notesSlide" Target="../notesSlides/notesSlide1192.xml"/></Relationships>
</file>

<file path=ppt/slides/_rels/slide1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3.xml"/></Relationships>
</file>

<file path=ppt/slides/_rels/slide1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4.xml"/></Relationships>
</file>

<file path=ppt/slides/_rels/slide1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5.xml"/><Relationship Id="rId4" Type="http://schemas.openxmlformats.org/officeDocument/2006/relationships/chart" Target="../charts/chart1116.xml"/><Relationship Id="rId5" Type="http://schemas.openxmlformats.org/officeDocument/2006/relationships/notesSlide" Target="../notesSlides/notesSlide1195.xml"/></Relationships>
</file>

<file path=ppt/slides/_rels/slide1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6.xml"/></Relationships>
</file>

<file path=ppt/slides/_rels/slide1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7.xml"/></Relationships>
</file>

<file path=ppt/slides/_rels/slide1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7.xml"/><Relationship Id="rId4" Type="http://schemas.openxmlformats.org/officeDocument/2006/relationships/chart" Target="../charts/chart1118.xml"/><Relationship Id="rId5" Type="http://schemas.openxmlformats.org/officeDocument/2006/relationships/notesSlide" Target="../notesSlides/notesSlide1198.xml"/></Relationships>
</file>

<file path=ppt/slides/_rels/slide1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9.xml"/></Relationships>
</file>

<file path=ppt/slides/_rels/slide1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0.xml"/></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9.xml"/><Relationship Id="rId4" Type="http://schemas.openxmlformats.org/officeDocument/2006/relationships/chart" Target="../charts/chart1120.xml"/><Relationship Id="rId5" Type="http://schemas.openxmlformats.org/officeDocument/2006/relationships/notesSlide" Target="../notesSlides/notesSlide1201.xml"/></Relationships>
</file>

<file path=ppt/slides/_rels/slide1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3.xml"/></Relationships>
</file>

<file path=ppt/slides/_rels/slide1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5.xml"/></Relationships>
</file>

<file path=ppt/slides/_rels/slide1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1.xml"/><Relationship Id="rId4" Type="http://schemas.openxmlformats.org/officeDocument/2006/relationships/chart" Target="../charts/chart1122.xml"/><Relationship Id="rId5" Type="http://schemas.openxmlformats.org/officeDocument/2006/relationships/chart" Target="../charts/chart1123.xml"/><Relationship Id="rId6" Type="http://schemas.openxmlformats.org/officeDocument/2006/relationships/chart" Target="../charts/chart1124.xml"/><Relationship Id="rId7" Type="http://schemas.openxmlformats.org/officeDocument/2006/relationships/notesSlide" Target="../notesSlides/notesSlide1206.xml"/></Relationships>
</file>

<file path=ppt/slides/_rels/slide1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5.xml"/><Relationship Id="rId4" Type="http://schemas.openxmlformats.org/officeDocument/2006/relationships/chart" Target="../charts/chart1126.xml"/><Relationship Id="rId5" Type="http://schemas.openxmlformats.org/officeDocument/2006/relationships/chart" Target="../charts/chart1127.xml"/><Relationship Id="rId6" Type="http://schemas.openxmlformats.org/officeDocument/2006/relationships/chart" Target="../charts/chart1128.xml"/><Relationship Id="rId7" Type="http://schemas.openxmlformats.org/officeDocument/2006/relationships/notesSlide" Target="../notesSlides/notesSlide1207.xml"/></Relationships>
</file>

<file path=ppt/slides/_rels/slide1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29.xml"/><Relationship Id="rId4" Type="http://schemas.openxmlformats.org/officeDocument/2006/relationships/chart" Target="../charts/chart1130.xml"/><Relationship Id="rId5" Type="http://schemas.openxmlformats.org/officeDocument/2006/relationships/chart" Target="../charts/chart1131.xml"/><Relationship Id="rId6" Type="http://schemas.openxmlformats.org/officeDocument/2006/relationships/chart" Target="../charts/chart1132.xml"/><Relationship Id="rId7" Type="http://schemas.openxmlformats.org/officeDocument/2006/relationships/chart" Target="../charts/chart1133.xml"/><Relationship Id="rId8" Type="http://schemas.openxmlformats.org/officeDocument/2006/relationships/chart" Target="../charts/chart1134.xml"/><Relationship Id="rId9" Type="http://schemas.openxmlformats.org/officeDocument/2006/relationships/chart" Target="../charts/chart1135.xml"/><Relationship Id="rId10" Type="http://schemas.openxmlformats.org/officeDocument/2006/relationships/notesSlide" Target="../notesSlides/notesSlide1208.xml"/></Relationships>
</file>

<file path=ppt/slides/_rels/slide1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9.xml"/></Relationships>
</file>

<file path=ppt/slides/_rels/slide1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6.xml"/><Relationship Id="rId4" Type="http://schemas.openxmlformats.org/officeDocument/2006/relationships/chart" Target="../charts/chart1137.xml"/><Relationship Id="rId5" Type="http://schemas.openxmlformats.org/officeDocument/2006/relationships/notesSlide" Target="../notesSlides/notesSlide1210.xml"/></Relationships>
</file>

<file path=ppt/slides/_rels/slide1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2.xml"/></Relationships>
</file>

<file path=ppt/slides/_rels/slide1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4.xml"/></Relationships>
</file>

<file path=ppt/slides/_rels/slide1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8.xml"/><Relationship Id="rId4" Type="http://schemas.openxmlformats.org/officeDocument/2006/relationships/chart" Target="../charts/chart1139.xml"/><Relationship Id="rId5" Type="http://schemas.openxmlformats.org/officeDocument/2006/relationships/notesSlide" Target="../notesSlides/notesSlide1215.xml"/></Relationships>
</file>

<file path=ppt/slides/_rels/slide1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6.xml"/></Relationships>
</file>

<file path=ppt/slides/_rels/slide1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7.xml"/></Relationships>
</file>

<file path=ppt/slides/_rels/slide1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0.xml"/><Relationship Id="rId4" Type="http://schemas.openxmlformats.org/officeDocument/2006/relationships/chart" Target="../charts/chart1141.xml"/><Relationship Id="rId5" Type="http://schemas.openxmlformats.org/officeDocument/2006/relationships/notesSlide" Target="../notesSlides/notesSlide1218.xml"/></Relationships>
</file>

<file path=ppt/slides/_rels/slide1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9.xml"/></Relationships>
</file>

<file path=ppt/slides/_rels/slide1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0.xml"/></Relationships>
</file>

<file path=ppt/slides/_rels/slide1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2.xml"/><Relationship Id="rId4" Type="http://schemas.openxmlformats.org/officeDocument/2006/relationships/chart" Target="../charts/chart1143.xml"/><Relationship Id="rId5" Type="http://schemas.openxmlformats.org/officeDocument/2006/relationships/notesSlide" Target="../notesSlides/notesSlide1221.xml"/></Relationships>
</file>

<file path=ppt/slides/_rels/slide1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2.xml"/></Relationships>
</file>

<file path=ppt/slides/_rels/slide1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3.xml"/></Relationships>
</file>

<file path=ppt/slides/_rels/slide1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4.xml"/><Relationship Id="rId4" Type="http://schemas.openxmlformats.org/officeDocument/2006/relationships/chart" Target="../charts/chart1145.xml"/><Relationship Id="rId5" Type="http://schemas.openxmlformats.org/officeDocument/2006/relationships/notesSlide" Target="../notesSlides/notesSlide1224.xml"/></Relationships>
</file>

<file path=ppt/slides/_rels/slide1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5.xml"/></Relationships>
</file>

<file path=ppt/slides/_rels/slide1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6.xml"/></Relationships>
</file>

<file path=ppt/slides/_rels/slide1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6.xml"/><Relationship Id="rId4" Type="http://schemas.openxmlformats.org/officeDocument/2006/relationships/chart" Target="../charts/chart1147.xml"/><Relationship Id="rId5" Type="http://schemas.openxmlformats.org/officeDocument/2006/relationships/notesSlide" Target="../notesSlides/notesSlide1227.xml"/></Relationships>
</file>

<file path=ppt/slides/_rels/slide1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8.xml"/></Relationships>
</file>

<file path=ppt/slides/_rels/slide1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9.xml"/></Relationships>
</file>

<file path=ppt/slides/_rels/slide1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8.xml"/><Relationship Id="rId4" Type="http://schemas.openxmlformats.org/officeDocument/2006/relationships/chart" Target="../charts/chart1149.xml"/><Relationship Id="rId5" Type="http://schemas.openxmlformats.org/officeDocument/2006/relationships/notesSlide" Target="../notesSlides/notesSlide1230.xml"/></Relationships>
</file>

<file path=ppt/slides/_rels/slide1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2.xml"/></Relationships>
</file>

<file path=ppt/slides/_rels/slide1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4.xml"/></Relationships>
</file>

<file path=ppt/slides/_rels/slide1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0.xml"/><Relationship Id="rId4" Type="http://schemas.openxmlformats.org/officeDocument/2006/relationships/chart" Target="../charts/chart1151.xml"/><Relationship Id="rId5" Type="http://schemas.openxmlformats.org/officeDocument/2006/relationships/chart" Target="../charts/chart1152.xml"/><Relationship Id="rId6" Type="http://schemas.openxmlformats.org/officeDocument/2006/relationships/chart" Target="../charts/chart1153.xml"/><Relationship Id="rId7" Type="http://schemas.openxmlformats.org/officeDocument/2006/relationships/notesSlide" Target="../notesSlides/notesSlide1235.xml"/></Relationships>
</file>

<file path=ppt/slides/_rels/slide1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4.xml"/><Relationship Id="rId4" Type="http://schemas.openxmlformats.org/officeDocument/2006/relationships/chart" Target="../charts/chart1155.xml"/><Relationship Id="rId5" Type="http://schemas.openxmlformats.org/officeDocument/2006/relationships/chart" Target="../charts/chart1156.xml"/><Relationship Id="rId6" Type="http://schemas.openxmlformats.org/officeDocument/2006/relationships/chart" Target="../charts/chart1157.xml"/><Relationship Id="rId7" Type="http://schemas.openxmlformats.org/officeDocument/2006/relationships/notesSlide" Target="../notesSlides/notesSlide1236.xml"/></Relationships>
</file>

<file path=ppt/slides/_rels/slide1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8.xml"/><Relationship Id="rId4" Type="http://schemas.openxmlformats.org/officeDocument/2006/relationships/chart" Target="../charts/chart1159.xml"/><Relationship Id="rId5" Type="http://schemas.openxmlformats.org/officeDocument/2006/relationships/chart" Target="../charts/chart1160.xml"/><Relationship Id="rId6" Type="http://schemas.openxmlformats.org/officeDocument/2006/relationships/chart" Target="../charts/chart1161.xml"/><Relationship Id="rId7" Type="http://schemas.openxmlformats.org/officeDocument/2006/relationships/chart" Target="../charts/chart1162.xml"/><Relationship Id="rId8" Type="http://schemas.openxmlformats.org/officeDocument/2006/relationships/chart" Target="../charts/chart1163.xml"/><Relationship Id="rId9" Type="http://schemas.openxmlformats.org/officeDocument/2006/relationships/chart" Target="../charts/chart1164.xml"/><Relationship Id="rId10" Type="http://schemas.openxmlformats.org/officeDocument/2006/relationships/notesSlide" Target="../notesSlides/notesSlide1237.xml"/></Relationships>
</file>

<file path=ppt/slides/_rels/slide1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8.xml"/></Relationships>
</file>

<file path=ppt/slides/_rels/slide1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5.xml"/><Relationship Id="rId4" Type="http://schemas.openxmlformats.org/officeDocument/2006/relationships/chart" Target="../charts/chart1166.xml"/><Relationship Id="rId5" Type="http://schemas.openxmlformats.org/officeDocument/2006/relationships/notesSlide" Target="../notesSlides/notesSlide1239.xml"/></Relationships>
</file>

<file path=ppt/slides/_rels/slide1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1.xml"/></Relationships>
</file>

<file path=ppt/slides/_rels/slide1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3.xml"/></Relationships>
</file>

<file path=ppt/slides/_rels/slide1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7.xml"/><Relationship Id="rId4" Type="http://schemas.openxmlformats.org/officeDocument/2006/relationships/chart" Target="../charts/chart1168.xml"/><Relationship Id="rId5" Type="http://schemas.openxmlformats.org/officeDocument/2006/relationships/notesSlide" Target="../notesSlides/notesSlide1244.xml"/></Relationships>
</file>

<file path=ppt/slides/_rels/slide1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5.xml"/></Relationships>
</file>

<file path=ppt/slides/_rels/slide1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6.xml"/></Relationships>
</file>

<file path=ppt/slides/_rels/slide1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69.xml"/><Relationship Id="rId4" Type="http://schemas.openxmlformats.org/officeDocument/2006/relationships/chart" Target="../charts/chart1170.xml"/><Relationship Id="rId5" Type="http://schemas.openxmlformats.org/officeDocument/2006/relationships/notesSlide" Target="../notesSlides/notesSlide1247.xml"/></Relationships>
</file>

<file path=ppt/slides/_rels/slide1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8.xml"/></Relationships>
</file>

<file path=ppt/slides/_rels/slide1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9.xml"/></Relationships>
</file>

<file path=ppt/slides/_rels/slide1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1.xml"/><Relationship Id="rId4" Type="http://schemas.openxmlformats.org/officeDocument/2006/relationships/chart" Target="../charts/chart1172.xml"/><Relationship Id="rId5" Type="http://schemas.openxmlformats.org/officeDocument/2006/relationships/notesSlide" Target="../notesSlides/notesSlide1250.xml"/></Relationships>
</file>

<file path=ppt/slides/_rels/slide1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1.xml"/></Relationships>
</file>

<file path=ppt/slides/_rels/slide1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2.xml"/></Relationships>
</file>

<file path=ppt/slides/_rels/slide1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3.xml"/><Relationship Id="rId4" Type="http://schemas.openxmlformats.org/officeDocument/2006/relationships/chart" Target="../charts/chart1174.xml"/><Relationship Id="rId5" Type="http://schemas.openxmlformats.org/officeDocument/2006/relationships/notesSlide" Target="../notesSlides/notesSlide1253.xml"/></Relationships>
</file>

<file path=ppt/slides/_rels/slide1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4.xml"/></Relationships>
</file>

<file path=ppt/slides/_rels/slide1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5.xml"/></Relationships>
</file>

<file path=ppt/slides/_rels/slide1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5.xml"/><Relationship Id="rId4" Type="http://schemas.openxmlformats.org/officeDocument/2006/relationships/chart" Target="../charts/chart1176.xml"/><Relationship Id="rId5" Type="http://schemas.openxmlformats.org/officeDocument/2006/relationships/notesSlide" Target="../notesSlides/notesSlide1256.xml"/></Relationships>
</file>

<file path=ppt/slides/_rels/slide1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7.xml"/></Relationships>
</file>

<file path=ppt/slides/_rels/slide1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8.xml"/></Relationships>
</file>

<file path=ppt/slides/_rels/slide1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7.xml"/><Relationship Id="rId4" Type="http://schemas.openxmlformats.org/officeDocument/2006/relationships/chart" Target="../charts/chart1178.xml"/><Relationship Id="rId5" Type="http://schemas.openxmlformats.org/officeDocument/2006/relationships/notesSlide" Target="../notesSlides/notesSlide1259.xml"/></Relationships>
</file>

<file path=ppt/slides/_rels/slide1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1.xml"/></Relationships>
</file>

<file path=ppt/slides/_rels/slide1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3.xml"/></Relationships>
</file>

<file path=ppt/slides/_rels/slide1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9.xml"/><Relationship Id="rId4" Type="http://schemas.openxmlformats.org/officeDocument/2006/relationships/chart" Target="../charts/chart1180.xml"/><Relationship Id="rId5" Type="http://schemas.openxmlformats.org/officeDocument/2006/relationships/chart" Target="../charts/chart1181.xml"/><Relationship Id="rId6" Type="http://schemas.openxmlformats.org/officeDocument/2006/relationships/chart" Target="../charts/chart1182.xml"/><Relationship Id="rId7" Type="http://schemas.openxmlformats.org/officeDocument/2006/relationships/notesSlide" Target="../notesSlides/notesSlide1264.xml"/></Relationships>
</file>

<file path=ppt/slides/_rels/slide1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3.xml"/><Relationship Id="rId4" Type="http://schemas.openxmlformats.org/officeDocument/2006/relationships/chart" Target="../charts/chart1184.xml"/><Relationship Id="rId5" Type="http://schemas.openxmlformats.org/officeDocument/2006/relationships/chart" Target="../charts/chart1185.xml"/><Relationship Id="rId6" Type="http://schemas.openxmlformats.org/officeDocument/2006/relationships/chart" Target="../charts/chart1186.xml"/><Relationship Id="rId7" Type="http://schemas.openxmlformats.org/officeDocument/2006/relationships/notesSlide" Target="../notesSlides/notesSlide1265.xml"/></Relationships>
</file>

<file path=ppt/slides/_rels/slide1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7.xml"/><Relationship Id="rId4" Type="http://schemas.openxmlformats.org/officeDocument/2006/relationships/chart" Target="../charts/chart1188.xml"/><Relationship Id="rId5" Type="http://schemas.openxmlformats.org/officeDocument/2006/relationships/chart" Target="../charts/chart1189.xml"/><Relationship Id="rId6" Type="http://schemas.openxmlformats.org/officeDocument/2006/relationships/chart" Target="../charts/chart1190.xml"/><Relationship Id="rId7" Type="http://schemas.openxmlformats.org/officeDocument/2006/relationships/chart" Target="../charts/chart1191.xml"/><Relationship Id="rId8" Type="http://schemas.openxmlformats.org/officeDocument/2006/relationships/chart" Target="../charts/chart1192.xml"/><Relationship Id="rId9" Type="http://schemas.openxmlformats.org/officeDocument/2006/relationships/chart" Target="../charts/chart1193.xml"/><Relationship Id="rId10" Type="http://schemas.openxmlformats.org/officeDocument/2006/relationships/notesSlide" Target="../notesSlides/notesSlide1266.xml"/></Relationships>
</file>

<file path=ppt/slides/_rels/slide1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7.xml"/></Relationships>
</file>

<file path=ppt/slides/_rels/slide1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4.xml"/><Relationship Id="rId4" Type="http://schemas.openxmlformats.org/officeDocument/2006/relationships/chart" Target="../charts/chart1195.xml"/><Relationship Id="rId5" Type="http://schemas.openxmlformats.org/officeDocument/2006/relationships/notesSlide" Target="../notesSlides/notesSlide1268.xml"/></Relationships>
</file>

<file path=ppt/slides/_rels/slide1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0.xml"/></Relationships>
</file>

<file path=ppt/slides/_rels/slide1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2.xml"/></Relationships>
</file>

<file path=ppt/slides/_rels/slide1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6.xml"/><Relationship Id="rId4" Type="http://schemas.openxmlformats.org/officeDocument/2006/relationships/chart" Target="../charts/chart1197.xml"/><Relationship Id="rId5" Type="http://schemas.openxmlformats.org/officeDocument/2006/relationships/notesSlide" Target="../notesSlides/notesSlide1273.xml"/></Relationships>
</file>

<file path=ppt/slides/_rels/slide1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4.xml"/></Relationships>
</file>

<file path=ppt/slides/_rels/slide1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5.xml"/></Relationships>
</file>

<file path=ppt/slides/_rels/slide1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8.xml"/><Relationship Id="rId4" Type="http://schemas.openxmlformats.org/officeDocument/2006/relationships/chart" Target="../charts/chart1199.xml"/><Relationship Id="rId5" Type="http://schemas.openxmlformats.org/officeDocument/2006/relationships/notesSlide" Target="../notesSlides/notesSlide1276.xml"/></Relationships>
</file>

<file path=ppt/slides/_rels/slide1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7.xml"/></Relationships>
</file>

<file path=ppt/slides/_rels/slide1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8.xml"/></Relationships>
</file>

<file path=ppt/slides/_rels/slide1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0.xml"/><Relationship Id="rId4" Type="http://schemas.openxmlformats.org/officeDocument/2006/relationships/chart" Target="../charts/chart1201.xml"/><Relationship Id="rId5" Type="http://schemas.openxmlformats.org/officeDocument/2006/relationships/notesSlide" Target="../notesSlides/notesSlide1279.xml"/></Relationships>
</file>

<file path=ppt/slides/_rels/slide1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0.xml"/></Relationships>
</file>

<file path=ppt/slides/_rels/slide1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1.xml"/></Relationships>
</file>

<file path=ppt/slides/_rels/slide1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2.xml"/><Relationship Id="rId4" Type="http://schemas.openxmlformats.org/officeDocument/2006/relationships/chart" Target="../charts/chart1203.xml"/><Relationship Id="rId5" Type="http://schemas.openxmlformats.org/officeDocument/2006/relationships/notesSlide" Target="../notesSlides/notesSlide1282.xml"/></Relationships>
</file>

<file path=ppt/slides/_rels/slide1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3.xml"/></Relationships>
</file>

<file path=ppt/slides/_rels/slide1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4.xml"/></Relationships>
</file>

<file path=ppt/slides/_rels/slide1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4.xml"/><Relationship Id="rId4" Type="http://schemas.openxmlformats.org/officeDocument/2006/relationships/chart" Target="../charts/chart1205.xml"/><Relationship Id="rId5" Type="http://schemas.openxmlformats.org/officeDocument/2006/relationships/notesSlide" Target="../notesSlides/notesSlide1285.xml"/></Relationships>
</file>

<file path=ppt/slides/_rels/slide1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6.xml"/></Relationships>
</file>

<file path=ppt/slides/_rels/slide1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7.xml"/></Relationships>
</file>

<file path=ppt/slides/_rels/slide1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6.xml"/><Relationship Id="rId4" Type="http://schemas.openxmlformats.org/officeDocument/2006/relationships/chart" Target="../charts/chart1207.xml"/><Relationship Id="rId5" Type="http://schemas.openxmlformats.org/officeDocument/2006/relationships/notesSlide" Target="../notesSlides/notesSlide1288.xml"/></Relationships>
</file>

<file path=ppt/slides/_rels/slide1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0.xml"/></Relationships>
</file>

<file path=ppt/slides/_rels/slide1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2.xml"/></Relationships>
</file>

<file path=ppt/slides/_rels/slide1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8.xml"/><Relationship Id="rId4" Type="http://schemas.openxmlformats.org/officeDocument/2006/relationships/chart" Target="../charts/chart1209.xml"/><Relationship Id="rId5" Type="http://schemas.openxmlformats.org/officeDocument/2006/relationships/chart" Target="../charts/chart1210.xml"/><Relationship Id="rId6" Type="http://schemas.openxmlformats.org/officeDocument/2006/relationships/chart" Target="../charts/chart1211.xml"/><Relationship Id="rId7" Type="http://schemas.openxmlformats.org/officeDocument/2006/relationships/notesSlide" Target="../notesSlides/notesSlide1293.xml"/></Relationships>
</file>

<file path=ppt/slides/_rels/slide1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2.xml"/><Relationship Id="rId4" Type="http://schemas.openxmlformats.org/officeDocument/2006/relationships/chart" Target="../charts/chart1213.xml"/><Relationship Id="rId5" Type="http://schemas.openxmlformats.org/officeDocument/2006/relationships/chart" Target="../charts/chart1214.xml"/><Relationship Id="rId6" Type="http://schemas.openxmlformats.org/officeDocument/2006/relationships/chart" Target="../charts/chart1215.xml"/><Relationship Id="rId7" Type="http://schemas.openxmlformats.org/officeDocument/2006/relationships/notesSlide" Target="../notesSlides/notesSlide1294.xml"/></Relationships>
</file>

<file path=ppt/slides/_rels/slide1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6.xml"/><Relationship Id="rId4" Type="http://schemas.openxmlformats.org/officeDocument/2006/relationships/chart" Target="../charts/chart1217.xml"/><Relationship Id="rId5" Type="http://schemas.openxmlformats.org/officeDocument/2006/relationships/chart" Target="../charts/chart1218.xml"/><Relationship Id="rId6" Type="http://schemas.openxmlformats.org/officeDocument/2006/relationships/chart" Target="../charts/chart1219.xml"/><Relationship Id="rId7" Type="http://schemas.openxmlformats.org/officeDocument/2006/relationships/chart" Target="../charts/chart1220.xml"/><Relationship Id="rId8" Type="http://schemas.openxmlformats.org/officeDocument/2006/relationships/chart" Target="../charts/chart1221.xml"/><Relationship Id="rId9" Type="http://schemas.openxmlformats.org/officeDocument/2006/relationships/chart" Target="../charts/chart1222.xml"/><Relationship Id="rId10" Type="http://schemas.openxmlformats.org/officeDocument/2006/relationships/notesSlide" Target="../notesSlides/notesSlide1295.xml"/></Relationships>
</file>

<file path=ppt/slides/_rels/slide1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6.xml"/></Relationships>
</file>

<file path=ppt/slides/_rels/slide1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3.xml"/><Relationship Id="rId4" Type="http://schemas.openxmlformats.org/officeDocument/2006/relationships/chart" Target="../charts/chart1224.xml"/><Relationship Id="rId5" Type="http://schemas.openxmlformats.org/officeDocument/2006/relationships/notesSlide" Target="../notesSlides/notesSlide1297.xml"/></Relationships>
</file>

<file path=ppt/slides/_rels/slide1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9.xml"/></Relationships>
</file>

<file path=ppt/slides/_rels/slide1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1.xml"/></Relationships>
</file>

<file path=ppt/slides/_rels/slide1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5.xml"/><Relationship Id="rId4" Type="http://schemas.openxmlformats.org/officeDocument/2006/relationships/chart" Target="../charts/chart1226.xml"/><Relationship Id="rId5" Type="http://schemas.openxmlformats.org/officeDocument/2006/relationships/notesSlide" Target="../notesSlides/notesSlide1302.xml"/></Relationships>
</file>

<file path=ppt/slides/_rels/slide1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3.xml"/></Relationships>
</file>

<file path=ppt/slides/_rels/slide1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4.xml"/></Relationships>
</file>

<file path=ppt/slides/_rels/slide1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7.xml"/><Relationship Id="rId4" Type="http://schemas.openxmlformats.org/officeDocument/2006/relationships/chart" Target="../charts/chart1228.xml"/><Relationship Id="rId5" Type="http://schemas.openxmlformats.org/officeDocument/2006/relationships/notesSlide" Target="../notesSlides/notesSlide1305.xml"/></Relationships>
</file>

<file path=ppt/slides/_rels/slide1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6.xml"/></Relationships>
</file>

<file path=ppt/slides/_rels/slide1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7.xml"/></Relationships>
</file>

<file path=ppt/slides/_rels/slide1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9.xml"/><Relationship Id="rId4" Type="http://schemas.openxmlformats.org/officeDocument/2006/relationships/chart" Target="../charts/chart1230.xml"/><Relationship Id="rId5" Type="http://schemas.openxmlformats.org/officeDocument/2006/relationships/notesSlide" Target="../notesSlides/notesSlide1308.xml"/></Relationships>
</file>

<file path=ppt/slides/_rels/slide1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9.xml"/></Relationships>
</file>

<file path=ppt/slides/_rels/slide1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0.xml"/></Relationships>
</file>

<file path=ppt/slides/_rels/slide1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1.xml"/><Relationship Id="rId4" Type="http://schemas.openxmlformats.org/officeDocument/2006/relationships/chart" Target="../charts/chart1232.xml"/><Relationship Id="rId5" Type="http://schemas.openxmlformats.org/officeDocument/2006/relationships/notesSlide" Target="../notesSlides/notesSlide1311.xml"/></Relationships>
</file>

<file path=ppt/slides/_rels/slide1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2.xml"/></Relationships>
</file>

<file path=ppt/slides/_rels/slide1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3.xml"/></Relationships>
</file>

<file path=ppt/slides/_rels/slide1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3.xml"/><Relationship Id="rId4" Type="http://schemas.openxmlformats.org/officeDocument/2006/relationships/chart" Target="../charts/chart1234.xml"/><Relationship Id="rId5" Type="http://schemas.openxmlformats.org/officeDocument/2006/relationships/notesSlide" Target="../notesSlides/notesSlide1314.xml"/></Relationships>
</file>

<file path=ppt/slides/_rels/slide1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5.xml"/></Relationships>
</file>

<file path=ppt/slides/_rels/slide1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6.xml"/></Relationships>
</file>

<file path=ppt/slides/_rels/slide1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5.xml"/><Relationship Id="rId4" Type="http://schemas.openxmlformats.org/officeDocument/2006/relationships/chart" Target="../charts/chart1236.xml"/><Relationship Id="rId5" Type="http://schemas.openxmlformats.org/officeDocument/2006/relationships/notesSlide" Target="../notesSlides/notesSlide1317.xml"/></Relationships>
</file>

<file path=ppt/slides/_rels/slide1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9.xml"/></Relationships>
</file>

<file path=ppt/slides/_rels/slide1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1.xml"/></Relationships>
</file>

<file path=ppt/slides/_rels/slide1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7.xml"/><Relationship Id="rId4" Type="http://schemas.openxmlformats.org/officeDocument/2006/relationships/chart" Target="../charts/chart1238.xml"/><Relationship Id="rId5" Type="http://schemas.openxmlformats.org/officeDocument/2006/relationships/chart" Target="../charts/chart1239.xml"/><Relationship Id="rId6" Type="http://schemas.openxmlformats.org/officeDocument/2006/relationships/chart" Target="../charts/chart1240.xml"/><Relationship Id="rId7" Type="http://schemas.openxmlformats.org/officeDocument/2006/relationships/notesSlide" Target="../notesSlides/notesSlide1322.xml"/></Relationships>
</file>

<file path=ppt/slides/_rels/slide1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1.xml"/><Relationship Id="rId4" Type="http://schemas.openxmlformats.org/officeDocument/2006/relationships/chart" Target="../charts/chart1242.xml"/><Relationship Id="rId5" Type="http://schemas.openxmlformats.org/officeDocument/2006/relationships/chart" Target="../charts/chart1243.xml"/><Relationship Id="rId6" Type="http://schemas.openxmlformats.org/officeDocument/2006/relationships/chart" Target="../charts/chart1244.xml"/><Relationship Id="rId7" Type="http://schemas.openxmlformats.org/officeDocument/2006/relationships/notesSlide" Target="../notesSlides/notesSlide1323.xml"/></Relationships>
</file>

<file path=ppt/slides/_rels/slide1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5.xml"/><Relationship Id="rId4" Type="http://schemas.openxmlformats.org/officeDocument/2006/relationships/chart" Target="../charts/chart1246.xml"/><Relationship Id="rId5" Type="http://schemas.openxmlformats.org/officeDocument/2006/relationships/chart" Target="../charts/chart1247.xml"/><Relationship Id="rId6" Type="http://schemas.openxmlformats.org/officeDocument/2006/relationships/chart" Target="../charts/chart1248.xml"/><Relationship Id="rId7" Type="http://schemas.openxmlformats.org/officeDocument/2006/relationships/chart" Target="../charts/chart1249.xml"/><Relationship Id="rId8" Type="http://schemas.openxmlformats.org/officeDocument/2006/relationships/chart" Target="../charts/chart1250.xml"/><Relationship Id="rId9" Type="http://schemas.openxmlformats.org/officeDocument/2006/relationships/chart" Target="../charts/chart1251.xml"/><Relationship Id="rId10" Type="http://schemas.openxmlformats.org/officeDocument/2006/relationships/notesSlide" Target="../notesSlides/notesSlide1324.xml"/></Relationships>
</file>

<file path=ppt/slides/_rels/slide1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5.xml"/></Relationships>
</file>

<file path=ppt/slides/_rels/slide1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2.xml"/><Relationship Id="rId4" Type="http://schemas.openxmlformats.org/officeDocument/2006/relationships/chart" Target="../charts/chart1253.xml"/><Relationship Id="rId5" Type="http://schemas.openxmlformats.org/officeDocument/2006/relationships/notesSlide" Target="../notesSlides/notesSlide1326.xml"/></Relationships>
</file>

<file path=ppt/slides/_rels/slide1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8.xml"/></Relationships>
</file>

<file path=ppt/slides/_rels/slide1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0.xml"/></Relationships>
</file>

<file path=ppt/slides/_rels/slide1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4.xml"/><Relationship Id="rId4" Type="http://schemas.openxmlformats.org/officeDocument/2006/relationships/chart" Target="../charts/chart1255.xml"/><Relationship Id="rId5" Type="http://schemas.openxmlformats.org/officeDocument/2006/relationships/notesSlide" Target="../notesSlides/notesSlide1331.xml"/></Relationships>
</file>

<file path=ppt/slides/_rels/slide1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2.xml"/></Relationships>
</file>

<file path=ppt/slides/_rels/slide1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3.xml"/></Relationships>
</file>

<file path=ppt/slides/_rels/slide1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6.xml"/><Relationship Id="rId4" Type="http://schemas.openxmlformats.org/officeDocument/2006/relationships/chart" Target="../charts/chart1257.xml"/><Relationship Id="rId5" Type="http://schemas.openxmlformats.org/officeDocument/2006/relationships/notesSlide" Target="../notesSlides/notesSlide1334.xml"/></Relationships>
</file>

<file path=ppt/slides/_rels/slide1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5.xml"/></Relationships>
</file>

<file path=ppt/slides/_rels/slide1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6.xml"/></Relationships>
</file>

<file path=ppt/slides/_rels/slide1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8.xml"/><Relationship Id="rId4" Type="http://schemas.openxmlformats.org/officeDocument/2006/relationships/chart" Target="../charts/chart1259.xml"/><Relationship Id="rId5" Type="http://schemas.openxmlformats.org/officeDocument/2006/relationships/notesSlide" Target="../notesSlides/notesSlide1337.xml"/></Relationships>
</file>

<file path=ppt/slides/_rels/slide1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8.xml"/></Relationships>
</file>

<file path=ppt/slides/_rels/slide1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9.xml"/></Relationships>
</file>

<file path=ppt/slides/_rels/slide1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0.xml"/><Relationship Id="rId4" Type="http://schemas.openxmlformats.org/officeDocument/2006/relationships/chart" Target="../charts/chart1261.xml"/><Relationship Id="rId5" Type="http://schemas.openxmlformats.org/officeDocument/2006/relationships/notesSlide" Target="../notesSlides/notesSlide1340.xml"/></Relationships>
</file>

<file path=ppt/slides/_rels/slide1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1.xml"/></Relationships>
</file>

<file path=ppt/slides/_rels/slide1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2.xml"/></Relationships>
</file>

<file path=ppt/slides/_rels/slide1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2.xml"/><Relationship Id="rId4" Type="http://schemas.openxmlformats.org/officeDocument/2006/relationships/chart" Target="../charts/chart1263.xml"/><Relationship Id="rId5" Type="http://schemas.openxmlformats.org/officeDocument/2006/relationships/notesSlide" Target="../notesSlides/notesSlide1343.xml"/></Relationships>
</file>

<file path=ppt/slides/_rels/slide1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4.xml"/></Relationships>
</file>

<file path=ppt/slides/_rels/slide1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5.xml"/></Relationships>
</file>

<file path=ppt/slides/_rels/slide1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4.xml"/><Relationship Id="rId4" Type="http://schemas.openxmlformats.org/officeDocument/2006/relationships/chart" Target="../charts/chart1265.xml"/><Relationship Id="rId5" Type="http://schemas.openxmlformats.org/officeDocument/2006/relationships/notesSlide" Target="../notesSlides/notesSlide1346.xml"/></Relationships>
</file>

<file path=ppt/slides/_rels/slide1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8.xml"/></Relationships>
</file>

<file path=ppt/slides/_rels/slide1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0.xml"/></Relationships>
</file>

<file path=ppt/slides/_rels/slide1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6.xml"/><Relationship Id="rId4" Type="http://schemas.openxmlformats.org/officeDocument/2006/relationships/chart" Target="../charts/chart1267.xml"/><Relationship Id="rId5" Type="http://schemas.openxmlformats.org/officeDocument/2006/relationships/chart" Target="../charts/chart1268.xml"/><Relationship Id="rId6" Type="http://schemas.openxmlformats.org/officeDocument/2006/relationships/chart" Target="../charts/chart1269.xml"/><Relationship Id="rId7" Type="http://schemas.openxmlformats.org/officeDocument/2006/relationships/notesSlide" Target="../notesSlides/notesSlide1351.xml"/></Relationships>
</file>

<file path=ppt/slides/_rels/slide1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0.xml"/><Relationship Id="rId4" Type="http://schemas.openxmlformats.org/officeDocument/2006/relationships/chart" Target="../charts/chart1271.xml"/><Relationship Id="rId5" Type="http://schemas.openxmlformats.org/officeDocument/2006/relationships/chart" Target="../charts/chart1272.xml"/><Relationship Id="rId6" Type="http://schemas.openxmlformats.org/officeDocument/2006/relationships/chart" Target="../charts/chart1273.xml"/><Relationship Id="rId7" Type="http://schemas.openxmlformats.org/officeDocument/2006/relationships/notesSlide" Target="../notesSlides/notesSlide1352.xml"/></Relationships>
</file>

<file path=ppt/slides/_rels/slide1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4.xml"/><Relationship Id="rId4" Type="http://schemas.openxmlformats.org/officeDocument/2006/relationships/chart" Target="../charts/chart1275.xml"/><Relationship Id="rId5" Type="http://schemas.openxmlformats.org/officeDocument/2006/relationships/chart" Target="../charts/chart1276.xml"/><Relationship Id="rId6" Type="http://schemas.openxmlformats.org/officeDocument/2006/relationships/chart" Target="../charts/chart1277.xml"/><Relationship Id="rId7" Type="http://schemas.openxmlformats.org/officeDocument/2006/relationships/chart" Target="../charts/chart1278.xml"/><Relationship Id="rId8" Type="http://schemas.openxmlformats.org/officeDocument/2006/relationships/chart" Target="../charts/chart1279.xml"/><Relationship Id="rId9" Type="http://schemas.openxmlformats.org/officeDocument/2006/relationships/chart" Target="../charts/chart1280.xml"/><Relationship Id="rId10" Type="http://schemas.openxmlformats.org/officeDocument/2006/relationships/notesSlide" Target="../notesSlides/notesSlide1353.xml"/></Relationships>
</file>

<file path=ppt/slides/_rels/slide1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4.xml"/></Relationships>
</file>

<file path=ppt/slides/_rels/slide1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1.xml"/><Relationship Id="rId4" Type="http://schemas.openxmlformats.org/officeDocument/2006/relationships/chart" Target="../charts/chart1282.xml"/><Relationship Id="rId5" Type="http://schemas.openxmlformats.org/officeDocument/2006/relationships/notesSlide" Target="../notesSlides/notesSlide1355.xml"/></Relationships>
</file>

<file path=ppt/slides/_rels/slide1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7.xml"/></Relationships>
</file>

<file path=ppt/slides/_rels/slide1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9.xml"/></Relationships>
</file>

<file path=ppt/slides/_rels/slide1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3.xml"/><Relationship Id="rId4" Type="http://schemas.openxmlformats.org/officeDocument/2006/relationships/chart" Target="../charts/chart1284.xml"/><Relationship Id="rId5" Type="http://schemas.openxmlformats.org/officeDocument/2006/relationships/notesSlide" Target="../notesSlides/notesSlide1360.xml"/></Relationships>
</file>

<file path=ppt/slides/_rels/slide1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1.xml"/></Relationships>
</file>

<file path=ppt/slides/_rels/slide1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2.xml"/></Relationships>
</file>

<file path=ppt/slides/_rels/slide1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5.xml"/><Relationship Id="rId4" Type="http://schemas.openxmlformats.org/officeDocument/2006/relationships/chart" Target="../charts/chart1286.xml"/><Relationship Id="rId5" Type="http://schemas.openxmlformats.org/officeDocument/2006/relationships/notesSlide" Target="../notesSlides/notesSlide1363.xml"/></Relationships>
</file>

<file path=ppt/slides/_rels/slide1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4.xml"/></Relationships>
</file>

<file path=ppt/slides/_rels/slide1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5.xml"/></Relationships>
</file>

<file path=ppt/slides/_rels/slide1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7.xml"/><Relationship Id="rId4" Type="http://schemas.openxmlformats.org/officeDocument/2006/relationships/chart" Target="../charts/chart1288.xml"/><Relationship Id="rId5" Type="http://schemas.openxmlformats.org/officeDocument/2006/relationships/notesSlide" Target="../notesSlides/notesSlide1366.xml"/></Relationships>
</file>

<file path=ppt/slides/_rels/slide1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7.xml"/></Relationships>
</file>

<file path=ppt/slides/_rels/slide1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8.xml"/></Relationships>
</file>

<file path=ppt/slides/_rels/slide1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89.xml"/><Relationship Id="rId4" Type="http://schemas.openxmlformats.org/officeDocument/2006/relationships/chart" Target="../charts/chart1290.xml"/><Relationship Id="rId5" Type="http://schemas.openxmlformats.org/officeDocument/2006/relationships/notesSlide" Target="../notesSlides/notesSlide1369.xml"/></Relationships>
</file>

<file path=ppt/slides/_rels/slide1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0.xml"/></Relationships>
</file>

<file path=ppt/slides/_rels/slide1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1.xml"/></Relationships>
</file>

<file path=ppt/slides/_rels/slide1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1.xml"/><Relationship Id="rId4" Type="http://schemas.openxmlformats.org/officeDocument/2006/relationships/chart" Target="../charts/chart1292.xml"/><Relationship Id="rId5" Type="http://schemas.openxmlformats.org/officeDocument/2006/relationships/notesSlide" Target="../notesSlides/notesSlide1372.xml"/></Relationships>
</file>

<file path=ppt/slides/_rels/slide1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3.xml"/></Relationships>
</file>

<file path=ppt/slides/_rels/slide1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4.xml"/></Relationships>
</file>

<file path=ppt/slides/_rels/slide1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3.xml"/><Relationship Id="rId4" Type="http://schemas.openxmlformats.org/officeDocument/2006/relationships/chart" Target="../charts/chart1294.xml"/><Relationship Id="rId5" Type="http://schemas.openxmlformats.org/officeDocument/2006/relationships/notesSlide" Target="../notesSlides/notesSlide1375.xml"/></Relationships>
</file>

<file path=ppt/slides/_rels/slide1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7.xml"/></Relationships>
</file>

<file path=ppt/slides/_rels/slide1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9.xml"/></Relationships>
</file>

<file path=ppt/slides/_rels/slide1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5.xml"/><Relationship Id="rId4" Type="http://schemas.openxmlformats.org/officeDocument/2006/relationships/chart" Target="../charts/chart1296.xml"/><Relationship Id="rId5" Type="http://schemas.openxmlformats.org/officeDocument/2006/relationships/chart" Target="../charts/chart1297.xml"/><Relationship Id="rId6" Type="http://schemas.openxmlformats.org/officeDocument/2006/relationships/chart" Target="../charts/chart1298.xml"/><Relationship Id="rId7" Type="http://schemas.openxmlformats.org/officeDocument/2006/relationships/notesSlide" Target="../notesSlides/notesSlide1380.xml"/></Relationships>
</file>

<file path=ppt/slides/_rels/slide1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9.xml"/><Relationship Id="rId4" Type="http://schemas.openxmlformats.org/officeDocument/2006/relationships/chart" Target="../charts/chart1300.xml"/><Relationship Id="rId5" Type="http://schemas.openxmlformats.org/officeDocument/2006/relationships/chart" Target="../charts/chart1301.xml"/><Relationship Id="rId6" Type="http://schemas.openxmlformats.org/officeDocument/2006/relationships/chart" Target="../charts/chart1302.xml"/><Relationship Id="rId7" Type="http://schemas.openxmlformats.org/officeDocument/2006/relationships/notesSlide" Target="../notesSlides/notesSlide1381.xml"/></Relationships>
</file>

<file path=ppt/slides/_rels/slide1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3.xml"/><Relationship Id="rId4" Type="http://schemas.openxmlformats.org/officeDocument/2006/relationships/chart" Target="../charts/chart1304.xml"/><Relationship Id="rId5" Type="http://schemas.openxmlformats.org/officeDocument/2006/relationships/chart" Target="../charts/chart1305.xml"/><Relationship Id="rId6" Type="http://schemas.openxmlformats.org/officeDocument/2006/relationships/chart" Target="../charts/chart1306.xml"/><Relationship Id="rId7" Type="http://schemas.openxmlformats.org/officeDocument/2006/relationships/chart" Target="../charts/chart1307.xml"/><Relationship Id="rId8" Type="http://schemas.openxmlformats.org/officeDocument/2006/relationships/chart" Target="../charts/chart1308.xml"/><Relationship Id="rId9" Type="http://schemas.openxmlformats.org/officeDocument/2006/relationships/chart" Target="../charts/chart1309.xml"/><Relationship Id="rId10" Type="http://schemas.openxmlformats.org/officeDocument/2006/relationships/notesSlide" Target="../notesSlides/notesSlide1382.xml"/></Relationships>
</file>

<file path=ppt/slides/_rels/slide1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3.xml"/></Relationships>
</file>

<file path=ppt/slides/_rels/slide1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0.xml"/><Relationship Id="rId4" Type="http://schemas.openxmlformats.org/officeDocument/2006/relationships/chart" Target="../charts/chart1311.xml"/><Relationship Id="rId5" Type="http://schemas.openxmlformats.org/officeDocument/2006/relationships/notesSlide" Target="../notesSlides/notesSlide1384.xml"/></Relationships>
</file>

<file path=ppt/slides/_rels/slide1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6.xml"/></Relationships>
</file>

<file path=ppt/slides/_rels/slide1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8.xml"/></Relationships>
</file>

<file path=ppt/slides/_rels/slide1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2.xml"/><Relationship Id="rId4" Type="http://schemas.openxmlformats.org/officeDocument/2006/relationships/chart" Target="../charts/chart1313.xml"/><Relationship Id="rId5" Type="http://schemas.openxmlformats.org/officeDocument/2006/relationships/notesSlide" Target="../notesSlides/notesSlide1389.xml"/></Relationships>
</file>

<file path=ppt/slides/_rels/slide1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0.xml"/></Relationships>
</file>

<file path=ppt/slides/_rels/slide1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1.xml"/></Relationships>
</file>

<file path=ppt/slides/_rels/slide1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4.xml"/><Relationship Id="rId4" Type="http://schemas.openxmlformats.org/officeDocument/2006/relationships/chart" Target="../charts/chart1315.xml"/><Relationship Id="rId5" Type="http://schemas.openxmlformats.org/officeDocument/2006/relationships/notesSlide" Target="../notesSlides/notesSlide1392.xml"/></Relationships>
</file>

<file path=ppt/slides/_rels/slide1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3.xml"/></Relationships>
</file>

<file path=ppt/slides/_rels/slide1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4.xml"/></Relationships>
</file>

<file path=ppt/slides/_rels/slide1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6.xml"/><Relationship Id="rId4" Type="http://schemas.openxmlformats.org/officeDocument/2006/relationships/chart" Target="../charts/chart1317.xml"/><Relationship Id="rId5" Type="http://schemas.openxmlformats.org/officeDocument/2006/relationships/notesSlide" Target="../notesSlides/notesSlide1395.xml"/></Relationships>
</file>

<file path=ppt/slides/_rels/slide1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6.xml"/></Relationships>
</file>

<file path=ppt/slides/_rels/slide1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7.xml"/></Relationships>
</file>

<file path=ppt/slides/_rels/slide1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8.xml"/><Relationship Id="rId4" Type="http://schemas.openxmlformats.org/officeDocument/2006/relationships/chart" Target="../charts/chart1319.xml"/><Relationship Id="rId5" Type="http://schemas.openxmlformats.org/officeDocument/2006/relationships/notesSlide" Target="../notesSlides/notesSlide1398.xml"/></Relationships>
</file>

<file path=ppt/slides/_rels/slide1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9.xml"/></Relationships>
</file>

<file path=ppt/slides/_rels/slide1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0.xml"/></Relationships>
</file>

<file path=ppt/slides/_rels/slide1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0.xml"/><Relationship Id="rId4" Type="http://schemas.openxmlformats.org/officeDocument/2006/relationships/chart" Target="../charts/chart1321.xml"/><Relationship Id="rId5" Type="http://schemas.openxmlformats.org/officeDocument/2006/relationships/notesSlide" Target="../notesSlides/notesSlide1401.xml"/></Relationships>
</file>

<file path=ppt/slides/_rels/slide1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2.xml"/></Relationships>
</file>

<file path=ppt/slides/_rels/slide1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3.xml"/></Relationships>
</file>

<file path=ppt/slides/_rels/slide1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2.xml"/><Relationship Id="rId4" Type="http://schemas.openxmlformats.org/officeDocument/2006/relationships/chart" Target="../charts/chart1323.xml"/><Relationship Id="rId5" Type="http://schemas.openxmlformats.org/officeDocument/2006/relationships/notesSlide" Target="../notesSlides/notesSlide1404.xml"/></Relationships>
</file>

<file path=ppt/slides/_rels/slide1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6.xml"/></Relationships>
</file>

<file path=ppt/slides/_rels/slide1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8.xml"/></Relationships>
</file>

<file path=ppt/slides/_rels/slide1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4.xml"/><Relationship Id="rId4" Type="http://schemas.openxmlformats.org/officeDocument/2006/relationships/chart" Target="../charts/chart1325.xml"/><Relationship Id="rId5" Type="http://schemas.openxmlformats.org/officeDocument/2006/relationships/chart" Target="../charts/chart1326.xml"/><Relationship Id="rId6" Type="http://schemas.openxmlformats.org/officeDocument/2006/relationships/chart" Target="../charts/chart1327.xml"/><Relationship Id="rId7" Type="http://schemas.openxmlformats.org/officeDocument/2006/relationships/notesSlide" Target="../notesSlides/notesSlide1409.xml"/></Relationships>
</file>

<file path=ppt/slides/_rels/slide1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8.xml"/><Relationship Id="rId4" Type="http://schemas.openxmlformats.org/officeDocument/2006/relationships/chart" Target="../charts/chart1329.xml"/><Relationship Id="rId5" Type="http://schemas.openxmlformats.org/officeDocument/2006/relationships/chart" Target="../charts/chart1330.xml"/><Relationship Id="rId6" Type="http://schemas.openxmlformats.org/officeDocument/2006/relationships/chart" Target="../charts/chart1331.xml"/><Relationship Id="rId7" Type="http://schemas.openxmlformats.org/officeDocument/2006/relationships/notesSlide" Target="../notesSlides/notesSlide1410.xml"/></Relationships>
</file>

<file path=ppt/slides/_rels/slide1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2.xml"/><Relationship Id="rId4" Type="http://schemas.openxmlformats.org/officeDocument/2006/relationships/chart" Target="../charts/chart1333.xml"/><Relationship Id="rId5" Type="http://schemas.openxmlformats.org/officeDocument/2006/relationships/chart" Target="../charts/chart1334.xml"/><Relationship Id="rId6" Type="http://schemas.openxmlformats.org/officeDocument/2006/relationships/chart" Target="../charts/chart1335.xml"/><Relationship Id="rId7" Type="http://schemas.openxmlformats.org/officeDocument/2006/relationships/chart" Target="../charts/chart1336.xml"/><Relationship Id="rId8" Type="http://schemas.openxmlformats.org/officeDocument/2006/relationships/chart" Target="../charts/chart1337.xml"/><Relationship Id="rId9" Type="http://schemas.openxmlformats.org/officeDocument/2006/relationships/chart" Target="../charts/chart1338.xml"/><Relationship Id="rId10" Type="http://schemas.openxmlformats.org/officeDocument/2006/relationships/notesSlide" Target="../notesSlides/notesSlide1411.xml"/></Relationships>
</file>

<file path=ppt/slides/_rels/slide1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2.xml"/></Relationships>
</file>

<file path=ppt/slides/_rels/slide1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9.xml"/><Relationship Id="rId4" Type="http://schemas.openxmlformats.org/officeDocument/2006/relationships/chart" Target="../charts/chart1340.xml"/><Relationship Id="rId5" Type="http://schemas.openxmlformats.org/officeDocument/2006/relationships/notesSlide" Target="../notesSlides/notesSlide1413.xml"/></Relationships>
</file>

<file path=ppt/slides/_rels/slide1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5.xml"/></Relationships>
</file>

<file path=ppt/slides/_rels/slide1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7.xml"/></Relationships>
</file>

<file path=ppt/slides/_rels/slide1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1.xml"/><Relationship Id="rId4" Type="http://schemas.openxmlformats.org/officeDocument/2006/relationships/chart" Target="../charts/chart1342.xml"/><Relationship Id="rId5" Type="http://schemas.openxmlformats.org/officeDocument/2006/relationships/notesSlide" Target="../notesSlides/notesSlide1418.xml"/></Relationships>
</file>

<file path=ppt/slides/_rels/slide1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9.xml"/></Relationships>
</file>

<file path=ppt/slides/_rels/slide1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0.xml"/></Relationships>
</file>

<file path=ppt/slides/_rels/slide1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3.xml"/><Relationship Id="rId4" Type="http://schemas.openxmlformats.org/officeDocument/2006/relationships/chart" Target="../charts/chart1344.xml"/><Relationship Id="rId5" Type="http://schemas.openxmlformats.org/officeDocument/2006/relationships/notesSlide" Target="../notesSlides/notesSlide1421.xml"/></Relationships>
</file>

<file path=ppt/slides/_rels/slide1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2.xml"/></Relationships>
</file>

<file path=ppt/slides/_rels/slide1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3.xml"/></Relationships>
</file>

<file path=ppt/slides/_rels/slide1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5.xml"/><Relationship Id="rId4" Type="http://schemas.openxmlformats.org/officeDocument/2006/relationships/chart" Target="../charts/chart1346.xml"/><Relationship Id="rId5" Type="http://schemas.openxmlformats.org/officeDocument/2006/relationships/notesSlide" Target="../notesSlides/notesSlide1424.xml"/></Relationships>
</file>

<file path=ppt/slides/_rels/slide1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5.xml"/></Relationships>
</file>

<file path=ppt/slides/_rels/slide1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6.xml"/></Relationships>
</file>

<file path=ppt/slides/_rels/slide1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7.xml"/><Relationship Id="rId4" Type="http://schemas.openxmlformats.org/officeDocument/2006/relationships/chart" Target="../charts/chart1348.xml"/><Relationship Id="rId5" Type="http://schemas.openxmlformats.org/officeDocument/2006/relationships/notesSlide" Target="../notesSlides/notesSlide1427.xml"/></Relationships>
</file>

<file path=ppt/slides/_rels/slide1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8.xml"/></Relationships>
</file>

<file path=ppt/slides/_rels/slide1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9.xml"/></Relationships>
</file>

<file path=ppt/slides/_rels/slide1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9.xml"/><Relationship Id="rId4" Type="http://schemas.openxmlformats.org/officeDocument/2006/relationships/chart" Target="../charts/chart1350.xml"/><Relationship Id="rId5" Type="http://schemas.openxmlformats.org/officeDocument/2006/relationships/notesSlide" Target="../notesSlides/notesSlide1430.xml"/></Relationships>
</file>

<file path=ppt/slides/_rels/slide1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1.xml"/></Relationships>
</file>

<file path=ppt/slides/_rels/slide1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2.xml"/></Relationships>
</file>

<file path=ppt/slides/_rels/slide1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1.xml"/><Relationship Id="rId4" Type="http://schemas.openxmlformats.org/officeDocument/2006/relationships/chart" Target="../charts/chart1352.xml"/><Relationship Id="rId5" Type="http://schemas.openxmlformats.org/officeDocument/2006/relationships/notesSlide" Target="../notesSlides/notesSlide1433.xml"/></Relationships>
</file>

<file path=ppt/slides/_rels/slide1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5.xml"/></Relationships>
</file>

<file path=ppt/slides/_rels/slide1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7.xml"/></Relationships>
</file>

<file path=ppt/slides/_rels/slide1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3.xml"/><Relationship Id="rId4" Type="http://schemas.openxmlformats.org/officeDocument/2006/relationships/chart" Target="../charts/chart1354.xml"/><Relationship Id="rId5" Type="http://schemas.openxmlformats.org/officeDocument/2006/relationships/chart" Target="../charts/chart1355.xml"/><Relationship Id="rId6" Type="http://schemas.openxmlformats.org/officeDocument/2006/relationships/chart" Target="../charts/chart1356.xml"/><Relationship Id="rId7" Type="http://schemas.openxmlformats.org/officeDocument/2006/relationships/notesSlide" Target="../notesSlides/notesSlide1438.xml"/></Relationships>
</file>

<file path=ppt/slides/_rels/slide1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7.xml"/><Relationship Id="rId4" Type="http://schemas.openxmlformats.org/officeDocument/2006/relationships/chart" Target="../charts/chart1358.xml"/><Relationship Id="rId5" Type="http://schemas.openxmlformats.org/officeDocument/2006/relationships/chart" Target="../charts/chart1359.xml"/><Relationship Id="rId6" Type="http://schemas.openxmlformats.org/officeDocument/2006/relationships/chart" Target="../charts/chart1360.xml"/><Relationship Id="rId7" Type="http://schemas.openxmlformats.org/officeDocument/2006/relationships/notesSlide" Target="../notesSlides/notesSlide1439.xml"/></Relationships>
</file>

<file path=ppt/slides/_rels/slide1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1.xml"/><Relationship Id="rId4" Type="http://schemas.openxmlformats.org/officeDocument/2006/relationships/chart" Target="../charts/chart1362.xml"/><Relationship Id="rId5" Type="http://schemas.openxmlformats.org/officeDocument/2006/relationships/chart" Target="../charts/chart1363.xml"/><Relationship Id="rId6" Type="http://schemas.openxmlformats.org/officeDocument/2006/relationships/chart" Target="../charts/chart1364.xml"/><Relationship Id="rId7" Type="http://schemas.openxmlformats.org/officeDocument/2006/relationships/chart" Target="../charts/chart1365.xml"/><Relationship Id="rId8" Type="http://schemas.openxmlformats.org/officeDocument/2006/relationships/chart" Target="../charts/chart1366.xml"/><Relationship Id="rId9" Type="http://schemas.openxmlformats.org/officeDocument/2006/relationships/chart" Target="../charts/chart1367.xml"/><Relationship Id="rId10" Type="http://schemas.openxmlformats.org/officeDocument/2006/relationships/notesSlide" Target="../notesSlides/notesSlide1440.xml"/></Relationships>
</file>

<file path=ppt/slides/_rels/slide1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1.xml"/></Relationships>
</file>

<file path=ppt/slides/_rels/slide1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8.xml"/><Relationship Id="rId4" Type="http://schemas.openxmlformats.org/officeDocument/2006/relationships/chart" Target="../charts/chart1369.xml"/><Relationship Id="rId5" Type="http://schemas.openxmlformats.org/officeDocument/2006/relationships/notesSlide" Target="../notesSlides/notesSlide1442.xml"/></Relationships>
</file>

<file path=ppt/slides/_rels/slide1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4.xml"/></Relationships>
</file>

<file path=ppt/slides/_rels/slide1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6.xml"/></Relationships>
</file>

<file path=ppt/slides/_rels/slide1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0.xml"/><Relationship Id="rId4" Type="http://schemas.openxmlformats.org/officeDocument/2006/relationships/chart" Target="../charts/chart1371.xml"/><Relationship Id="rId5" Type="http://schemas.openxmlformats.org/officeDocument/2006/relationships/notesSlide" Target="../notesSlides/notesSlide1447.xml"/></Relationships>
</file>

<file path=ppt/slides/_rels/slide1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8.xml"/></Relationships>
</file>

<file path=ppt/slides/_rels/slide1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9.xml"/></Relationships>
</file>

<file path=ppt/slides/_rels/slide1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2.xml"/><Relationship Id="rId4" Type="http://schemas.openxmlformats.org/officeDocument/2006/relationships/chart" Target="../charts/chart1373.xml"/><Relationship Id="rId5" Type="http://schemas.openxmlformats.org/officeDocument/2006/relationships/notesSlide" Target="../notesSlides/notesSlide1450.xml"/></Relationships>
</file>

<file path=ppt/slides/_rels/slide1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1.xml"/></Relationships>
</file>

<file path=ppt/slides/_rels/slide1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2.xml"/></Relationships>
</file>

<file path=ppt/slides/_rels/slide1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4.xml"/><Relationship Id="rId4" Type="http://schemas.openxmlformats.org/officeDocument/2006/relationships/chart" Target="../charts/chart1375.xml"/><Relationship Id="rId5" Type="http://schemas.openxmlformats.org/officeDocument/2006/relationships/notesSlide" Target="../notesSlides/notesSlide1453.xml"/></Relationships>
</file>

<file path=ppt/slides/_rels/slide1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4.xml"/></Relationships>
</file>

<file path=ppt/slides/_rels/slide1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5.xml"/></Relationships>
</file>

<file path=ppt/slides/_rels/slide1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6.xml"/><Relationship Id="rId4" Type="http://schemas.openxmlformats.org/officeDocument/2006/relationships/chart" Target="../charts/chart1377.xml"/><Relationship Id="rId5" Type="http://schemas.openxmlformats.org/officeDocument/2006/relationships/notesSlide" Target="../notesSlides/notesSlide1456.xml"/></Relationships>
</file>

<file path=ppt/slides/_rels/slide1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7.xml"/></Relationships>
</file>

<file path=ppt/slides/_rels/slide1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8.xml"/></Relationships>
</file>

<file path=ppt/slides/_rels/slide1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8.xml"/><Relationship Id="rId4" Type="http://schemas.openxmlformats.org/officeDocument/2006/relationships/chart" Target="../charts/chart1379.xml"/><Relationship Id="rId5" Type="http://schemas.openxmlformats.org/officeDocument/2006/relationships/notesSlide" Target="../notesSlides/notesSlide1459.xml"/></Relationships>
</file>

<file path=ppt/slides/_rels/slide1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0.xml"/></Relationships>
</file>

<file path=ppt/slides/_rels/slide1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1.xml"/></Relationships>
</file>

<file path=ppt/slides/_rels/slide1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0.xml"/><Relationship Id="rId4" Type="http://schemas.openxmlformats.org/officeDocument/2006/relationships/chart" Target="../charts/chart1381.xml"/><Relationship Id="rId5" Type="http://schemas.openxmlformats.org/officeDocument/2006/relationships/notesSlide" Target="../notesSlides/notesSlide1462.xml"/></Relationships>
</file>

<file path=ppt/slides/_rels/slide1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4.xml"/></Relationships>
</file>

<file path=ppt/slides/_rels/slide1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6.xml"/></Relationships>
</file>

<file path=ppt/slides/_rels/slide1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2.xml"/><Relationship Id="rId4" Type="http://schemas.openxmlformats.org/officeDocument/2006/relationships/chart" Target="../charts/chart1383.xml"/><Relationship Id="rId5" Type="http://schemas.openxmlformats.org/officeDocument/2006/relationships/chart" Target="../charts/chart1384.xml"/><Relationship Id="rId6" Type="http://schemas.openxmlformats.org/officeDocument/2006/relationships/chart" Target="../charts/chart1385.xml"/><Relationship Id="rId7" Type="http://schemas.openxmlformats.org/officeDocument/2006/relationships/notesSlide" Target="../notesSlides/notesSlide1467.xml"/></Relationships>
</file>

<file path=ppt/slides/_rels/slide1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6.xml"/><Relationship Id="rId4" Type="http://schemas.openxmlformats.org/officeDocument/2006/relationships/chart" Target="../charts/chart1387.xml"/><Relationship Id="rId5" Type="http://schemas.openxmlformats.org/officeDocument/2006/relationships/chart" Target="../charts/chart1388.xml"/><Relationship Id="rId6" Type="http://schemas.openxmlformats.org/officeDocument/2006/relationships/chart" Target="../charts/chart1389.xml"/><Relationship Id="rId7" Type="http://schemas.openxmlformats.org/officeDocument/2006/relationships/notesSlide" Target="../notesSlides/notesSlide1468.xml"/></Relationships>
</file>

<file path=ppt/slides/_rels/slide1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0.xml"/><Relationship Id="rId4" Type="http://schemas.openxmlformats.org/officeDocument/2006/relationships/chart" Target="../charts/chart1391.xml"/><Relationship Id="rId5" Type="http://schemas.openxmlformats.org/officeDocument/2006/relationships/chart" Target="../charts/chart1392.xml"/><Relationship Id="rId6" Type="http://schemas.openxmlformats.org/officeDocument/2006/relationships/chart" Target="../charts/chart1393.xml"/><Relationship Id="rId7" Type="http://schemas.openxmlformats.org/officeDocument/2006/relationships/chart" Target="../charts/chart1394.xml"/><Relationship Id="rId8" Type="http://schemas.openxmlformats.org/officeDocument/2006/relationships/chart" Target="../charts/chart1395.xml"/><Relationship Id="rId9" Type="http://schemas.openxmlformats.org/officeDocument/2006/relationships/chart" Target="../charts/chart1396.xml"/><Relationship Id="rId10" Type="http://schemas.openxmlformats.org/officeDocument/2006/relationships/notesSlide" Target="../notesSlides/notesSlide1469.xml"/></Relationships>
</file>

<file path=ppt/slides/_rels/slide1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0.xml"/></Relationships>
</file>

<file path=ppt/slides/_rels/slide1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7.xml"/><Relationship Id="rId4" Type="http://schemas.openxmlformats.org/officeDocument/2006/relationships/chart" Target="../charts/chart1398.xml"/><Relationship Id="rId5" Type="http://schemas.openxmlformats.org/officeDocument/2006/relationships/notesSlide" Target="../notesSlides/notesSlide1471.xml"/></Relationships>
</file>

<file path=ppt/slides/_rels/slide1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3.xml"/></Relationships>
</file>

<file path=ppt/slides/_rels/slide1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5.xml"/></Relationships>
</file>

<file path=ppt/slides/_rels/slide1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9.xml"/><Relationship Id="rId4" Type="http://schemas.openxmlformats.org/officeDocument/2006/relationships/chart" Target="../charts/chart1400.xml"/><Relationship Id="rId5" Type="http://schemas.openxmlformats.org/officeDocument/2006/relationships/notesSlide" Target="../notesSlides/notesSlide1476.xml"/></Relationships>
</file>

<file path=ppt/slides/_rels/slide1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7.xml"/></Relationships>
</file>

<file path=ppt/slides/_rels/slide1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8.xml"/></Relationships>
</file>

<file path=ppt/slides/_rels/slide1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1.xml"/><Relationship Id="rId4" Type="http://schemas.openxmlformats.org/officeDocument/2006/relationships/chart" Target="../charts/chart1402.xml"/><Relationship Id="rId5" Type="http://schemas.openxmlformats.org/officeDocument/2006/relationships/notesSlide" Target="../notesSlides/notesSlide1479.xml"/></Relationships>
</file>

<file path=ppt/slides/_rels/slide1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0.xml"/></Relationships>
</file>

<file path=ppt/slides/_rels/slide1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1.xml"/></Relationships>
</file>

<file path=ppt/slides/_rels/slide1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3.xml"/><Relationship Id="rId4" Type="http://schemas.openxmlformats.org/officeDocument/2006/relationships/chart" Target="../charts/chart1404.xml"/><Relationship Id="rId5" Type="http://schemas.openxmlformats.org/officeDocument/2006/relationships/notesSlide" Target="../notesSlides/notesSlide1482.xml"/></Relationships>
</file>

<file path=ppt/slides/_rels/slide1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3.xml"/></Relationships>
</file>

<file path=ppt/slides/_rels/slide1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4.xml"/></Relationships>
</file>

<file path=ppt/slides/_rels/slide1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5.xml"/><Relationship Id="rId4" Type="http://schemas.openxmlformats.org/officeDocument/2006/relationships/chart" Target="../charts/chart1406.xml"/><Relationship Id="rId5" Type="http://schemas.openxmlformats.org/officeDocument/2006/relationships/notesSlide" Target="../notesSlides/notesSlide1485.xml"/></Relationships>
</file>

<file path=ppt/slides/_rels/slide1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6.xml"/></Relationships>
</file>

<file path=ppt/slides/_rels/slide1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7.xml"/></Relationships>
</file>

<file path=ppt/slides/_rels/slide1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7.xml"/><Relationship Id="rId4" Type="http://schemas.openxmlformats.org/officeDocument/2006/relationships/chart" Target="../charts/chart1408.xml"/><Relationship Id="rId5" Type="http://schemas.openxmlformats.org/officeDocument/2006/relationships/notesSlide" Target="../notesSlides/notesSlide1488.xml"/></Relationships>
</file>

<file path=ppt/slides/_rels/slide1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9.xml"/></Relationships>
</file>

<file path=ppt/slides/_rels/slide1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0.xml"/></Relationships>
</file>

<file path=ppt/slides/_rels/slide1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9.xml"/><Relationship Id="rId4" Type="http://schemas.openxmlformats.org/officeDocument/2006/relationships/chart" Target="../charts/chart1410.xml"/><Relationship Id="rId5" Type="http://schemas.openxmlformats.org/officeDocument/2006/relationships/notesSlide" Target="../notesSlides/notesSlide1491.xml"/></Relationships>
</file>

<file path=ppt/slides/_rels/slide1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3.xml"/></Relationships>
</file>

<file path=ppt/slides/_rels/slide1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5.xml"/></Relationships>
</file>

<file path=ppt/slides/_rels/slide1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1.xml"/><Relationship Id="rId4" Type="http://schemas.openxmlformats.org/officeDocument/2006/relationships/chart" Target="../charts/chart1412.xml"/><Relationship Id="rId5" Type="http://schemas.openxmlformats.org/officeDocument/2006/relationships/chart" Target="../charts/chart1413.xml"/><Relationship Id="rId6" Type="http://schemas.openxmlformats.org/officeDocument/2006/relationships/chart" Target="../charts/chart1414.xml"/><Relationship Id="rId7" Type="http://schemas.openxmlformats.org/officeDocument/2006/relationships/notesSlide" Target="../notesSlides/notesSlide1496.xml"/></Relationships>
</file>

<file path=ppt/slides/_rels/slide1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5.xml"/><Relationship Id="rId4" Type="http://schemas.openxmlformats.org/officeDocument/2006/relationships/chart" Target="../charts/chart1416.xml"/><Relationship Id="rId5" Type="http://schemas.openxmlformats.org/officeDocument/2006/relationships/chart" Target="../charts/chart1417.xml"/><Relationship Id="rId6" Type="http://schemas.openxmlformats.org/officeDocument/2006/relationships/chart" Target="../charts/chart1418.xml"/><Relationship Id="rId7" Type="http://schemas.openxmlformats.org/officeDocument/2006/relationships/notesSlide" Target="../notesSlides/notesSlide1497.xml"/></Relationships>
</file>

<file path=ppt/slides/_rels/slide1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9.xml"/><Relationship Id="rId4" Type="http://schemas.openxmlformats.org/officeDocument/2006/relationships/chart" Target="../charts/chart1420.xml"/><Relationship Id="rId5" Type="http://schemas.openxmlformats.org/officeDocument/2006/relationships/chart" Target="../charts/chart1421.xml"/><Relationship Id="rId6" Type="http://schemas.openxmlformats.org/officeDocument/2006/relationships/chart" Target="../charts/chart1422.xml"/><Relationship Id="rId7" Type="http://schemas.openxmlformats.org/officeDocument/2006/relationships/chart" Target="../charts/chart1423.xml"/><Relationship Id="rId8" Type="http://schemas.openxmlformats.org/officeDocument/2006/relationships/chart" Target="../charts/chart1424.xml"/><Relationship Id="rId9" Type="http://schemas.openxmlformats.org/officeDocument/2006/relationships/chart" Target="../charts/chart1425.xml"/><Relationship Id="rId10" Type="http://schemas.openxmlformats.org/officeDocument/2006/relationships/notesSlide" Target="../notesSlides/notesSlide1498.xml"/></Relationships>
</file>

<file path=ppt/slides/_rels/slide1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9.xml"/></Relationships>
</file>

<file path=ppt/slides/_rels/slide1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6.xml"/><Relationship Id="rId4" Type="http://schemas.openxmlformats.org/officeDocument/2006/relationships/chart" Target="../charts/chart1427.xml"/><Relationship Id="rId5" Type="http://schemas.openxmlformats.org/officeDocument/2006/relationships/notesSlide" Target="../notesSlides/notesSlide1500.xml"/></Relationships>
</file>

<file path=ppt/slides/_rels/slide1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2.xml"/></Relationships>
</file>

<file path=ppt/slides/_rels/slide1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4.xml"/></Relationships>
</file>

<file path=ppt/slides/_rels/slide1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8.xml"/><Relationship Id="rId4" Type="http://schemas.openxmlformats.org/officeDocument/2006/relationships/chart" Target="../charts/chart1429.xml"/><Relationship Id="rId5" Type="http://schemas.openxmlformats.org/officeDocument/2006/relationships/notesSlide" Target="../notesSlides/notesSlide1505.xml"/></Relationships>
</file>

<file path=ppt/slides/_rels/slide1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6.xml"/></Relationships>
</file>

<file path=ppt/slides/_rels/slide1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7.xml"/></Relationships>
</file>

<file path=ppt/slides/_rels/slide1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0.xml"/><Relationship Id="rId4" Type="http://schemas.openxmlformats.org/officeDocument/2006/relationships/chart" Target="../charts/chart1431.xml"/><Relationship Id="rId5" Type="http://schemas.openxmlformats.org/officeDocument/2006/relationships/notesSlide" Target="../notesSlides/notesSlide1508.xml"/></Relationships>
</file>

<file path=ppt/slides/_rels/slide1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9.xml"/></Relationships>
</file>

<file path=ppt/slides/_rels/slide1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0.xml"/></Relationships>
</file>

<file path=ppt/slides/_rels/slide1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2.xml"/><Relationship Id="rId4" Type="http://schemas.openxmlformats.org/officeDocument/2006/relationships/chart" Target="../charts/chart1433.xml"/><Relationship Id="rId5" Type="http://schemas.openxmlformats.org/officeDocument/2006/relationships/notesSlide" Target="../notesSlides/notesSlide1511.xml"/></Relationships>
</file>

<file path=ppt/slides/_rels/slide1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2.xml"/></Relationships>
</file>

<file path=ppt/slides/_rels/slide1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3.xml"/></Relationships>
</file>

<file path=ppt/slides/_rels/slide1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4.xml"/><Relationship Id="rId4" Type="http://schemas.openxmlformats.org/officeDocument/2006/relationships/chart" Target="../charts/chart1435.xml"/><Relationship Id="rId5" Type="http://schemas.openxmlformats.org/officeDocument/2006/relationships/notesSlide" Target="../notesSlides/notesSlide1514.xml"/></Relationships>
</file>

<file path=ppt/slides/_rels/slide1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5.xml"/></Relationships>
</file>

<file path=ppt/slides/_rels/slide1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6.xml"/></Relationships>
</file>

<file path=ppt/slides/_rels/slide1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6.xml"/><Relationship Id="rId4" Type="http://schemas.openxmlformats.org/officeDocument/2006/relationships/chart" Target="../charts/chart1437.xml"/><Relationship Id="rId5" Type="http://schemas.openxmlformats.org/officeDocument/2006/relationships/notesSlide" Target="../notesSlides/notesSlide1517.xml"/></Relationships>
</file>

<file path=ppt/slides/_rels/slide1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8.xml"/></Relationships>
</file>

<file path=ppt/slides/_rels/slide1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9.xml"/></Relationships>
</file>

<file path=ppt/slides/_rels/slide1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8.xml"/><Relationship Id="rId4" Type="http://schemas.openxmlformats.org/officeDocument/2006/relationships/chart" Target="../charts/chart1439.xml"/><Relationship Id="rId5" Type="http://schemas.openxmlformats.org/officeDocument/2006/relationships/notesSlide" Target="../notesSlides/notesSlide1520.xml"/></Relationships>
</file>

<file path=ppt/slides/_rels/slide1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2.xml"/></Relationships>
</file>

<file path=ppt/slides/_rels/slide1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4.xml"/></Relationships>
</file>

<file path=ppt/slides/_rels/slide1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0.xml"/><Relationship Id="rId4" Type="http://schemas.openxmlformats.org/officeDocument/2006/relationships/chart" Target="../charts/chart1441.xml"/><Relationship Id="rId5" Type="http://schemas.openxmlformats.org/officeDocument/2006/relationships/chart" Target="../charts/chart1442.xml"/><Relationship Id="rId6" Type="http://schemas.openxmlformats.org/officeDocument/2006/relationships/chart" Target="../charts/chart1443.xml"/><Relationship Id="rId7" Type="http://schemas.openxmlformats.org/officeDocument/2006/relationships/notesSlide" Target="../notesSlides/notesSlide1525.xml"/></Relationships>
</file>

<file path=ppt/slides/_rels/slide1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4.xml"/><Relationship Id="rId4" Type="http://schemas.openxmlformats.org/officeDocument/2006/relationships/chart" Target="../charts/chart1445.xml"/><Relationship Id="rId5" Type="http://schemas.openxmlformats.org/officeDocument/2006/relationships/chart" Target="../charts/chart1446.xml"/><Relationship Id="rId6" Type="http://schemas.openxmlformats.org/officeDocument/2006/relationships/chart" Target="../charts/chart1447.xml"/><Relationship Id="rId7" Type="http://schemas.openxmlformats.org/officeDocument/2006/relationships/notesSlide" Target="../notesSlides/notesSlide1526.xml"/></Relationships>
</file>

<file path=ppt/slides/_rels/slide1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8.xml"/><Relationship Id="rId4" Type="http://schemas.openxmlformats.org/officeDocument/2006/relationships/chart" Target="../charts/chart1449.xml"/><Relationship Id="rId5" Type="http://schemas.openxmlformats.org/officeDocument/2006/relationships/chart" Target="../charts/chart1450.xml"/><Relationship Id="rId6" Type="http://schemas.openxmlformats.org/officeDocument/2006/relationships/chart" Target="../charts/chart1451.xml"/><Relationship Id="rId7" Type="http://schemas.openxmlformats.org/officeDocument/2006/relationships/chart" Target="../charts/chart1452.xml"/><Relationship Id="rId8" Type="http://schemas.openxmlformats.org/officeDocument/2006/relationships/chart" Target="../charts/chart1453.xml"/><Relationship Id="rId9" Type="http://schemas.openxmlformats.org/officeDocument/2006/relationships/chart" Target="../charts/chart1454.xml"/><Relationship Id="rId10" Type="http://schemas.openxmlformats.org/officeDocument/2006/relationships/notesSlide" Target="../notesSlides/notesSlide1527.xml"/></Relationships>
</file>

<file path=ppt/slides/_rels/slide1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8.xml"/></Relationships>
</file>

<file path=ppt/slides/_rels/slide1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5.xml"/><Relationship Id="rId4" Type="http://schemas.openxmlformats.org/officeDocument/2006/relationships/chart" Target="../charts/chart1456.xml"/><Relationship Id="rId5" Type="http://schemas.openxmlformats.org/officeDocument/2006/relationships/notesSlide" Target="../notesSlides/notesSlide1529.xml"/></Relationships>
</file>

<file path=ppt/slides/_rels/slide1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1.xml"/></Relationships>
</file>

<file path=ppt/slides/_rels/slide1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3.xml"/></Relationships>
</file>

<file path=ppt/slides/_rels/slide1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7.xml"/><Relationship Id="rId4" Type="http://schemas.openxmlformats.org/officeDocument/2006/relationships/chart" Target="../charts/chart1458.xml"/><Relationship Id="rId5" Type="http://schemas.openxmlformats.org/officeDocument/2006/relationships/notesSlide" Target="../notesSlides/notesSlide1534.xml"/></Relationships>
</file>

<file path=ppt/slides/_rels/slide1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5.xml"/></Relationships>
</file>

<file path=ppt/slides/_rels/slide1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6.xml"/></Relationships>
</file>

<file path=ppt/slides/_rels/slide1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9.xml"/><Relationship Id="rId4" Type="http://schemas.openxmlformats.org/officeDocument/2006/relationships/chart" Target="../charts/chart1460.xml"/><Relationship Id="rId5" Type="http://schemas.openxmlformats.org/officeDocument/2006/relationships/notesSlide" Target="../notesSlides/notesSlide1537.xml"/></Relationships>
</file>

<file path=ppt/slides/_rels/slide1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8.xml"/></Relationships>
</file>

<file path=ppt/slides/_rels/slide1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9.xml"/></Relationships>
</file>

<file path=ppt/slides/_rels/slide1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1.xml"/><Relationship Id="rId4" Type="http://schemas.openxmlformats.org/officeDocument/2006/relationships/chart" Target="../charts/chart1462.xml"/><Relationship Id="rId5" Type="http://schemas.openxmlformats.org/officeDocument/2006/relationships/notesSlide" Target="../notesSlides/notesSlide1540.xml"/></Relationships>
</file>

<file path=ppt/slides/_rels/slide1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1.xml"/></Relationships>
</file>

<file path=ppt/slides/_rels/slide1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2.xml"/></Relationships>
</file>

<file path=ppt/slides/_rels/slide1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3.xml"/><Relationship Id="rId4" Type="http://schemas.openxmlformats.org/officeDocument/2006/relationships/chart" Target="../charts/chart1464.xml"/><Relationship Id="rId5" Type="http://schemas.openxmlformats.org/officeDocument/2006/relationships/notesSlide" Target="../notesSlides/notesSlide1543.xml"/></Relationships>
</file>

<file path=ppt/slides/_rels/slide1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4.xml"/></Relationships>
</file>

<file path=ppt/slides/_rels/slide1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5.xml"/></Relationships>
</file>

<file path=ppt/slides/_rels/slide1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5.xml"/><Relationship Id="rId4" Type="http://schemas.openxmlformats.org/officeDocument/2006/relationships/chart" Target="../charts/chart1466.xml"/><Relationship Id="rId5" Type="http://schemas.openxmlformats.org/officeDocument/2006/relationships/notesSlide" Target="../notesSlides/notesSlide1546.xml"/></Relationships>
</file>

<file path=ppt/slides/_rels/slide1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7.xml"/></Relationships>
</file>

<file path=ppt/slides/_rels/slide1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8.xml"/></Relationships>
</file>

<file path=ppt/slides/_rels/slide1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7.xml"/><Relationship Id="rId4" Type="http://schemas.openxmlformats.org/officeDocument/2006/relationships/chart" Target="../charts/chart1468.xml"/><Relationship Id="rId5" Type="http://schemas.openxmlformats.org/officeDocument/2006/relationships/notesSlide" Target="../notesSlides/notesSlide1549.xml"/></Relationships>
</file>

<file path=ppt/slides/_rels/slide1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1.xml"/></Relationships>
</file>

<file path=ppt/slides/_rels/slide1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3.xml"/></Relationships>
</file>

<file path=ppt/slides/_rels/slide14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9.xml"/><Relationship Id="rId4" Type="http://schemas.openxmlformats.org/officeDocument/2006/relationships/chart" Target="../charts/chart1470.xml"/><Relationship Id="rId5" Type="http://schemas.openxmlformats.org/officeDocument/2006/relationships/chart" Target="../charts/chart1471.xml"/><Relationship Id="rId6" Type="http://schemas.openxmlformats.org/officeDocument/2006/relationships/chart" Target="../charts/chart1472.xml"/><Relationship Id="rId7" Type="http://schemas.openxmlformats.org/officeDocument/2006/relationships/notesSlide" Target="../notesSlides/notesSlide1554.xml"/></Relationships>
</file>

<file path=ppt/slides/_rels/slide1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3.xml"/><Relationship Id="rId4" Type="http://schemas.openxmlformats.org/officeDocument/2006/relationships/chart" Target="../charts/chart1474.xml"/><Relationship Id="rId5" Type="http://schemas.openxmlformats.org/officeDocument/2006/relationships/chart" Target="../charts/chart1475.xml"/><Relationship Id="rId6" Type="http://schemas.openxmlformats.org/officeDocument/2006/relationships/chart" Target="../charts/chart1476.xml"/><Relationship Id="rId7" Type="http://schemas.openxmlformats.org/officeDocument/2006/relationships/notesSlide" Target="../notesSlides/notesSlide1555.xml"/></Relationships>
</file>

<file path=ppt/slides/_rels/slide1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7.xml"/><Relationship Id="rId4" Type="http://schemas.openxmlformats.org/officeDocument/2006/relationships/chart" Target="../charts/chart1478.xml"/><Relationship Id="rId5" Type="http://schemas.openxmlformats.org/officeDocument/2006/relationships/chart" Target="../charts/chart1479.xml"/><Relationship Id="rId6" Type="http://schemas.openxmlformats.org/officeDocument/2006/relationships/chart" Target="../charts/chart1480.xml"/><Relationship Id="rId7" Type="http://schemas.openxmlformats.org/officeDocument/2006/relationships/chart" Target="../charts/chart1481.xml"/><Relationship Id="rId8" Type="http://schemas.openxmlformats.org/officeDocument/2006/relationships/chart" Target="../charts/chart1482.xml"/><Relationship Id="rId9" Type="http://schemas.openxmlformats.org/officeDocument/2006/relationships/chart" Target="../charts/chart1483.xml"/><Relationship Id="rId10" Type="http://schemas.openxmlformats.org/officeDocument/2006/relationships/notesSlide" Target="../notesSlides/notesSlide1556.xml"/></Relationships>
</file>

<file path=ppt/slides/_rels/slide1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7.xml"/></Relationships>
</file>

<file path=ppt/slides/_rels/slide1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4.xml"/><Relationship Id="rId4" Type="http://schemas.openxmlformats.org/officeDocument/2006/relationships/chart" Target="../charts/chart1485.xml"/><Relationship Id="rId5" Type="http://schemas.openxmlformats.org/officeDocument/2006/relationships/notesSlide" Target="../notesSlides/notesSlide1558.xml"/></Relationships>
</file>

<file path=ppt/slides/_rels/slide1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0.xml"/></Relationships>
</file>

<file path=ppt/slides/_rels/slide1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2.xml"/></Relationships>
</file>

<file path=ppt/slides/_rels/slide1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6.xml"/><Relationship Id="rId4" Type="http://schemas.openxmlformats.org/officeDocument/2006/relationships/chart" Target="../charts/chart1487.xml"/><Relationship Id="rId5" Type="http://schemas.openxmlformats.org/officeDocument/2006/relationships/notesSlide" Target="../notesSlides/notesSlide1563.xml"/></Relationships>
</file>

<file path=ppt/slides/_rels/slide1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4.xml"/></Relationships>
</file>

<file path=ppt/slides/_rels/slide1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5.xml"/></Relationships>
</file>

<file path=ppt/slides/_rels/slide1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8.xml"/><Relationship Id="rId4" Type="http://schemas.openxmlformats.org/officeDocument/2006/relationships/chart" Target="../charts/chart1489.xml"/><Relationship Id="rId5" Type="http://schemas.openxmlformats.org/officeDocument/2006/relationships/notesSlide" Target="../notesSlides/notesSlide1566.xml"/></Relationships>
</file>

<file path=ppt/slides/_rels/slide1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7.xml"/></Relationships>
</file>

<file path=ppt/slides/_rels/slide1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8.xml"/></Relationships>
</file>

<file path=ppt/slides/_rels/slide1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0.xml"/><Relationship Id="rId4" Type="http://schemas.openxmlformats.org/officeDocument/2006/relationships/chart" Target="../charts/chart1491.xml"/><Relationship Id="rId5" Type="http://schemas.openxmlformats.org/officeDocument/2006/relationships/notesSlide" Target="../notesSlides/notesSlide1569.xml"/></Relationships>
</file>

<file path=ppt/slides/_rels/slide1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0.xml"/></Relationships>
</file>

<file path=ppt/slides/_rels/slide1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1.xml"/></Relationships>
</file>

<file path=ppt/slides/_rels/slide14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2.xml"/><Relationship Id="rId4" Type="http://schemas.openxmlformats.org/officeDocument/2006/relationships/chart" Target="../charts/chart1493.xml"/><Relationship Id="rId5" Type="http://schemas.openxmlformats.org/officeDocument/2006/relationships/notesSlide" Target="../notesSlides/notesSlide1572.xml"/></Relationships>
</file>

<file path=ppt/slides/_rels/slide1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3.xml"/></Relationships>
</file>

<file path=ppt/slides/_rels/slide14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4.xml"/></Relationships>
</file>

<file path=ppt/slides/_rels/slide1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4.xml"/><Relationship Id="rId4" Type="http://schemas.openxmlformats.org/officeDocument/2006/relationships/chart" Target="../charts/chart1495.xml"/><Relationship Id="rId5" Type="http://schemas.openxmlformats.org/officeDocument/2006/relationships/notesSlide" Target="../notesSlides/notesSlide1575.xml"/></Relationships>
</file>

<file path=ppt/slides/_rels/slide1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6.xml"/></Relationships>
</file>

<file path=ppt/slides/_rels/slide1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7.xml"/></Relationships>
</file>

<file path=ppt/slides/_rels/slide1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6.xml"/><Relationship Id="rId4" Type="http://schemas.openxmlformats.org/officeDocument/2006/relationships/chart" Target="../charts/chart1497.xml"/><Relationship Id="rId5" Type="http://schemas.openxmlformats.org/officeDocument/2006/relationships/notesSlide" Target="../notesSlides/notesSlide1578.xml"/></Relationships>
</file>

<file path=ppt/slides/_rels/slide1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0.xml"/></Relationships>
</file>

<file path=ppt/slides/_rels/slide1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2.xml"/></Relationships>
</file>

<file path=ppt/slides/_rels/slide1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8.xml"/><Relationship Id="rId4" Type="http://schemas.openxmlformats.org/officeDocument/2006/relationships/chart" Target="../charts/chart1499.xml"/><Relationship Id="rId5" Type="http://schemas.openxmlformats.org/officeDocument/2006/relationships/chart" Target="../charts/chart1500.xml"/><Relationship Id="rId6" Type="http://schemas.openxmlformats.org/officeDocument/2006/relationships/chart" Target="../charts/chart1501.xml"/><Relationship Id="rId7" Type="http://schemas.openxmlformats.org/officeDocument/2006/relationships/notesSlide" Target="../notesSlides/notesSlide1583.xml"/></Relationships>
</file>

<file path=ppt/slides/_rels/slide1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2.xml"/><Relationship Id="rId4" Type="http://schemas.openxmlformats.org/officeDocument/2006/relationships/chart" Target="../charts/chart1503.xml"/><Relationship Id="rId5" Type="http://schemas.openxmlformats.org/officeDocument/2006/relationships/chart" Target="../charts/chart1504.xml"/><Relationship Id="rId6" Type="http://schemas.openxmlformats.org/officeDocument/2006/relationships/chart" Target="../charts/chart1505.xml"/><Relationship Id="rId7" Type="http://schemas.openxmlformats.org/officeDocument/2006/relationships/notesSlide" Target="../notesSlides/notesSlide1584.xml"/></Relationships>
</file>

<file path=ppt/slides/_rels/slide1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6.xml"/><Relationship Id="rId4" Type="http://schemas.openxmlformats.org/officeDocument/2006/relationships/chart" Target="../charts/chart1507.xml"/><Relationship Id="rId5" Type="http://schemas.openxmlformats.org/officeDocument/2006/relationships/chart" Target="../charts/chart1508.xml"/><Relationship Id="rId6" Type="http://schemas.openxmlformats.org/officeDocument/2006/relationships/chart" Target="../charts/chart1509.xml"/><Relationship Id="rId7" Type="http://schemas.openxmlformats.org/officeDocument/2006/relationships/chart" Target="../charts/chart1510.xml"/><Relationship Id="rId8" Type="http://schemas.openxmlformats.org/officeDocument/2006/relationships/chart" Target="../charts/chart1511.xml"/><Relationship Id="rId9" Type="http://schemas.openxmlformats.org/officeDocument/2006/relationships/chart" Target="../charts/chart1512.xml"/><Relationship Id="rId10" Type="http://schemas.openxmlformats.org/officeDocument/2006/relationships/notesSlide" Target="../notesSlides/notesSlide1585.xml"/></Relationships>
</file>

<file path=ppt/slides/_rels/slide14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6.xml"/></Relationships>
</file>

<file path=ppt/slides/_rels/slide1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3.xml"/><Relationship Id="rId4" Type="http://schemas.openxmlformats.org/officeDocument/2006/relationships/chart" Target="../charts/chart1514.xml"/><Relationship Id="rId5" Type="http://schemas.openxmlformats.org/officeDocument/2006/relationships/notesSlide" Target="../notesSlides/notesSlide1587.xml"/></Relationships>
</file>

<file path=ppt/slides/_rels/slide1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9.xml"/></Relationships>
</file>

<file path=ppt/slides/_rels/slide1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1.xml"/></Relationships>
</file>

<file path=ppt/slides/_rels/slide1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5.xml"/><Relationship Id="rId4" Type="http://schemas.openxmlformats.org/officeDocument/2006/relationships/chart" Target="../charts/chart1516.xml"/><Relationship Id="rId5" Type="http://schemas.openxmlformats.org/officeDocument/2006/relationships/notesSlide" Target="../notesSlides/notesSlide1592.xml"/></Relationships>
</file>

<file path=ppt/slides/_rels/slide1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3.xml"/></Relationships>
</file>

<file path=ppt/slides/_rels/slide1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4.xml"/></Relationships>
</file>

<file path=ppt/slides/_rels/slide14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7.xml"/><Relationship Id="rId4" Type="http://schemas.openxmlformats.org/officeDocument/2006/relationships/chart" Target="../charts/chart1518.xml"/><Relationship Id="rId5" Type="http://schemas.openxmlformats.org/officeDocument/2006/relationships/notesSlide" Target="../notesSlides/notesSlide1595.xml"/></Relationships>
</file>

<file path=ppt/slides/_rels/slide1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6.xml"/></Relationships>
</file>

<file path=ppt/slides/_rels/slide14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7.xml"/></Relationships>
</file>

<file path=ppt/slides/_rels/slide14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9.xml"/><Relationship Id="rId4" Type="http://schemas.openxmlformats.org/officeDocument/2006/relationships/chart" Target="../charts/chart1520.xml"/><Relationship Id="rId5" Type="http://schemas.openxmlformats.org/officeDocument/2006/relationships/notesSlide" Target="../notesSlides/notesSlide1598.xml"/></Relationships>
</file>

<file path=ppt/slides/_rels/slide14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9.xml"/></Relationships>
</file>

<file path=ppt/slides/_rels/slide1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0.xml"/></Relationships>
</file>

<file path=ppt/slides/_rels/slide1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1.xml"/><Relationship Id="rId4" Type="http://schemas.openxmlformats.org/officeDocument/2006/relationships/chart" Target="../charts/chart1522.xml"/><Relationship Id="rId5" Type="http://schemas.openxmlformats.org/officeDocument/2006/relationships/notesSlide" Target="../notesSlides/notesSlide1601.xml"/></Relationships>
</file>

<file path=ppt/slides/_rels/slide1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2.xml"/></Relationships>
</file>

<file path=ppt/slides/_rels/slide1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3.xml"/></Relationships>
</file>

<file path=ppt/slides/_rels/slide1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3.xml"/><Relationship Id="rId4" Type="http://schemas.openxmlformats.org/officeDocument/2006/relationships/chart" Target="../charts/chart1524.xml"/><Relationship Id="rId5" Type="http://schemas.openxmlformats.org/officeDocument/2006/relationships/notesSlide" Target="../notesSlides/notesSlide1604.xml"/></Relationships>
</file>

<file path=ppt/slides/_rels/slide1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5.xml"/></Relationships>
</file>

<file path=ppt/slides/_rels/slide1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6.xml"/></Relationships>
</file>

<file path=ppt/slides/_rels/slide1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5.xml"/><Relationship Id="rId4" Type="http://schemas.openxmlformats.org/officeDocument/2006/relationships/chart" Target="../charts/chart1526.xml"/><Relationship Id="rId5" Type="http://schemas.openxmlformats.org/officeDocument/2006/relationships/notesSlide" Target="../notesSlides/notesSlide1607.xml"/></Relationships>
</file>

<file path=ppt/slides/_rels/slide14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9.xml"/></Relationships>
</file>

<file path=ppt/slides/_rels/slide1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1.xml"/></Relationships>
</file>

<file path=ppt/slides/_rels/slide1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7.xml"/><Relationship Id="rId4" Type="http://schemas.openxmlformats.org/officeDocument/2006/relationships/chart" Target="../charts/chart1528.xml"/><Relationship Id="rId5" Type="http://schemas.openxmlformats.org/officeDocument/2006/relationships/chart" Target="../charts/chart1529.xml"/><Relationship Id="rId6" Type="http://schemas.openxmlformats.org/officeDocument/2006/relationships/chart" Target="../charts/chart1530.xml"/><Relationship Id="rId7" Type="http://schemas.openxmlformats.org/officeDocument/2006/relationships/notesSlide" Target="../notesSlides/notesSlide1612.xml"/></Relationships>
</file>

<file path=ppt/slides/_rels/slide1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1.xml"/><Relationship Id="rId4" Type="http://schemas.openxmlformats.org/officeDocument/2006/relationships/chart" Target="../charts/chart1532.xml"/><Relationship Id="rId5" Type="http://schemas.openxmlformats.org/officeDocument/2006/relationships/chart" Target="../charts/chart1533.xml"/><Relationship Id="rId6" Type="http://schemas.openxmlformats.org/officeDocument/2006/relationships/chart" Target="../charts/chart1534.xml"/><Relationship Id="rId7" Type="http://schemas.openxmlformats.org/officeDocument/2006/relationships/notesSlide" Target="../notesSlides/notesSlide1613.xml"/></Relationships>
</file>

<file path=ppt/slides/_rels/slide1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5.xml"/><Relationship Id="rId4" Type="http://schemas.openxmlformats.org/officeDocument/2006/relationships/chart" Target="../charts/chart1536.xml"/><Relationship Id="rId5" Type="http://schemas.openxmlformats.org/officeDocument/2006/relationships/chart" Target="../charts/chart1537.xml"/><Relationship Id="rId6" Type="http://schemas.openxmlformats.org/officeDocument/2006/relationships/chart" Target="../charts/chart1538.xml"/><Relationship Id="rId7" Type="http://schemas.openxmlformats.org/officeDocument/2006/relationships/chart" Target="../charts/chart1539.xml"/><Relationship Id="rId8" Type="http://schemas.openxmlformats.org/officeDocument/2006/relationships/chart" Target="../charts/chart1540.xml"/><Relationship Id="rId9" Type="http://schemas.openxmlformats.org/officeDocument/2006/relationships/chart" Target="../charts/chart1541.xml"/><Relationship Id="rId10" Type="http://schemas.openxmlformats.org/officeDocument/2006/relationships/notesSlide" Target="../notesSlides/notesSlide1614.xml"/></Relationships>
</file>

<file path=ppt/slides/_rels/slide14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5.xml"/></Relationships>
</file>

<file path=ppt/slides/_rels/slide1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2.xml"/><Relationship Id="rId4" Type="http://schemas.openxmlformats.org/officeDocument/2006/relationships/chart" Target="../charts/chart1543.xml"/><Relationship Id="rId5" Type="http://schemas.openxmlformats.org/officeDocument/2006/relationships/notesSlide" Target="../notesSlides/notesSlide1616.xml"/></Relationships>
</file>

<file path=ppt/slides/_rels/slide1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8.xml"/></Relationships>
</file>

<file path=ppt/slides/_rels/slide1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0.xml"/></Relationships>
</file>

<file path=ppt/slides/_rels/slide14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4.xml"/><Relationship Id="rId4" Type="http://schemas.openxmlformats.org/officeDocument/2006/relationships/chart" Target="../charts/chart1545.xml"/><Relationship Id="rId5" Type="http://schemas.openxmlformats.org/officeDocument/2006/relationships/notesSlide" Target="../notesSlides/notesSlide1621.xml"/></Relationships>
</file>

<file path=ppt/slides/_rels/slide1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2.xml"/></Relationships>
</file>

<file path=ppt/slides/_rels/slide1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3.xml"/></Relationships>
</file>

<file path=ppt/slides/_rels/slide1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6.xml"/><Relationship Id="rId4" Type="http://schemas.openxmlformats.org/officeDocument/2006/relationships/chart" Target="../charts/chart1547.xml"/><Relationship Id="rId5" Type="http://schemas.openxmlformats.org/officeDocument/2006/relationships/notesSlide" Target="../notesSlides/notesSlide1624.xml"/></Relationships>
</file>

<file path=ppt/slides/_rels/slide1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5.xml"/></Relationships>
</file>

<file path=ppt/slides/_rels/slide1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6.xml"/></Relationships>
</file>

<file path=ppt/slides/_rels/slide1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8.xml"/><Relationship Id="rId4" Type="http://schemas.openxmlformats.org/officeDocument/2006/relationships/chart" Target="../charts/chart1549.xml"/><Relationship Id="rId5" Type="http://schemas.openxmlformats.org/officeDocument/2006/relationships/notesSlide" Target="../notesSlides/notesSlide1627.xml"/></Relationships>
</file>

<file path=ppt/slides/_rels/slide1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8.xml"/></Relationships>
</file>

<file path=ppt/slides/_rels/slide1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9.xml"/></Relationships>
</file>

<file path=ppt/slides/_rels/slide15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0.xml"/><Relationship Id="rId4" Type="http://schemas.openxmlformats.org/officeDocument/2006/relationships/chart" Target="../charts/chart1551.xml"/><Relationship Id="rId5" Type="http://schemas.openxmlformats.org/officeDocument/2006/relationships/notesSlide" Target="../notesSlides/notesSlide1630.xml"/></Relationships>
</file>

<file path=ppt/slides/_rels/slide1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1.xml"/></Relationships>
</file>

<file path=ppt/slides/_rels/slide15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2.xml"/></Relationships>
</file>

<file path=ppt/slides/_rels/slide1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2.xml"/><Relationship Id="rId4" Type="http://schemas.openxmlformats.org/officeDocument/2006/relationships/chart" Target="../charts/chart1553.xml"/><Relationship Id="rId5" Type="http://schemas.openxmlformats.org/officeDocument/2006/relationships/notesSlide" Target="../notesSlides/notesSlide1633.xml"/></Relationships>
</file>

<file path=ppt/slides/_rels/slide1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4.xml"/></Relationships>
</file>

<file path=ppt/slides/_rels/slide1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5.xml"/></Relationships>
</file>

<file path=ppt/slides/_rels/slide1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4.xml"/><Relationship Id="rId4" Type="http://schemas.openxmlformats.org/officeDocument/2006/relationships/chart" Target="../charts/chart1555.xml"/><Relationship Id="rId5" Type="http://schemas.openxmlformats.org/officeDocument/2006/relationships/notesSlide" Target="../notesSlides/notesSlide1636.xml"/></Relationships>
</file>

<file path=ppt/slides/_rels/slide1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8.xml"/></Relationships>
</file>

<file path=ppt/slides/_rels/slide15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0.xml"/></Relationships>
</file>

<file path=ppt/slides/_rels/slide1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6.xml"/><Relationship Id="rId4" Type="http://schemas.openxmlformats.org/officeDocument/2006/relationships/chart" Target="../charts/chart1557.xml"/><Relationship Id="rId5" Type="http://schemas.openxmlformats.org/officeDocument/2006/relationships/chart" Target="../charts/chart1558.xml"/><Relationship Id="rId6" Type="http://schemas.openxmlformats.org/officeDocument/2006/relationships/chart" Target="../charts/chart1559.xml"/><Relationship Id="rId7" Type="http://schemas.openxmlformats.org/officeDocument/2006/relationships/notesSlide" Target="../notesSlides/notesSlide1641.xml"/></Relationships>
</file>

<file path=ppt/slides/_rels/slide1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0.xml"/><Relationship Id="rId4" Type="http://schemas.openxmlformats.org/officeDocument/2006/relationships/chart" Target="../charts/chart1561.xml"/><Relationship Id="rId5" Type="http://schemas.openxmlformats.org/officeDocument/2006/relationships/chart" Target="../charts/chart1562.xml"/><Relationship Id="rId6" Type="http://schemas.openxmlformats.org/officeDocument/2006/relationships/chart" Target="../charts/chart1563.xml"/><Relationship Id="rId7" Type="http://schemas.openxmlformats.org/officeDocument/2006/relationships/notesSlide" Target="../notesSlides/notesSlide1642.xml"/></Relationships>
</file>

<file path=ppt/slides/_rels/slide1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64.xml"/><Relationship Id="rId4" Type="http://schemas.openxmlformats.org/officeDocument/2006/relationships/chart" Target="../charts/chart1565.xml"/><Relationship Id="rId5" Type="http://schemas.openxmlformats.org/officeDocument/2006/relationships/chart" Target="../charts/chart1566.xml"/><Relationship Id="rId6" Type="http://schemas.openxmlformats.org/officeDocument/2006/relationships/chart" Target="../charts/chart1567.xml"/><Relationship Id="rId7" Type="http://schemas.openxmlformats.org/officeDocument/2006/relationships/chart" Target="../charts/chart1568.xml"/><Relationship Id="rId8" Type="http://schemas.openxmlformats.org/officeDocument/2006/relationships/chart" Target="../charts/chart1569.xml"/><Relationship Id="rId9" Type="http://schemas.openxmlformats.org/officeDocument/2006/relationships/chart" Target="../charts/chart1570.xml"/><Relationship Id="rId10" Type="http://schemas.openxmlformats.org/officeDocument/2006/relationships/notesSlide" Target="../notesSlides/notesSlide1643.xml"/></Relationships>
</file>

<file path=ppt/slides/_rels/slide1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4.xml"/></Relationships>
</file>

<file path=ppt/slides/_rels/slide1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1.xml"/><Relationship Id="rId4" Type="http://schemas.openxmlformats.org/officeDocument/2006/relationships/chart" Target="../charts/chart1572.xml"/><Relationship Id="rId5" Type="http://schemas.openxmlformats.org/officeDocument/2006/relationships/notesSlide" Target="../notesSlides/notesSlide1645.xml"/></Relationships>
</file>

<file path=ppt/slides/_rels/slide1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7.xml"/></Relationships>
</file>

<file path=ppt/slides/_rels/slide1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9.xml"/></Relationships>
</file>

<file path=ppt/slides/_rels/slide1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3.xml"/><Relationship Id="rId4" Type="http://schemas.openxmlformats.org/officeDocument/2006/relationships/chart" Target="../charts/chart1574.xml"/><Relationship Id="rId5" Type="http://schemas.openxmlformats.org/officeDocument/2006/relationships/notesSlide" Target="../notesSlides/notesSlide1650.xml"/></Relationships>
</file>

<file path=ppt/slides/_rels/slide1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1.xml"/></Relationships>
</file>

<file path=ppt/slides/_rels/slide1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2.xml"/></Relationships>
</file>

<file path=ppt/slides/_rels/slide15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5.xml"/><Relationship Id="rId4" Type="http://schemas.openxmlformats.org/officeDocument/2006/relationships/chart" Target="../charts/chart1576.xml"/><Relationship Id="rId5" Type="http://schemas.openxmlformats.org/officeDocument/2006/relationships/notesSlide" Target="../notesSlides/notesSlide1653.xml"/></Relationships>
</file>

<file path=ppt/slides/_rels/slide1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4.xml"/></Relationships>
</file>

<file path=ppt/slides/_rels/slide1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5.xml"/></Relationships>
</file>

<file path=ppt/slides/_rels/slide1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7.xml"/><Relationship Id="rId4" Type="http://schemas.openxmlformats.org/officeDocument/2006/relationships/chart" Target="../charts/chart1578.xml"/><Relationship Id="rId5" Type="http://schemas.openxmlformats.org/officeDocument/2006/relationships/notesSlide" Target="../notesSlides/notesSlide1656.xml"/></Relationships>
</file>

<file path=ppt/slides/_rels/slide15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7.xml"/></Relationships>
</file>

<file path=ppt/slides/_rels/slide1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8.xml"/></Relationships>
</file>

<file path=ppt/slides/_rels/slide1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9.xml"/><Relationship Id="rId4" Type="http://schemas.openxmlformats.org/officeDocument/2006/relationships/chart" Target="../charts/chart1580.xml"/><Relationship Id="rId5" Type="http://schemas.openxmlformats.org/officeDocument/2006/relationships/notesSlide" Target="../notesSlides/notesSlide1659.xml"/></Relationships>
</file>

<file path=ppt/slides/_rels/slide1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0.xml"/></Relationships>
</file>

<file path=ppt/slides/_rels/slide15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1.xml"/></Relationships>
</file>

<file path=ppt/slides/_rels/slide1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1.xml"/><Relationship Id="rId4" Type="http://schemas.openxmlformats.org/officeDocument/2006/relationships/chart" Target="../charts/chart1582.xml"/><Relationship Id="rId5" Type="http://schemas.openxmlformats.org/officeDocument/2006/relationships/notesSlide" Target="../notesSlides/notesSlide1662.xml"/></Relationships>
</file>

<file path=ppt/slides/_rels/slide15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3.xml"/></Relationships>
</file>

<file path=ppt/slides/_rels/slide1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4.xml"/></Relationships>
</file>

<file path=ppt/slides/_rels/slide15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3.xml"/><Relationship Id="rId4" Type="http://schemas.openxmlformats.org/officeDocument/2006/relationships/chart" Target="../charts/chart1584.xml"/><Relationship Id="rId5" Type="http://schemas.openxmlformats.org/officeDocument/2006/relationships/notesSlide" Target="../notesSlides/notesSlide1665.xml"/></Relationships>
</file>

<file path=ppt/slides/_rels/slide1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7.xml"/></Relationships>
</file>

<file path=ppt/slides/_rels/slide1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9.xml"/></Relationships>
</file>

<file path=ppt/slides/_rels/slide15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0.xml"/></Relationships>
</file>

<file path=ppt/slides/_rels/slide1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1.xml"/></Relationships>
</file>

<file path=ppt/slides/_rels/slide15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5.xml"/><Relationship Id="rId4" Type="http://schemas.openxmlformats.org/officeDocument/2006/relationships/chart" Target="../charts/chart1586.xml"/><Relationship Id="rId5" Type="http://schemas.openxmlformats.org/officeDocument/2006/relationships/notesSlide" Target="../notesSlides/notesSlide1672.xml"/></Relationships>
</file>

<file path=ppt/slides/_rels/slide1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7.xml"/><Relationship Id="rId4" Type="http://schemas.openxmlformats.org/officeDocument/2006/relationships/notesSlide" Target="../notesSlides/notesSlide1673.xml"/></Relationships>
</file>

<file path=ppt/slides/_rels/slide15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4.xml"/></Relationships>
</file>

<file path=ppt/slides/_rels/slide15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5.xml"/></Relationships>
</file>

<file path=ppt/slides/_rels/slide1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6.xml"/></Relationships>
</file>

<file path=ppt/slides/_rels/slide1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7.xml"/></Relationships>
</file>

<file path=ppt/slides/_rels/slide15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8.xml"/></Relationships>
</file>

<file path=ppt/slides/_rels/slide1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9.xml"/></Relationships>
</file>

<file path=ppt/slides/_rels/slide15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0.xml"/></Relationships>
</file>

<file path=ppt/slides/_rels/slide15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1.xml"/></Relationships>
</file>

<file path=ppt/slides/_rels/slide15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2.xml"/></Relationships>
</file>

<file path=ppt/slides/_rels/slide15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3.xml"/></Relationships>
</file>

<file path=ppt/slides/_rels/slide15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4.xml"/></Relationships>
</file>

<file path=ppt/slides/_rels/slide15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5.xml"/></Relationships>
</file>

<file path=ppt/slides/_rels/slide15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6.xml"/></Relationships>
</file>

<file path=ppt/slides/_rels/slide15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7.xml"/></Relationships>
</file>

<file path=ppt/slides/_rels/slide15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8.xml"/></Relationships>
</file>

<file path=ppt/slides/_rels/slide15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9.xml"/></Relationships>
</file>

<file path=ppt/slides/_rels/slide15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0.xml"/></Relationships>
</file>

<file path=ppt/slides/_rels/slide15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1.xml"/></Relationships>
</file>

<file path=ppt/slides/_rels/slide15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2.xml"/></Relationships>
</file>

<file path=ppt/slides/_rels/slide15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3.xml"/></Relationships>
</file>

<file path=ppt/slides/_rels/slide15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4.xml"/></Relationships>
</file>

<file path=ppt/slides/_rels/slide15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5.xml"/></Relationships>
</file>

<file path=ppt/slides/_rels/slide15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6.xml"/></Relationships>
</file>

<file path=ppt/slides/_rels/slide15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7.xml"/></Relationships>
</file>

<file path=ppt/slides/_rels/slide15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8.xml"/></Relationships>
</file>

<file path=ppt/slides/_rels/slide15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9.xml"/></Relationships>
</file>

<file path=ppt/slides/_rels/slide15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0.xml"/></Relationships>
</file>

<file path=ppt/slides/_rels/slide15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1.xml"/></Relationships>
</file>

<file path=ppt/slides/_rels/slide15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2.xml"/></Relationships>
</file>

<file path=ppt/slides/_rels/slide15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3.xml"/></Relationships>
</file>

<file path=ppt/slides/_rels/slide15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4.xml"/></Relationships>
</file>

<file path=ppt/slides/_rels/slide15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5.xml"/></Relationships>
</file>

<file path=ppt/slides/_rels/slide15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6.xml"/></Relationships>
</file>

<file path=ppt/slides/_rels/slide15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7.xml"/></Relationships>
</file>

<file path=ppt/slides/_rels/slide15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8.xml"/></Relationships>
</file>

<file path=ppt/slides/_rels/slide15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8.xml"/><Relationship Id="rId4" Type="http://schemas.openxmlformats.org/officeDocument/2006/relationships/notesSlide" Target="../notesSlides/notesSlide1709.xml"/></Relationships>
</file>

<file path=ppt/slides/_rels/slide15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9.xml"/><Relationship Id="rId4" Type="http://schemas.openxmlformats.org/officeDocument/2006/relationships/chart" Target="../charts/chart1590.xml"/><Relationship Id="rId5" Type="http://schemas.openxmlformats.org/officeDocument/2006/relationships/chart" Target="../charts/chart1591.xml"/><Relationship Id="rId6" Type="http://schemas.openxmlformats.org/officeDocument/2006/relationships/notesSlide" Target="../notesSlides/notesSlide1710.xml"/></Relationships>
</file>

<file path=ppt/slides/_rels/slide15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2.xml"/><Relationship Id="rId4" Type="http://schemas.openxmlformats.org/officeDocument/2006/relationships/chart" Target="../charts/chart1593.xml"/><Relationship Id="rId5" Type="http://schemas.openxmlformats.org/officeDocument/2006/relationships/chart" Target="../charts/chart1594.xml"/><Relationship Id="rId6" Type="http://schemas.openxmlformats.org/officeDocument/2006/relationships/notesSlide" Target="../notesSlides/notesSlide1711.xml"/></Relationships>
</file>

<file path=ppt/slides/_rels/slide15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2.xml"/></Relationships>
</file>

<file path=ppt/slides/_rels/slide15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5.xml"/><Relationship Id="rId4" Type="http://schemas.openxmlformats.org/officeDocument/2006/relationships/chart" Target="../charts/chart1596.xml"/><Relationship Id="rId5" Type="http://schemas.openxmlformats.org/officeDocument/2006/relationships/chart" Target="../charts/chart1597.xml"/><Relationship Id="rId6" Type="http://schemas.openxmlformats.org/officeDocument/2006/relationships/notesSlide" Target="../notesSlides/notesSlide1713.xml"/></Relationships>
</file>

<file path=ppt/slides/_rels/slide15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8.xml"/><Relationship Id="rId4" Type="http://schemas.openxmlformats.org/officeDocument/2006/relationships/notesSlide" Target="../notesSlides/notesSlide1714.xml"/></Relationships>
</file>

<file path=ppt/slides/_rels/slide15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5.xml"/></Relationships>
</file>

<file path=ppt/slides/_rels/slide15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6.xml"/></Relationships>
</file>

<file path=ppt/slides/_rels/slide15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7.xml"/></Relationships>
</file>

<file path=ppt/slides/_rels/slide15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9.xml"/><Relationship Id="rId4" Type="http://schemas.openxmlformats.org/officeDocument/2006/relationships/chart" Target="../charts/chart1600.xml"/><Relationship Id="rId5" Type="http://schemas.openxmlformats.org/officeDocument/2006/relationships/chart" Target="../charts/chart1601.xml"/><Relationship Id="rId6" Type="http://schemas.openxmlformats.org/officeDocument/2006/relationships/notesSlide" Target="../notesSlides/notesSlide1718.xml"/></Relationships>
</file>

<file path=ppt/slides/_rels/slide1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2.xml"/><Relationship Id="rId4" Type="http://schemas.openxmlformats.org/officeDocument/2006/relationships/notesSlide" Target="../notesSlides/notesSlide1719.xml"/></Relationships>
</file>

<file path=ppt/slides/_rels/slide15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0.xml"/></Relationships>
</file>

<file path=ppt/slides/_rels/slide15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1.xml"/></Relationships>
</file>

<file path=ppt/slides/_rels/slide15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2.xml"/></Relationships>
</file>

<file path=ppt/slides/_rels/slide15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3.xml"/><Relationship Id="rId4" Type="http://schemas.openxmlformats.org/officeDocument/2006/relationships/chart" Target="../charts/chart1604.xml"/><Relationship Id="rId5" Type="http://schemas.openxmlformats.org/officeDocument/2006/relationships/chart" Target="../charts/chart1605.xml"/><Relationship Id="rId6" Type="http://schemas.openxmlformats.org/officeDocument/2006/relationships/notesSlide" Target="../notesSlides/notesSlide1723.xml"/></Relationships>
</file>

<file path=ppt/slides/_rels/slide15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6.xml"/><Relationship Id="rId4" Type="http://schemas.openxmlformats.org/officeDocument/2006/relationships/notesSlide" Target="../notesSlides/notesSlide1724.xml"/></Relationships>
</file>

<file path=ppt/slides/_rels/slide16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5.xml"/></Relationships>
</file>

<file path=ppt/slides/_rels/slide16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6.xml"/></Relationships>
</file>

<file path=ppt/slides/_rels/slide16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Hair Styling Products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(Mn Units) Analysis and Forecast, 2021–2036</a:t>
            </a:r>
          </a:p>
          <a:p>
            <a:pPr algn="l"/>
            <a:r>
              <a:rPr sz="1100" b="0">
                <a:solidFill>
                  <a:srgbClr val="8FCBE6"/>
                </a:solidFill>
                <a:latin typeface="Calibri"/>
              </a:rPr>
              <a:t>Region focus: Global   ·   Country focus: U.S.   ·   Generated 13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372335"/>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71915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195645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List of Figures, List of Tables</a:t>
            </a:r>
          </a:p>
        </p:txBody>
      </p:sp>
      <p:sp>
        <p:nvSpPr>
          <p:cNvPr id="14" name="Rounded Rectangle 13">
            <a:hlinkClick action="ppaction://hlinksldjump" r:id="rId7"/>
          </p:cNvPr>
          <p:cNvSpPr/>
          <p:nvPr/>
        </p:nvSpPr>
        <p:spPr>
          <a:xfrm>
            <a:off x="142875" y="2193752"/>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5" name="Rounded Rectangle 14">
            <a:hlinkClick action="ppaction://hlinksldjump" r:id="rId8"/>
          </p:cNvPr>
          <p:cNvSpPr/>
          <p:nvPr/>
        </p:nvSpPr>
        <p:spPr>
          <a:xfrm>
            <a:off x="314325" y="2540573"/>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Hair Styling Products Market Global Overview</a:t>
            </a:r>
          </a:p>
        </p:txBody>
      </p:sp>
      <p:sp>
        <p:nvSpPr>
          <p:cNvPr id="16" name="Rounded Rectangle 15">
            <a:hlinkClick action="ppaction://hlinksldjump" r:id="rId9"/>
          </p:cNvPr>
          <p:cNvSpPr/>
          <p:nvPr/>
        </p:nvSpPr>
        <p:spPr>
          <a:xfrm>
            <a:off x="314325" y="2777871"/>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Global Market Analysis By Region</a:t>
            </a:r>
          </a:p>
        </p:txBody>
      </p:sp>
      <p:sp>
        <p:nvSpPr>
          <p:cNvPr id="17" name="Rounded Rectangle 16">
            <a:hlinkClick action="ppaction://hlinksldjump" r:id="rId10"/>
          </p:cNvPr>
          <p:cNvSpPr/>
          <p:nvPr/>
        </p:nvSpPr>
        <p:spPr>
          <a:xfrm>
            <a:off x="314325" y="3015169"/>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Segments</a:t>
            </a:r>
          </a:p>
        </p:txBody>
      </p:sp>
      <p:sp>
        <p:nvSpPr>
          <p:cNvPr id="18" name="Rounded Rectangle 17">
            <a:hlinkClick action="ppaction://hlinksldjump" r:id="rId11"/>
          </p:cNvPr>
          <p:cNvSpPr/>
          <p:nvPr/>
        </p:nvSpPr>
        <p:spPr>
          <a:xfrm>
            <a:off x="142875" y="3252467"/>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19" name="Rounded Rectangle 18">
            <a:hlinkClick action="ppaction://hlinksldjump" r:id="rId12"/>
          </p:cNvPr>
          <p:cNvSpPr/>
          <p:nvPr/>
        </p:nvSpPr>
        <p:spPr>
          <a:xfrm>
            <a:off x="314325" y="359928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North America Overview</a:t>
            </a:r>
          </a:p>
        </p:txBody>
      </p:sp>
      <p:sp>
        <p:nvSpPr>
          <p:cNvPr id="20" name="Rounded Rectangle 19">
            <a:hlinkClick action="ppaction://hlinksldjump" r:id="rId13"/>
          </p:cNvPr>
          <p:cNvSpPr/>
          <p:nvPr/>
        </p:nvSpPr>
        <p:spPr>
          <a:xfrm>
            <a:off x="314325" y="383658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North America Market Analysis By Country</a:t>
            </a:r>
          </a:p>
        </p:txBody>
      </p:sp>
      <p:sp>
        <p:nvSpPr>
          <p:cNvPr id="21" name="Rounded Rectangle 20">
            <a:hlinkClick action="ppaction://hlinksldjump" r:id="rId14"/>
          </p:cNvPr>
          <p:cNvSpPr/>
          <p:nvPr/>
        </p:nvSpPr>
        <p:spPr>
          <a:xfrm>
            <a:off x="314325" y="407388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Market Analysis By Segments</a:t>
            </a:r>
          </a:p>
        </p:txBody>
      </p:sp>
      <p:sp>
        <p:nvSpPr>
          <p:cNvPr id="22" name="Rounded Rectangle 21">
            <a:hlinkClick action="ppaction://hlinksldjump" r:id="rId15"/>
          </p:cNvPr>
          <p:cNvSpPr/>
          <p:nvPr/>
        </p:nvSpPr>
        <p:spPr>
          <a:xfrm>
            <a:off x="142875" y="4311182"/>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Latin America Market Outlook</a:t>
            </a:r>
          </a:p>
        </p:txBody>
      </p:sp>
      <p:sp>
        <p:nvSpPr>
          <p:cNvPr id="23" name="Rounded Rectangle 22">
            <a:hlinkClick action="ppaction://hlinksldjump" r:id="rId16"/>
          </p:cNvPr>
          <p:cNvSpPr/>
          <p:nvPr/>
        </p:nvSpPr>
        <p:spPr>
          <a:xfrm>
            <a:off x="314325" y="4658003"/>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Latin America Overview</a:t>
            </a:r>
          </a:p>
        </p:txBody>
      </p:sp>
      <p:sp>
        <p:nvSpPr>
          <p:cNvPr id="24" name="Rounded Rectangle 23">
            <a:hlinkClick action="ppaction://hlinksldjump" r:id="rId17"/>
          </p:cNvPr>
          <p:cNvSpPr/>
          <p:nvPr/>
        </p:nvSpPr>
        <p:spPr>
          <a:xfrm>
            <a:off x="314325" y="4895301"/>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Latin America Market Analysis By Country</a:t>
            </a:r>
          </a:p>
        </p:txBody>
      </p:sp>
      <p:sp>
        <p:nvSpPr>
          <p:cNvPr id="25" name="Rounded Rectangle 24">
            <a:hlinkClick action="ppaction://hlinksldjump" r:id="rId18"/>
          </p:cNvPr>
          <p:cNvSpPr/>
          <p:nvPr/>
        </p:nvSpPr>
        <p:spPr>
          <a:xfrm>
            <a:off x="314325" y="5132599"/>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Latin America Market Analysis By Segments</a:t>
            </a:r>
          </a:p>
        </p:txBody>
      </p:sp>
      <p:sp>
        <p:nvSpPr>
          <p:cNvPr id="26" name="Rounded Rectangle 25">
            <a:hlinkClick action="ppaction://hlinksldjump" r:id="rId19"/>
          </p:cNvPr>
          <p:cNvSpPr/>
          <p:nvPr/>
        </p:nvSpPr>
        <p:spPr>
          <a:xfrm>
            <a:off x="142875" y="5369897"/>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Europe Market Outlook</a:t>
            </a:r>
          </a:p>
        </p:txBody>
      </p:sp>
      <p:sp>
        <p:nvSpPr>
          <p:cNvPr id="27" name="Rounded Rectangle 26">
            <a:hlinkClick action="ppaction://hlinksldjump" r:id="rId20"/>
          </p:cNvPr>
          <p:cNvSpPr/>
          <p:nvPr/>
        </p:nvSpPr>
        <p:spPr>
          <a:xfrm>
            <a:off x="314325" y="571671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Europe Overview</a:t>
            </a:r>
          </a:p>
        </p:txBody>
      </p:sp>
      <p:sp>
        <p:nvSpPr>
          <p:cNvPr id="28" name="Rounded Rectangle 27">
            <a:hlinkClick action="ppaction://hlinksldjump" r:id="rId21"/>
          </p:cNvPr>
          <p:cNvSpPr/>
          <p:nvPr/>
        </p:nvSpPr>
        <p:spPr>
          <a:xfrm>
            <a:off x="314325" y="595401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Europe Market Analysis By Country</a:t>
            </a:r>
          </a:p>
        </p:txBody>
      </p:sp>
      <p:sp>
        <p:nvSpPr>
          <p:cNvPr id="29" name="Rounded Rectangle 28">
            <a:hlinkClick action="ppaction://hlinksldjump" r:id="rId22"/>
          </p:cNvPr>
          <p:cNvSpPr/>
          <p:nvPr/>
        </p:nvSpPr>
        <p:spPr>
          <a:xfrm>
            <a:off x="314325" y="619131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Europe Market Analysis By Segments</a:t>
            </a:r>
          </a:p>
        </p:txBody>
      </p:sp>
      <p:sp>
        <p:nvSpPr>
          <p:cNvPr id="30" name="Rounded Rectangle 29">
            <a:hlinkClick action="ppaction://hlinksldjump" r:id="rId23"/>
          </p:cNvPr>
          <p:cNvSpPr/>
          <p:nvPr/>
        </p:nvSpPr>
        <p:spPr>
          <a:xfrm>
            <a:off x="4143375" y="1135037"/>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East Asia Market Outlook</a:t>
            </a:r>
          </a:p>
        </p:txBody>
      </p:sp>
      <p:sp>
        <p:nvSpPr>
          <p:cNvPr id="31" name="Rounded Rectangle 30">
            <a:hlinkClick action="ppaction://hlinksldjump" r:id="rId24"/>
          </p:cNvPr>
          <p:cNvSpPr/>
          <p:nvPr/>
        </p:nvSpPr>
        <p:spPr>
          <a:xfrm>
            <a:off x="4314825" y="148185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East Asia Overview</a:t>
            </a:r>
          </a:p>
        </p:txBody>
      </p:sp>
      <p:sp>
        <p:nvSpPr>
          <p:cNvPr id="32" name="Rounded Rectangle 31">
            <a:hlinkClick action="ppaction://hlinksldjump" r:id="rId25"/>
          </p:cNvPr>
          <p:cNvSpPr/>
          <p:nvPr/>
        </p:nvSpPr>
        <p:spPr>
          <a:xfrm>
            <a:off x="4314825" y="171915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East Asia Market Analysis By Country</a:t>
            </a:r>
          </a:p>
        </p:txBody>
      </p:sp>
      <p:sp>
        <p:nvSpPr>
          <p:cNvPr id="33" name="Rounded Rectangle 32">
            <a:hlinkClick action="ppaction://hlinksldjump" r:id="rId26"/>
          </p:cNvPr>
          <p:cNvSpPr/>
          <p:nvPr/>
        </p:nvSpPr>
        <p:spPr>
          <a:xfrm>
            <a:off x="4314825" y="195645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East Asia Market Analysis By Segments</a:t>
            </a:r>
          </a:p>
        </p:txBody>
      </p:sp>
      <p:sp>
        <p:nvSpPr>
          <p:cNvPr id="34" name="Rounded Rectangle 33">
            <a:hlinkClick action="ppaction://hlinksldjump" r:id="rId27"/>
          </p:cNvPr>
          <p:cNvSpPr/>
          <p:nvPr/>
        </p:nvSpPr>
        <p:spPr>
          <a:xfrm>
            <a:off x="4143375" y="2193752"/>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South Asia &amp; Pacific Market Outlook</a:t>
            </a:r>
          </a:p>
        </p:txBody>
      </p:sp>
      <p:sp>
        <p:nvSpPr>
          <p:cNvPr id="35" name="Rounded Rectangle 34">
            <a:hlinkClick action="ppaction://hlinksldjump" r:id="rId28"/>
          </p:cNvPr>
          <p:cNvSpPr/>
          <p:nvPr/>
        </p:nvSpPr>
        <p:spPr>
          <a:xfrm>
            <a:off x="4314825" y="2540573"/>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South Asia &amp; Pacific Overview</a:t>
            </a:r>
          </a:p>
        </p:txBody>
      </p:sp>
      <p:sp>
        <p:nvSpPr>
          <p:cNvPr id="36" name="Rounded Rectangle 35">
            <a:hlinkClick action="ppaction://hlinksldjump" r:id="rId29"/>
          </p:cNvPr>
          <p:cNvSpPr/>
          <p:nvPr/>
        </p:nvSpPr>
        <p:spPr>
          <a:xfrm>
            <a:off x="4314825" y="2777871"/>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South Asia &amp; Pacific Market Analysis By Country</a:t>
            </a:r>
          </a:p>
        </p:txBody>
      </p:sp>
      <p:sp>
        <p:nvSpPr>
          <p:cNvPr id="37" name="Rounded Rectangle 36">
            <a:hlinkClick action="ppaction://hlinksldjump" r:id="rId30"/>
          </p:cNvPr>
          <p:cNvSpPr/>
          <p:nvPr/>
        </p:nvSpPr>
        <p:spPr>
          <a:xfrm>
            <a:off x="4314825" y="3015169"/>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South Asia &amp; Pacific Market Analysis By Segments</a:t>
            </a:r>
          </a:p>
        </p:txBody>
      </p:sp>
      <p:sp>
        <p:nvSpPr>
          <p:cNvPr id="38" name="Rounded Rectangle 37">
            <a:hlinkClick action="ppaction://hlinksldjump" r:id="rId31"/>
          </p:cNvPr>
          <p:cNvSpPr/>
          <p:nvPr/>
        </p:nvSpPr>
        <p:spPr>
          <a:xfrm>
            <a:off x="4143375" y="3252467"/>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Middle East &amp; Africa Market Outlook</a:t>
            </a:r>
          </a:p>
        </p:txBody>
      </p:sp>
      <p:sp>
        <p:nvSpPr>
          <p:cNvPr id="39" name="Rounded Rectangle 38">
            <a:hlinkClick action="ppaction://hlinksldjump" r:id="rId32"/>
          </p:cNvPr>
          <p:cNvSpPr/>
          <p:nvPr/>
        </p:nvSpPr>
        <p:spPr>
          <a:xfrm>
            <a:off x="4314825" y="359928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22. Middle East &amp; Africa Overview</a:t>
            </a:r>
          </a:p>
        </p:txBody>
      </p:sp>
      <p:sp>
        <p:nvSpPr>
          <p:cNvPr id="40" name="Rounded Rectangle 39">
            <a:hlinkClick action="ppaction://hlinksldjump" r:id="rId33"/>
          </p:cNvPr>
          <p:cNvSpPr/>
          <p:nvPr/>
        </p:nvSpPr>
        <p:spPr>
          <a:xfrm>
            <a:off x="4314825" y="383658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23. Middle East &amp; Africa Market Analysis By Country</a:t>
            </a:r>
          </a:p>
        </p:txBody>
      </p:sp>
      <p:sp>
        <p:nvSpPr>
          <p:cNvPr id="41" name="Rounded Rectangle 40">
            <a:hlinkClick action="ppaction://hlinksldjump" r:id="rId34"/>
          </p:cNvPr>
          <p:cNvSpPr/>
          <p:nvPr/>
        </p:nvSpPr>
        <p:spPr>
          <a:xfrm>
            <a:off x="4314825" y="407388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24. Middle East &amp; Africa Market Analysis By Segments</a:t>
            </a:r>
          </a:p>
        </p:txBody>
      </p:sp>
      <p:sp>
        <p:nvSpPr>
          <p:cNvPr id="42" name="Rounded Rectangle 41">
            <a:hlinkClick action="ppaction://hlinksldjump" r:id="rId35"/>
          </p:cNvPr>
          <p:cNvSpPr/>
          <p:nvPr/>
        </p:nvSpPr>
        <p:spPr>
          <a:xfrm>
            <a:off x="4143375" y="4311182"/>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43" name="Rounded Rectangle 42">
            <a:hlinkClick action="ppaction://hlinksldjump" r:id="rId36"/>
          </p:cNvPr>
          <p:cNvSpPr/>
          <p:nvPr/>
        </p:nvSpPr>
        <p:spPr>
          <a:xfrm>
            <a:off x="4314825" y="4658003"/>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25. Hair Styling Products Market Overview (Volume &amp; Value)</a:t>
            </a:r>
          </a:p>
        </p:txBody>
      </p:sp>
      <p:sp>
        <p:nvSpPr>
          <p:cNvPr id="44" name="Rounded Rectangle 43">
            <a:hlinkClick action="ppaction://hlinksldjump" r:id="rId37"/>
          </p:cNvPr>
          <p:cNvSpPr/>
          <p:nvPr/>
        </p:nvSpPr>
        <p:spPr>
          <a:xfrm>
            <a:off x="4314825" y="4895301"/>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26. Segment Overview (Volume &amp; Value)</a:t>
            </a:r>
          </a:p>
        </p:txBody>
      </p:sp>
      <p:sp>
        <p:nvSpPr>
          <p:cNvPr id="45" name="Rounded Rectangle 44">
            <a:hlinkClick action="ppaction://hlinksldjump" r:id="rId38"/>
          </p:cNvPr>
          <p:cNvSpPr/>
          <p:nvPr/>
        </p:nvSpPr>
        <p:spPr>
          <a:xfrm>
            <a:off x="4143375" y="5132599"/>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46" name="Rounded Rectangle 45">
            <a:hlinkClick action="ppaction://hlinksldjump" r:id="rId39"/>
          </p:cNvPr>
          <p:cNvSpPr/>
          <p:nvPr/>
        </p:nvSpPr>
        <p:spPr>
          <a:xfrm>
            <a:off x="4314825" y="5479420"/>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27. Hair Styling Products Market Pricing Analysis</a:t>
            </a:r>
          </a:p>
        </p:txBody>
      </p:sp>
      <p:sp>
        <p:nvSpPr>
          <p:cNvPr id="47" name="Rounded Rectangle 46">
            <a:hlinkClick action="ppaction://hlinksldjump" r:id="rId40"/>
          </p:cNvPr>
          <p:cNvSpPr/>
          <p:nvPr/>
        </p:nvSpPr>
        <p:spPr>
          <a:xfrm>
            <a:off x="4314825" y="571671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28. Supply Chain Analysis</a:t>
            </a:r>
          </a:p>
        </p:txBody>
      </p:sp>
      <p:sp>
        <p:nvSpPr>
          <p:cNvPr id="48" name="Rounded Rectangle 47">
            <a:hlinkClick action="ppaction://hlinksldjump" r:id="rId41"/>
          </p:cNvPr>
          <p:cNvSpPr/>
          <p:nvPr/>
        </p:nvSpPr>
        <p:spPr>
          <a:xfrm>
            <a:off x="4143375" y="5954016"/>
            <a:ext cx="3943350" cy="200791"/>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49" name="Rounded Rectangle 48">
            <a:hlinkClick action="ppaction://hlinksldjump" r:id="rId42"/>
          </p:cNvPr>
          <p:cNvSpPr/>
          <p:nvPr/>
        </p:nvSpPr>
        <p:spPr>
          <a:xfrm>
            <a:off x="4314825" y="6300837"/>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29. Market Dynamics &amp; Forces</a:t>
            </a:r>
          </a:p>
        </p:txBody>
      </p:sp>
      <p:sp>
        <p:nvSpPr>
          <p:cNvPr id="50" name="Rounded Rectangle 49">
            <a:hlinkClick action="ppaction://hlinksldjump" r:id="rId43"/>
          </p:cNvPr>
          <p:cNvSpPr/>
          <p:nvPr/>
        </p:nvSpPr>
        <p:spPr>
          <a:xfrm>
            <a:off x="8143875" y="1135037"/>
            <a:ext cx="394335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51" name="Rounded Rectangle 50">
            <a:hlinkClick action="ppaction://hlinksldjump" r:id="rId44"/>
          </p:cNvPr>
          <p:cNvSpPr/>
          <p:nvPr/>
        </p:nvSpPr>
        <p:spPr>
          <a:xfrm>
            <a:off x="8315325" y="1481858"/>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30. Competitive Landscape</a:t>
            </a:r>
          </a:p>
        </p:txBody>
      </p:sp>
      <p:sp>
        <p:nvSpPr>
          <p:cNvPr id="52" name="Rounded Rectangle 51">
            <a:hlinkClick action="ppaction://hlinksldjump" r:id="rId45"/>
          </p:cNvPr>
          <p:cNvSpPr/>
          <p:nvPr/>
        </p:nvSpPr>
        <p:spPr>
          <a:xfrm>
            <a:off x="8315325" y="1719156"/>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31. Market Share by Leading Players</a:t>
            </a:r>
          </a:p>
        </p:txBody>
      </p:sp>
      <p:sp>
        <p:nvSpPr>
          <p:cNvPr id="53" name="Rounded Rectangle 52">
            <a:hlinkClick action="ppaction://hlinksldjump" r:id="rId46"/>
          </p:cNvPr>
          <p:cNvSpPr/>
          <p:nvPr/>
        </p:nvSpPr>
        <p:spPr>
          <a:xfrm>
            <a:off x="8315325" y="1956454"/>
            <a:ext cx="3771900" cy="237298"/>
          </a:xfrm>
          <a:prstGeom prst="roundRect">
            <a:avLst>
              <a:gd name="adj" fmla="val 30769"/>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32. Company Profiles &amp; Strategic Benchmarking</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Hair Styling Products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Hair Styling Products demand, the evidence behind each and what it implies for the global market</a:t>
            </a:r>
          </a:p>
        </p:txBody>
      </p:sp>
      <p:graphicFrame>
        <p:nvGraphicFramePr>
          <p:cNvPr id="10" name="Table 9"/>
          <p:cNvGraphicFramePr>
            <a:graphicFrameLocks noGrp="1"/>
          </p:cNvGraphicFramePr>
          <p:nvPr/>
        </p:nvGraphicFramePr>
        <p:xfrm>
          <a:off x="142875" y="1062022"/>
          <a:ext cx="12242437" cy="5549125"/>
        </p:xfrm>
        <a:graphic>
          <a:graphicData uri="http://schemas.openxmlformats.org/drawingml/2006/table">
            <a:tbl>
              <a:tblPr>
                <a:tableStyleId>{5C22544A-7EE6-4342-B048-85BDC9FD1C3A}</a:tableStyleId>
              </a:tblPr>
              <a:tblGrid>
                <a:gridCol w="4412343"/>
                <a:gridCol w="4496344"/>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Hair Styling Products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Global demand expands at a 6.7% forecast CAGR (2026–2036), accelerating from 4.3%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16,106 → 30,687 US$ Mn  ·  CAGR 6.7%</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format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Styling Serums and Oils leads Product Format, at 19.6% of 2036 value, within a mix of 8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Styling Serums and Oils  ·  19.6%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Online Marketplaces is the fastest-growing part of Distribution Channel, at a 8.0%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Online Marketplaces  ·  8.0%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Hair Styling Products demand?</a:t>
                      </a:r>
                    </a:p>
                  </a:txBody>
                  <a:tcPr marL="70000" marR="70000" marT="45000" marB="45000" anchor="ctr">
                    <a:solidFill>
                      <a:srgbClr val="F6F9FC"/>
                    </a:solidFill>
                  </a:tcPr>
                </a:tc>
                <a:tc>
                  <a:txBody>
                    <a:bodyPr wrap="square"/>
                    <a:lstStyle/>
                    <a:p>
                      <a:pPr algn="l"/>
                      <a:r>
                        <a:rPr sz="1100" b="0">
                          <a:solidFill>
                            <a:srgbClr val="2E2E2E"/>
                          </a:solidFill>
                          <a:latin typeface="Calibri"/>
                        </a:rPr>
                        <a:t>North America is the largest regional market (29.5% of 2036 value), while South Asia &amp; Pacific grows fastest at 7.9%.</a:t>
                      </a:r>
                    </a:p>
                  </a:txBody>
                  <a:tcPr marL="70000" marR="70000" marT="45000" marB="45000" anchor="ctr">
                    <a:solidFill>
                      <a:srgbClr val="F6F9FC"/>
                    </a:solidFill>
                  </a:tcPr>
                </a:tc>
                <a:tc>
                  <a:txBody>
                    <a:bodyPr wrap="square"/>
                    <a:lstStyle/>
                    <a:p>
                      <a:pPr algn="l"/>
                      <a:r>
                        <a:rPr sz="1100" b="0">
                          <a:solidFill>
                            <a:srgbClr val="2E2E2E"/>
                          </a:solidFill>
                          <a:latin typeface="Calibri"/>
                        </a:rPr>
                        <a:t>Largest: North America (29.5%)  ·  Fastest: South Asia &amp; Pacific (7.9%)</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14,581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14,581 US$ Mn (2026–2036)  ·  5,649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19722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50202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206875"/>
            <a:ext cx="71247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Hair Styling Products Market</a:t>
            </a:r>
          </a:p>
        </p:txBody>
      </p:sp>
      <p:sp>
        <p:nvSpPr>
          <p:cNvPr id="56" name="Rounded Rectangle 55"/>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7 axes and the sub-segments sized under each</a:t>
            </a:r>
          </a:p>
        </p:txBody>
      </p:sp>
      <p:sp>
        <p:nvSpPr>
          <p:cNvPr id="10" name="Rectangle 9"/>
          <p:cNvSpPr/>
          <p:nvPr/>
        </p:nvSpPr>
        <p:spPr>
          <a:xfrm>
            <a:off x="142875" y="1028700"/>
            <a:ext cx="2876550" cy="288607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Sprays and Mists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Aerosol Hairsprays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Non-aerosol Hairsprays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Texturizing Sprays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Sea-salt Sprays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Volumizing Sprays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2000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3905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Mousses and Foams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3714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5619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Aerosol Mousses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Non-aerosol Foams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2000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3905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Gels and Jellies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2000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905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Creams and Lotions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Waxes, Clays, Pastes and Pomades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000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3905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Styling Powders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0002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390525" y="356044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Styling Serums and Oils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20002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390525" y="37376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Sticks and Balms</a:t>
            </a:r>
          </a:p>
        </p:txBody>
      </p:sp>
      <p:sp>
        <p:nvSpPr>
          <p:cNvPr id="57" name="Rectangle 56"/>
          <p:cNvSpPr/>
          <p:nvPr/>
        </p:nvSpPr>
        <p:spPr>
          <a:xfrm>
            <a:off x="3152775" y="1028700"/>
            <a:ext cx="2876550" cy="111442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Hold Level</a:t>
            </a:r>
          </a:p>
        </p:txBody>
      </p:sp>
      <p:sp>
        <p:nvSpPr>
          <p:cNvPr id="60" name="TextBox 59"/>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cxnSp>
        <p:nvCxnSpPr>
          <p:cNvPr id="62" name="Connector 61"/>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cxnSp>
        <p:nvCxnSpPr>
          <p:cNvPr id="65" name="Connector 64"/>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2099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4004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cxnSp>
        <p:nvCxnSpPr>
          <p:cNvPr id="68" name="Connector 67"/>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0" name="TextBox 69"/>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cxnSp>
        <p:nvCxnSpPr>
          <p:cNvPr id="71" name="Connector 70"/>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32099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3" name="TextBox 72"/>
          <p:cNvSpPr txBox="1"/>
          <p:nvPr/>
        </p:nvSpPr>
        <p:spPr>
          <a:xfrm>
            <a:off x="34004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74" name="Rectangle 73"/>
          <p:cNvSpPr/>
          <p:nvPr/>
        </p:nvSpPr>
        <p:spPr>
          <a:xfrm>
            <a:off x="3152775" y="2257425"/>
            <a:ext cx="2876550" cy="111442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152775" y="225742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228975" y="225742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Hair Type Targeted</a:t>
            </a:r>
          </a:p>
        </p:txBody>
      </p:sp>
      <p:sp>
        <p:nvSpPr>
          <p:cNvPr id="77" name="TextBox 76"/>
          <p:cNvSpPr txBox="1"/>
          <p:nvPr/>
        </p:nvSpPr>
        <p:spPr>
          <a:xfrm>
            <a:off x="32099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8" name="TextBox 77"/>
          <p:cNvSpPr txBox="1"/>
          <p:nvPr/>
        </p:nvSpPr>
        <p:spPr>
          <a:xfrm>
            <a:off x="34004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cxnSp>
        <p:nvCxnSpPr>
          <p:cNvPr id="79" name="Connector 78"/>
          <p:cNvCxnSpPr/>
          <p:nvPr/>
        </p:nvCxnSpPr>
        <p:spPr>
          <a:xfrm>
            <a:off x="31623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32099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1" name="TextBox 80"/>
          <p:cNvSpPr txBox="1"/>
          <p:nvPr/>
        </p:nvSpPr>
        <p:spPr>
          <a:xfrm>
            <a:off x="34004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cxnSp>
        <p:nvCxnSpPr>
          <p:cNvPr id="82" name="Connector 81"/>
          <p:cNvCxnSpPr/>
          <p:nvPr/>
        </p:nvCxnSpPr>
        <p:spPr>
          <a:xfrm>
            <a:off x="31623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32099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4" name="TextBox 83"/>
          <p:cNvSpPr txBox="1"/>
          <p:nvPr/>
        </p:nvSpPr>
        <p:spPr>
          <a:xfrm>
            <a:off x="34004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cxnSp>
        <p:nvCxnSpPr>
          <p:cNvPr id="85" name="Connector 84"/>
          <p:cNvCxnSpPr/>
          <p:nvPr/>
        </p:nvCxnSpPr>
        <p:spPr>
          <a:xfrm>
            <a:off x="31623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32099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7" name="TextBox 86"/>
          <p:cNvSpPr txBox="1"/>
          <p:nvPr/>
        </p:nvSpPr>
        <p:spPr>
          <a:xfrm>
            <a:off x="34004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cxnSp>
        <p:nvCxnSpPr>
          <p:cNvPr id="88" name="Connector 87"/>
          <p:cNvCxnSpPr/>
          <p:nvPr/>
        </p:nvCxnSpPr>
        <p:spPr>
          <a:xfrm>
            <a:off x="31623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32099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0" name="TextBox 89"/>
          <p:cNvSpPr txBox="1"/>
          <p:nvPr/>
        </p:nvSpPr>
        <p:spPr>
          <a:xfrm>
            <a:off x="34004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1" name="Rectangle 90"/>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Finish</a:t>
            </a:r>
          </a:p>
        </p:txBody>
      </p:sp>
      <p:sp>
        <p:nvSpPr>
          <p:cNvPr id="94" name="TextBox 93"/>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cxnSp>
        <p:nvCxnSpPr>
          <p:cNvPr id="96" name="Connector 95"/>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cxnSp>
        <p:nvCxnSpPr>
          <p:cNvPr id="99" name="Connector 98"/>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102" name="Rectangle 101"/>
          <p:cNvSpPr/>
          <p:nvPr/>
        </p:nvSpPr>
        <p:spPr>
          <a:xfrm>
            <a:off x="6162675" y="1903095"/>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Primary Styling Benefit</a:t>
            </a:r>
          </a:p>
        </p:txBody>
      </p:sp>
      <p:sp>
        <p:nvSpPr>
          <p:cNvPr id="105" name="TextBox 104"/>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cxnSp>
        <p:nvCxnSpPr>
          <p:cNvPr id="107" name="Connector 106"/>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62198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64103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cxnSp>
        <p:nvCxnSpPr>
          <p:cNvPr id="110" name="Connector 109"/>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62198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64103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cxnSp>
        <p:nvCxnSpPr>
          <p:cNvPr id="113" name="Connector 112"/>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cxnSp>
        <p:nvCxnSpPr>
          <p:cNvPr id="116" name="Connector 115"/>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2198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64103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cxnSp>
        <p:nvCxnSpPr>
          <p:cNvPr id="119" name="Connector 118"/>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62198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64103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cxnSp>
        <p:nvCxnSpPr>
          <p:cNvPr id="122" name="Connector 121"/>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62198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64103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5" name="Rectangle 124"/>
          <p:cNvSpPr/>
          <p:nvPr/>
        </p:nvSpPr>
        <p:spPr>
          <a:xfrm>
            <a:off x="9172575" y="1028700"/>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128" name="TextBox 12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cxnSp>
        <p:nvCxnSpPr>
          <p:cNvPr id="130" name="Connector 12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cxnSp>
        <p:nvCxnSpPr>
          <p:cNvPr id="133" name="Connector 13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cxnSp>
        <p:nvCxnSpPr>
          <p:cNvPr id="136" name="Connector 13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cxnSp>
        <p:nvCxnSpPr>
          <p:cNvPr id="139" name="Connector 138"/>
          <p:cNvCxnSpPr/>
          <p:nvPr/>
        </p:nvCxnSpPr>
        <p:spPr>
          <a:xfrm>
            <a:off x="91821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92297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94202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cxnSp>
        <p:nvCxnSpPr>
          <p:cNvPr id="142" name="Connector 141"/>
          <p:cNvCxnSpPr/>
          <p:nvPr/>
        </p:nvCxnSpPr>
        <p:spPr>
          <a:xfrm>
            <a:off x="91821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92297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9420225" y="21431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45" name="Rectangle 144"/>
          <p:cNvSpPr/>
          <p:nvPr/>
        </p:nvSpPr>
        <p:spPr>
          <a:xfrm>
            <a:off x="9172575" y="2434590"/>
            <a:ext cx="2876550" cy="288607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9172575" y="243459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9248775" y="243459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Ingredient Technology</a:t>
            </a:r>
          </a:p>
        </p:txBody>
      </p:sp>
      <p:sp>
        <p:nvSpPr>
          <p:cNvPr id="148" name="TextBox 147"/>
          <p:cNvSpPr txBox="1"/>
          <p:nvPr/>
        </p:nvSpPr>
        <p:spPr>
          <a:xfrm>
            <a:off x="92297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94202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Film-forming and Fixative Polymers</a:t>
            </a:r>
          </a:p>
        </p:txBody>
      </p:sp>
      <p:cxnSp>
        <p:nvCxnSpPr>
          <p:cNvPr id="150" name="Connector 14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Synthetic Polymers</a:t>
            </a:r>
          </a:p>
        </p:txBody>
      </p:sp>
      <p:cxnSp>
        <p:nvCxnSpPr>
          <p:cNvPr id="153" name="Connector 15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Bio-based Polymers</a:t>
            </a:r>
          </a:p>
        </p:txBody>
      </p:sp>
      <p:cxnSp>
        <p:nvCxnSpPr>
          <p:cNvPr id="156" name="Connector 15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Biodegradable Polymers</a:t>
            </a:r>
          </a:p>
        </p:txBody>
      </p:sp>
      <p:cxnSp>
        <p:nvCxnSpPr>
          <p:cNvPr id="159" name="Connector 15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92297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94202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Texture and Volume Additives</a:t>
            </a:r>
          </a:p>
        </p:txBody>
      </p:sp>
      <p:cxnSp>
        <p:nvCxnSpPr>
          <p:cNvPr id="162" name="Connector 16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Silica-based Additives</a:t>
            </a:r>
          </a:p>
        </p:txBody>
      </p:sp>
      <p:cxnSp>
        <p:nvCxnSpPr>
          <p:cNvPr id="165" name="Connector 16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Starch-based Additives</a:t>
            </a:r>
          </a:p>
        </p:txBody>
      </p:sp>
      <p:cxnSp>
        <p:nvCxnSpPr>
          <p:cNvPr id="168" name="Connector 16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9591675" y="390334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Mineral and Plant-based Additives</a:t>
            </a:r>
          </a:p>
        </p:txBody>
      </p:sp>
      <p:cxnSp>
        <p:nvCxnSpPr>
          <p:cNvPr id="171" name="Connector 170"/>
          <p:cNvCxnSpPr/>
          <p:nvPr/>
        </p:nvCxnSpPr>
        <p:spPr>
          <a:xfrm>
            <a:off x="91821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922972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9420225" y="425767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Conditioning and Smoothing Agents</a:t>
            </a:r>
          </a:p>
        </p:txBody>
      </p:sp>
      <p:cxnSp>
        <p:nvCxnSpPr>
          <p:cNvPr id="174" name="Connector 173"/>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94011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95916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Silicone-based</a:t>
            </a:r>
          </a:p>
        </p:txBody>
      </p:sp>
      <p:cxnSp>
        <p:nvCxnSpPr>
          <p:cNvPr id="177" name="Connector 176"/>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Silicone-free</a:t>
            </a:r>
          </a:p>
        </p:txBody>
      </p:sp>
      <p:cxnSp>
        <p:nvCxnSpPr>
          <p:cNvPr id="180" name="Connector 179"/>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922972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9420225" y="478917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Waxes and Structuring Agents</a:t>
            </a:r>
          </a:p>
        </p:txBody>
      </p:sp>
      <p:cxnSp>
        <p:nvCxnSpPr>
          <p:cNvPr id="183" name="Connector 182"/>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Synthetic Waxes</a:t>
            </a:r>
          </a:p>
        </p:txBody>
      </p:sp>
      <p:cxnSp>
        <p:nvCxnSpPr>
          <p:cNvPr id="186" name="Connector 185"/>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Plant-derived Waxes</a:t>
            </a:r>
          </a:p>
        </p:txBody>
      </p:sp>
      <p:sp>
        <p:nvSpPr>
          <p:cNvPr id="189" name="TextBox 18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Hair Styling Products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Format,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Hold Level,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Finish,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Primary Styling Benefit,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Hair Type Targeted,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Mn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Ingredient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Product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Hold Level,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Finish,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Primary Styling Benefit,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Share by Hair Type Targeted, %, 2026 and 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Share by Ingredient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Product Format,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Hold Level,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Finish,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Absolute $ Opportunity by Primary Styling Benefit, US$ Mn,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Absolute $ Opportunity by Hair Type Targeted, US$ Mn,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Absolute $ Opportunity by Ingredient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Hold Level,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Finish,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BPS Share Change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BPS Share Change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BPS Share Change by Ingredient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Product Format,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Hold Level,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YoY Growth by Finish, %,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YoY Growth by Primary Styling Benefit, %,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YoY Growth by Hair Type Targeted, %,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YoY Growth by Ingredient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Attractiveness by Hold Level,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Attractiveness by Finish,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Attractiveness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Attractiveness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Attractiveness by Ingredient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Volume by Product Format, Mn Units, 2021–2036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Volume by Hold Level, Mn Units, 2021–2036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Volume by Finish, Mn Units, 2021–2036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Volume by Distribution Channel, Mn Units, 2021–2036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Volume by Primary Styling Benefit, Mn Units, 2021–2036</a:t>
                      </a:r>
                      <a:endParaRPr sz="1050"/>
                    </a:p>
                  </a:txBody>
                  <a:tcPr marL="9525" marR="9525" marT="9525" marB="0" anchor="ctr"/>
                </a:tc>
              </a:tr>
              <a:tr h="169606">
                <a:tc>
                  <a:txBody>
                    <a:bodyPr wrap="square"/>
                    <a:lstStyle/>
                    <a:p>
                      <a:pPr algn="l"/>
                      <a:r>
                        <a:rPr sz="1050" b="0" i="0">
                          <a:solidFill>
                            <a:srgbClr val="000000"/>
                          </a:solidFill>
                          <a:latin typeface="Calibri"/>
                        </a:rPr>
                        <a:t>Figure 68: Global Market Volume by Hair Type Targeted, Mn Units, 2021–2036</a:t>
                      </a:r>
                      <a:endParaRPr sz="1050"/>
                    </a:p>
                  </a:txBody>
                  <a:tcPr marL="9525" marR="9525" marT="9525" marB="0" anchor="ctr"/>
                </a:tc>
              </a:tr>
              <a:tr h="169606">
                <a:tc>
                  <a:txBody>
                    <a:bodyPr wrap="square"/>
                    <a:lstStyle/>
                    <a:p>
                      <a:pPr algn="l"/>
                      <a:r>
                        <a:rPr sz="1050" b="0" i="0">
                          <a:solidFill>
                            <a:srgbClr val="000000"/>
                          </a:solidFill>
                          <a:latin typeface="Calibri"/>
                        </a:rPr>
                        <a:t>Figure 69: Product Format × Hold Level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Product Format ×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Product Format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Product Format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Product Format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Product Format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Hold Level ×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Hold Level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Hold Level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Hold Level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Hold Level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Finish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Finish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Finish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Finish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Distribution Channel × Primary Styling Benefit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Distribution Channel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Distribution Channel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Primary Styling Benefit × Hair Type Targeted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Primary Styling Benefit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Hair Type Targeted × Ingredient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91: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92: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93: Global Market Absolute $ Opportunity by Region,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95: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96: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98: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99: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100: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101: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102: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104: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105: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106: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107: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108: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111: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112: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113: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115: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117: U.S.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China Market Value and YoY Growth,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China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China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China Market Share within East Asia, %, 2026 and 2036</a:t>
                      </a:r>
                      <a:endParaRPr sz="1050"/>
                    </a:p>
                  </a:txBody>
                  <a:tcPr marL="9525" marR="9525" marT="9525" marB="0" anchor="ctr"/>
                </a:tc>
              </a:tr>
              <a:tr h="169606">
                <a:tc>
                  <a:txBody>
                    <a:bodyPr wrap="square"/>
                    <a:lstStyle/>
                    <a:p>
                      <a:pPr algn="l"/>
                      <a:r>
                        <a:rPr sz="1050" b="0" i="0">
                          <a:solidFill>
                            <a:srgbClr val="000000"/>
                          </a:solidFill>
                          <a:latin typeface="Calibri"/>
                        </a:rPr>
                        <a:t>Figure 128: China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China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China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China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133: Japan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Japan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Japan Market Share within East Asia, %, 2026 and 2036</a:t>
                      </a:r>
                      <a:endParaRPr sz="1050"/>
                    </a:p>
                  </a:txBody>
                  <a:tcPr marL="9525" marR="9525" marT="9525" marB="0" anchor="ctr"/>
                </a:tc>
              </a:tr>
              <a:tr h="169606">
                <a:tc>
                  <a:txBody>
                    <a:bodyPr wrap="square"/>
                    <a:lstStyle/>
                    <a:p>
                      <a:pPr algn="l"/>
                      <a:r>
                        <a:rPr sz="1050" b="0" i="0">
                          <a:solidFill>
                            <a:srgbClr val="000000"/>
                          </a:solidFill>
                          <a:latin typeface="Calibri"/>
                        </a:rPr>
                        <a:t>Figure 136: Japan Market Value by Hold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Japan Market Value by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Japan Market Value by Primary Styling Benefit,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Japan Market Value by Hair Type Targeted,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Brazil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Brazil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143: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144: India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145: South Korea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146: South Korea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147: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148: Canada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149: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150: U.K. Market Value by Product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Product Format,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Hold Level,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Finish,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156: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157: Global Market Average Selling Price by Primary Styling Benefit,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158: Global Market Average Selling Price by Hair Type Targeted,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159: Global Market Average Selling Price by Ingredient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160: Global Market Value Chain Structure, 2026</a:t>
                      </a:r>
                      <a:endParaRPr sz="1050"/>
                    </a:p>
                  </a:txBody>
                  <a:tcPr marL="9525" marR="9525" marT="9525" marB="0" anchor="ctr"/>
                </a:tc>
              </a:tr>
              <a:tr h="169606">
                <a:tc>
                  <a:txBody>
                    <a:bodyPr wrap="square"/>
                    <a:lstStyle/>
                    <a:p>
                      <a:pPr algn="l"/>
                      <a:r>
                        <a:rPr sz="1050" b="0" i="0">
                          <a:solidFill>
                            <a:srgbClr val="000000"/>
                          </a:solidFill>
                          <a:latin typeface="Calibri"/>
                        </a:rPr>
                        <a:t>Figure 161: Global Market Margin Distribution across the Value Chain, %, 2026</a:t>
                      </a:r>
                      <a:endParaRPr sz="1050"/>
                    </a:p>
                  </a:txBody>
                  <a:tcPr marL="9525" marR="9525" marT="9525" marB="0" anchor="ctr"/>
                </a:tc>
              </a:tr>
              <a:tr h="169606">
                <a:tc>
                  <a:txBody>
                    <a:bodyPr wrap="square"/>
                    <a:lstStyle/>
                    <a:p>
                      <a:pPr algn="l"/>
                      <a:r>
                        <a:rPr sz="1050" b="0" i="0">
                          <a:solidFill>
                            <a:srgbClr val="000000"/>
                          </a:solidFill>
                          <a:latin typeface="Calibri"/>
                        </a:rPr>
                        <a:t>Figure 162: Global Market Cost Structure Breakdown, %, 2026</a:t>
                      </a:r>
                      <a:endParaRPr sz="1050"/>
                    </a:p>
                  </a:txBody>
                  <a:tcPr marL="9525" marR="9525" marT="9525" marB="0" anchor="ctr"/>
                </a:tc>
              </a:tr>
              <a:tr h="169606">
                <a:tc>
                  <a:txBody>
                    <a:bodyPr wrap="square"/>
                    <a:lstStyle/>
                    <a:p>
                      <a:pPr algn="l"/>
                      <a:r>
                        <a:rPr sz="1050" b="0" i="0">
                          <a:solidFill>
                            <a:srgbClr val="000000"/>
                          </a:solidFill>
                          <a:latin typeface="Calibri"/>
                        </a:rPr>
                        <a:t>Figure 163: Global Market Pricing Pressure Assessment by Product Format, 2026–2036</a:t>
                      </a:r>
                      <a:endParaRPr sz="1050"/>
                    </a:p>
                  </a:txBody>
                  <a:tcPr marL="9525" marR="9525" marT="9525" marB="0" anchor="ctr"/>
                </a:tc>
              </a:tr>
              <a:tr h="169606">
                <a:tc>
                  <a:txBody>
                    <a:bodyPr wrap="square"/>
                    <a:lstStyle/>
                    <a:p>
                      <a:pPr algn="l"/>
                      <a:r>
                        <a:rPr sz="1050" b="0" i="0">
                          <a:solidFill>
                            <a:srgbClr val="000000"/>
                          </a:solidFill>
                          <a:latin typeface="Calibri"/>
                        </a:rPr>
                        <a:t>Figure 164: Company Market Share in the Global Market, %, 2026</a:t>
                      </a:r>
                      <a:endParaRPr sz="1050"/>
                    </a:p>
                  </a:txBody>
                  <a:tcPr marL="9525" marR="9525" marT="9525" marB="0" anchor="ctr"/>
                </a:tc>
              </a:tr>
              <a:tr h="169606">
                <a:tc>
                  <a:txBody>
                    <a:bodyPr wrap="square"/>
                    <a:lstStyle/>
                    <a:p>
                      <a:pPr algn="l"/>
                      <a:r>
                        <a:rPr sz="1050" b="0" i="0">
                          <a:solidFill>
                            <a:srgbClr val="000000"/>
                          </a:solidFill>
                          <a:latin typeface="Calibri"/>
                        </a:rPr>
                        <a:t>Figure 165: Competitive Positioning of Leading Hair Styling Products Manufacturers, 2026</a:t>
                      </a:r>
                      <a:endParaRPr sz="1050"/>
                    </a:p>
                  </a:txBody>
                  <a:tcPr marL="9525" marR="9525" marT="9525" marB="0" anchor="ctr"/>
                </a:tc>
              </a:tr>
              <a:tr h="169606">
                <a:tc>
                  <a:txBody>
                    <a:bodyPr wrap="square"/>
                    <a:lstStyle/>
                    <a:p>
                      <a:pPr algn="l"/>
                      <a:r>
                        <a:rPr sz="1050" b="0" i="0">
                          <a:solidFill>
                            <a:srgbClr val="000000"/>
                          </a:solidFill>
                          <a:latin typeface="Calibri"/>
                        </a:rPr>
                        <a:t>Figure 166: Company Revenue from the Global Market, US$ Mn, 2026</a:t>
                      </a:r>
                      <a:endParaRPr sz="1050"/>
                    </a:p>
                  </a:txBody>
                  <a:tcPr marL="9525" marR="9525" marT="9525" marB="0" anchor="ctr"/>
                </a:tc>
              </a:tr>
              <a:tr h="169606">
                <a:tc>
                  <a:txBody>
                    <a:bodyPr wrap="square"/>
                    <a:lstStyle/>
                    <a:p>
                      <a:pPr algn="l"/>
                      <a:r>
                        <a:rPr sz="1050" b="0" i="0">
                          <a:solidFill>
                            <a:srgbClr val="000000"/>
                          </a:solidFill>
                          <a:latin typeface="Calibri"/>
                        </a:rPr>
                        <a:t>Figure 167: Global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168: Global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169: Company Market Share in the North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170: Company Market Share in the Latin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171: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172: Company Market Share in the East Asia Market, %, 2026</a:t>
                      </a:r>
                      <a:endParaRPr sz="1050"/>
                    </a:p>
                  </a:txBody>
                  <a:tcPr marL="9525" marR="9525" marT="9525" marB="0" anchor="ctr"/>
                </a:tc>
              </a:tr>
              <a:tr h="169606">
                <a:tc>
                  <a:txBody>
                    <a:bodyPr wrap="square"/>
                    <a:lstStyle/>
                    <a:p>
                      <a:pPr algn="l"/>
                      <a:r>
                        <a:rPr sz="1050" b="0" i="0">
                          <a:solidFill>
                            <a:srgbClr val="000000"/>
                          </a:solidFill>
                          <a:latin typeface="Calibri"/>
                        </a:rPr>
                        <a:t>Figure 173: Company Market Share in the South Asia &amp; Pacific Market, %, 2026</a:t>
                      </a:r>
                      <a:endParaRPr sz="1050"/>
                    </a:p>
                  </a:txBody>
                  <a:tcPr marL="9525" marR="9525" marT="9525" marB="0" anchor="ctr"/>
                </a:tc>
              </a:tr>
              <a:tr h="169606">
                <a:tc>
                  <a:txBody>
                    <a:bodyPr wrap="square"/>
                    <a:lstStyle/>
                    <a:p>
                      <a:pPr algn="l"/>
                      <a:r>
                        <a:rPr sz="1050" b="0" i="0">
                          <a:solidFill>
                            <a:srgbClr val="000000"/>
                          </a:solidFill>
                          <a:latin typeface="Calibri"/>
                        </a:rPr>
                        <a:t>Figure 174: Company Market Share in the Middle East &amp; Africa Market, %, 2026</a:t>
                      </a:r>
                      <a:endParaRPr sz="1050"/>
                    </a:p>
                  </a:txBody>
                  <a:tcPr marL="9525" marR="9525" marT="9525" marB="0" anchor="ctr"/>
                </a:tc>
              </a:tr>
              <a:tr h="169606">
                <a:tc>
                  <a:txBody>
                    <a:bodyPr wrap="square"/>
                    <a:lstStyle/>
                    <a:p>
                      <a:pPr algn="l"/>
                      <a:r>
                        <a:rPr sz="1050" b="0" i="0">
                          <a:solidFill>
                            <a:srgbClr val="000000"/>
                          </a:solidFill>
                          <a:latin typeface="Calibri"/>
                        </a:rPr>
                        <a:t>Figure 175: Company 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176: Company B: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Company C: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Company D: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Company E: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Company F: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Company G: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Company H: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69606">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r h="169606">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9606">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Format,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Format,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Format,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Mn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Mn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Format,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Hold Level,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Finish,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Primary Styling Benefit,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Hair Type Targeted,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Value by Ingredient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Product Format,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Hold Level,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Finish,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334153">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4153">
                <a:tc>
                  <a:txBody>
                    <a:bodyPr wrap="square"/>
                    <a:lstStyle/>
                    <a:p>
                      <a:pPr algn="l"/>
                      <a:r>
                        <a:rPr sz="1050" b="0" i="0">
                          <a:solidFill>
                            <a:srgbClr val="000000"/>
                          </a:solidFill>
                          <a:latin typeface="Calibri"/>
                        </a:rPr>
                        <a:t>Table 32: Global Market CAGR and Absolute $ Opportunity by Primary Styling Benefit, %, US$ Mn, 2026–2036</a:t>
                      </a:r>
                      <a:endParaRPr sz="1050"/>
                    </a:p>
                  </a:txBody>
                  <a:tcPr marL="9525" marR="9525" marT="9525" marB="0" anchor="ctr"/>
                </a:tc>
              </a:tr>
              <a:tr h="334153">
                <a:tc>
                  <a:txBody>
                    <a:bodyPr wrap="square"/>
                    <a:lstStyle/>
                    <a:p>
                      <a:pPr algn="l"/>
                      <a:r>
                        <a:rPr sz="1050" b="0" i="0">
                          <a:solidFill>
                            <a:srgbClr val="000000"/>
                          </a:solidFill>
                          <a:latin typeface="Calibri"/>
                        </a:rPr>
                        <a:t>Table 33: Global Market CAGR and Absolute $ Opportunity by Hair Type Targeted, %, US$ Mn, 2026–2036</a:t>
                      </a:r>
                      <a:endParaRPr sz="1050"/>
                    </a:p>
                  </a:txBody>
                  <a:tcPr marL="9525" marR="9525" marT="9525" marB="0" anchor="ctr"/>
                </a:tc>
              </a:tr>
              <a:tr h="334153">
                <a:tc>
                  <a:txBody>
                    <a:bodyPr wrap="square"/>
                    <a:lstStyle/>
                    <a:p>
                      <a:pPr algn="l"/>
                      <a:r>
                        <a:rPr sz="1050" b="0" i="0">
                          <a:solidFill>
                            <a:srgbClr val="000000"/>
                          </a:solidFill>
                          <a:latin typeface="Calibri"/>
                        </a:rPr>
                        <a:t>Table 34: Global Market CAGR and Absolute $ Opportunity by Ingredient Technology, %, US$ Mn, 2026–2036</a:t>
                      </a:r>
                      <a:endParaRPr sz="1050"/>
                    </a:p>
                  </a:txBody>
                  <a:tcPr marL="9525" marR="9525" marT="9525" marB="0" anchor="ctr"/>
                </a:tc>
              </a:tr>
              <a:tr h="170486">
                <a:tc>
                  <a:txBody>
                    <a:bodyPr wrap="square"/>
                    <a:lstStyle/>
                    <a:p>
                      <a:pPr algn="l"/>
                      <a:r>
                        <a:rPr sz="1050" b="0" i="0">
                          <a:solidFill>
                            <a:srgbClr val="000000"/>
                          </a:solidFill>
                          <a:latin typeface="Calibri"/>
                        </a:rPr>
                        <a:t>Table 35: Global Market Share and BPS Change by Product Format, %, 2025, 2026 and 2036</a:t>
                      </a:r>
                      <a:endParaRPr sz="1050"/>
                    </a:p>
                  </a:txBody>
                  <a:tcPr marL="9525" marR="9525" marT="9525" marB="0" anchor="ctr"/>
                </a:tc>
              </a:tr>
              <a:tr h="170486">
                <a:tc>
                  <a:txBody>
                    <a:bodyPr wrap="square"/>
                    <a:lstStyle/>
                    <a:p>
                      <a:pPr algn="l"/>
                      <a:r>
                        <a:rPr sz="1050" b="0" i="0">
                          <a:solidFill>
                            <a:srgbClr val="000000"/>
                          </a:solidFill>
                          <a:latin typeface="Calibri"/>
                        </a:rPr>
                        <a:t>Table 36: Global Market Share and BPS Change by Hold Level, %, 2025, 2026 and 2036</a:t>
                      </a:r>
                      <a:endParaRPr sz="1050"/>
                    </a:p>
                  </a:txBody>
                  <a:tcPr marL="9525" marR="9525" marT="9525" marB="0" anchor="ctr"/>
                </a:tc>
              </a:tr>
              <a:tr h="170486">
                <a:tc>
                  <a:txBody>
                    <a:bodyPr wrap="square"/>
                    <a:lstStyle/>
                    <a:p>
                      <a:pPr algn="l"/>
                      <a:r>
                        <a:rPr sz="1050" b="0" i="0">
                          <a:solidFill>
                            <a:srgbClr val="000000"/>
                          </a:solidFill>
                          <a:latin typeface="Calibri"/>
                        </a:rPr>
                        <a:t>Table 37: Global Market Share and BPS Change by Finish, %, 2025, 2026 and 2036</a:t>
                      </a:r>
                      <a:endParaRPr sz="1050"/>
                    </a:p>
                  </a:txBody>
                  <a:tcPr marL="9525" marR="9525" marT="9525" marB="0" anchor="ctr"/>
                </a:tc>
              </a:tr>
              <a:tr h="170486">
                <a:tc>
                  <a:txBody>
                    <a:bodyPr wrap="square"/>
                    <a:lstStyle/>
                    <a:p>
                      <a:pPr algn="l"/>
                      <a:r>
                        <a:rPr sz="1050" b="0" i="0">
                          <a:solidFill>
                            <a:srgbClr val="000000"/>
                          </a:solidFill>
                          <a:latin typeface="Calibri"/>
                        </a:rPr>
                        <a:t>Table 38: Global Market Share and BPS Change by Distribution Channel, %, 2025, 2026 and 2036</a:t>
                      </a:r>
                      <a:endParaRPr sz="1050"/>
                    </a:p>
                  </a:txBody>
                  <a:tcPr marL="9525" marR="9525" marT="9525" marB="0" anchor="ctr"/>
                </a:tc>
              </a:tr>
              <a:tr h="170486">
                <a:tc>
                  <a:txBody>
                    <a:bodyPr wrap="square"/>
                    <a:lstStyle/>
                    <a:p>
                      <a:pPr algn="l"/>
                      <a:r>
                        <a:rPr sz="1050" b="0" i="0">
                          <a:solidFill>
                            <a:srgbClr val="000000"/>
                          </a:solidFill>
                          <a:latin typeface="Calibri"/>
                        </a:rPr>
                        <a:t>Table 39: Global Market Share and BPS Change by Primary Styling Benefit, %, 2025, 2026 and 2036</a:t>
                      </a:r>
                      <a:endParaRPr sz="1050"/>
                    </a:p>
                  </a:txBody>
                  <a:tcPr marL="9525" marR="9525" marT="9525" marB="0" anchor="ctr"/>
                </a:tc>
              </a:tr>
              <a:tr h="170486">
                <a:tc>
                  <a:txBody>
                    <a:bodyPr wrap="square"/>
                    <a:lstStyle/>
                    <a:p>
                      <a:pPr algn="l"/>
                      <a:r>
                        <a:rPr sz="1050" b="0" i="0">
                          <a:solidFill>
                            <a:srgbClr val="000000"/>
                          </a:solidFill>
                          <a:latin typeface="Calibri"/>
                        </a:rPr>
                        <a:t>Table 40: Global Market Share and BPS Change by Hair Type Targeted, %, 2025, 2026 and 2036</a:t>
                      </a:r>
                      <a:endParaRPr sz="1050"/>
                    </a:p>
                  </a:txBody>
                  <a:tcPr marL="9525" marR="9525" marT="9525" marB="0" anchor="ctr"/>
                </a:tc>
              </a:tr>
              <a:tr h="170486">
                <a:tc>
                  <a:txBody>
                    <a:bodyPr wrap="square"/>
                    <a:lstStyle/>
                    <a:p>
                      <a:pPr algn="l"/>
                      <a:r>
                        <a:rPr sz="1050" b="0" i="0">
                          <a:solidFill>
                            <a:srgbClr val="000000"/>
                          </a:solidFill>
                          <a:latin typeface="Calibri"/>
                        </a:rPr>
                        <a:t>Table 41: Global Market Share and BPS Change by Ingredient Technology, %, 2025, 2026 and 2036</a:t>
                      </a:r>
                      <a:endParaRPr sz="1050"/>
                    </a:p>
                  </a:txBody>
                  <a:tcPr marL="9525" marR="9525" marT="9525" marB="0" anchor="ctr"/>
                </a:tc>
              </a:tr>
              <a:tr h="170486">
                <a:tc>
                  <a:txBody>
                    <a:bodyPr wrap="square"/>
                    <a:lstStyle/>
                    <a:p>
                      <a:pPr algn="l"/>
                      <a:r>
                        <a:rPr sz="1050" b="0" i="0">
                          <a:solidFill>
                            <a:srgbClr val="000000"/>
                          </a:solidFill>
                          <a:latin typeface="Calibri"/>
                        </a:rPr>
                        <a:t>Table 42: Global Market YoY Growth by Product Format, %, 2026–2036</a:t>
                      </a:r>
                      <a:endParaRPr sz="1050"/>
                    </a:p>
                  </a:txBody>
                  <a:tcPr marL="9525" marR="9525" marT="9525" marB="0" anchor="ctr"/>
                </a:tc>
              </a:tr>
              <a:tr h="170486">
                <a:tc>
                  <a:txBody>
                    <a:bodyPr wrap="square"/>
                    <a:lstStyle/>
                    <a:p>
                      <a:pPr algn="l"/>
                      <a:r>
                        <a:rPr sz="1050" b="0" i="0">
                          <a:solidFill>
                            <a:srgbClr val="000000"/>
                          </a:solidFill>
                          <a:latin typeface="Calibri"/>
                        </a:rPr>
                        <a:t>Table 43: Global Market YoY Growth by Hold Level, %, 2026–2036</a:t>
                      </a:r>
                      <a:endParaRPr sz="1050"/>
                    </a:p>
                  </a:txBody>
                  <a:tcPr marL="9525" marR="9525" marT="9525" marB="0" anchor="ctr"/>
                </a:tc>
              </a:tr>
              <a:tr h="170486">
                <a:tc>
                  <a:txBody>
                    <a:bodyPr wrap="square"/>
                    <a:lstStyle/>
                    <a:p>
                      <a:pPr algn="l"/>
                      <a:r>
                        <a:rPr sz="1050" b="0" i="0">
                          <a:solidFill>
                            <a:srgbClr val="000000"/>
                          </a:solidFill>
                          <a:latin typeface="Calibri"/>
                        </a:rPr>
                        <a:t>Table 44: Global Market YoY Growth by Finish, %, 2026–2036</a:t>
                      </a:r>
                      <a:endParaRPr sz="1050"/>
                    </a:p>
                  </a:txBody>
                  <a:tcPr marL="9525" marR="9525" marT="9525" marB="0" anchor="ctr"/>
                </a:tc>
              </a:tr>
              <a:tr h="170486">
                <a:tc>
                  <a:txBody>
                    <a:bodyPr wrap="square"/>
                    <a:lstStyle/>
                    <a:p>
                      <a:pPr algn="l"/>
                      <a:r>
                        <a:rPr sz="1050" b="0" i="0">
                          <a:solidFill>
                            <a:srgbClr val="000000"/>
                          </a:solidFill>
                          <a:latin typeface="Calibri"/>
                        </a:rPr>
                        <a:t>Table 45: Global Market YoY Growth by Distribution Channel, %, 2026–2036</a:t>
                      </a:r>
                      <a:endParaRPr sz="1050"/>
                    </a:p>
                  </a:txBody>
                  <a:tcPr marL="9525" marR="9525" marT="9525" marB="0" anchor="ctr"/>
                </a:tc>
              </a:tr>
              <a:tr h="170486">
                <a:tc>
                  <a:txBody>
                    <a:bodyPr wrap="square"/>
                    <a:lstStyle/>
                    <a:p>
                      <a:pPr algn="l"/>
                      <a:r>
                        <a:rPr sz="1050" b="0" i="0">
                          <a:solidFill>
                            <a:srgbClr val="000000"/>
                          </a:solidFill>
                          <a:latin typeface="Calibri"/>
                        </a:rPr>
                        <a:t>Table 46: Global Market YoY Growth by Primary Styling Benefit, %, 2026–2036</a:t>
                      </a:r>
                      <a:endParaRPr sz="1050"/>
                    </a:p>
                  </a:txBody>
                  <a:tcPr marL="9525" marR="9525" marT="9525" marB="0" anchor="ctr"/>
                </a:tc>
              </a:tr>
              <a:tr h="170486">
                <a:tc>
                  <a:txBody>
                    <a:bodyPr wrap="square"/>
                    <a:lstStyle/>
                    <a:p>
                      <a:pPr algn="l"/>
                      <a:r>
                        <a:rPr sz="1050" b="0" i="0">
                          <a:solidFill>
                            <a:srgbClr val="000000"/>
                          </a:solidFill>
                          <a:latin typeface="Calibri"/>
                        </a:rPr>
                        <a:t>Table 47: Global Market YoY Growth by Hair Type Targeted, %, 2026–2036</a:t>
                      </a:r>
                      <a:endParaRPr sz="1050"/>
                    </a:p>
                  </a:txBody>
                  <a:tcPr marL="9525" marR="9525" marT="9525" marB="0" anchor="ctr"/>
                </a:tc>
              </a:tr>
              <a:tr h="170486">
                <a:tc>
                  <a:txBody>
                    <a:bodyPr wrap="square"/>
                    <a:lstStyle/>
                    <a:p>
                      <a:pPr algn="l"/>
                      <a:r>
                        <a:rPr sz="1050" b="0" i="0">
                          <a:solidFill>
                            <a:srgbClr val="000000"/>
                          </a:solidFill>
                          <a:latin typeface="Calibri"/>
                        </a:rPr>
                        <a:t>Table 48: Global Market YoY Growth by Ingredient Technology, %, 2026–2036</a:t>
                      </a:r>
                      <a:endParaRPr sz="1050"/>
                    </a:p>
                  </a:txBody>
                  <a:tcPr marL="9525" marR="9525" marT="9525" marB="0" anchor="ctr"/>
                </a:tc>
              </a:tr>
              <a:tr h="170486">
                <a:tc>
                  <a:txBody>
                    <a:bodyPr wrap="square"/>
                    <a:lstStyle/>
                    <a:p>
                      <a:pPr algn="l"/>
                      <a:r>
                        <a:rPr sz="1050" b="0" i="0">
                          <a:solidFill>
                            <a:srgbClr val="000000"/>
                          </a:solidFill>
                          <a:latin typeface="Calibri"/>
                        </a:rPr>
                        <a:t>Table 49: Global Market Volume by Product Format, Mn Units, 2021–2036</a:t>
                      </a:r>
                      <a:endParaRPr sz="1050"/>
                    </a:p>
                  </a:txBody>
                  <a:tcPr marL="9525" marR="9525" marT="9525" marB="0" anchor="ctr"/>
                </a:tc>
              </a:tr>
              <a:tr h="170486">
                <a:tc>
                  <a:txBody>
                    <a:bodyPr wrap="square"/>
                    <a:lstStyle/>
                    <a:p>
                      <a:pPr algn="l"/>
                      <a:r>
                        <a:rPr sz="1050" b="0" i="0">
                          <a:solidFill>
                            <a:srgbClr val="000000"/>
                          </a:solidFill>
                          <a:latin typeface="Calibri"/>
                        </a:rPr>
                        <a:t>Table 50: Global Market Volume by Hold Level, Mn Units, 2021–2036</a:t>
                      </a:r>
                      <a:endParaRPr sz="1050"/>
                    </a:p>
                  </a:txBody>
                  <a:tcPr marL="9525" marR="9525" marT="9525" marB="0" anchor="ctr"/>
                </a:tc>
              </a:tr>
              <a:tr h="170486">
                <a:tc>
                  <a:txBody>
                    <a:bodyPr wrap="square"/>
                    <a:lstStyle/>
                    <a:p>
                      <a:pPr algn="l"/>
                      <a:r>
                        <a:rPr sz="1050" b="0" i="0">
                          <a:solidFill>
                            <a:srgbClr val="000000"/>
                          </a:solidFill>
                          <a:latin typeface="Calibri"/>
                        </a:rPr>
                        <a:t>Table 51: Global Market Volume by Finish, Mn Units, 2021–2036</a:t>
                      </a:r>
                      <a:endParaRPr sz="1050"/>
                    </a:p>
                  </a:txBody>
                  <a:tcPr marL="9525" marR="9525" marT="9525" marB="0" anchor="ctr"/>
                </a:tc>
              </a:tr>
              <a:tr h="170486">
                <a:tc>
                  <a:txBody>
                    <a:bodyPr wrap="square"/>
                    <a:lstStyle/>
                    <a:p>
                      <a:pPr algn="l"/>
                      <a:r>
                        <a:rPr sz="1050" b="0" i="0">
                          <a:solidFill>
                            <a:srgbClr val="000000"/>
                          </a:solidFill>
                          <a:latin typeface="Calibri"/>
                        </a:rPr>
                        <a:t>Table 52: Global Market Volume by Distribution Channel, Mn Units, 2021–2036</a:t>
                      </a:r>
                      <a:endParaRPr sz="1050"/>
                    </a:p>
                  </a:txBody>
                  <a:tcPr marL="9525" marR="9525" marT="9525" marB="0" anchor="ctr"/>
                </a:tc>
              </a:tr>
              <a:tr h="170486">
                <a:tc>
                  <a:txBody>
                    <a:bodyPr wrap="square"/>
                    <a:lstStyle/>
                    <a:p>
                      <a:pPr algn="l"/>
                      <a:r>
                        <a:rPr sz="1050" b="0" i="0">
                          <a:solidFill>
                            <a:srgbClr val="000000"/>
                          </a:solidFill>
                          <a:latin typeface="Calibri"/>
                        </a:rPr>
                        <a:t>Table 53: Global Market Volume by Primary Styling Benefit, Mn Units, 2021–2036</a:t>
                      </a:r>
                      <a:endParaRPr sz="1050"/>
                    </a:p>
                  </a:txBody>
                  <a:tcPr marL="9525" marR="9525" marT="9525" marB="0" anchor="ctr"/>
                </a:tc>
              </a:tr>
              <a:tr h="170486">
                <a:tc>
                  <a:txBody>
                    <a:bodyPr wrap="square"/>
                    <a:lstStyle/>
                    <a:p>
                      <a:pPr algn="l"/>
                      <a:r>
                        <a:rPr sz="1050" b="0" i="0">
                          <a:solidFill>
                            <a:srgbClr val="000000"/>
                          </a:solidFill>
                          <a:latin typeface="Calibri"/>
                        </a:rPr>
                        <a:t>Table 54: Global Market Volume by Hair Type Targeted, Mn Units, 2021–2036</a:t>
                      </a:r>
                      <a:endParaRPr sz="1050"/>
                    </a:p>
                  </a:txBody>
                  <a:tcPr marL="9525" marR="9525" marT="9525" marB="0" anchor="ctr"/>
                </a:tc>
              </a:tr>
              <a:tr h="170486">
                <a:tc>
                  <a:txBody>
                    <a:bodyPr wrap="square"/>
                    <a:lstStyle/>
                    <a:p>
                      <a:pPr algn="l"/>
                      <a:r>
                        <a:rPr sz="1050" b="0" i="0">
                          <a:solidFill>
                            <a:srgbClr val="000000"/>
                          </a:solidFill>
                          <a:latin typeface="Calibri"/>
                        </a:rPr>
                        <a:t>Table 55: Global Market Volume by Ingredient Technology, Mn Units, 2021–2036</a:t>
                      </a:r>
                      <a:endParaRPr sz="1050"/>
                    </a:p>
                  </a:txBody>
                  <a:tcPr marL="9525" marR="9525" marT="9525" marB="0" anchor="ctr"/>
                </a:tc>
              </a:tr>
              <a:tr h="170486">
                <a:tc>
                  <a:txBody>
                    <a:bodyPr wrap="square"/>
                    <a:lstStyle/>
                    <a:p>
                      <a:pPr algn="l"/>
                      <a:r>
                        <a:rPr sz="1050" b="0" i="0">
                          <a:solidFill>
                            <a:srgbClr val="000000"/>
                          </a:solidFill>
                          <a:latin typeface="Calibri"/>
                        </a:rPr>
                        <a:t>Table 56: Global Market Average Selling Price by Product Format, US$/Units, 2021–2036</a:t>
                      </a:r>
                      <a:endParaRPr sz="1050"/>
                    </a:p>
                  </a:txBody>
                  <a:tcPr marL="9525" marR="9525" marT="9525" marB="0" anchor="ctr"/>
                </a:tc>
              </a:tr>
              <a:tr h="170486">
                <a:tc>
                  <a:txBody>
                    <a:bodyPr wrap="square"/>
                    <a:lstStyle/>
                    <a:p>
                      <a:pPr algn="l"/>
                      <a:r>
                        <a:rPr sz="1050" b="0" i="0">
                          <a:solidFill>
                            <a:srgbClr val="000000"/>
                          </a:solidFill>
                          <a:latin typeface="Calibri"/>
                        </a:rPr>
                        <a:t>Table 57: Global Market Average Selling Price by Hold Level, US$/Units,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58: Global Market Average Selling Price by Finish, US$/Units, 2021–2036</a:t>
                      </a:r>
                      <a:endParaRPr sz="1050"/>
                    </a:p>
                  </a:txBody>
                  <a:tcPr marL="9525" marR="9525" marT="9525" marB="0" anchor="ctr"/>
                </a:tc>
              </a:tr>
              <a:tr h="169606">
                <a:tc>
                  <a:txBody>
                    <a:bodyPr wrap="square"/>
                    <a:lstStyle/>
                    <a:p>
                      <a:pPr algn="l"/>
                      <a:r>
                        <a:rPr sz="1050" b="0" i="0">
                          <a:solidFill>
                            <a:srgbClr val="000000"/>
                          </a:solidFill>
                          <a:latin typeface="Calibri"/>
                        </a:rPr>
                        <a:t>Table 59: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60: Global Market Average Selling Price by Primary Styling Benefit, US$/Units, 2021–2036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Average Selling Price by Hair Type Targeted, US$/Units, 2021–2036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Average Selling Price by Ingredient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63: Global Market Attractiveness Index by Product Format, 2026–2036</a:t>
                      </a:r>
                      <a:endParaRPr sz="1050"/>
                    </a:p>
                  </a:txBody>
                  <a:tcPr marL="9525" marR="9525" marT="9525" marB="0" anchor="ctr"/>
                </a:tc>
              </a:tr>
              <a:tr h="169606">
                <a:tc>
                  <a:txBody>
                    <a:bodyPr wrap="square"/>
                    <a:lstStyle/>
                    <a:p>
                      <a:pPr algn="l"/>
                      <a:r>
                        <a:rPr sz="1050" b="0" i="0">
                          <a:solidFill>
                            <a:srgbClr val="000000"/>
                          </a:solidFill>
                          <a:latin typeface="Calibri"/>
                        </a:rPr>
                        <a:t>Table 64: Global Market Attractiveness Index by Hold Level, 2026–2036</a:t>
                      </a:r>
                      <a:endParaRPr sz="1050"/>
                    </a:p>
                  </a:txBody>
                  <a:tcPr marL="9525" marR="9525" marT="9525" marB="0" anchor="ctr"/>
                </a:tc>
              </a:tr>
              <a:tr h="169606">
                <a:tc>
                  <a:txBody>
                    <a:bodyPr wrap="square"/>
                    <a:lstStyle/>
                    <a:p>
                      <a:pPr algn="l"/>
                      <a:r>
                        <a:rPr sz="1050" b="0" i="0">
                          <a:solidFill>
                            <a:srgbClr val="000000"/>
                          </a:solidFill>
                          <a:latin typeface="Calibri"/>
                        </a:rPr>
                        <a:t>Table 65: Global Market Attractiveness Index by Finish, 2026–2036</a:t>
                      </a:r>
                      <a:endParaRPr sz="1050"/>
                    </a:p>
                  </a:txBody>
                  <a:tcPr marL="9525" marR="9525" marT="9525" marB="0" anchor="ctr"/>
                </a:tc>
              </a:tr>
              <a:tr h="169606">
                <a:tc>
                  <a:txBody>
                    <a:bodyPr wrap="square"/>
                    <a:lstStyle/>
                    <a:p>
                      <a:pPr algn="l"/>
                      <a:r>
                        <a:rPr sz="1050" b="0" i="0">
                          <a:solidFill>
                            <a:srgbClr val="000000"/>
                          </a:solidFill>
                          <a:latin typeface="Calibri"/>
                        </a:rPr>
                        <a:t>Table 66: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67: Global Market Attractiveness Index by Primary Styling Benefit, 2026–2036</a:t>
                      </a:r>
                      <a:endParaRPr sz="1050"/>
                    </a:p>
                  </a:txBody>
                  <a:tcPr marL="9525" marR="9525" marT="9525" marB="0" anchor="ctr"/>
                </a:tc>
              </a:tr>
              <a:tr h="169606">
                <a:tc>
                  <a:txBody>
                    <a:bodyPr wrap="square"/>
                    <a:lstStyle/>
                    <a:p>
                      <a:pPr algn="l"/>
                      <a:r>
                        <a:rPr sz="1050" b="0" i="0">
                          <a:solidFill>
                            <a:srgbClr val="000000"/>
                          </a:solidFill>
                          <a:latin typeface="Calibri"/>
                        </a:rPr>
                        <a:t>Table 68: Global Market Attractiveness Index by Hair Type Targeted, 2026–2036</a:t>
                      </a:r>
                      <a:endParaRPr sz="1050"/>
                    </a:p>
                  </a:txBody>
                  <a:tcPr marL="9525" marR="9525" marT="9525" marB="0" anchor="ctr"/>
                </a:tc>
              </a:tr>
              <a:tr h="169606">
                <a:tc>
                  <a:txBody>
                    <a:bodyPr wrap="square"/>
                    <a:lstStyle/>
                    <a:p>
                      <a:pPr algn="l"/>
                      <a:r>
                        <a:rPr sz="1050" b="0" i="0">
                          <a:solidFill>
                            <a:srgbClr val="000000"/>
                          </a:solidFill>
                          <a:latin typeface="Calibri"/>
                        </a:rPr>
                        <a:t>Table 69: Global Market Attractiveness Index by Ingredient Technology, 2026–2036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Sprays and Mists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No Hold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Matte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Mass Retail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Hold and Shape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Straight Hair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of Film-forming and Fixative Polymers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of Mousses and Foams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of Light or Flexible Hold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of Natural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of Beauty Specialty Retail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Product Format and Hold Level,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Product Format and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Product Format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Product Format and Primary Styling Benefit,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Product Format and Hair Type Targeted,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Product Format and Ingredient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Hold Level and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Hold Level and Distribution Channel,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89: Global Market Value by Hold Level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90: Global Market Value by Hold Level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91: Global Market Value by Hold Level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92: Global Market Value by Finish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93: Global Market Value by Finish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94: Global Market Value by Finish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95: Global Market Value by Finish and Ingredient Technology, US$ Mn, 2026–2036</a:t>
                      </a:r>
                      <a:endParaRPr sz="1050"/>
                    </a:p>
                  </a:txBody>
                  <a:tcPr marL="9525" marR="9525" marT="9525" marB="0" anchor="ctr"/>
                </a:tc>
              </a:tr>
              <a:tr h="333289">
                <a:tc>
                  <a:txBody>
                    <a:bodyPr wrap="square"/>
                    <a:lstStyle/>
                    <a:p>
                      <a:pPr algn="l"/>
                      <a:r>
                        <a:rPr sz="1050" b="0" i="0">
                          <a:solidFill>
                            <a:srgbClr val="000000"/>
                          </a:solidFill>
                          <a:latin typeface="Calibri"/>
                        </a:rPr>
                        <a:t>Table 96: Global Market Value by Distribution Channel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97: Global Market Value by Distribution Channel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98: Global Market Value by Distribution Channel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99: Global Market Value by Primary Styling Benefit and Hair Type Targeted, US$ Mn, 2026–2036</a:t>
                      </a:r>
                      <a:endParaRPr sz="1050"/>
                    </a:p>
                  </a:txBody>
                  <a:tcPr marL="9525" marR="9525" marT="9525" marB="0" anchor="ctr"/>
                </a:tc>
              </a:tr>
              <a:tr h="333289">
                <a:tc>
                  <a:txBody>
                    <a:bodyPr wrap="square"/>
                    <a:lstStyle/>
                    <a:p>
                      <a:pPr algn="l"/>
                      <a:r>
                        <a:rPr sz="1050" b="0" i="0">
                          <a:solidFill>
                            <a:srgbClr val="000000"/>
                          </a:solidFill>
                          <a:latin typeface="Calibri"/>
                        </a:rPr>
                        <a:t>Table 100: Global Market Value by Primary Styling Benefit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101: Global Market Value by Hair Type Targeted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102: Global Market Value by Region and Product Format, US$ Mn, 2026–2036</a:t>
                      </a:r>
                      <a:endParaRPr sz="1050"/>
                    </a:p>
                  </a:txBody>
                  <a:tcPr marL="9525" marR="9525" marT="9525" marB="0" anchor="ctr"/>
                </a:tc>
              </a:tr>
              <a:tr h="170045">
                <a:tc>
                  <a:txBody>
                    <a:bodyPr wrap="square"/>
                    <a:lstStyle/>
                    <a:p>
                      <a:pPr algn="l"/>
                      <a:r>
                        <a:rPr sz="1050" b="0" i="0">
                          <a:solidFill>
                            <a:srgbClr val="000000"/>
                          </a:solidFill>
                          <a:latin typeface="Calibri"/>
                        </a:rPr>
                        <a:t>Table 103: Global Market Value by Region and Hold Level, US$ Mn, 2026–2036</a:t>
                      </a:r>
                      <a:endParaRPr sz="1050"/>
                    </a:p>
                  </a:txBody>
                  <a:tcPr marL="9525" marR="9525" marT="9525" marB="0" anchor="ctr"/>
                </a:tc>
              </a:tr>
              <a:tr h="170045">
                <a:tc>
                  <a:txBody>
                    <a:bodyPr wrap="square"/>
                    <a:lstStyle/>
                    <a:p>
                      <a:pPr algn="l"/>
                      <a:r>
                        <a:rPr sz="1050" b="0" i="0">
                          <a:solidFill>
                            <a:srgbClr val="000000"/>
                          </a:solidFill>
                          <a:latin typeface="Calibri"/>
                        </a:rPr>
                        <a:t>Table 104: Global Market Value by Region and Finish, US$ Mn, 2026–2036</a:t>
                      </a:r>
                      <a:endParaRPr sz="1050"/>
                    </a:p>
                  </a:txBody>
                  <a:tcPr marL="9525" marR="9525" marT="9525" marB="0" anchor="ctr"/>
                </a:tc>
              </a:tr>
              <a:tr h="170045">
                <a:tc>
                  <a:txBody>
                    <a:bodyPr wrap="square"/>
                    <a:lstStyle/>
                    <a:p>
                      <a:pPr algn="l"/>
                      <a:r>
                        <a:rPr sz="1050" b="0" i="0">
                          <a:solidFill>
                            <a:srgbClr val="000000"/>
                          </a:solidFill>
                          <a:latin typeface="Calibri"/>
                        </a:rPr>
                        <a:t>Table 105: Global Market Value by Region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106: Global Market Value by Region and Primary Styling Benefit, US$ Mn, 2026–2036</a:t>
                      </a:r>
                      <a:endParaRPr sz="1050"/>
                    </a:p>
                  </a:txBody>
                  <a:tcPr marL="9525" marR="9525" marT="9525" marB="0" anchor="ctr"/>
                </a:tc>
              </a:tr>
              <a:tr h="170045">
                <a:tc>
                  <a:txBody>
                    <a:bodyPr wrap="square"/>
                    <a:lstStyle/>
                    <a:p>
                      <a:pPr algn="l"/>
                      <a:r>
                        <a:rPr sz="1050" b="0" i="0">
                          <a:solidFill>
                            <a:srgbClr val="000000"/>
                          </a:solidFill>
                          <a:latin typeface="Calibri"/>
                        </a:rPr>
                        <a:t>Table 107: Global Market Value by Region and Hair Type Targeted, US$ Mn, 2026–2036</a:t>
                      </a:r>
                      <a:endParaRPr sz="1050"/>
                    </a:p>
                  </a:txBody>
                  <a:tcPr marL="9525" marR="9525" marT="9525" marB="0" anchor="ctr"/>
                </a:tc>
              </a:tr>
              <a:tr h="170045">
                <a:tc>
                  <a:txBody>
                    <a:bodyPr wrap="square"/>
                    <a:lstStyle/>
                    <a:p>
                      <a:pPr algn="l"/>
                      <a:r>
                        <a:rPr sz="1050" b="0" i="0">
                          <a:solidFill>
                            <a:srgbClr val="000000"/>
                          </a:solidFill>
                          <a:latin typeface="Calibri"/>
                        </a:rPr>
                        <a:t>Table 108: Global Market Value by Region and Ingredient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109: Global Market Value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110: Global Market CAGR and Absolute $ Opportunity by Region, %, US$ Mn, 2026–2036</a:t>
                      </a:r>
                      <a:endParaRPr sz="1050"/>
                    </a:p>
                  </a:txBody>
                  <a:tcPr marL="9525" marR="9525" marT="9525" marB="0" anchor="ctr"/>
                </a:tc>
              </a:tr>
              <a:tr h="170045">
                <a:tc>
                  <a:txBody>
                    <a:bodyPr wrap="square"/>
                    <a:lstStyle/>
                    <a:p>
                      <a:pPr algn="l"/>
                      <a:r>
                        <a:rPr sz="1050" b="0" i="0">
                          <a:solidFill>
                            <a:srgbClr val="000000"/>
                          </a:solidFill>
                          <a:latin typeface="Calibri"/>
                        </a:rPr>
                        <a:t>Table 111: Global Market Share and BPS Change by Region, %, 2026 and 2036</a:t>
                      </a:r>
                      <a:endParaRPr sz="1050"/>
                    </a:p>
                  </a:txBody>
                  <a:tcPr marL="9525" marR="9525" marT="9525" marB="0" anchor="ctr"/>
                </a:tc>
              </a:tr>
              <a:tr h="170045">
                <a:tc>
                  <a:txBody>
                    <a:bodyPr wrap="square"/>
                    <a:lstStyle/>
                    <a:p>
                      <a:pPr algn="l"/>
                      <a:r>
                        <a:rPr sz="1050" b="0" i="0">
                          <a:solidFill>
                            <a:srgbClr val="000000"/>
                          </a:solidFill>
                          <a:latin typeface="Calibri"/>
                        </a:rPr>
                        <a:t>Table 112: Global Market Volume by Region, Mn Units, 2021–2036</a:t>
                      </a:r>
                      <a:endParaRPr sz="1050"/>
                    </a:p>
                  </a:txBody>
                  <a:tcPr marL="9525" marR="9525" marT="9525" marB="0" anchor="ctr"/>
                </a:tc>
              </a:tr>
              <a:tr h="170045">
                <a:tc>
                  <a:txBody>
                    <a:bodyPr wrap="square"/>
                    <a:lstStyle/>
                    <a:p>
                      <a:pPr algn="l"/>
                      <a:r>
                        <a:rPr sz="1050" b="0" i="0">
                          <a:solidFill>
                            <a:srgbClr val="000000"/>
                          </a:solidFill>
                          <a:latin typeface="Calibri"/>
                        </a:rPr>
                        <a:t>Table 113: North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114: Latin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115: Europe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116: East Asia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117: South Asia &amp; Pacific Market Value by Country,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118: Middle East &amp; Africa Market Value by Country, US$ Mn, 2021–2036</a:t>
                      </a:r>
                      <a:endParaRPr sz="1050"/>
                    </a:p>
                  </a:txBody>
                  <a:tcPr marL="9525" marR="9525" marT="9525" marB="0" anchor="ctr"/>
                </a:tc>
              </a:tr>
              <a:tr h="333720">
                <a:tc>
                  <a:txBody>
                    <a:bodyPr wrap="square"/>
                    <a:lstStyle/>
                    <a:p>
                      <a:pPr algn="l"/>
                      <a:r>
                        <a:rPr sz="1050" b="0" i="0">
                          <a:solidFill>
                            <a:srgbClr val="000000"/>
                          </a:solidFill>
                          <a:latin typeface="Calibri"/>
                        </a:rPr>
                        <a:t>Table 119: North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120: Latin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121: Europe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122: East Asia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123: South Asia &amp; Pacific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124: Middle East &amp; Africa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125: North America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126: Latin America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127: Europe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128: East Asia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129: South Asia &amp; Pacific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130: Middle East &amp; Africa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131: North America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132: Latin America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133: Europe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134: U.S.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135: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136: U.S. Market Value by Distribution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137: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138: U.S. Market Value by Hold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139: U.S. Market Value by Finish, US$ Mn, 2021–2036</a:t>
                      </a:r>
                      <a:endParaRPr sz="1050"/>
                    </a:p>
                  </a:txBody>
                  <a:tcPr marL="9525" marR="9525" marT="9525" marB="0" anchor="ctr"/>
                </a:tc>
              </a:tr>
              <a:tr h="170266">
                <a:tc>
                  <a:txBody>
                    <a:bodyPr wrap="square"/>
                    <a:lstStyle/>
                    <a:p>
                      <a:pPr algn="l"/>
                      <a:r>
                        <a:rPr sz="1050" b="0" i="0">
                          <a:solidFill>
                            <a:srgbClr val="000000"/>
                          </a:solidFill>
                          <a:latin typeface="Calibri"/>
                        </a:rPr>
                        <a:t>Table 140: U.S. Market Value by Primary Styling Benefit, US$ Mn, 2021–2036</a:t>
                      </a:r>
                      <a:endParaRPr sz="1050"/>
                    </a:p>
                  </a:txBody>
                  <a:tcPr marL="9525" marR="9525" marT="9525" marB="0" anchor="ctr"/>
                </a:tc>
              </a:tr>
              <a:tr h="170266">
                <a:tc>
                  <a:txBody>
                    <a:bodyPr wrap="square"/>
                    <a:lstStyle/>
                    <a:p>
                      <a:pPr algn="l"/>
                      <a:r>
                        <a:rPr sz="1050" b="0" i="0">
                          <a:solidFill>
                            <a:srgbClr val="000000"/>
                          </a:solidFill>
                          <a:latin typeface="Calibri"/>
                        </a:rPr>
                        <a:t>Table 141: U.S. Market Value by Hair Type Targeted, US$ Mn, 2021–2036</a:t>
                      </a:r>
                      <a:endParaRPr sz="1050"/>
                    </a:p>
                  </a:txBody>
                  <a:tcPr marL="9525" marR="9525" marT="9525" marB="0" anchor="ctr"/>
                </a:tc>
              </a:tr>
              <a:tr h="170266">
                <a:tc>
                  <a:txBody>
                    <a:bodyPr wrap="square"/>
                    <a:lstStyle/>
                    <a:p>
                      <a:pPr algn="l"/>
                      <a:r>
                        <a:rPr sz="1050" b="0" i="0">
                          <a:solidFill>
                            <a:srgbClr val="000000"/>
                          </a:solidFill>
                          <a:latin typeface="Calibri"/>
                        </a:rPr>
                        <a:t>Table 142: China Market Value by Product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143: China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144: China Market Value by Distribution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145: China Market Share within East Asia, %, 2025,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146: China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147: China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148: China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Table 149: China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Table 150: Japan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151: Japan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152: Japan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153: Japan Market Share within East Asia,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154: Japan Market Value by Hold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155: Japan Market Value by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156: Japan Market Value by Primary Styling Benefit, US$ Mn, 2021–2036</a:t>
                      </a:r>
                      <a:endParaRPr sz="1050"/>
                    </a:p>
                  </a:txBody>
                  <a:tcPr marL="9525" marR="9525" marT="9525" marB="0" anchor="ctr"/>
                </a:tc>
              </a:tr>
              <a:tr h="169606">
                <a:tc>
                  <a:txBody>
                    <a:bodyPr wrap="square"/>
                    <a:lstStyle/>
                    <a:p>
                      <a:pPr algn="l"/>
                      <a:r>
                        <a:rPr sz="1050" b="0" i="0">
                          <a:solidFill>
                            <a:srgbClr val="000000"/>
                          </a:solidFill>
                          <a:latin typeface="Calibri"/>
                        </a:rPr>
                        <a:t>Table 157: Japan Market Value by Hair Type Targeted, US$ Mn, 2021–2036</a:t>
                      </a:r>
                      <a:endParaRPr sz="1050"/>
                    </a:p>
                  </a:txBody>
                  <a:tcPr marL="9525" marR="9525" marT="9525" marB="0" anchor="ctr"/>
                </a:tc>
              </a:tr>
              <a:tr h="169606">
                <a:tc>
                  <a:txBody>
                    <a:bodyPr wrap="square"/>
                    <a:lstStyle/>
                    <a:p>
                      <a:pPr algn="l"/>
                      <a:r>
                        <a:rPr sz="1050" b="0" i="0">
                          <a:solidFill>
                            <a:srgbClr val="000000"/>
                          </a:solidFill>
                          <a:latin typeface="Calibri"/>
                        </a:rPr>
                        <a:t>Table 158: Brazil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159: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160: India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161: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162: South Korea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163: South Korea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164: Canada Market Value by Product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165: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166: Market Product Price Comparison by Company and Product Format, US$/Units, 2026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Region, US$/Units,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Product Format, US$/Units,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Hold Level, US$/Units,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Finish, US$/Units,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Primary Styling Benefit, US$/Units, 2021–2036</a:t>
                      </a:r>
                      <a:endParaRPr sz="1050"/>
                    </a:p>
                  </a:txBody>
                  <a:tcPr marL="9525" marR="9525" marT="9525" marB="0" anchor="ctr"/>
                </a:tc>
              </a:tr>
              <a:tr h="169606">
                <a:tc>
                  <a:txBody>
                    <a:bodyPr wrap="square"/>
                    <a:lstStyle/>
                    <a:p>
                      <a:pPr algn="l"/>
                      <a:r>
                        <a:rPr sz="1050" b="0" i="0">
                          <a:solidFill>
                            <a:srgbClr val="000000"/>
                          </a:solidFill>
                          <a:latin typeface="Calibri"/>
                        </a:rPr>
                        <a:t>Table 173: Global Market Average Selling Price by Hair Type Targeted, US$/Units, 2021–2036</a:t>
                      </a:r>
                      <a:endParaRPr sz="1050"/>
                    </a:p>
                  </a:txBody>
                  <a:tcPr marL="9525" marR="9525" marT="9525" marB="0" anchor="ctr"/>
                </a:tc>
              </a:tr>
              <a:tr h="169606">
                <a:tc>
                  <a:txBody>
                    <a:bodyPr wrap="square"/>
                    <a:lstStyle/>
                    <a:p>
                      <a:pPr algn="l"/>
                      <a:r>
                        <a:rPr sz="1050" b="0" i="0">
                          <a:solidFill>
                            <a:srgbClr val="000000"/>
                          </a:solidFill>
                          <a:latin typeface="Calibri"/>
                        </a:rPr>
                        <a:t>Table 174: Global Market Average Selling Price by Ingredient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175: Supplier-to-Customer Relationship Mapping in U.S., 2026</a:t>
                      </a:r>
                      <a:endParaRPr sz="1050"/>
                    </a:p>
                  </a:txBody>
                  <a:tcPr marL="9525" marR="9525" marT="9525" marB="0" anchor="ctr"/>
                </a:tc>
              </a:tr>
              <a:tr h="169606">
                <a:tc>
                  <a:txBody>
                    <a:bodyPr wrap="square"/>
                    <a:lstStyle/>
                    <a:p>
                      <a:pPr algn="l"/>
                      <a:r>
                        <a:rPr sz="1050" b="0" i="0">
                          <a:solidFill>
                            <a:srgbClr val="000000"/>
                          </a:solidFill>
                          <a:latin typeface="Calibri"/>
                        </a:rPr>
                        <a:t>Table 176: Global Market Value Chain Participants by Stage,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41605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177: Global Market Margin Analysis by Value Chain Stage, %, 2026</a:t>
                      </a:r>
                      <a:endParaRPr sz="1050"/>
                    </a:p>
                  </a:txBody>
                  <a:tcPr marL="9525" marR="9525" marT="9525" marB="0" anchor="ctr"/>
                </a:tc>
              </a:tr>
              <a:tr h="166688">
                <a:tc>
                  <a:txBody>
                    <a:bodyPr wrap="square"/>
                    <a:lstStyle/>
                    <a:p>
                      <a:pPr algn="l"/>
                      <a:r>
                        <a:rPr sz="1050" b="0" i="0">
                          <a:solidFill>
                            <a:srgbClr val="000000"/>
                          </a:solidFill>
                          <a:latin typeface="Calibri"/>
                        </a:rPr>
                        <a:t>Table 178: Global Market Cost Structure by Component, %, 2026</a:t>
                      </a:r>
                      <a:endParaRPr sz="1050"/>
                    </a:p>
                  </a:txBody>
                  <a:tcPr marL="9525" marR="9525" marT="9525" marB="0" anchor="ctr"/>
                </a:tc>
              </a:tr>
              <a:tr h="166688">
                <a:tc>
                  <a:txBody>
                    <a:bodyPr wrap="square"/>
                    <a:lstStyle/>
                    <a:p>
                      <a:pPr algn="l"/>
                      <a:r>
                        <a:rPr sz="1050" b="0" i="0">
                          <a:solidFill>
                            <a:srgbClr val="000000"/>
                          </a:solidFill>
                          <a:latin typeface="Calibri"/>
                        </a:rPr>
                        <a:t>Table 179: Global Market Import Value by Leading Country, US$ Mn, 2021–2025</a:t>
                      </a:r>
                      <a:endParaRPr sz="1050"/>
                    </a:p>
                  </a:txBody>
                  <a:tcPr marL="9525" marR="9525" marT="9525" marB="0" anchor="ctr"/>
                </a:tc>
              </a:tr>
              <a:tr h="166688">
                <a:tc>
                  <a:txBody>
                    <a:bodyPr wrap="square"/>
                    <a:lstStyle/>
                    <a:p>
                      <a:pPr algn="l"/>
                      <a:r>
                        <a:rPr sz="1050" b="0" i="0">
                          <a:solidFill>
                            <a:srgbClr val="000000"/>
                          </a:solidFill>
                          <a:latin typeface="Calibri"/>
                        </a:rPr>
                        <a:t>Table 180: Global Market Export Value by Leading Country, US$ Mn, 2021–2025</a:t>
                      </a:r>
                      <a:endParaRPr sz="1050"/>
                    </a:p>
                  </a:txBody>
                  <a:tcPr marL="9525" marR="9525" marT="9525" marB="0" anchor="ctr"/>
                </a:tc>
              </a:tr>
              <a:tr h="326708">
                <a:tc>
                  <a:txBody>
                    <a:bodyPr wrap="square"/>
                    <a:lstStyle/>
                    <a:p>
                      <a:pPr algn="l"/>
                      <a:r>
                        <a:rPr sz="1050" b="0" i="0">
                          <a:solidFill>
                            <a:srgbClr val="000000"/>
                          </a:solidFill>
                          <a:latin typeface="Calibri"/>
                        </a:rPr>
                        <a:t>Table 181: Leading Hair Styling Products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182: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183: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Format,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Format,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Format,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0358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340610"/>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30454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7,911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13,192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3.9%</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Global hair styling products market is projected to register 1.7X increase in volume by the end of forecast period, 2036. Global hair styling products market volume stood at 7,594 Mn Units in 2025 and is expected to reach 13,192 Mn Units by 2036 end, at a CAGR of 5.2%.</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0.916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2.37</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3.83</a:t>
            </a:r>
          </a:p>
        </p:txBody>
      </p:sp>
      <p:cxnSp>
        <p:nvCxnSpPr>
          <p:cNvPr id="27" name="Connector 26"/>
          <p:cNvCxnSpPr/>
          <p:nvPr/>
        </p:nvCxnSpPr>
        <p:spPr>
          <a:xfrm flipV="1">
            <a:off x="1095375" y="2407788"/>
            <a:ext cx="0" cy="14844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562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077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71789"/>
            <a:ext cx="438150" cy="7623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1833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553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1.94</a:t>
            </a:r>
          </a:p>
        </p:txBody>
      </p:sp>
      <p:cxnSp>
        <p:nvCxnSpPr>
          <p:cNvPr id="33" name="Connector 32"/>
          <p:cNvCxnSpPr/>
          <p:nvPr/>
        </p:nvCxnSpPr>
        <p:spPr>
          <a:xfrm flipV="1">
            <a:off x="1971675" y="2809339"/>
            <a:ext cx="0" cy="10124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0933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53539"/>
            <a:ext cx="438150" cy="5202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852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5693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1.30</a:t>
            </a:r>
          </a:p>
        </p:txBody>
      </p:sp>
      <p:cxnSp>
        <p:nvCxnSpPr>
          <p:cNvPr id="39" name="Connector 38"/>
          <p:cNvCxnSpPr/>
          <p:nvPr/>
        </p:nvCxnSpPr>
        <p:spPr>
          <a:xfrm flipV="1">
            <a:off x="2847975" y="2817467"/>
            <a:ext cx="0" cy="8694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044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1746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56112"/>
            <a:ext cx="438150" cy="4457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834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6506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1.30</a:t>
            </a:r>
          </a:p>
        </p:txBody>
      </p:sp>
      <p:cxnSp>
        <p:nvCxnSpPr>
          <p:cNvPr id="45" name="Connector 44"/>
          <p:cNvCxnSpPr/>
          <p:nvPr/>
        </p:nvCxnSpPr>
        <p:spPr>
          <a:xfrm flipV="1">
            <a:off x="3724275" y="2472684"/>
            <a:ext cx="0" cy="15729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998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7268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35638"/>
            <a:ext cx="438150" cy="8204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828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028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1.83</a:t>
            </a:r>
          </a:p>
        </p:txBody>
      </p:sp>
      <p:cxnSp>
        <p:nvCxnSpPr>
          <p:cNvPr id="51" name="Connector 50"/>
          <p:cNvCxnSpPr/>
          <p:nvPr/>
        </p:nvCxnSpPr>
        <p:spPr>
          <a:xfrm flipV="1">
            <a:off x="4600575" y="2095182"/>
            <a:ext cx="0" cy="18750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826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9518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74096"/>
            <a:ext cx="438150" cy="9979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329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4278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2.45</a:t>
            </a:r>
          </a:p>
        </p:txBody>
      </p:sp>
      <p:cxnSp>
        <p:nvCxnSpPr>
          <p:cNvPr id="57" name="Connector 56"/>
          <p:cNvCxnSpPr/>
          <p:nvPr/>
        </p:nvCxnSpPr>
        <p:spPr>
          <a:xfrm flipV="1">
            <a:off x="5476875" y="2318275"/>
            <a:ext cx="0" cy="12554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438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1827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71454"/>
            <a:ext cx="438150" cy="644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0923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6587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2.14</a:t>
            </a:r>
          </a:p>
        </p:txBody>
      </p:sp>
      <p:cxnSp>
        <p:nvCxnSpPr>
          <p:cNvPr id="63" name="Connector 62"/>
          <p:cNvCxnSpPr/>
          <p:nvPr/>
        </p:nvCxnSpPr>
        <p:spPr>
          <a:xfrm flipV="1">
            <a:off x="6353175" y="1643073"/>
            <a:ext cx="0" cy="24623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88930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58229"/>
            <a:ext cx="438150" cy="12132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3207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3.16</a:t>
            </a:r>
          </a:p>
        </p:txBody>
      </p:sp>
      <p:cxnSp>
        <p:nvCxnSpPr>
          <p:cNvPr id="69" name="Connector 68"/>
          <p:cNvCxnSpPr/>
          <p:nvPr/>
        </p:nvCxnSpPr>
        <p:spPr>
          <a:xfrm flipV="1">
            <a:off x="7229475" y="1911276"/>
            <a:ext cx="0" cy="20999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2127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1127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93047"/>
            <a:ext cx="438150" cy="11129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5804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5887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2.76</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85" name="Connector 84"/>
          <p:cNvCxnSpPr/>
          <p:nvPr/>
        </p:nvCxnSpPr>
        <p:spPr>
          <a:xfrm>
            <a:off x="619125" y="431804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91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64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50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8045"/>
            <a:ext cx="0" cy="164346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80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91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64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50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1370"/>
            <a:ext cx="361950" cy="133350"/>
          </a:xfrm>
          <a:prstGeom prst="rect">
            <a:avLst/>
          </a:prstGeom>
          <a:noFill/>
        </p:spPr>
        <p:txBody>
          <a:bodyPr wrap="none" lIns="0" rIns="0" tIns="0" bIns="0" anchor="ctr">
            <a:spAutoFit/>
          </a:bodyPr>
          <a:lstStyle/>
          <a:p>
            <a:pPr algn="r"/>
            <a:r>
              <a:rPr sz="1100" b="0">
                <a:solidFill>
                  <a:srgbClr val="6C7A89"/>
                </a:solidFill>
                <a:latin typeface="Calibri"/>
              </a:rPr>
              <a:t>+49%</a:t>
            </a:r>
          </a:p>
        </p:txBody>
      </p:sp>
      <p:sp>
        <p:nvSpPr>
          <p:cNvPr id="97" name="FMI Scale tick"/>
          <p:cNvSpPr txBox="1"/>
          <p:nvPr/>
        </p:nvSpPr>
        <p:spPr>
          <a:xfrm>
            <a:off x="219075" y="4662235"/>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98"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99" name="FMI Scale tick"/>
          <p:cNvSpPr txBox="1"/>
          <p:nvPr/>
        </p:nvSpPr>
        <p:spPr>
          <a:xfrm>
            <a:off x="219075" y="5483966"/>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100" name="FMI Scale tick"/>
          <p:cNvSpPr txBox="1"/>
          <p:nvPr/>
        </p:nvSpPr>
        <p:spPr>
          <a:xfrm>
            <a:off x="219075" y="5894831"/>
            <a:ext cx="361950" cy="133350"/>
          </a:xfrm>
          <a:prstGeom prst="rect">
            <a:avLst/>
          </a:prstGeom>
          <a:noFill/>
        </p:spPr>
        <p:txBody>
          <a:bodyPr wrap="none" lIns="0" rIns="0" tIns="0" bIns="0" anchor="ctr">
            <a:spAutoFit/>
          </a:bodyPr>
          <a:lstStyle/>
          <a:p>
            <a:pPr algn="r"/>
            <a:r>
              <a:rPr sz="1100" b="0">
                <a:solidFill>
                  <a:srgbClr val="6C7A89"/>
                </a:solidFill>
                <a:latin typeface="Calibri"/>
              </a:rPr>
              <a:t>-49%</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9779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28058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+42.5%</a:t>
            </a:r>
          </a:p>
        </p:txBody>
      </p:sp>
      <p:sp>
        <p:nvSpPr>
          <p:cNvPr id="104" name="Rectangle 103"/>
          <p:cNvSpPr/>
          <p:nvPr/>
        </p:nvSpPr>
        <p:spPr>
          <a:xfrm>
            <a:off x="2152650" y="5139776"/>
            <a:ext cx="457200" cy="41387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793875" y="55631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-24.5%</a:t>
            </a:r>
          </a:p>
        </p:txBody>
      </p:sp>
      <p:sp>
        <p:nvSpPr>
          <p:cNvPr id="106" name="Rectangle 105"/>
          <p:cNvSpPr/>
          <p:nvPr/>
        </p:nvSpPr>
        <p:spPr>
          <a:xfrm>
            <a:off x="3327400" y="5088938"/>
            <a:ext cx="457200" cy="5083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968625" y="494606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+3.0%</a:t>
            </a:r>
          </a:p>
        </p:txBody>
      </p:sp>
      <p:sp>
        <p:nvSpPr>
          <p:cNvPr id="108" name="Rectangle 107"/>
          <p:cNvSpPr/>
          <p:nvPr/>
        </p:nvSpPr>
        <p:spPr>
          <a:xfrm>
            <a:off x="4502150" y="5139776"/>
            <a:ext cx="457200" cy="5886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4143375" y="520816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-3.5%</a:t>
            </a:r>
          </a:p>
        </p:txBody>
      </p:sp>
      <p:sp>
        <p:nvSpPr>
          <p:cNvPr id="110" name="Rectangle 109"/>
          <p:cNvSpPr/>
          <p:nvPr/>
        </p:nvSpPr>
        <p:spPr>
          <a:xfrm>
            <a:off x="5676900" y="5139776"/>
            <a:ext cx="457200" cy="48583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5318125" y="563513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-28.8%</a:t>
            </a:r>
          </a:p>
        </p:txBody>
      </p:sp>
      <p:sp>
        <p:nvSpPr>
          <p:cNvPr id="112" name="Rectangle 111"/>
          <p:cNvSpPr/>
          <p:nvPr/>
        </p:nvSpPr>
        <p:spPr>
          <a:xfrm>
            <a:off x="6851650" y="5139776"/>
            <a:ext cx="457200" cy="21675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6492875" y="536605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-12.8%</a:t>
            </a:r>
          </a:p>
        </p:txBody>
      </p:sp>
      <p:sp>
        <p:nvSpPr>
          <p:cNvPr id="114" name="TextBox 113"/>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115" name="TextBox 114"/>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116" name="TextBox 115"/>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117" name="TextBox 116"/>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118" name="TextBox 117"/>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119" name="TextBox 118"/>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120" name="Rounded Rectangle 11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22" name="Rectangle 12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US$ 3.49 per Unit in 2036. Average selling price of hair styling products is estimated at US$ 2.02 per Unit in 2025 and is projected to increase to US$ 2.33 per Unit by 2036.</a:t>
            </a:r>
          </a:p>
          <a:p>
            <a:pPr algn="l">
              <a:lnSpc>
                <a:spcPct val="110000"/>
              </a:lnSpc>
              <a:spcBef>
                <a:spcPts val="0"/>
              </a:spcBef>
              <a:spcAft>
                <a:spcPts val="500"/>
              </a:spcAft>
            </a:pPr>
            <a:r>
              <a:rPr sz="1150" b="0">
                <a:solidFill>
                  <a:srgbClr val="2E2E2E"/>
                </a:solidFill>
                <a:latin typeface="Calibri"/>
              </a:rPr>
              <a:t>North America is the highest-priced region, while South Asia &amp; Pacific is the most price-competitive market. Against the global price of 2.18 US$/Units, 2 of 6 regions price above and 4 below.</a:t>
            </a:r>
          </a:p>
          <a:p>
            <a:pPr algn="l">
              <a:lnSpc>
                <a:spcPct val="110000"/>
              </a:lnSpc>
              <a:spcBef>
                <a:spcPts val="0"/>
              </a:spcBef>
              <a:spcAft>
                <a:spcPts val="500"/>
              </a:spcAft>
            </a:pPr>
            <a:r>
              <a:rPr sz="1150" b="0">
                <a:solidFill>
                  <a:srgbClr val="2E2E2E"/>
                </a:solidFill>
                <a:latin typeface="Calibri"/>
              </a:rPr>
              <a:t>'North America' is the dearest at +42.5% versus Global, 'South Asia &amp; Pacific' the cheapest at -28.8% pointing to premiumisation headroom in the lower-priced regions.</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16,106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30,687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6.7%</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is projected to register 2.0X increase in its revenue by the end of forecast period, 2036. Global hair styling products market is expected to be valued at US$ 30,687 Mn by 2036 end.</a:t>
            </a:r>
          </a:p>
          <a:p>
            <a:pPr algn="l">
              <a:lnSpc>
                <a:spcPct val="110000"/>
              </a:lnSpc>
              <a:spcBef>
                <a:spcPts val="0"/>
              </a:spcBef>
              <a:spcAft>
                <a:spcPts val="500"/>
              </a:spcAft>
            </a:pPr>
            <a:r>
              <a:rPr sz="1150" b="0">
                <a:solidFill>
                  <a:srgbClr val="2E2E2E"/>
                </a:solidFill>
                <a:latin typeface="Calibri"/>
              </a:rPr>
              <a:t>It is projected to create overall incremental opportunity of US$ 15,354 Mn from 2025 to 2036. Rising disposable income along with product innovation is fuelling demand for hair styling products.</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4.3%</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6.7%</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5,649 US$ Mn</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14,581 US$ Mn</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is projected to register 2.0X increase in its revenue by the end of forecast period, 2036. Global hair styling products market is expected to be valued at US$ 30,687 Mn by 2036 end. It is projected to create overall incremental opportunity of US$ 15,354 Mn from 2025 to 2036.</a:t>
            </a:r>
          </a:p>
          <a:p>
            <a:pPr algn="l">
              <a:lnSpc>
                <a:spcPct val="110000"/>
              </a:lnSpc>
              <a:spcBef>
                <a:spcPts val="0"/>
              </a:spcBef>
              <a:spcAft>
                <a:spcPts val="500"/>
              </a:spcAft>
            </a:pPr>
            <a:r>
              <a:rPr sz="1150" b="0">
                <a:solidFill>
                  <a:srgbClr val="2E2E2E"/>
                </a:solidFill>
                <a:latin typeface="Calibri"/>
              </a:rPr>
              <a:t>Rising disposable income along with product innovation is fuelling demand for hair styling products. Global hair styling products market is projected to register 1.7X increase in volume by the end of forecast period, 2036.</a:t>
            </a:r>
          </a:p>
          <a:p>
            <a:pPr algn="l">
              <a:lnSpc>
                <a:spcPct val="110000"/>
              </a:lnSpc>
              <a:spcBef>
                <a:spcPts val="0"/>
              </a:spcBef>
              <a:spcAft>
                <a:spcPts val="500"/>
              </a:spcAft>
            </a:pPr>
            <a:r>
              <a:rPr sz="1150" b="0">
                <a:solidFill>
                  <a:srgbClr val="2E2E2E"/>
                </a:solidFill>
                <a:latin typeface="Calibri"/>
              </a:rPr>
              <a:t>Global hair styling products market volume stood at 7,594 Mn Units in 2025 and is expected to reach 13,192 Mn Units by 2036 end, at a CAGR of 5.2%.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34125" cy="2132070"/>
        </p:xfrm>
        <a:graphic>
          <a:graphicData uri="http://schemas.openxmlformats.org/drawingml/2006/table">
            <a:tbl>
              <a:tblPr>
                <a:tableStyleId>{5C22544A-7EE6-4342-B048-85BDC9FD1C3A}</a:tableStyleId>
              </a:tblPr>
              <a:tblGrid>
                <a:gridCol w="760186"/>
                <a:gridCol w="1051530"/>
                <a:gridCol w="1051530"/>
                <a:gridCol w="10708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517354" cy="2562564"/>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9" name="Rectangle 18"/>
          <p:cNvSpPr/>
          <p:nvPr/>
        </p:nvSpPr>
        <p:spPr>
          <a:xfrm>
            <a:off x="6727404" y="1293011"/>
            <a:ext cx="1225971" cy="256256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20" name="Rectangle 19"/>
          <p:cNvSpPr/>
          <p:nvPr/>
        </p:nvSpPr>
        <p:spPr>
          <a:xfrm>
            <a:off x="4210050" y="3855575"/>
            <a:ext cx="1082939" cy="202303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21" name="Rectangle 20"/>
          <p:cNvSpPr/>
          <p:nvPr/>
        </p:nvSpPr>
        <p:spPr>
          <a:xfrm>
            <a:off x="5292989" y="3855575"/>
            <a:ext cx="1040829" cy="1120391"/>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22" name="Rectangle 21"/>
          <p:cNvSpPr/>
          <p:nvPr/>
        </p:nvSpPr>
        <p:spPr>
          <a:xfrm>
            <a:off x="5292989" y="4975966"/>
            <a:ext cx="1040829" cy="902644"/>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23" name="Rectangle 22"/>
          <p:cNvSpPr/>
          <p:nvPr/>
        </p:nvSpPr>
        <p:spPr>
          <a:xfrm>
            <a:off x="6333818" y="3855575"/>
            <a:ext cx="877576" cy="924176"/>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24" name="Rectangle 23"/>
          <p:cNvSpPr/>
          <p:nvPr/>
        </p:nvSpPr>
        <p:spPr>
          <a:xfrm>
            <a:off x="7211394" y="3855575"/>
            <a:ext cx="741981" cy="924176"/>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5" name="Rectangle 24"/>
          <p:cNvSpPr/>
          <p:nvPr/>
        </p:nvSpPr>
        <p:spPr>
          <a:xfrm>
            <a:off x="6333818" y="4779751"/>
            <a:ext cx="584898" cy="1098859"/>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26" name="Rectangle 25"/>
          <p:cNvSpPr/>
          <p:nvPr/>
        </p:nvSpPr>
        <p:spPr>
          <a:xfrm>
            <a:off x="6918716" y="4779751"/>
            <a:ext cx="1034659" cy="552979"/>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7" name="Rectangle 26"/>
          <p:cNvSpPr/>
          <p:nvPr/>
        </p:nvSpPr>
        <p:spPr>
          <a:xfrm>
            <a:off x="6918716" y="5332729"/>
            <a:ext cx="1034659" cy="54588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28892" cy="2159450"/>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Japan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Brazil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hair styling products market is projected to register 2.1X higher value than China in 2036. Philippines posts the highest CAGR Index (144), growing at 9.6% against the global benchmark, while U.S. offers the largest absolute opportunity 3,600 US$ Mn of incremental market between 2026 and 2036 (25% of the global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1" cy="1295400"/>
        </p:xfrm>
        <a:graphic>
          <a:graphicData uri="http://schemas.openxmlformats.org/drawingml/2006/table">
            <a:tbl>
              <a:tblPr>
                <a:tableStyleId>{5C22544A-7EE6-4342-B048-85BDC9FD1C3A}</a:tableStyleId>
              </a:tblPr>
              <a:tblGrid>
                <a:gridCol w="2534101"/>
                <a:gridCol w="3117700"/>
                <a:gridCol w="3117700"/>
                <a:gridCol w="311770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199" cy="1295400"/>
        </p:xfrm>
        <a:graphic>
          <a:graphicData uri="http://schemas.openxmlformats.org/drawingml/2006/table">
            <a:tbl>
              <a:tblPr>
                <a:tableStyleId>{5C22544A-7EE6-4342-B048-85BDC9FD1C3A}</a:tableStyleId>
              </a:tblPr>
              <a:tblGrid>
                <a:gridCol w="2488439"/>
                <a:gridCol w="3132920"/>
                <a:gridCol w="3132920"/>
                <a:gridCol w="313292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2.0X increase in revenue by 2036 end. Global hair styling products market accounted for US$ 15,333 Mn in 2025, which is expected to increase to US$ 30,687 Mn in 2036 at a CAGR of 6.7%.</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North America is expected to remain the largest market for hair styling products, while demand in South Asia &amp; Pacific is projected to increase at the highest CAGR of 7.9%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19.6%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6 regions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is the largest regional market at 29.5%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(8.3%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South Asia &amp; Pacific (7.9%).</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(8.0%).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South Asia &amp; Pacific, the fastest-growing region.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North America and South Asia &amp; Pacific, which together account for 41.7%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16,106 US$ Mn in 2026 to 30,687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6.7%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19.6%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North America is the lead region with 29.5%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14,581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'Sticks and Balms', the fastest-growing product format category at 8.3% CAGR.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South Asia &amp; Pacific (7.9% CAGR) is a priority region for new capacity and distribution.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are anchoring their portfolios around 'Styling Serums and Oils', which holds 19.6%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6.7%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6.7%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14,581 US$ Mn of demand to 2036, a 1.9x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(8.3% CAGR) for growth, while 'Styling Serums and Oils' anchors 19.6%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North America (29.5% of value) and capture upside in South Asia &amp; Pacific (7.9%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region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36,256 US$ Mn</a:t>
            </a:r>
          </a:p>
          <a:p>
            <a:pPr algn="ctr">
              <a:lnSpc>
                <a:spcPct val="95000"/>
              </a:lnSpc>
            </a:pPr>
            <a:r>
              <a:rPr sz="1100" b="0">
                <a:solidFill>
                  <a:srgbClr val="6C7A89"/>
                </a:solidFill>
                <a:latin typeface="Calibri"/>
              </a:rPr>
              <a:t>CAGR 8.2%</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30,687 US$ Mn</a:t>
            </a:r>
          </a:p>
          <a:p>
            <a:pPr algn="ctr">
              <a:lnSpc>
                <a:spcPct val="95000"/>
              </a:lnSpc>
            </a:pPr>
            <a:r>
              <a:rPr sz="1100" b="0">
                <a:solidFill>
                  <a:srgbClr val="6C7A89"/>
                </a:solidFill>
                <a:latin typeface="Calibri"/>
              </a:rPr>
              <a:t>CAGR 6.7%</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25,907 US$ Mn</a:t>
            </a:r>
          </a:p>
          <a:p>
            <a:pPr algn="ctr">
              <a:lnSpc>
                <a:spcPct val="95000"/>
              </a:lnSpc>
            </a:pPr>
            <a:r>
              <a:rPr sz="1100" b="0">
                <a:solidFill>
                  <a:srgbClr val="6C7A89"/>
                </a:solidFill>
                <a:latin typeface="Calibri"/>
              </a:rPr>
              <a:t>CAGR 4.8%</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86098"/>
            <a:ext cx="635826" cy="64775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9429"/>
            <a:ext cx="635826" cy="1094421"/>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37473"/>
            <a:ext cx="635826" cy="1296377"/>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06079"/>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01304"/>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4.8%</a:t>
            </a:r>
          </a:p>
        </p:txBody>
      </p:sp>
      <p:cxnSp>
        <p:nvCxnSpPr>
          <p:cNvPr id="22" name="Connector 21"/>
          <p:cNvCxnSpPr/>
          <p:nvPr/>
        </p:nvCxnSpPr>
        <p:spPr>
          <a:xfrm>
            <a:off x="1456468" y="2648904"/>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44129"/>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6.7%</a:t>
            </a:r>
          </a:p>
        </p:txBody>
      </p:sp>
      <p:cxnSp>
        <p:nvCxnSpPr>
          <p:cNvPr id="24" name="Connector 23"/>
          <p:cNvCxnSpPr/>
          <p:nvPr/>
        </p:nvCxnSpPr>
        <p:spPr>
          <a:xfrm>
            <a:off x="1456468" y="2391729"/>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86954"/>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8.2%</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36,256 US$ Mn by 2036 at 8.2%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30,687 US$ Mn by 2036 at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25,907 US$ Mn by 2036 at 4.8%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10,349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Hair Styling Products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5,020</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9,040</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4,129</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7,782</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2,811</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5,157</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1,771</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3,772</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1,350</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2,815</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7.6%</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1,026</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2,122</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7.5%</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region, North America is expected to dominate the market, losing 171 BPS and accounting for 29.5% share by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Region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North America: </a:t>
            </a:r>
            <a:r>
              <a:rPr sz="1100" b="0">
                <a:solidFill>
                  <a:srgbClr val="2E2E2E"/>
                </a:solidFill>
                <a:latin typeface="Calibri"/>
              </a:rPr>
              <a:t>31% of 2026 value · 6.1%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East Asia: </a:t>
            </a:r>
            <a:r>
              <a:rPr sz="1100" b="0">
                <a:solidFill>
                  <a:srgbClr val="2E2E2E"/>
                </a:solidFill>
                <a:latin typeface="Calibri"/>
              </a:rPr>
              <a:t>26% of 2026 value · 6.5%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Europe: </a:t>
            </a:r>
            <a:r>
              <a:rPr sz="1100" b="0">
                <a:solidFill>
                  <a:srgbClr val="2E2E2E"/>
                </a:solidFill>
                <a:latin typeface="Calibri"/>
              </a:rPr>
              <a:t>17% of 2026 value · 6.3%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South Asia &amp; Pacific: </a:t>
            </a:r>
            <a:r>
              <a:rPr sz="1100" b="0">
                <a:solidFill>
                  <a:srgbClr val="2E2E2E"/>
                </a:solidFill>
                <a:latin typeface="Calibri"/>
              </a:rPr>
              <a:t>11% of 2026 value · 7.9%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Latin America: </a:t>
            </a:r>
            <a:r>
              <a:rPr sz="1100" b="0">
                <a:solidFill>
                  <a:srgbClr val="2E2E2E"/>
                </a:solidFill>
                <a:latin typeface="Calibri"/>
              </a:rPr>
              <a:t>8% of 2026 value · 7.6%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Middle East &amp; Africa: </a:t>
            </a:r>
            <a:r>
              <a:rPr sz="1100" b="0">
                <a:solidFill>
                  <a:srgbClr val="2E2E2E"/>
                </a:solidFill>
                <a:latin typeface="Calibri"/>
              </a:rPr>
              <a:t>6% of 2026 value · 7.5% CAGR a smaller market.</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Region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6.7%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Analysis, By Region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0734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025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2638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88296"/>
            <a:ext cx="514350" cy="123825"/>
          </a:xfrm>
          <a:prstGeom prst="rect">
            <a:avLst/>
          </a:prstGeom>
          <a:noFill/>
        </p:spPr>
        <p:txBody>
          <a:bodyPr wrap="none" lIns="0" rIns="0" tIns="0" bIns="0" anchor="ctr">
            <a:spAutoFit/>
          </a:bodyPr>
          <a:lstStyle/>
          <a:p>
            <a:pPr algn="r"/>
            <a:r>
              <a:rPr sz="900" b="1">
                <a:solidFill>
                  <a:srgbClr val="2E7D32"/>
                </a:solidFill>
                <a:latin typeface="Calibri"/>
              </a:rPr>
              <a:t>+57</a:t>
            </a:r>
          </a:p>
        </p:txBody>
      </p:sp>
      <p:sp>
        <p:nvSpPr>
          <p:cNvPr id="20" name="FMI Legend Chip"/>
          <p:cNvSpPr/>
          <p:nvPr/>
        </p:nvSpPr>
        <p:spPr>
          <a:xfrm>
            <a:off x="4551045" y="19736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9688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926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954561"/>
            <a:ext cx="514350" cy="123825"/>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4" name="FMI Legend Chip"/>
          <p:cNvSpPr/>
          <p:nvPr/>
        </p:nvSpPr>
        <p:spPr>
          <a:xfrm>
            <a:off x="4551045" y="24911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4863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4101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27" name="BPS Value 3"/>
          <p:cNvSpPr txBox="1"/>
          <p:nvPr/>
        </p:nvSpPr>
        <p:spPr>
          <a:xfrm>
            <a:off x="6305550" y="2472076"/>
            <a:ext cx="514350" cy="123825"/>
          </a:xfrm>
          <a:prstGeom prst="rect">
            <a:avLst/>
          </a:prstGeom>
          <a:noFill/>
        </p:spPr>
        <p:txBody>
          <a:bodyPr wrap="none" lIns="0" rIns="0" tIns="0" bIns="0" anchor="ctr">
            <a:spAutoFit/>
          </a:bodyPr>
          <a:lstStyle/>
          <a:p>
            <a:pPr algn="r"/>
            <a:r>
              <a:rPr sz="900" b="1">
                <a:solidFill>
                  <a:srgbClr val="E44D3A"/>
                </a:solidFill>
                <a:latin typeface="Calibri"/>
              </a:rPr>
              <a:t>-95</a:t>
            </a:r>
          </a:p>
        </p:txBody>
      </p:sp>
      <p:sp>
        <p:nvSpPr>
          <p:cNvPr id="28" name="FMI Legend Chip"/>
          <p:cNvSpPr/>
          <p:nvPr/>
        </p:nvSpPr>
        <p:spPr>
          <a:xfrm>
            <a:off x="4551045" y="310743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31026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30264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3088385"/>
            <a:ext cx="514350" cy="123825"/>
          </a:xfrm>
          <a:prstGeom prst="rect">
            <a:avLst/>
          </a:prstGeom>
          <a:noFill/>
        </p:spPr>
        <p:txBody>
          <a:bodyPr wrap="none" lIns="0" rIns="0" tIns="0" bIns="0" anchor="ctr">
            <a:spAutoFit/>
          </a:bodyPr>
          <a:lstStyle/>
          <a:p>
            <a:pPr algn="r"/>
            <a:r>
              <a:rPr sz="900" b="1">
                <a:solidFill>
                  <a:srgbClr val="2E7D32"/>
                </a:solidFill>
                <a:latin typeface="Calibri"/>
              </a:rPr>
              <a:t>+217</a:t>
            </a:r>
          </a:p>
        </p:txBody>
      </p:sp>
      <p:sp>
        <p:nvSpPr>
          <p:cNvPr id="32" name="FMI Legend Chip"/>
          <p:cNvSpPr/>
          <p:nvPr/>
        </p:nvSpPr>
        <p:spPr>
          <a:xfrm>
            <a:off x="4551045" y="380058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7958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71962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5" name="BPS Value 5"/>
          <p:cNvSpPr txBox="1"/>
          <p:nvPr/>
        </p:nvSpPr>
        <p:spPr>
          <a:xfrm>
            <a:off x="6305550" y="3781537"/>
            <a:ext cx="514350" cy="123825"/>
          </a:xfrm>
          <a:prstGeom prst="rect">
            <a:avLst/>
          </a:prstGeom>
          <a:noFill/>
        </p:spPr>
        <p:txBody>
          <a:bodyPr wrap="none" lIns="0" rIns="0" tIns="0" bIns="0" anchor="ctr">
            <a:spAutoFit/>
          </a:bodyPr>
          <a:lstStyle/>
          <a:p>
            <a:pPr algn="r"/>
            <a:r>
              <a:rPr sz="900" b="1">
                <a:solidFill>
                  <a:srgbClr val="E44D3A"/>
                </a:solidFill>
                <a:latin typeface="Calibri"/>
              </a:rPr>
              <a:t>-188</a:t>
            </a:r>
          </a:p>
        </p:txBody>
      </p:sp>
      <p:sp>
        <p:nvSpPr>
          <p:cNvPr id="36" name="FMI Legend Chip"/>
          <p:cNvSpPr/>
          <p:nvPr/>
        </p:nvSpPr>
        <p:spPr>
          <a:xfrm>
            <a:off x="4551045" y="465157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6468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5706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9" name="BPS Value 6"/>
          <p:cNvSpPr txBox="1"/>
          <p:nvPr/>
        </p:nvSpPr>
        <p:spPr>
          <a:xfrm>
            <a:off x="6305550" y="4632525"/>
            <a:ext cx="514350" cy="123825"/>
          </a:xfrm>
          <a:prstGeom prst="rect">
            <a:avLst/>
          </a:prstGeom>
          <a:noFill/>
        </p:spPr>
        <p:txBody>
          <a:bodyPr wrap="none" lIns="0" rIns="0" tIns="0" bIns="0" anchor="ctr">
            <a:spAutoFit/>
          </a:bodyPr>
          <a:lstStyle/>
          <a:p>
            <a:pPr algn="r"/>
            <a:r>
              <a:rPr sz="900" b="1">
                <a:solidFill>
                  <a:srgbClr val="E44D3A"/>
                </a:solidFill>
                <a:latin typeface="Calibri"/>
              </a:rPr>
              <a:t>-70</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East Asia hair styling products market is projected to register 1.3X higher volume than North America in 2036. Among hair styling products by region, South Asia &amp; Pacific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volume share by region, East Asia is expected to dominate the market, losing 70 BPS and accounting for 26.0% share by 2036. North America is expected to lose 188 BPS over the forecast period to account for 20.4%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7,911</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13,192</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5.2%</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887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8411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791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9823"/>
            <a:ext cx="514350" cy="123825"/>
          </a:xfrm>
          <a:prstGeom prst="rect">
            <a:avLst/>
          </a:prstGeom>
          <a:noFill/>
        </p:spPr>
        <p:txBody>
          <a:bodyPr wrap="none" lIns="0" rIns="0" tIns="0" bIns="0" anchor="ctr">
            <a:spAutoFit/>
          </a:bodyPr>
          <a:lstStyle/>
          <a:p>
            <a:pPr algn="r"/>
            <a:r>
              <a:rPr sz="900" b="1">
                <a:solidFill>
                  <a:srgbClr val="2E7D32"/>
                </a:solidFill>
                <a:latin typeface="Calibri"/>
              </a:rPr>
              <a:t>+55</a:t>
            </a:r>
          </a:p>
        </p:txBody>
      </p:sp>
      <p:sp>
        <p:nvSpPr>
          <p:cNvPr id="20" name="FMI Legend Chip"/>
          <p:cNvSpPr/>
          <p:nvPr/>
        </p:nvSpPr>
        <p:spPr>
          <a:xfrm>
            <a:off x="4551045" y="18838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791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0291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64832"/>
            <a:ext cx="514350" cy="123825"/>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4" name="FMI Legend Chip"/>
          <p:cNvSpPr/>
          <p:nvPr/>
        </p:nvSpPr>
        <p:spPr>
          <a:xfrm>
            <a:off x="4551045" y="227746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727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965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58419"/>
            <a:ext cx="514350" cy="123825"/>
          </a:xfrm>
          <a:prstGeom prst="rect">
            <a:avLst/>
          </a:prstGeom>
          <a:noFill/>
        </p:spPr>
        <p:txBody>
          <a:bodyPr wrap="none" lIns="0" rIns="0" tIns="0" bIns="0" anchor="ctr">
            <a:spAutoFit/>
          </a:bodyPr>
          <a:lstStyle/>
          <a:p>
            <a:pPr algn="r"/>
            <a:r>
              <a:rPr sz="900" b="1">
                <a:solidFill>
                  <a:srgbClr val="2E7D32"/>
                </a:solidFill>
                <a:latin typeface="Calibri"/>
              </a:rPr>
              <a:t>+130</a:t>
            </a:r>
          </a:p>
        </p:txBody>
      </p:sp>
      <p:sp>
        <p:nvSpPr>
          <p:cNvPr id="28" name="FMI Legend Chip"/>
          <p:cNvSpPr/>
          <p:nvPr/>
        </p:nvSpPr>
        <p:spPr>
          <a:xfrm>
            <a:off x="4551045" y="28109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8061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72998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1" name="BPS Value 4"/>
          <p:cNvSpPr txBox="1"/>
          <p:nvPr/>
        </p:nvSpPr>
        <p:spPr>
          <a:xfrm>
            <a:off x="6305550" y="2791893"/>
            <a:ext cx="514350" cy="123825"/>
          </a:xfrm>
          <a:prstGeom prst="rect">
            <a:avLst/>
          </a:prstGeom>
          <a:noFill/>
        </p:spPr>
        <p:txBody>
          <a:bodyPr wrap="none" lIns="0" rIns="0" tIns="0" bIns="0" anchor="ctr">
            <a:spAutoFit/>
          </a:bodyPr>
          <a:lstStyle/>
          <a:p>
            <a:pPr algn="r"/>
            <a:r>
              <a:rPr sz="900" b="1">
                <a:solidFill>
                  <a:srgbClr val="E44D3A"/>
                </a:solidFill>
                <a:latin typeface="Calibri"/>
              </a:rPr>
              <a:t>-65</a:t>
            </a:r>
          </a:p>
        </p:txBody>
      </p:sp>
      <p:sp>
        <p:nvSpPr>
          <p:cNvPr id="32" name="FMI Legend Chip"/>
          <p:cNvSpPr/>
          <p:nvPr/>
        </p:nvSpPr>
        <p:spPr>
          <a:xfrm>
            <a:off x="4551045" y="35840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5792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5030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5" name="BPS Value 5"/>
          <p:cNvSpPr txBox="1"/>
          <p:nvPr/>
        </p:nvSpPr>
        <p:spPr>
          <a:xfrm>
            <a:off x="6305550" y="3564962"/>
            <a:ext cx="514350" cy="123825"/>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36" name="FMI Legend Chip"/>
          <p:cNvSpPr/>
          <p:nvPr/>
        </p:nvSpPr>
        <p:spPr>
          <a:xfrm>
            <a:off x="4551045" y="458909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843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50812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70042"/>
            <a:ext cx="514350" cy="123825"/>
          </a:xfrm>
          <a:prstGeom prst="rect">
            <a:avLst/>
          </a:prstGeom>
          <a:noFill/>
        </p:spPr>
        <p:txBody>
          <a:bodyPr wrap="none" lIns="0" rIns="0" tIns="0" bIns="0" anchor="ctr">
            <a:spAutoFit/>
          </a:bodyPr>
          <a:lstStyle/>
          <a:p>
            <a:pPr algn="r"/>
            <a:r>
              <a:rPr sz="900" b="1">
                <a:solidFill>
                  <a:srgbClr val="E44D3A"/>
                </a:solidFill>
                <a:latin typeface="Calibri"/>
              </a:rPr>
              <a:t>-171</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171 BPS and accounting for 29.5%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16,106</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30,687</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6.7%</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Share Analysis, By Region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(Mn Units)</a:t>
            </a:r>
          </a:p>
        </p:txBody>
      </p:sp>
      <p:graphicFrame>
        <p:nvGraphicFramePr>
          <p:cNvPr id="13" name="Table 12"/>
          <p:cNvGraphicFramePr>
            <a:graphicFrameLocks noGrp="1"/>
          </p:cNvGraphicFramePr>
          <p:nvPr/>
        </p:nvGraphicFramePr>
        <p:xfrm>
          <a:off x="152400" y="1238250"/>
          <a:ext cx="11887195" cy="1724024"/>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East Asia hair styling products market is projected to register 1.3X higher volume than North America in 2036. Among hair styling products by region, South Asia &amp; Pacific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volume share by region, East Asia is expected to dominate the market, losing 70 BPS and accounting for 26.0% share by 2036. North America is expected to lose 188 BPS over the forecast period to account for 20.4%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724024"/>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hair styling products market is projected to register 1.2X higher value than East Asia in 2036. Among hair styling products by region, South Asia &amp; Pacific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171 BPS and accounting for 29.5%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East Asia</a:t>
            </a:r>
          </a:p>
          <a:p>
            <a:pPr>
              <a:spcBef>
                <a:spcPts val="500"/>
              </a:spcBef>
            </a:pPr>
            <a:r>
              <a:rPr sz="900">
                <a:solidFill>
                  <a:srgbClr val="9E7E0A"/>
                </a:solidFill>
                <a:latin typeface="Calibri"/>
              </a:rPr>
              <a:t>■  </a:t>
            </a:r>
            <a:r>
              <a:rPr sz="750">
                <a:solidFill>
                  <a:srgbClr val="2E2E2E"/>
                </a:solidFill>
                <a:latin typeface="Calibri"/>
              </a:rPr>
              <a:t>   North America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Europe</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East Asia</a:t>
            </a:r>
          </a:p>
          <a:p>
            <a:pPr>
              <a:spcBef>
                <a:spcPts val="500"/>
              </a:spcBef>
            </a:pPr>
            <a:r>
              <a:rPr sz="900">
                <a:solidFill>
                  <a:srgbClr val="008189"/>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4402866"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4" name="Rectangle 13"/>
          <p:cNvSpPr/>
          <p:nvPr/>
        </p:nvSpPr>
        <p:spPr>
          <a:xfrm>
            <a:off x="4640991" y="1266825"/>
            <a:ext cx="3639514" cy="3125707"/>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5" name="Rectangle 14"/>
          <p:cNvSpPr/>
          <p:nvPr/>
        </p:nvSpPr>
        <p:spPr>
          <a:xfrm>
            <a:off x="4640991" y="4392532"/>
            <a:ext cx="3639514" cy="2179718"/>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16" name="Rectangle 15"/>
          <p:cNvSpPr/>
          <p:nvPr/>
        </p:nvSpPr>
        <p:spPr>
          <a:xfrm>
            <a:off x="8280505" y="1266825"/>
            <a:ext cx="2034373" cy="2075652"/>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7" name="Rectangle 16"/>
          <p:cNvSpPr/>
          <p:nvPr/>
        </p:nvSpPr>
        <p:spPr>
          <a:xfrm>
            <a:off x="10314878" y="1266825"/>
            <a:ext cx="1638997" cy="2075652"/>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8" name="Rectangle 17"/>
          <p:cNvSpPr/>
          <p:nvPr/>
        </p:nvSpPr>
        <p:spPr>
          <a:xfrm>
            <a:off x="8280505" y="3342477"/>
            <a:ext cx="1678094" cy="1750091"/>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19" name="Rectangle 18"/>
          <p:cNvSpPr/>
          <p:nvPr/>
        </p:nvSpPr>
        <p:spPr>
          <a:xfrm>
            <a:off x="8280505" y="5092568"/>
            <a:ext cx="1678094" cy="1479682"/>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0" name="Rectangle 19"/>
          <p:cNvSpPr/>
          <p:nvPr/>
        </p:nvSpPr>
        <p:spPr>
          <a:xfrm>
            <a:off x="9958599" y="3342477"/>
            <a:ext cx="1995276" cy="1166424"/>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21" name="Rectangle 20"/>
          <p:cNvSpPr/>
          <p:nvPr/>
        </p:nvSpPr>
        <p:spPr>
          <a:xfrm>
            <a:off x="9958599" y="4508902"/>
            <a:ext cx="1995276" cy="103833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2" name="Rectangle 21"/>
          <p:cNvSpPr/>
          <p:nvPr/>
        </p:nvSpPr>
        <p:spPr>
          <a:xfrm>
            <a:off x="9958599" y="5547240"/>
            <a:ext cx="1995276" cy="102501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2,960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6,019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2,814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5,168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2,129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3,330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2,071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4,598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8.3% over the forecast period. In terms of value share by product format, the styling serums and oils segment is expected to dominate the market, gaining 124 BPS and accounting for 19.6%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7.4%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6.3%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13% of 2026 value · 4.6%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8.3%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6.7%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1,894</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3,753</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1,596</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3,309</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7.6%</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1,500</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2,612</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5.7%</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1,143</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1,898</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12% of 2026 value · 7.1%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7.6%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5.7%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5.2%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global hair styling products market in terms of value over the forecast period. Styling serums and oils and waxes, clays, pastes and pomades exhibit a CAGR index of 110.5 and 94.1 and a market share index of 147.0 and 139.8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Mousses and Foams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Creams and Lotions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8.3%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124 BPS and accounting for 19.6% share by 2036. The sprays and mists segment is expected to lose 236 BPS over the forecast period to account for 10.9%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2651"/>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78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16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3601"/>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486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38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676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29562"/>
            <a:ext cx="514350" cy="123825"/>
          </a:xfrm>
          <a:prstGeom prst="rect">
            <a:avLst/>
          </a:prstGeom>
          <a:noFill/>
        </p:spPr>
        <p:txBody>
          <a:bodyPr wrap="none" lIns="0" rIns="0" tIns="0" bIns="0" anchor="ctr">
            <a:spAutoFit/>
          </a:bodyPr>
          <a:lstStyle/>
          <a:p>
            <a:pPr algn="r"/>
            <a:r>
              <a:rPr sz="900" b="1">
                <a:solidFill>
                  <a:srgbClr val="E44D3A"/>
                </a:solidFill>
                <a:latin typeface="Calibri"/>
              </a:rPr>
              <a:t>-80</a:t>
            </a:r>
          </a:p>
        </p:txBody>
      </p:sp>
      <p:sp>
        <p:nvSpPr>
          <p:cNvPr id="24" name="FMI Legend Chip"/>
          <p:cNvSpPr/>
          <p:nvPr/>
        </p:nvSpPr>
        <p:spPr>
          <a:xfrm>
            <a:off x="4928997" y="25896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5849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87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70632"/>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28" name="FMI Legend Chip"/>
          <p:cNvSpPr/>
          <p:nvPr/>
        </p:nvSpPr>
        <p:spPr>
          <a:xfrm>
            <a:off x="4928997" y="308429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795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033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1" name="BPS Value 4"/>
          <p:cNvSpPr txBox="1"/>
          <p:nvPr/>
        </p:nvSpPr>
        <p:spPr>
          <a:xfrm>
            <a:off x="6896100" y="3065240"/>
            <a:ext cx="514350" cy="123825"/>
          </a:xfrm>
          <a:prstGeom prst="rect">
            <a:avLst/>
          </a:prstGeom>
          <a:noFill/>
        </p:spPr>
        <p:txBody>
          <a:bodyPr wrap="none" lIns="0" rIns="0" tIns="0" bIns="0" anchor="ctr">
            <a:spAutoFit/>
          </a:bodyPr>
          <a:lstStyle/>
          <a:p>
            <a:pPr algn="r"/>
            <a:r>
              <a:rPr sz="900" b="1">
                <a:solidFill>
                  <a:srgbClr val="E44D3A"/>
                </a:solidFill>
                <a:latin typeface="Calibri"/>
              </a:rPr>
              <a:t>-236</a:t>
            </a:r>
          </a:p>
        </p:txBody>
      </p:sp>
      <p:sp>
        <p:nvSpPr>
          <p:cNvPr id="32" name="FMI Legend Chip"/>
          <p:cNvSpPr/>
          <p:nvPr/>
        </p:nvSpPr>
        <p:spPr>
          <a:xfrm>
            <a:off x="4928997" y="361198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72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310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2937"/>
            <a:ext cx="514350" cy="123825"/>
          </a:xfrm>
          <a:prstGeom prst="rect">
            <a:avLst/>
          </a:prstGeom>
          <a:noFill/>
        </p:spPr>
        <p:txBody>
          <a:bodyPr wrap="none" lIns="0" rIns="0" tIns="0" bIns="0" anchor="ctr">
            <a:spAutoFit/>
          </a:bodyPr>
          <a:lstStyle/>
          <a:p>
            <a:pPr algn="r"/>
            <a:r>
              <a:rPr sz="900" b="1">
                <a:solidFill>
                  <a:srgbClr val="2E7D32"/>
                </a:solidFill>
                <a:latin typeface="Calibri"/>
              </a:rPr>
              <a:t>+47</a:t>
            </a:r>
          </a:p>
        </p:txBody>
      </p:sp>
      <p:sp>
        <p:nvSpPr>
          <p:cNvPr id="36" name="FMI Legend Chip"/>
          <p:cNvSpPr/>
          <p:nvPr/>
        </p:nvSpPr>
        <p:spPr>
          <a:xfrm>
            <a:off x="4928997" y="423415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293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531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15106"/>
            <a:ext cx="514350" cy="123825"/>
          </a:xfrm>
          <a:prstGeom prst="rect">
            <a:avLst/>
          </a:prstGeom>
          <a:noFill/>
        </p:spPr>
        <p:txBody>
          <a:bodyPr wrap="none" lIns="0" rIns="0" tIns="0" bIns="0" anchor="ctr">
            <a:spAutoFit/>
          </a:bodyPr>
          <a:lstStyle/>
          <a:p>
            <a:pPr algn="r"/>
            <a:r>
              <a:rPr sz="900" b="1">
                <a:solidFill>
                  <a:srgbClr val="2E7D32"/>
                </a:solidFill>
                <a:latin typeface="Calibri"/>
              </a:rPr>
              <a:t>+213</a:t>
            </a:r>
          </a:p>
        </p:txBody>
      </p:sp>
      <p:sp>
        <p:nvSpPr>
          <p:cNvPr id="40" name="FMI Legend Chip"/>
          <p:cNvSpPr/>
          <p:nvPr/>
        </p:nvSpPr>
        <p:spPr>
          <a:xfrm>
            <a:off x="4928997" y="496176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569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807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42710"/>
            <a:ext cx="514350" cy="123825"/>
          </a:xfrm>
          <a:prstGeom prst="rect">
            <a:avLst/>
          </a:prstGeom>
          <a:noFill/>
        </p:spPr>
        <p:txBody>
          <a:bodyPr wrap="none" lIns="0" rIns="0" tIns="0" bIns="0" anchor="ctr">
            <a:spAutoFit/>
          </a:bodyPr>
          <a:lstStyle/>
          <a:p>
            <a:pPr algn="r"/>
            <a:r>
              <a:rPr sz="900" b="1">
                <a:solidFill>
                  <a:srgbClr val="E44D3A"/>
                </a:solidFill>
                <a:latin typeface="Calibri"/>
              </a:rPr>
              <a:t>-63</a:t>
            </a:r>
          </a:p>
        </p:txBody>
      </p:sp>
      <p:sp>
        <p:nvSpPr>
          <p:cNvPr id="44" name="FMI Legend Chip"/>
          <p:cNvSpPr/>
          <p:nvPr/>
        </p:nvSpPr>
        <p:spPr>
          <a:xfrm>
            <a:off x="4928997" y="579521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904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142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76163"/>
            <a:ext cx="514350" cy="123825"/>
          </a:xfrm>
          <a:prstGeom prst="rect">
            <a:avLst/>
          </a:prstGeom>
          <a:noFill/>
        </p:spPr>
        <p:txBody>
          <a:bodyPr wrap="none" lIns="0" rIns="0" tIns="0" bIns="0" anchor="ctr">
            <a:spAutoFit/>
          </a:bodyPr>
          <a:lstStyle/>
          <a:p>
            <a:pPr algn="r"/>
            <a:r>
              <a:rPr sz="900" b="1">
                <a:solidFill>
                  <a:srgbClr val="2E7D32"/>
                </a:solidFill>
                <a:latin typeface="Calibri"/>
              </a:rPr>
              <a:t>+124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8.3% over the forecast period. In terms of value share by product format, the styling serums and oils segment is expected to dominate the market, gaining 124 BPS and accounting for 19.6% share by 2036.</a:t>
            </a:r>
          </a:p>
          <a:p>
            <a:pPr algn="l">
              <a:lnSpc>
                <a:spcPct val="110000"/>
              </a:lnSpc>
              <a:spcBef>
                <a:spcPts val="0"/>
              </a:spcBef>
              <a:spcAft>
                <a:spcPts val="500"/>
              </a:spcAft>
            </a:pPr>
            <a:r>
              <a:rPr sz="1150" b="0">
                <a:solidFill>
                  <a:srgbClr val="2E2E2E"/>
                </a:solidFill>
                <a:latin typeface="Calibri"/>
              </a:rPr>
              <a:t>The sprays and mists segment is expected to lose 236 BPS over the forecast period to account for 10.9%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10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3,583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6,783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3,405</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6,132</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3,234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6,782</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3,003</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6,033</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2,882</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4,958</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7.7% over the forecast period. In terms of value share by hold level, the medium hold segment is expected to dominate the market, losing 14 BPS and accounting for 22.1% share by 2036.</a:t>
            </a:r>
          </a:p>
          <a:p>
            <a:pPr algn="l">
              <a:lnSpc>
                <a:spcPct val="110000"/>
              </a:lnSpc>
              <a:spcBef>
                <a:spcPts val="0"/>
              </a:spcBef>
              <a:spcAft>
                <a:spcPts val="500"/>
              </a:spcAft>
            </a:pPr>
            <a:r>
              <a:rPr sz="1100" b="0">
                <a:solidFill>
                  <a:srgbClr val="2E2E2E"/>
                </a:solidFill>
                <a:latin typeface="Calibri"/>
              </a:rPr>
              <a:t>Medium hold segment is projected to register 1.0X higher value than light or flexible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7.2%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5.6%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6.7%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global hair styling products market in terms of value over the forecast period. Light or flexible hold and medium hold exhibit a CAGR index of 115.4 and 99.0 and a market share index of 100.4 and 111.2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2.1X in terms of value as compared to 2026. The light or flexible hold segment is expected to create an incremental opportunity of US$ 3,548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US$ 3,200 Mn for the overall hair styling products market from 2026 to 2036. The no hold segment is expected to create an incremental opportunity of US$ 3,030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Medium hold segment is projected to register 1.0X higher value than light or flexible hold segment in 2036. Among hair styling products by hold level, light or flexible hold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hold level, the medium hold segment is expected to dominate the market, losing 14 BPS and accounting for 22.1% share by 2036. The extra-strong hold segment is expected to lose 174 BPS over the forecast period to account for 16.2%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Hold Level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88935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845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83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1870304"/>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7376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29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567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718641"/>
            <a:ext cx="514350" cy="123825"/>
          </a:xfrm>
          <a:prstGeom prst="rect">
            <a:avLst/>
          </a:prstGeom>
          <a:noFill/>
        </p:spPr>
        <p:txBody>
          <a:bodyPr wrap="none" lIns="0" rIns="0" tIns="0" bIns="0" anchor="ctr">
            <a:spAutoFit/>
          </a:bodyPr>
          <a:lstStyle/>
          <a:p>
            <a:pPr algn="r"/>
            <a:r>
              <a:rPr sz="900" b="1">
                <a:solidFill>
                  <a:srgbClr val="2E7D32"/>
                </a:solidFill>
                <a:latin typeface="Calibri"/>
              </a:rPr>
              <a:t>+102</a:t>
            </a:r>
          </a:p>
        </p:txBody>
      </p:sp>
      <p:sp>
        <p:nvSpPr>
          <p:cNvPr id="24" name="FMI Legend Chip"/>
          <p:cNvSpPr/>
          <p:nvPr/>
        </p:nvSpPr>
        <p:spPr>
          <a:xfrm>
            <a:off x="4928997" y="36765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718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956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657542"/>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8" name="FMI Legend Chip"/>
          <p:cNvSpPr/>
          <p:nvPr/>
        </p:nvSpPr>
        <p:spPr>
          <a:xfrm>
            <a:off x="4928997" y="467325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6849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5922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1" name="BPS Value 4"/>
          <p:cNvSpPr txBox="1"/>
          <p:nvPr/>
        </p:nvSpPr>
        <p:spPr>
          <a:xfrm>
            <a:off x="6896100" y="4654204"/>
            <a:ext cx="514350" cy="123825"/>
          </a:xfrm>
          <a:prstGeom prst="rect">
            <a:avLst/>
          </a:prstGeom>
          <a:noFill/>
        </p:spPr>
        <p:txBody>
          <a:bodyPr wrap="none" lIns="0" rIns="0" tIns="0" bIns="0" anchor="ctr">
            <a:spAutoFit/>
          </a:bodyPr>
          <a:lstStyle/>
          <a:p>
            <a:pPr algn="r"/>
            <a:r>
              <a:rPr sz="900" b="1">
                <a:solidFill>
                  <a:srgbClr val="2E7D32"/>
                </a:solidFill>
                <a:latin typeface="Calibri"/>
              </a:rPr>
              <a:t>+202</a:t>
            </a:r>
          </a:p>
        </p:txBody>
      </p:sp>
      <p:sp>
        <p:nvSpPr>
          <p:cNvPr id="32" name="FMI Legend Chip"/>
          <p:cNvSpPr/>
          <p:nvPr/>
        </p:nvSpPr>
        <p:spPr>
          <a:xfrm>
            <a:off x="4928997" y="57201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53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391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5" name="BPS Value 5"/>
          <p:cNvSpPr txBox="1"/>
          <p:nvPr/>
        </p:nvSpPr>
        <p:spPr>
          <a:xfrm>
            <a:off x="6896100" y="5701101"/>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7.7% over the forecast period. In terms of value share by hold level, the medium hold segment is expected to dominate the market, losing 14 BPS and accounting for 22.1%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16.2%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5,413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10,234</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5,404</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9,746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5,290</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10,707</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7.3% over the forecast period. In terms of value share by finish, the glossy or wet-look segment is expected to dominate the market, gaining 205 BPS and accounting for 34.9%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Matte: </a:t>
            </a:r>
            <a:r>
              <a:rPr sz="1100" b="0">
                <a:solidFill>
                  <a:srgbClr val="2E2E2E"/>
                </a:solidFill>
                <a:latin typeface="Calibri"/>
              </a:rPr>
              <a:t>34%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34%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7.3%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6.7%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global hair styling products market in terms of value over the forecast period. Glossy or wet-look and matte exhibit a CAGR index of 109.7 and 98.8 and a market share index of 98.5 and 100.8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Glossy or Wet-look</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2.0X in terms of value as compared to 2026. The glossy or wet-look segment is expected to create an incremental opportunity of US$ 5,417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US$ 4,822 Mn for the overall hair styling products market from 2026 to 2036. The natural segment is expected to create an incremental opportunity of US$ 4,342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205 BPS and accounting for 34.9% share by 2036. The natural segment is expected to lose 179 BPS over the forecast period to account for 31.8%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5890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541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77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39855"/>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38010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7962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200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81990"/>
            <a:ext cx="514350" cy="123825"/>
          </a:xfrm>
          <a:prstGeom prst="rect">
            <a:avLst/>
          </a:prstGeom>
          <a:noFill/>
        </p:spPr>
        <p:txBody>
          <a:bodyPr wrap="none" lIns="0" rIns="0" tIns="0" bIns="0" anchor="ctr">
            <a:spAutoFit/>
          </a:bodyPr>
          <a:lstStyle/>
          <a:p>
            <a:pPr algn="r"/>
            <a:r>
              <a:rPr sz="900" b="1">
                <a:solidFill>
                  <a:srgbClr val="E44D3A"/>
                </a:solidFill>
                <a:latin typeface="Calibri"/>
              </a:rPr>
              <a:t>-25</a:t>
            </a:r>
          </a:p>
        </p:txBody>
      </p:sp>
      <p:sp>
        <p:nvSpPr>
          <p:cNvPr id="24" name="FMI Legend Chip"/>
          <p:cNvSpPr/>
          <p:nvPr/>
        </p:nvSpPr>
        <p:spPr>
          <a:xfrm>
            <a:off x="4928997" y="541728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125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63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98236"/>
            <a:ext cx="514350" cy="123825"/>
          </a:xfrm>
          <a:prstGeom prst="rect">
            <a:avLst/>
          </a:prstGeom>
          <a:noFill/>
        </p:spPr>
        <p:txBody>
          <a:bodyPr wrap="none" lIns="0" rIns="0" tIns="0" bIns="0" anchor="ctr">
            <a:spAutoFit/>
          </a:bodyPr>
          <a:lstStyle/>
          <a:p>
            <a:pPr algn="r"/>
            <a:r>
              <a:rPr sz="900" b="1">
                <a:solidFill>
                  <a:srgbClr val="2E7D32"/>
                </a:solidFill>
                <a:latin typeface="Calibri"/>
              </a:rPr>
              <a:t>+205</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7.3% over the forecast period. In terms of value share by finish, the glossy or wet-look segment is expected to dominate the market, gaining 205 BPS and accounting for 34.9% share by 2036.</a:t>
            </a:r>
          </a:p>
          <a:p>
            <a:pPr algn="l">
              <a:lnSpc>
                <a:spcPct val="110000"/>
              </a:lnSpc>
              <a:spcBef>
                <a:spcPts val="0"/>
              </a:spcBef>
              <a:spcAft>
                <a:spcPts val="500"/>
              </a:spcAft>
            </a:pPr>
            <a:r>
              <a:rPr sz="1150" b="0">
                <a:solidFill>
                  <a:srgbClr val="2E2E2E"/>
                </a:solidFill>
                <a:latin typeface="Calibri"/>
              </a:rPr>
              <a:t>The natural segment is expected to lose 179 BPS over the forecast period to account for 31.8%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3,173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5,348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2,978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6,438</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2,971</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5,492</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249 BPS and accounting for 21.0% share by 2036.</a:t>
            </a:r>
          </a:p>
          <a:p>
            <a:pPr algn="l">
              <a:lnSpc>
                <a:spcPct val="110000"/>
              </a:lnSpc>
              <a:spcBef>
                <a:spcPts val="0"/>
              </a:spcBef>
              <a:spcAft>
                <a:spcPts val="500"/>
              </a:spcAft>
            </a:pPr>
            <a:r>
              <a:rPr sz="1100" b="0">
                <a:solidFill>
                  <a:srgbClr val="2E2E2E"/>
                </a:solidFill>
                <a:latin typeface="Calibri"/>
              </a:rPr>
              <a:t>Online marketplaces segment is projected to register 1.2X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20% of 2026 value · 5.4%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Online Marketplaces: </a:t>
            </a:r>
            <a:r>
              <a:rPr sz="1100" b="0">
                <a:solidFill>
                  <a:srgbClr val="2E2E2E"/>
                </a:solidFill>
                <a:latin typeface="Calibri"/>
              </a:rPr>
              <a:t>18% of 2026 value · 8.0%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18% of 2026 value · 6.3%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6.7%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2,510</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4,895</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2,423</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4,270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5.8%</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2,051</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4,245</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7.5%</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7.5%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global hair styling products market in terms of value over the forecast period. Online marketplaces and salon and professional distribution exhibit a CAGR index of 120.4 and 95.2 and a market share index of 110.9 and 110.7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Marketplaces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2.2X in terms of value as compared to 2026. The online marketplaces segment is expected to create an incremental opportunity of US$ 3,460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US$ 2,522 Mn for the overall hair styling products market from 2026 to 2036. The beauty specialty retail segment is expected to create an incremental opportunity of US$ 2,385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1.2X higher value than salon and professional distribution segment in 2036. Among hair styling products by distribution channel, online marketplaces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249 BPS and accounting for 21.0% share by 2036. The mass retail segment is expected to lose 228 BPS over the forecast period to account for 17.4%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751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27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65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68463"/>
            <a:ext cx="514350" cy="123825"/>
          </a:xfrm>
          <a:prstGeom prst="rect">
            <a:avLst/>
          </a:prstGeom>
          <a:noFill/>
        </p:spPr>
        <p:txBody>
          <a:bodyPr wrap="none" lIns="0" rIns="0" tIns="0" bIns="0" anchor="ctr">
            <a:spAutoFit/>
          </a:bodyPr>
          <a:lstStyle/>
          <a:p>
            <a:pPr algn="r"/>
            <a:r>
              <a:rPr sz="900" b="1">
                <a:solidFill>
                  <a:srgbClr val="2E7D32"/>
                </a:solidFill>
                <a:latin typeface="Calibri"/>
              </a:rPr>
              <a:t>+110</a:t>
            </a:r>
          </a:p>
        </p:txBody>
      </p:sp>
      <p:sp>
        <p:nvSpPr>
          <p:cNvPr id="20" name="FMI Legend Chip"/>
          <p:cNvSpPr/>
          <p:nvPr/>
        </p:nvSpPr>
        <p:spPr>
          <a:xfrm>
            <a:off x="4928997" y="262187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171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09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602822"/>
            <a:ext cx="514350" cy="123825"/>
          </a:xfrm>
          <a:prstGeom prst="rect">
            <a:avLst/>
          </a:prstGeom>
          <a:noFill/>
        </p:spPr>
        <p:txBody>
          <a:bodyPr wrap="none" lIns="0" rIns="0" tIns="0" bIns="0" anchor="ctr">
            <a:spAutoFit/>
          </a:bodyPr>
          <a:lstStyle/>
          <a:p>
            <a:pPr algn="r"/>
            <a:r>
              <a:rPr sz="900" b="1">
                <a:solidFill>
                  <a:srgbClr val="E44D3A"/>
                </a:solidFill>
                <a:latin typeface="Calibri"/>
              </a:rPr>
              <a:t>-113</a:t>
            </a:r>
          </a:p>
        </p:txBody>
      </p:sp>
      <p:sp>
        <p:nvSpPr>
          <p:cNvPr id="24" name="FMI Legend Chip"/>
          <p:cNvSpPr/>
          <p:nvPr/>
        </p:nvSpPr>
        <p:spPr>
          <a:xfrm>
            <a:off x="4928997" y="330463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998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236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85580"/>
            <a:ext cx="514350" cy="123825"/>
          </a:xfrm>
          <a:prstGeom prst="rect">
            <a:avLst/>
          </a:prstGeom>
          <a:noFill/>
        </p:spPr>
        <p:txBody>
          <a:bodyPr wrap="none" lIns="0" rIns="0" tIns="0" bIns="0" anchor="ctr">
            <a:spAutoFit/>
          </a:bodyPr>
          <a:lstStyle/>
          <a:p>
            <a:pPr algn="r"/>
            <a:r>
              <a:rPr sz="900" b="1">
                <a:solidFill>
                  <a:srgbClr val="2E7D32"/>
                </a:solidFill>
                <a:latin typeface="Calibri"/>
              </a:rPr>
              <a:t>+37</a:t>
            </a:r>
          </a:p>
        </p:txBody>
      </p:sp>
      <p:sp>
        <p:nvSpPr>
          <p:cNvPr id="28" name="FMI Legend Chip"/>
          <p:cNvSpPr/>
          <p:nvPr/>
        </p:nvSpPr>
        <p:spPr>
          <a:xfrm>
            <a:off x="4928997" y="406769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629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867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48646"/>
            <a:ext cx="514350" cy="123825"/>
          </a:xfrm>
          <a:prstGeom prst="rect">
            <a:avLst/>
          </a:prstGeom>
          <a:noFill/>
        </p:spPr>
        <p:txBody>
          <a:bodyPr wrap="none" lIns="0" rIns="0" tIns="0" bIns="0" anchor="ctr">
            <a:spAutoFit/>
          </a:bodyPr>
          <a:lstStyle/>
          <a:p>
            <a:pPr algn="r"/>
            <a:r>
              <a:rPr sz="900" b="1">
                <a:solidFill>
                  <a:srgbClr val="E44D3A"/>
                </a:solidFill>
                <a:latin typeface="Calibri"/>
              </a:rPr>
              <a:t>-228</a:t>
            </a:r>
          </a:p>
        </p:txBody>
      </p:sp>
      <p:sp>
        <p:nvSpPr>
          <p:cNvPr id="32" name="FMI Legend Chip"/>
          <p:cNvSpPr/>
          <p:nvPr/>
        </p:nvSpPr>
        <p:spPr>
          <a:xfrm>
            <a:off x="4928997" y="48752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70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943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56232"/>
            <a:ext cx="514350" cy="123825"/>
          </a:xfrm>
          <a:prstGeom prst="rect">
            <a:avLst/>
          </a:prstGeom>
          <a:noFill/>
        </p:spPr>
        <p:txBody>
          <a:bodyPr wrap="none" lIns="0" rIns="0" tIns="0" bIns="0" anchor="ctr">
            <a:spAutoFit/>
          </a:bodyPr>
          <a:lstStyle/>
          <a:p>
            <a:pPr algn="r"/>
            <a:r>
              <a:rPr sz="900" b="1">
                <a:solidFill>
                  <a:srgbClr val="E44D3A"/>
                </a:solidFill>
                <a:latin typeface="Calibri"/>
              </a:rPr>
              <a:t>-55</a:t>
            </a:r>
          </a:p>
        </p:txBody>
      </p:sp>
      <p:sp>
        <p:nvSpPr>
          <p:cNvPr id="36" name="FMI Legend Chip"/>
          <p:cNvSpPr/>
          <p:nvPr/>
        </p:nvSpPr>
        <p:spPr>
          <a:xfrm>
            <a:off x="4928997" y="576404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92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830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44997"/>
            <a:ext cx="514350" cy="123825"/>
          </a:xfrm>
          <a:prstGeom prst="rect">
            <a:avLst/>
          </a:prstGeom>
          <a:noFill/>
        </p:spPr>
        <p:txBody>
          <a:bodyPr wrap="none" lIns="0" rIns="0" tIns="0" bIns="0" anchor="ctr">
            <a:spAutoFit/>
          </a:bodyPr>
          <a:lstStyle/>
          <a:p>
            <a:pPr algn="r"/>
            <a:r>
              <a:rPr sz="900" b="1">
                <a:solidFill>
                  <a:srgbClr val="2E7D32"/>
                </a:solidFill>
                <a:latin typeface="Calibri"/>
              </a:rPr>
              <a:t>+249</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249 BPS and accounting for 21.0% share by 2036.</a:t>
            </a:r>
          </a:p>
          <a:p>
            <a:pPr algn="l">
              <a:lnSpc>
                <a:spcPct val="110000"/>
              </a:lnSpc>
              <a:spcBef>
                <a:spcPts val="0"/>
              </a:spcBef>
              <a:spcAft>
                <a:spcPts val="500"/>
              </a:spcAft>
            </a:pPr>
            <a:r>
              <a:rPr sz="1150" b="0">
                <a:solidFill>
                  <a:srgbClr val="2E2E2E"/>
                </a:solidFill>
                <a:latin typeface="Calibri"/>
              </a:rPr>
              <a:t>The mass retail segment is expected to lose 228 BPS over the forecast period to account for 17.4%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2,625</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5,268</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2,456</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4,003</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2,369</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5,193</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8.2%</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2,297</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4,788</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2,285</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4,087</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2,226</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4,180</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6.5%</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1,848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3,169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8.2% over the forecast period. In terms of value share by primary styling benefit, the smoothing and frizz control segment is expected to dominate the market, gaining 87 BPS and accounting for 17.2%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15% of 2026 value · 5.0%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15% of 2026 value · 8.2%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7.6%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Volume and Root Lift: </a:t>
            </a:r>
            <a:r>
              <a:rPr sz="1100" b="0">
                <a:solidFill>
                  <a:srgbClr val="2E2E2E"/>
                </a:solidFill>
                <a:latin typeface="Calibri"/>
              </a:rPr>
              <a:t>14% of 2026 value · 6.0%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Texture and Separation: </a:t>
            </a:r>
            <a:r>
              <a:rPr sz="1100" b="0">
                <a:solidFill>
                  <a:srgbClr val="2E2E2E"/>
                </a:solidFill>
                <a:latin typeface="Calibri"/>
              </a:rPr>
              <a:t>14% of 2026 value · 6.5%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5.5%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6.7%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global hair styling products market in terms of value over the forecast period. Curl definition and smoothing and frizz control exhibit a CAGR index of 122.6 and 108.4 and a market share index of 103.0 and 114.1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Heat Styling Support</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2.2X in terms of value as compared to 2026. The curl definition segment is expected to create an incremental opportunity of US$ 2,824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US$ 2,643 Mn for the overall hair styling products market from 2026 to 2036. The heat styling support segment is expected to create an incremental opportunity of US$ 2,491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8.2%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87 BPS and accounting for 17.2% share by 2036. The hold and shape segment is expected to lose 220 BPS over the forecast period to account for 13.0%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735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25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63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8307"/>
            <a:ext cx="514350" cy="123825"/>
          </a:xfrm>
          <a:prstGeom prst="rect">
            <a:avLst/>
          </a:prstGeom>
          <a:noFill/>
        </p:spPr>
        <p:txBody>
          <a:bodyPr wrap="none" lIns="0" rIns="0" tIns="0" bIns="0" anchor="ctr">
            <a:spAutoFit/>
          </a:bodyPr>
          <a:lstStyle/>
          <a:p>
            <a:pPr algn="r"/>
            <a:r>
              <a:rPr sz="900" b="1">
                <a:solidFill>
                  <a:srgbClr val="E44D3A"/>
                </a:solidFill>
                <a:latin typeface="Calibri"/>
              </a:rPr>
              <a:t>-115</a:t>
            </a:r>
          </a:p>
        </p:txBody>
      </p:sp>
      <p:sp>
        <p:nvSpPr>
          <p:cNvPr id="20" name="FMI Legend Chip"/>
          <p:cNvSpPr/>
          <p:nvPr/>
        </p:nvSpPr>
        <p:spPr>
          <a:xfrm>
            <a:off x="4928997" y="244164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68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06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22597"/>
            <a:ext cx="514350" cy="123825"/>
          </a:xfrm>
          <a:prstGeom prst="rect">
            <a:avLst/>
          </a:prstGeom>
          <a:noFill/>
        </p:spPr>
        <p:txBody>
          <a:bodyPr wrap="none" lIns="0" rIns="0" tIns="0" bIns="0" anchor="ctr">
            <a:spAutoFit/>
          </a:bodyPr>
          <a:lstStyle/>
          <a:p>
            <a:pPr algn="r"/>
            <a:r>
              <a:rPr sz="900" b="1">
                <a:solidFill>
                  <a:srgbClr val="E44D3A"/>
                </a:solidFill>
                <a:latin typeface="Calibri"/>
              </a:rPr>
              <a:t>-220</a:t>
            </a:r>
          </a:p>
        </p:txBody>
      </p:sp>
      <p:sp>
        <p:nvSpPr>
          <p:cNvPr id="24" name="FMI Legend Chip"/>
          <p:cNvSpPr/>
          <p:nvPr/>
        </p:nvSpPr>
        <p:spPr>
          <a:xfrm>
            <a:off x="4928997" y="304431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395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33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7" name="BPS Value 3"/>
          <p:cNvSpPr txBox="1"/>
          <p:nvPr/>
        </p:nvSpPr>
        <p:spPr>
          <a:xfrm>
            <a:off x="6896100" y="3025263"/>
            <a:ext cx="514350" cy="123825"/>
          </a:xfrm>
          <a:prstGeom prst="rect">
            <a:avLst/>
          </a:prstGeom>
          <a:noFill/>
        </p:spPr>
        <p:txBody>
          <a:bodyPr wrap="none" lIns="0" rIns="0" tIns="0" bIns="0" anchor="ctr">
            <a:spAutoFit/>
          </a:bodyPr>
          <a:lstStyle/>
          <a:p>
            <a:pPr algn="r"/>
            <a:r>
              <a:rPr sz="900" b="1">
                <a:solidFill>
                  <a:srgbClr val="E44D3A"/>
                </a:solidFill>
                <a:latin typeface="Calibri"/>
              </a:rPr>
              <a:t>-87</a:t>
            </a:r>
          </a:p>
        </p:txBody>
      </p:sp>
      <p:sp>
        <p:nvSpPr>
          <p:cNvPr id="28" name="FMI Legend Chip"/>
          <p:cNvSpPr/>
          <p:nvPr/>
        </p:nvSpPr>
        <p:spPr>
          <a:xfrm>
            <a:off x="4928997" y="366018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554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792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41138"/>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32" name="FMI Legend Chip"/>
          <p:cNvSpPr/>
          <p:nvPr/>
        </p:nvSpPr>
        <p:spPr>
          <a:xfrm>
            <a:off x="4928997" y="43282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2353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47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09242"/>
            <a:ext cx="514350" cy="123825"/>
          </a:xfrm>
          <a:prstGeom prst="rect">
            <a:avLst/>
          </a:prstGeom>
          <a:noFill/>
        </p:spPr>
        <p:txBody>
          <a:bodyPr wrap="none" lIns="0" rIns="0" tIns="0" bIns="0" anchor="ctr">
            <a:spAutoFit/>
          </a:bodyPr>
          <a:lstStyle/>
          <a:p>
            <a:pPr algn="r"/>
            <a:r>
              <a:rPr sz="900" b="1">
                <a:solidFill>
                  <a:srgbClr val="2E7D32"/>
                </a:solidFill>
                <a:latin typeface="Calibri"/>
              </a:rPr>
              <a:t>+134</a:t>
            </a:r>
          </a:p>
        </p:txBody>
      </p:sp>
      <p:sp>
        <p:nvSpPr>
          <p:cNvPr id="36" name="FMI Legend Chip"/>
          <p:cNvSpPr/>
          <p:nvPr/>
        </p:nvSpPr>
        <p:spPr>
          <a:xfrm>
            <a:off x="4928997" y="507187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671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909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52825"/>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40" name="FMI Legend Chip"/>
          <p:cNvSpPr/>
          <p:nvPr/>
        </p:nvSpPr>
        <p:spPr>
          <a:xfrm>
            <a:off x="4928997" y="58511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64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02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2145"/>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8.2% over the forecast period. In terms of value share by primary styling benefit, the smoothing and frizz control segment is expected to dominate the market, gaining 87 BPS and accounting for 17.2% share by 2036.</a:t>
            </a:r>
          </a:p>
          <a:p>
            <a:pPr algn="l">
              <a:lnSpc>
                <a:spcPct val="110000"/>
              </a:lnSpc>
              <a:spcBef>
                <a:spcPts val="0"/>
              </a:spcBef>
              <a:spcAft>
                <a:spcPts val="500"/>
              </a:spcAft>
            </a:pPr>
            <a:r>
              <a:rPr sz="1150" b="0">
                <a:solidFill>
                  <a:srgbClr val="2E2E2E"/>
                </a:solidFill>
                <a:latin typeface="Calibri"/>
              </a:rPr>
              <a:t>The hold and shape segment is expected to lose 220 BPS over the forecast period to account for 13.0%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3,487</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6,007</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3,376</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6,119</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3,148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5,971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3,070</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6,464</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3,025</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6,126</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7.7% over the forecast period. In terms of value share by hair type targeted, the coily hair segment is expected to dominate the market, gaining 200 BPS and accounting for 21.1%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22% of 2026 value · 5.6%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21%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6.6%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Coily Hair: </a:t>
            </a:r>
            <a:r>
              <a:rPr sz="1100" b="0">
                <a:solidFill>
                  <a:srgbClr val="2E2E2E"/>
                </a:solidFill>
                <a:latin typeface="Calibri"/>
              </a:rPr>
              <a:t>19% of 2026 value · 7.7%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19% of 2026 value · 7.3%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6.7%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global hair styling products market in terms of value over the forecast period. Coily hair and curly hair exhibit a CAGR index of 116.1 and 109.8 and a market share index of 95.3 and 93.9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2.1X in terms of value as compared to 2026. The coily hair segment is expected to create an incremental opportunity of US$ 3,394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US$ 3,102 Mn for the overall hair styling products market from 2026 to 2036. The wavy hair segment is expected to create an incremental opportunity of US$ 2,822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curly hair segment in 2036. 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200 BPS and accounting for 21.1% share by 2036. The straight hair segment is expected to lose 208 BPS over the forecast period to account for 19.6%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606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11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5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19" name="BPS Value 1"/>
          <p:cNvSpPr txBox="1"/>
          <p:nvPr/>
        </p:nvSpPr>
        <p:spPr>
          <a:xfrm>
            <a:off x="6896100" y="2097019"/>
            <a:ext cx="514350" cy="123825"/>
          </a:xfrm>
          <a:prstGeom prst="rect">
            <a:avLst/>
          </a:prstGeom>
          <a:noFill/>
        </p:spPr>
        <p:txBody>
          <a:bodyPr wrap="none" lIns="0" rIns="0" tIns="0" bIns="0" anchor="ctr">
            <a:spAutoFit/>
          </a:bodyPr>
          <a:lstStyle/>
          <a:p>
            <a:pPr algn="r"/>
            <a:r>
              <a:rPr sz="900" b="1">
                <a:solidFill>
                  <a:srgbClr val="E44D3A"/>
                </a:solidFill>
                <a:latin typeface="Calibri"/>
              </a:rPr>
              <a:t>-9</a:t>
            </a:r>
          </a:p>
        </p:txBody>
      </p:sp>
      <p:sp>
        <p:nvSpPr>
          <p:cNvPr id="20" name="FMI Legend Chip"/>
          <p:cNvSpPr/>
          <p:nvPr/>
        </p:nvSpPr>
        <p:spPr>
          <a:xfrm>
            <a:off x="4928997" y="30084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0036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274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23" name="BPS Value 2"/>
          <p:cNvSpPr txBox="1"/>
          <p:nvPr/>
        </p:nvSpPr>
        <p:spPr>
          <a:xfrm>
            <a:off x="6896100" y="2989383"/>
            <a:ext cx="514350" cy="123825"/>
          </a:xfrm>
          <a:prstGeom prst="rect">
            <a:avLst/>
          </a:prstGeom>
          <a:noFill/>
        </p:spPr>
        <p:txBody>
          <a:bodyPr wrap="none" lIns="0" rIns="0" tIns="0" bIns="0" anchor="ctr">
            <a:spAutoFit/>
          </a:bodyPr>
          <a:lstStyle/>
          <a:p>
            <a:pPr algn="r"/>
            <a:r>
              <a:rPr sz="900" b="1">
                <a:solidFill>
                  <a:srgbClr val="E44D3A"/>
                </a:solidFill>
                <a:latin typeface="Calibri"/>
              </a:rPr>
              <a:t>-208</a:t>
            </a:r>
          </a:p>
        </p:txBody>
      </p:sp>
      <p:sp>
        <p:nvSpPr>
          <p:cNvPr id="24" name="FMI Legend Chip"/>
          <p:cNvSpPr/>
          <p:nvPr/>
        </p:nvSpPr>
        <p:spPr>
          <a:xfrm>
            <a:off x="4928997" y="391184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070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308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892791"/>
            <a:ext cx="514350" cy="123825"/>
          </a:xfrm>
          <a:prstGeom prst="rect">
            <a:avLst/>
          </a:prstGeom>
          <a:noFill/>
        </p:spPr>
        <p:txBody>
          <a:bodyPr wrap="none" lIns="0" rIns="0" tIns="0" bIns="0" anchor="ctr">
            <a:spAutoFit/>
          </a:bodyPr>
          <a:lstStyle/>
          <a:p>
            <a:pPr algn="r"/>
            <a:r>
              <a:rPr sz="900" b="1">
                <a:solidFill>
                  <a:srgbClr val="E44D3A"/>
                </a:solidFill>
                <a:latin typeface="Calibri"/>
              </a:rPr>
              <a:t>-102</a:t>
            </a:r>
          </a:p>
        </p:txBody>
      </p:sp>
      <p:sp>
        <p:nvSpPr>
          <p:cNvPr id="28" name="FMI Legend Chip"/>
          <p:cNvSpPr/>
          <p:nvPr/>
        </p:nvSpPr>
        <p:spPr>
          <a:xfrm>
            <a:off x="4928997" y="48241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193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431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805052"/>
            <a:ext cx="514350" cy="123825"/>
          </a:xfrm>
          <a:prstGeom prst="rect">
            <a:avLst/>
          </a:prstGeom>
          <a:noFill/>
        </p:spPr>
        <p:txBody>
          <a:bodyPr wrap="none" lIns="0" rIns="0" tIns="0" bIns="0" anchor="ctr">
            <a:spAutoFit/>
          </a:bodyPr>
          <a:lstStyle/>
          <a:p>
            <a:pPr algn="r"/>
            <a:r>
              <a:rPr sz="900" b="1">
                <a:solidFill>
                  <a:srgbClr val="2E7D32"/>
                </a:solidFill>
                <a:latin typeface="Calibri"/>
              </a:rPr>
              <a:t>+119</a:t>
            </a:r>
          </a:p>
        </p:txBody>
      </p:sp>
      <p:sp>
        <p:nvSpPr>
          <p:cNvPr id="32" name="FMI Legend Chip"/>
          <p:cNvSpPr/>
          <p:nvPr/>
        </p:nvSpPr>
        <p:spPr>
          <a:xfrm>
            <a:off x="4928997" y="57620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573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811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43022"/>
            <a:ext cx="514350" cy="123825"/>
          </a:xfrm>
          <a:prstGeom prst="rect">
            <a:avLst/>
          </a:prstGeom>
          <a:noFill/>
        </p:spPr>
        <p:txBody>
          <a:bodyPr wrap="none" lIns="0" rIns="0" tIns="0" bIns="0" anchor="ctr">
            <a:spAutoFit/>
          </a:bodyPr>
          <a:lstStyle/>
          <a:p>
            <a:pPr algn="r"/>
            <a:r>
              <a:rPr sz="900" b="1">
                <a:solidFill>
                  <a:srgbClr val="2E7D32"/>
                </a:solidFill>
                <a:latin typeface="Calibri"/>
              </a:rPr>
              <a:t>+200</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7.7% over the forecast period. In terms of value share by hair type targeted, the coily hair segment is expected to dominate the market, gaining 200 BPS and accounting for 21.1% share by 2036.</a:t>
            </a:r>
          </a:p>
          <a:p>
            <a:pPr algn="l">
              <a:lnSpc>
                <a:spcPct val="110000"/>
              </a:lnSpc>
              <a:spcBef>
                <a:spcPts val="0"/>
              </a:spcBef>
              <a:spcAft>
                <a:spcPts val="500"/>
              </a:spcAft>
            </a:pPr>
            <a:r>
              <a:rPr sz="1150" b="0">
                <a:solidFill>
                  <a:srgbClr val="2E2E2E"/>
                </a:solidFill>
                <a:latin typeface="Calibri"/>
              </a:rPr>
              <a:t>The straight hair segment is expected to lose 208 BPS over the forecast period to account for 19.6%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4,181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7,360</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4,048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7,950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4,019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7,453</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3,858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7,924</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7.5% over the forecast period. In terms of value share by ingredient technology, the texture and volume additives segment is expected to dominate the market, gaining 77 BPS and accounting for 25.9%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6.7%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global hair styling products market in terms of value over the forecast period. Waxes and structuring agents and texture and volume additives exhibit a CAGR index of 112.1 and 104.9 and a market share index of 95.8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Ingredient Technology (US$ Mn)</a:t>
            </a:r>
          </a:p>
        </p:txBody>
      </p:sp>
      <p:graphicFrame>
        <p:nvGraphicFramePr>
          <p:cNvPr id="13" name="Table 12"/>
          <p:cNvGraphicFramePr>
            <a:graphicFrameLocks noGrp="1"/>
          </p:cNvGraphicFramePr>
          <p:nvPr/>
        </p:nvGraphicFramePr>
        <p:xfrm>
          <a:off x="152400" y="1238250"/>
          <a:ext cx="11887202" cy="3448050"/>
        </p:xfrm>
        <a:graphic>
          <a:graphicData uri="http://schemas.openxmlformats.org/drawingml/2006/table">
            <a:tbl>
              <a:tblPr>
                <a:tableStyleId>{5C22544A-7EE6-4342-B048-85BDC9FD1C3A}</a:tableStyleId>
              </a:tblPr>
              <a:tblGrid>
                <a:gridCol w="2784549"/>
                <a:gridCol w="532737"/>
                <a:gridCol w="532737"/>
                <a:gridCol w="532737"/>
                <a:gridCol w="532737"/>
                <a:gridCol w="532737"/>
                <a:gridCol w="532737"/>
                <a:gridCol w="532737"/>
                <a:gridCol w="532737"/>
                <a:gridCol w="532737"/>
                <a:gridCol w="532737"/>
                <a:gridCol w="532737"/>
                <a:gridCol w="532737"/>
                <a:gridCol w="532737"/>
                <a:gridCol w="532737"/>
                <a:gridCol w="532737"/>
                <a:gridCol w="532737"/>
                <a:gridCol w="57886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77 BPS and accounting for 25.9% share by 2036. The film-forming and fixative polymers segment is expected to lose 198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958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48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86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200536"/>
            <a:ext cx="514350" cy="123825"/>
          </a:xfrm>
          <a:prstGeom prst="rect">
            <a:avLst/>
          </a:prstGeom>
          <a:noFill/>
        </p:spPr>
        <p:txBody>
          <a:bodyPr wrap="none" lIns="0" rIns="0" tIns="0" bIns="0" anchor="ctr">
            <a:spAutoFit/>
          </a:bodyPr>
          <a:lstStyle/>
          <a:p>
            <a:pPr algn="r"/>
            <a:r>
              <a:rPr sz="900" b="1">
                <a:solidFill>
                  <a:srgbClr val="E44D3A"/>
                </a:solidFill>
                <a:latin typeface="Calibri"/>
              </a:rPr>
              <a:t>-198</a:t>
            </a:r>
          </a:p>
        </p:txBody>
      </p:sp>
      <p:sp>
        <p:nvSpPr>
          <p:cNvPr id="20" name="FMI Legend Chip"/>
          <p:cNvSpPr/>
          <p:nvPr/>
        </p:nvSpPr>
        <p:spPr>
          <a:xfrm>
            <a:off x="4928997" y="33231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84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22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4128"/>
            <a:ext cx="514350" cy="123825"/>
          </a:xfrm>
          <a:prstGeom prst="rect">
            <a:avLst/>
          </a:prstGeom>
          <a:noFill/>
        </p:spPr>
        <p:txBody>
          <a:bodyPr wrap="none" lIns="0" rIns="0" tIns="0" bIns="0" anchor="ctr">
            <a:spAutoFit/>
          </a:bodyPr>
          <a:lstStyle/>
          <a:p>
            <a:pPr algn="r"/>
            <a:r>
              <a:rPr sz="900" b="1">
                <a:solidFill>
                  <a:srgbClr val="E44D3A"/>
                </a:solidFill>
                <a:latin typeface="Calibri"/>
              </a:rPr>
              <a:t>-67</a:t>
            </a:r>
          </a:p>
        </p:txBody>
      </p:sp>
      <p:sp>
        <p:nvSpPr>
          <p:cNvPr id="24" name="FMI Legend Chip"/>
          <p:cNvSpPr/>
          <p:nvPr/>
        </p:nvSpPr>
        <p:spPr>
          <a:xfrm>
            <a:off x="4928997" y="44687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39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77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9690"/>
            <a:ext cx="514350" cy="123825"/>
          </a:xfrm>
          <a:prstGeom prst="rect">
            <a:avLst/>
          </a:prstGeom>
          <a:noFill/>
        </p:spPr>
        <p:txBody>
          <a:bodyPr wrap="none" lIns="0" rIns="0" tIns="0" bIns="0" anchor="ctr">
            <a:spAutoFit/>
          </a:bodyPr>
          <a:lstStyle/>
          <a:p>
            <a:pPr algn="r"/>
            <a:r>
              <a:rPr sz="900" b="1">
                <a:solidFill>
                  <a:srgbClr val="2E7D32"/>
                </a:solidFill>
                <a:latin typeface="Calibri"/>
              </a:rPr>
              <a:t>+187</a:t>
            </a:r>
          </a:p>
        </p:txBody>
      </p:sp>
      <p:sp>
        <p:nvSpPr>
          <p:cNvPr id="28" name="FMI Legend Chip"/>
          <p:cNvSpPr/>
          <p:nvPr/>
        </p:nvSpPr>
        <p:spPr>
          <a:xfrm>
            <a:off x="4928997" y="565133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65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703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32289"/>
            <a:ext cx="514350" cy="123825"/>
          </a:xfrm>
          <a:prstGeom prst="rect">
            <a:avLst/>
          </a:prstGeom>
          <a:noFill/>
        </p:spPr>
        <p:txBody>
          <a:bodyPr wrap="none" lIns="0" rIns="0" tIns="0" bIns="0" anchor="ctr">
            <a:spAutoFit/>
          </a:bodyPr>
          <a:lstStyle/>
          <a:p>
            <a:pPr algn="r"/>
            <a:r>
              <a:rPr sz="900" b="1">
                <a:solidFill>
                  <a:srgbClr val="2E7D32"/>
                </a:solidFill>
                <a:latin typeface="Calibri"/>
              </a:rPr>
              <a:t>+77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7.5% over the forecast period. In terms of value share by ingredient technology, the texture and volume additives segment is expected to dominate the market, gaining 77 BPS and accounting for 25.9%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198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1,760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2,686</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3.2%</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North America hair styling products market is projected to register 1.6X increase in volume by the end of forecast period, 2036. North America hair styling products market volume stood at 1,701 Mn Units in 2025 and is expected to reach 2,686 Mn Units by 2036 end, at a CAGR of 4.3%.</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5.0%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none" lIns="0" rIns="0" tIns="0" bIns="0" anchor="ctr">
            <a:spAutoFit/>
          </a:bodyPr>
          <a:lstStyle/>
          <a:p>
            <a:pPr algn="r"/>
            <a:r>
              <a:rPr sz="1100" b="0">
                <a:solidFill>
                  <a:srgbClr val="6C7A89"/>
                </a:solidFill>
                <a:latin typeface="Calibri"/>
              </a:rPr>
              <a:t>1.22</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3.39</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5.56</a:t>
            </a:r>
          </a:p>
        </p:txBody>
      </p:sp>
      <p:cxnSp>
        <p:nvCxnSpPr>
          <p:cNvPr id="27" name="Connector 26"/>
          <p:cNvCxnSpPr/>
          <p:nvPr/>
        </p:nvCxnSpPr>
        <p:spPr>
          <a:xfrm flipV="1">
            <a:off x="1095375" y="2439677"/>
            <a:ext cx="0" cy="15274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242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3967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501918"/>
            <a:ext cx="438150" cy="7761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4860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8727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2.67</a:t>
            </a:r>
          </a:p>
        </p:txBody>
      </p:sp>
      <p:cxnSp>
        <p:nvCxnSpPr>
          <p:cNvPr id="33" name="Connector 32"/>
          <p:cNvCxnSpPr/>
          <p:nvPr/>
        </p:nvCxnSpPr>
        <p:spPr>
          <a:xfrm flipV="1">
            <a:off x="1971675" y="2773588"/>
            <a:ext cx="0" cy="13700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73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29572"/>
            <a:ext cx="438150" cy="6935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129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211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1.82</a:t>
            </a:r>
          </a:p>
        </p:txBody>
      </p:sp>
      <p:cxnSp>
        <p:nvCxnSpPr>
          <p:cNvPr id="39" name="Connector 38"/>
          <p:cNvCxnSpPr/>
          <p:nvPr/>
        </p:nvCxnSpPr>
        <p:spPr>
          <a:xfrm flipV="1">
            <a:off x="2847975" y="2768435"/>
            <a:ext cx="0" cy="11661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505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6843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14835"/>
            <a:ext cx="438150" cy="5934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96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1603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1.88</a:t>
            </a:r>
          </a:p>
        </p:txBody>
      </p:sp>
      <p:cxnSp>
        <p:nvCxnSpPr>
          <p:cNvPr id="45" name="Connector 44"/>
          <p:cNvCxnSpPr/>
          <p:nvPr/>
        </p:nvCxnSpPr>
        <p:spPr>
          <a:xfrm flipV="1">
            <a:off x="3724275" y="2403845"/>
            <a:ext cx="0" cy="23739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4123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0384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495585"/>
            <a:ext cx="438150" cy="1223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587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25144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2.63</a:t>
            </a:r>
          </a:p>
        </p:txBody>
      </p:sp>
      <p:cxnSp>
        <p:nvCxnSpPr>
          <p:cNvPr id="51" name="Connector 50"/>
          <p:cNvCxnSpPr/>
          <p:nvPr/>
        </p:nvCxnSpPr>
        <p:spPr>
          <a:xfrm flipV="1">
            <a:off x="4600575" y="2118087"/>
            <a:ext cx="0" cy="2088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269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11808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95587"/>
            <a:ext cx="438150" cy="11518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6042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6568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3.43</a:t>
            </a:r>
          </a:p>
        </p:txBody>
      </p:sp>
      <p:cxnSp>
        <p:nvCxnSpPr>
          <p:cNvPr id="57" name="Connector 56"/>
          <p:cNvCxnSpPr/>
          <p:nvPr/>
        </p:nvCxnSpPr>
        <p:spPr>
          <a:xfrm flipV="1">
            <a:off x="5476875" y="2385066"/>
            <a:ext cx="0" cy="8778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7285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850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417839"/>
            <a:ext cx="438150" cy="4707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447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23266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2.95</a:t>
            </a:r>
          </a:p>
        </p:txBody>
      </p:sp>
      <p:cxnSp>
        <p:nvCxnSpPr>
          <p:cNvPr id="63" name="Connector 62"/>
          <p:cNvCxnSpPr/>
          <p:nvPr/>
        </p:nvCxnSpPr>
        <p:spPr>
          <a:xfrm flipV="1">
            <a:off x="6353175" y="1643073"/>
            <a:ext cx="0" cy="33718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8026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90476"/>
            <a:ext cx="438150" cy="16463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8902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4.41</a:t>
            </a:r>
          </a:p>
        </p:txBody>
      </p:sp>
      <p:cxnSp>
        <p:nvCxnSpPr>
          <p:cNvPr id="69" name="Connector 68"/>
          <p:cNvCxnSpPr/>
          <p:nvPr/>
        </p:nvCxnSpPr>
        <p:spPr>
          <a:xfrm flipV="1">
            <a:off x="7229475" y="1899346"/>
            <a:ext cx="0" cy="29255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918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934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06450"/>
            <a:ext cx="438150" cy="15364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9370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694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3.87</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85" name="Connector 84"/>
          <p:cNvCxnSpPr/>
          <p:nvPr/>
        </p:nvCxnSpPr>
        <p:spPr>
          <a:xfrm>
            <a:off x="619125" y="430367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4839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3783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8256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03670"/>
            <a:ext cx="0" cy="177889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0367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4839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3783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8256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138112" y="4236995"/>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+1.8%</a:t>
            </a:r>
          </a:p>
        </p:txBody>
      </p:sp>
      <p:sp>
        <p:nvSpPr>
          <p:cNvPr id="97" name="FMI Scale tick"/>
          <p:cNvSpPr txBox="1"/>
          <p:nvPr/>
        </p:nvSpPr>
        <p:spPr>
          <a:xfrm>
            <a:off x="138112" y="468171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+0.9%</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99" name="FMI Scale tick"/>
          <p:cNvSpPr txBox="1"/>
          <p:nvPr/>
        </p:nvSpPr>
        <p:spPr>
          <a:xfrm>
            <a:off x="164306" y="5571164"/>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-0.9%</a:t>
            </a:r>
          </a:p>
        </p:txBody>
      </p:sp>
      <p:sp>
        <p:nvSpPr>
          <p:cNvPr id="100" name="FMI Scale tick"/>
          <p:cNvSpPr txBox="1"/>
          <p:nvPr/>
        </p:nvSpPr>
        <p:spPr>
          <a:xfrm>
            <a:off x="164306" y="6015886"/>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-1.8%</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2152650" y="5114175"/>
            <a:ext cx="457200" cy="7894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971300"/>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+0.2%</a:t>
            </a:r>
          </a:p>
        </p:txBody>
      </p:sp>
      <p:sp>
        <p:nvSpPr>
          <p:cNvPr id="104" name="Rectangle 103"/>
          <p:cNvSpPr/>
          <p:nvPr/>
        </p:nvSpPr>
        <p:spPr>
          <a:xfrm>
            <a:off x="5676900" y="5193116"/>
            <a:ext cx="457200" cy="75582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4143375" y="5958470"/>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-1.5%</a:t>
            </a:r>
          </a:p>
        </p:txBody>
      </p:sp>
      <p:sp>
        <p:nvSpPr>
          <p:cNvPr id="106" name="TextBox 105"/>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107" name="TextBox 106"/>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108" name="Rounded Rectangle 107"/>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0" name="Rectangle 109"/>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US$ 5.06 per Unit in 2036. Average selling price of hair styling products is estimated at US$ 2.82 per Unit in 2025 and is projected to increase to US$ 3.37 per Unit by 2036.</a:t>
            </a:r>
          </a:p>
          <a:p>
            <a:pPr algn="l">
              <a:lnSpc>
                <a:spcPct val="110000"/>
              </a:lnSpc>
              <a:spcBef>
                <a:spcPts val="0"/>
              </a:spcBef>
              <a:spcAft>
                <a:spcPts val="500"/>
              </a:spcAft>
            </a:pPr>
            <a:r>
              <a:rPr sz="1150" b="0">
                <a:solidFill>
                  <a:srgbClr val="2E2E2E"/>
                </a:solidFill>
                <a:latin typeface="Calibri"/>
              </a:rPr>
              <a:t>U.S. is the highest-priced country, while Canada is the most price-competitive market. Against the North America price of 3.10 US$/Units, 1 of 2 countries price above and 1 below.</a:t>
            </a:r>
          </a:p>
          <a:p>
            <a:pPr algn="l">
              <a:lnSpc>
                <a:spcPct val="110000"/>
              </a:lnSpc>
              <a:spcBef>
                <a:spcPts val="0"/>
              </a:spcBef>
              <a:spcAft>
                <a:spcPts val="500"/>
              </a:spcAft>
            </a:pPr>
            <a:r>
              <a:rPr sz="1150" b="0">
                <a:solidFill>
                  <a:srgbClr val="2E2E2E"/>
                </a:solidFill>
                <a:latin typeface="Calibri"/>
              </a:rPr>
              <a:t>'U.S.' is the dearest at +0.2% versus North America, 'Canada' the cheapest at -1.5% pointing to premiumisation headroom in the lower-priced countries.</a:t>
            </a:r>
          </a:p>
        </p:txBody>
      </p:sp>
      <p:sp>
        <p:nvSpPr>
          <p:cNvPr id="112" name="TextBox 1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5,020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9,040</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3.8%</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North America is expected to increase 1.9X between 2025 and 2036. In 2025, the hair styling products market in North America was valued at US$ 4,799 Mn and is estimated to account for US$ 5,020 Mn by the end of 2026, reflecting a Y-o-Y growth rate of 4.6%.</a:t>
            </a:r>
          </a:p>
          <a:p>
            <a:pPr algn="l">
              <a:lnSpc>
                <a:spcPct val="100000"/>
              </a:lnSpc>
              <a:spcBef>
                <a:spcPts val="0"/>
              </a:spcBef>
              <a:spcAft>
                <a:spcPts val="300"/>
              </a:spcAft>
            </a:pPr>
            <a:r>
              <a:rPr sz="1100" b="0">
                <a:solidFill>
                  <a:srgbClr val="2E2E2E"/>
                </a:solidFill>
                <a:latin typeface="Calibri"/>
              </a:rPr>
              <a:t>The market in North America is expected to account for US$ 9,040 Mn by 2036 at a CAGR of 6.1% over the forecast period. North America is expected to create an incremental opportunity of US$ 4,240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US$ 220.5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6.8%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3.8%</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6.1%</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1,582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4,020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North America is expected to increase 1.9X between 2025 and 2036. In 2025, the hair styling products market in North America was valued at US$ 4,799 Mn and is estimated to account for US$ 5,020 Mn by the end of 2026, reflecting a Y-o-Y growth rate of 4.6%. The market in North America is expected to account for US$ 9,040 Mn by 2036 at a CAGR of 6.1% over the forecast period.</a:t>
            </a:r>
          </a:p>
          <a:p>
            <a:pPr algn="l">
              <a:lnSpc>
                <a:spcPct val="110000"/>
              </a:lnSpc>
              <a:spcBef>
                <a:spcPts val="0"/>
              </a:spcBef>
              <a:spcAft>
                <a:spcPts val="500"/>
              </a:spcAft>
            </a:pPr>
            <a:r>
              <a:rPr sz="1150" b="0">
                <a:solidFill>
                  <a:srgbClr val="2E2E2E"/>
                </a:solidFill>
                <a:latin typeface="Calibri"/>
              </a:rPr>
              <a:t>North America is expected to create an incremental opportunity of US$ 4,240 Mn for the overall hair styling products market from 2025 to 2036. Absolute $ value for 2026 is estimated to be US$ 220.5 Mn. North America hair styling products market is projected to register 1.6X increase in volume by the end of forecast period, 2036.</a:t>
            </a:r>
          </a:p>
          <a:p>
            <a:pPr algn="l">
              <a:lnSpc>
                <a:spcPct val="110000"/>
              </a:lnSpc>
              <a:spcBef>
                <a:spcPts val="0"/>
              </a:spcBef>
              <a:spcAft>
                <a:spcPts val="500"/>
              </a:spcAft>
            </a:pPr>
            <a:r>
              <a:rPr sz="1150" b="0">
                <a:solidFill>
                  <a:srgbClr val="2E2E2E"/>
                </a:solidFill>
                <a:latin typeface="Calibri"/>
              </a:rPr>
              <a:t>North America hair styling products market volume stood at 1,701 Mn Units in 2025 and is expected to reach 2,686 Mn Units by 2036 end, at a CAGR of 4.3%.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28892" cy="2132069"/>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58402">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r>
              <a:tr h="958402">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4144991"/>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9" name="Rectangle 18"/>
          <p:cNvSpPr/>
          <p:nvPr/>
        </p:nvSpPr>
        <p:spPr>
          <a:xfrm>
            <a:off x="4210050" y="5438002"/>
            <a:ext cx="3743325" cy="44060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28892" cy="2159449"/>
        </p:xfrm>
        <a:graphic>
          <a:graphicData uri="http://schemas.openxmlformats.org/drawingml/2006/table">
            <a:tbl>
              <a:tblPr>
                <a:tableStyleId>{5C22544A-7EE6-4342-B048-85BDC9FD1C3A}</a:tableStyleId>
              </a:tblPr>
              <a:tblGrid>
                <a:gridCol w="650421"/>
                <a:gridCol w="1088118"/>
                <a:gridCol w="1088118"/>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7209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FFFFF"/>
                    </a:solidFill>
                  </a:tcPr>
                </a:tc>
              </a:tr>
              <a:tr h="97209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hair styling products market is projected to register 9.4X higher value than Canada in 2036. Canada posts the highest CAGR Index (113), growing at 6.8% against the North America benchmark, while U.S. offers the largest absolute opportunity 3,600 US$ Mn of incremental market between 2026 and 2036 (90% of the North America increment).</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1.9X increase in revenue by 2036 end. Global hair styling products market accounted for US$ 4,799 Mn in 2025, which is expected to increase to US$ 9,040 Mn in 2036 at a CAGR of 6.1%.</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U.S. is expected to remain the largest market for hair styling products, while demand in Canada is projected to increase at the highest CAGR of 6.8%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20.8%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2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U.S. is the largest country market at 90.4%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Canada (6.8%).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(7.4%).</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(3.8%).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Canada,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U.S. and Canada, the two countries that make up the North America market.</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5,020 US$ Mn in 2026 to 9,040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6.1%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20.8%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 is the lead country with 90.4%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4,020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(6.8%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20.8%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6.1%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6.1%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4,020 US$ Mn of demand to 2036, a 1.8x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(7.9% CAGR) for growth, while 'Styling Serums and Oils' anchors 20.8%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U.S. (90.4% of value) and capture upside in Canada (6.8%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10,531 US$ Mn</a:t>
            </a:r>
          </a:p>
          <a:p>
            <a:pPr algn="ctr">
              <a:lnSpc>
                <a:spcPct val="95000"/>
              </a:lnSpc>
            </a:pPr>
            <a:r>
              <a:rPr sz="1100" b="0">
                <a:solidFill>
                  <a:srgbClr val="6C7A89"/>
                </a:solidFill>
                <a:latin typeface="Calibri"/>
              </a:rPr>
              <a:t>CAGR 7.3%</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9,040 US$ Mn</a:t>
            </a:r>
          </a:p>
          <a:p>
            <a:pPr algn="ctr">
              <a:lnSpc>
                <a:spcPct val="95000"/>
              </a:lnSpc>
            </a:pPr>
            <a:r>
              <a:rPr sz="1100" b="0">
                <a:solidFill>
                  <a:srgbClr val="6C7A89"/>
                </a:solidFill>
                <a:latin typeface="Calibri"/>
              </a:rPr>
              <a:t>CAGR 6.1%</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7,743 US$ Mn</a:t>
            </a:r>
          </a:p>
          <a:p>
            <a:pPr algn="ctr">
              <a:lnSpc>
                <a:spcPct val="95000"/>
              </a:lnSpc>
            </a:pPr>
            <a:r>
              <a:rPr sz="1100" b="0">
                <a:solidFill>
                  <a:srgbClr val="6C7A89"/>
                </a:solidFill>
                <a:latin typeface="Calibri"/>
              </a:rPr>
              <a:t>CAGR 4.5%</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35839"/>
            <a:ext cx="635826" cy="698011"/>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07740"/>
            <a:ext cx="635826" cy="112611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19116"/>
            <a:ext cx="635826" cy="1314734"/>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7439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6961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4.5%</a:t>
            </a:r>
          </a:p>
        </p:txBody>
      </p:sp>
      <p:cxnSp>
        <p:nvCxnSpPr>
          <p:cNvPr id="22" name="Connector 21"/>
          <p:cNvCxnSpPr/>
          <p:nvPr/>
        </p:nvCxnSpPr>
        <p:spPr>
          <a:xfrm>
            <a:off x="1456468" y="261721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1244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6.1%</a:t>
            </a:r>
          </a:p>
        </p:txBody>
      </p:sp>
      <p:cxnSp>
        <p:nvCxnSpPr>
          <p:cNvPr id="24" name="Connector 23"/>
          <p:cNvCxnSpPr/>
          <p:nvPr/>
        </p:nvCxnSpPr>
        <p:spPr>
          <a:xfrm>
            <a:off x="1456468" y="236004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5526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7.3%</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10,531 US$ Mn by 2036 at 7.3%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9,040 US$ Mn by 2036 at 6.1%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7,743 US$ Mn by 2036 at 4.5%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2,788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4,571</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8,171</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449.0</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868.6</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00" b="0">
                <a:solidFill>
                  <a:srgbClr val="2E2E2E"/>
                </a:solidFill>
                <a:latin typeface="Calibri"/>
              </a:rPr>
              <a:t>In terms of value share by country, U.S. is expected to dominate the market, losing 66 BPS and accounting for 90.4% share by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U.S.: </a:t>
            </a:r>
            <a:r>
              <a:rPr sz="1100" b="0">
                <a:solidFill>
                  <a:srgbClr val="2E2E2E"/>
                </a:solidFill>
                <a:latin typeface="Calibri"/>
              </a:rPr>
              <a:t>91% of 2026 value · 6.0%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Canada: </a:t>
            </a:r>
            <a:r>
              <a:rPr sz="1100" b="0">
                <a:solidFill>
                  <a:srgbClr val="2E2E2E"/>
                </a:solidFill>
                <a:latin typeface="Calibri"/>
              </a:rPr>
              <a:t>9% of 2026 value · 6.8%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North America market is projected to grow at a CAGR of 6.1%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4039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56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943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21345"/>
            <a:ext cx="514350" cy="123825"/>
          </a:xfrm>
          <a:prstGeom prst="rect">
            <a:avLst/>
          </a:prstGeom>
          <a:noFill/>
        </p:spPr>
        <p:txBody>
          <a:bodyPr wrap="none" lIns="0" rIns="0" tIns="0" bIns="0" anchor="ctr">
            <a:spAutoFit/>
          </a:bodyPr>
          <a:lstStyle/>
          <a:p>
            <a:pPr algn="r"/>
            <a:r>
              <a:rPr sz="900" b="1">
                <a:solidFill>
                  <a:srgbClr val="2E7D32"/>
                </a:solidFill>
                <a:latin typeface="Calibri"/>
              </a:rPr>
              <a:t>+58</a:t>
            </a:r>
          </a:p>
        </p:txBody>
      </p:sp>
      <p:sp>
        <p:nvSpPr>
          <p:cNvPr id="20" name="FMI Legend Chip"/>
          <p:cNvSpPr/>
          <p:nvPr/>
        </p:nvSpPr>
        <p:spPr>
          <a:xfrm>
            <a:off x="4551045" y="347395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91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299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4907"/>
            <a:ext cx="514350" cy="123825"/>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9.3X higher volume than Canada in 2036. Among hair styling products by country, Canada is expected to witness the highest CAGR of 5.0%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58 BPS and accounting for 90.3%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1,760</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2,686</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4.3%</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382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35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730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19216"/>
            <a:ext cx="514350" cy="123825"/>
          </a:xfrm>
          <a:prstGeom prst="rect">
            <a:avLst/>
          </a:prstGeom>
          <a:noFill/>
        </p:spPr>
        <p:txBody>
          <a:bodyPr wrap="none" lIns="0" rIns="0" tIns="0" bIns="0" anchor="ctr">
            <a:spAutoFit/>
          </a:bodyPr>
          <a:lstStyle/>
          <a:p>
            <a:pPr algn="r"/>
            <a:r>
              <a:rPr sz="900" b="1">
                <a:solidFill>
                  <a:srgbClr val="2E7D32"/>
                </a:solidFill>
                <a:latin typeface="Calibri"/>
              </a:rPr>
              <a:t>+66</a:t>
            </a:r>
          </a:p>
        </p:txBody>
      </p:sp>
      <p:sp>
        <p:nvSpPr>
          <p:cNvPr id="20" name="FMI Legend Chip"/>
          <p:cNvSpPr/>
          <p:nvPr/>
        </p:nvSpPr>
        <p:spPr>
          <a:xfrm>
            <a:off x="4551045" y="347182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70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086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2778"/>
            <a:ext cx="514350" cy="123825"/>
          </a:xfrm>
          <a:prstGeom prst="rect">
            <a:avLst/>
          </a:prstGeom>
          <a:noFill/>
        </p:spPr>
        <p:txBody>
          <a:bodyPr wrap="none" lIns="0" rIns="0" tIns="0" bIns="0" anchor="ctr">
            <a:spAutoFit/>
          </a:bodyPr>
          <a:lstStyle/>
          <a:p>
            <a:pPr algn="r"/>
            <a:r>
              <a:rPr sz="900" b="1">
                <a:solidFill>
                  <a:srgbClr val="E44D3A"/>
                </a:solidFill>
                <a:latin typeface="Calibri"/>
              </a:rPr>
              <a:t>-66</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66 BPS and accounting for 90.4%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5,020</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9,040</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6.1%</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(Mn Units)</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9.3X higher volume than Canada in 2036. Among hair styling products by country, Canada is expected to witness the highest CAGR of 5.0%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58 BPS and accounting for 90.3%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hair styling products market is projected to register 9.4X higher value than Canada in 2036. Among hair styling products by country, Canada is expected to witness the highest CAGR of 6.8%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66 BPS and accounting for 90.4%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(Mn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Hair Styling Products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1059004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8,171</a:t>
            </a:r>
          </a:p>
        </p:txBody>
      </p:sp>
      <p:sp>
        <p:nvSpPr>
          <p:cNvPr id="14" name="Rectangle 13"/>
          <p:cNvSpPr/>
          <p:nvPr/>
        </p:nvSpPr>
        <p:spPr>
          <a:xfrm>
            <a:off x="10828165" y="1266825"/>
            <a:ext cx="112571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869</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958.1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827.2</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713.2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643.4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1,375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172 BPS and accounting for 20.8%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1.3X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19%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16% of 2026 value · 5.5%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14% of 2026 value · 3.8%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7.9%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6.1%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591.0</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1,140</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6.8%</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495.9</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925.2</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6.4%</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432.7</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706.0</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5.0%</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358.3</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563.0</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12% of 2026 value · 6.8%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6.4%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5.0%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4.6%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sticks and balms are expected to be the two most attractive product format segments in the North America hair styling products market in terms of value over the forecast period. Styling serums and oils and sticks and balms exhibit a CAGR index of 115.2 and 130.2 and a market share index of 152.7 and 102.5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1.3X higher value than waxes, clays, pastes and pomades segment in 2036. Among hair styling products by product format, sticks and balms segment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172 BPS and accounting for 20.8% share by 2036. The sprays and mists segment is expected to lose 280 BPS over the forecast period to account for 11.4%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3654"/>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88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26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4604"/>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3460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98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36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15559"/>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24" name="FMI Legend Chip"/>
          <p:cNvSpPr/>
          <p:nvPr/>
        </p:nvSpPr>
        <p:spPr>
          <a:xfrm>
            <a:off x="4928997" y="254714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542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66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28092"/>
            <a:ext cx="514350" cy="123825"/>
          </a:xfrm>
          <a:prstGeom prst="rect">
            <a:avLst/>
          </a:prstGeom>
          <a:noFill/>
        </p:spPr>
        <p:txBody>
          <a:bodyPr wrap="none" lIns="0" rIns="0" tIns="0" bIns="0" anchor="ctr">
            <a:spAutoFit/>
          </a:bodyPr>
          <a:lstStyle/>
          <a:p>
            <a:pPr algn="r"/>
            <a:r>
              <a:rPr sz="900" b="1">
                <a:solidFill>
                  <a:srgbClr val="2E7D32"/>
                </a:solidFill>
                <a:latin typeface="Calibri"/>
              </a:rPr>
              <a:t>+36</a:t>
            </a:r>
          </a:p>
        </p:txBody>
      </p:sp>
      <p:sp>
        <p:nvSpPr>
          <p:cNvPr id="28" name="FMI Legend Chip"/>
          <p:cNvSpPr/>
          <p:nvPr/>
        </p:nvSpPr>
        <p:spPr>
          <a:xfrm>
            <a:off x="4928997" y="304196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372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610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1" name="BPS Value 4"/>
          <p:cNvSpPr txBox="1"/>
          <p:nvPr/>
        </p:nvSpPr>
        <p:spPr>
          <a:xfrm>
            <a:off x="6896100" y="3022917"/>
            <a:ext cx="514350" cy="123825"/>
          </a:xfrm>
          <a:prstGeom prst="rect">
            <a:avLst/>
          </a:prstGeom>
          <a:noFill/>
        </p:spPr>
        <p:txBody>
          <a:bodyPr wrap="none" lIns="0" rIns="0" tIns="0" bIns="0" anchor="ctr">
            <a:spAutoFit/>
          </a:bodyPr>
          <a:lstStyle/>
          <a:p>
            <a:pPr algn="r"/>
            <a:r>
              <a:rPr sz="900" b="1">
                <a:solidFill>
                  <a:srgbClr val="E44D3A"/>
                </a:solidFill>
                <a:latin typeface="Calibri"/>
              </a:rPr>
              <a:t>-280</a:t>
            </a:r>
          </a:p>
        </p:txBody>
      </p:sp>
      <p:sp>
        <p:nvSpPr>
          <p:cNvPr id="32" name="FMI Legend Chip"/>
          <p:cNvSpPr/>
          <p:nvPr/>
        </p:nvSpPr>
        <p:spPr>
          <a:xfrm>
            <a:off x="4928997" y="359106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5863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101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72018"/>
            <a:ext cx="514350" cy="123825"/>
          </a:xfrm>
          <a:prstGeom prst="rect">
            <a:avLst/>
          </a:prstGeom>
          <a:noFill/>
        </p:spPr>
        <p:txBody>
          <a:bodyPr wrap="none" lIns="0" rIns="0" tIns="0" bIns="0" anchor="ctr">
            <a:spAutoFit/>
          </a:bodyPr>
          <a:lstStyle/>
          <a:p>
            <a:pPr algn="r"/>
            <a:r>
              <a:rPr sz="900" b="1">
                <a:solidFill>
                  <a:srgbClr val="2E7D32"/>
                </a:solidFill>
                <a:latin typeface="Calibri"/>
              </a:rPr>
              <a:t>+83</a:t>
            </a:r>
          </a:p>
        </p:txBody>
      </p:sp>
      <p:sp>
        <p:nvSpPr>
          <p:cNvPr id="36" name="FMI Legend Chip"/>
          <p:cNvSpPr/>
          <p:nvPr/>
        </p:nvSpPr>
        <p:spPr>
          <a:xfrm>
            <a:off x="4928997" y="42270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223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461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08045"/>
            <a:ext cx="514350" cy="123825"/>
          </a:xfrm>
          <a:prstGeom prst="rect">
            <a:avLst/>
          </a:prstGeom>
          <a:noFill/>
        </p:spPr>
        <p:txBody>
          <a:bodyPr wrap="none" lIns="0" rIns="0" tIns="0" bIns="0" anchor="ctr">
            <a:spAutoFit/>
          </a:bodyPr>
          <a:lstStyle/>
          <a:p>
            <a:pPr algn="r"/>
            <a:r>
              <a:rPr sz="900" b="1">
                <a:solidFill>
                  <a:srgbClr val="2E7D32"/>
                </a:solidFill>
                <a:latin typeface="Calibri"/>
              </a:rPr>
              <a:t>+239</a:t>
            </a:r>
          </a:p>
        </p:txBody>
      </p:sp>
      <p:sp>
        <p:nvSpPr>
          <p:cNvPr id="40" name="FMI Legend Chip"/>
          <p:cNvSpPr/>
          <p:nvPr/>
        </p:nvSpPr>
        <p:spPr>
          <a:xfrm>
            <a:off x="4928997" y="49334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287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525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14428"/>
            <a:ext cx="514350" cy="123825"/>
          </a:xfrm>
          <a:prstGeom prst="rect">
            <a:avLst/>
          </a:prstGeom>
          <a:noFill/>
        </p:spPr>
        <p:txBody>
          <a:bodyPr wrap="none" lIns="0" rIns="0" tIns="0" bIns="0" anchor="ctr">
            <a:spAutoFit/>
          </a:bodyPr>
          <a:lstStyle/>
          <a:p>
            <a:pPr algn="r"/>
            <a:r>
              <a:rPr sz="900" b="1">
                <a:solidFill>
                  <a:srgbClr val="E44D3A"/>
                </a:solidFill>
                <a:latin typeface="Calibri"/>
              </a:rPr>
              <a:t>-79</a:t>
            </a:r>
          </a:p>
        </p:txBody>
      </p:sp>
      <p:sp>
        <p:nvSpPr>
          <p:cNvPr id="44" name="FMI Legend Chip"/>
          <p:cNvSpPr/>
          <p:nvPr/>
        </p:nvSpPr>
        <p:spPr>
          <a:xfrm>
            <a:off x="4928997" y="5767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630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868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48812"/>
            <a:ext cx="514350" cy="123825"/>
          </a:xfrm>
          <a:prstGeom prst="rect">
            <a:avLst/>
          </a:prstGeom>
          <a:noFill/>
        </p:spPr>
        <p:txBody>
          <a:bodyPr wrap="none" lIns="0" rIns="0" tIns="0" bIns="0" anchor="ctr">
            <a:spAutoFit/>
          </a:bodyPr>
          <a:lstStyle/>
          <a:p>
            <a:pPr algn="r"/>
            <a:r>
              <a:rPr sz="900" b="1">
                <a:solidFill>
                  <a:srgbClr val="2E7D32"/>
                </a:solidFill>
                <a:latin typeface="Calibri"/>
              </a:rPr>
              <a:t>+172</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172 BPS and accounting for 20.8% share by 2036.</a:t>
            </a:r>
          </a:p>
          <a:p>
            <a:pPr algn="l">
              <a:lnSpc>
                <a:spcPct val="110000"/>
              </a:lnSpc>
              <a:spcBef>
                <a:spcPts val="0"/>
              </a:spcBef>
              <a:spcAft>
                <a:spcPts val="500"/>
              </a:spcAft>
            </a:pPr>
            <a:r>
              <a:rPr sz="1150" b="0">
                <a:solidFill>
                  <a:srgbClr val="2E2E2E"/>
                </a:solidFill>
                <a:latin typeface="Calibri"/>
              </a:rPr>
              <a:t>The sprays and mists segment is expected to lose 280 BPS over the forecast period to account for 11.4%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1,114</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1,990</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1,050</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1,785</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2,010</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1,813</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6.6%</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888.1</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1,441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7.1%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5.5%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7.1%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6.6%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5.0%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6.1%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North America hair styling products market in terms of value over the forecast period. Light or flexible hold and medium hold exhibit a CAGR index of 116.9 and 98.6 and a market share index of 101.0 and 110.9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2.0X in terms of value as compared to 2026. The light or flexible hold segment is expected to create an incremental opportunity of US$ 996.4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US$ 876.3 Mn for the overall hair styling products market from 2026 to 2036. The no hold segment is expected to create an incremental opportunity of US$ 858.8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204 BPS and accounting for 22.2% share by 2036. The extra-strong hold segment is expected to lose 175 BPS over the forecast period to account for 15.9%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580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0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48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6751"/>
            <a:ext cx="514350" cy="123825"/>
          </a:xfrm>
          <a:prstGeom prst="rect">
            <a:avLst/>
          </a:prstGeom>
          <a:noFill/>
        </p:spPr>
        <p:txBody>
          <a:bodyPr wrap="none" lIns="0" rIns="0" tIns="0" bIns="0" anchor="ctr">
            <a:spAutoFit/>
          </a:bodyPr>
          <a:lstStyle/>
          <a:p>
            <a:pPr algn="r"/>
            <a:r>
              <a:rPr sz="900" b="1">
                <a:solidFill>
                  <a:srgbClr val="E44D3A"/>
                </a:solidFill>
                <a:latin typeface="Calibri"/>
              </a:rPr>
              <a:t>-175</a:t>
            </a:r>
          </a:p>
        </p:txBody>
      </p:sp>
      <p:sp>
        <p:nvSpPr>
          <p:cNvPr id="20" name="FMI Legend Chip"/>
          <p:cNvSpPr/>
          <p:nvPr/>
        </p:nvSpPr>
        <p:spPr>
          <a:xfrm>
            <a:off x="4928997" y="285176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69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07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2711"/>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4" name="FMI Legend Chip"/>
          <p:cNvSpPr/>
          <p:nvPr/>
        </p:nvSpPr>
        <p:spPr>
          <a:xfrm>
            <a:off x="4928997" y="376166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69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07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2614"/>
            <a:ext cx="514350" cy="123825"/>
          </a:xfrm>
          <a:prstGeom prst="rect">
            <a:avLst/>
          </a:prstGeom>
          <a:noFill/>
        </p:spPr>
        <p:txBody>
          <a:bodyPr wrap="none" lIns="0" rIns="0" tIns="0" bIns="0" anchor="ctr">
            <a:spAutoFit/>
          </a:bodyPr>
          <a:lstStyle/>
          <a:p>
            <a:pPr algn="r"/>
            <a:r>
              <a:rPr sz="900" b="1">
                <a:solidFill>
                  <a:srgbClr val="2E7D32"/>
                </a:solidFill>
                <a:latin typeface="Calibri"/>
              </a:rPr>
              <a:t>+105</a:t>
            </a:r>
          </a:p>
        </p:txBody>
      </p:sp>
      <p:sp>
        <p:nvSpPr>
          <p:cNvPr id="28" name="FMI Legend Chip"/>
          <p:cNvSpPr/>
          <p:nvPr/>
        </p:nvSpPr>
        <p:spPr>
          <a:xfrm>
            <a:off x="4928997" y="47234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1866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246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4382"/>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32" name="FMI Legend Chip"/>
          <p:cNvSpPr/>
          <p:nvPr/>
        </p:nvSpPr>
        <p:spPr>
          <a:xfrm>
            <a:off x="4928997" y="573517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04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21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125"/>
            <a:ext cx="514350" cy="123825"/>
          </a:xfrm>
          <a:prstGeom prst="rect">
            <a:avLst/>
          </a:prstGeom>
          <a:noFill/>
        </p:spPr>
        <p:txBody>
          <a:bodyPr wrap="none" lIns="0" rIns="0" tIns="0" bIns="0" anchor="ctr">
            <a:spAutoFit/>
          </a:bodyPr>
          <a:lstStyle/>
          <a:p>
            <a:pPr algn="r"/>
            <a:r>
              <a:rPr sz="900" b="1">
                <a:solidFill>
                  <a:srgbClr val="2E7D32"/>
                </a:solidFill>
                <a:latin typeface="Calibri"/>
              </a:rPr>
              <a:t>+204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7.1%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175 BPS over the forecast period to account for 15.9%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2,923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1,668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2,992</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1,639</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3,125</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6.7% over the forecast period. In terms of value share by finish, the glossy or wet-look segment is expected to dominate the market, gaining 193 BPS and accounting for 34.6%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Matte: </a:t>
            </a:r>
            <a:r>
              <a:rPr sz="1100" b="0">
                <a:solidFill>
                  <a:srgbClr val="2E2E2E"/>
                </a:solidFill>
                <a:latin typeface="Calibri"/>
              </a:rPr>
              <a:t>33%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6.7%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6.1%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North America hair styling products market in terms of value over the forecast period. Glossy or wet-look and matte exhibit a CAGR index of 110.1 and 99.3 and a market share index of 97.9 and 99.7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1.9X in terms of value as compared to 2026. The glossy or wet-look segment is expected to create an incremental opportunity of US$ 1,486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US$ 1,323 Mn for the overall hair styling products market from 2026 to 2036. The natural segment is expected to create an incremental opportunity of US$ 1,210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193 BPS and accounting for 34.6% share by 2036. The natural segment is expected to lose 179 BPS over the forecast period to account for 32.3%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05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0578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295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91493"/>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390643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9016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8254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87386"/>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928997" y="545334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485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723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34290"/>
            <a:ext cx="514350" cy="123825"/>
          </a:xfrm>
          <a:prstGeom prst="rect">
            <a:avLst/>
          </a:prstGeom>
          <a:noFill/>
        </p:spPr>
        <p:txBody>
          <a:bodyPr wrap="none" lIns="0" rIns="0" tIns="0" bIns="0" anchor="ctr">
            <a:spAutoFit/>
          </a:bodyPr>
          <a:lstStyle/>
          <a:p>
            <a:pPr algn="r"/>
            <a:r>
              <a:rPr sz="900" b="1">
                <a:solidFill>
                  <a:srgbClr val="2E7D32"/>
                </a:solidFill>
                <a:latin typeface="Calibri"/>
              </a:rPr>
              <a:t>+193</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6.7% over the forecast period. In terms of value share by finish, the glossy or wet-look segment is expected to dominate the market, gaining 193 BPS and accounting for 34.6% share by 2036.</a:t>
            </a:r>
          </a:p>
          <a:p>
            <a:pPr algn="l">
              <a:lnSpc>
                <a:spcPct val="110000"/>
              </a:lnSpc>
              <a:spcBef>
                <a:spcPts val="0"/>
              </a:spcBef>
              <a:spcAft>
                <a:spcPts val="500"/>
              </a:spcAft>
            </a:pPr>
            <a:r>
              <a:rPr sz="1150" b="0">
                <a:solidFill>
                  <a:srgbClr val="2E2E2E"/>
                </a:solidFill>
                <a:latin typeface="Calibri"/>
              </a:rPr>
              <a:t>The natural segment is expected to lose 179 BPS over the forecast period to account for 32.3%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960.9</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1,683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954.1</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1,516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4.7%</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947.5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1,932</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7.4% over the forecast period. In terms of value share by distribution channel, the online marketplaces segment is expected to dominate the market, gaining 250 BPS and accounting for 21.4%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Salon and Professional Distribution: </a:t>
            </a:r>
            <a:r>
              <a:rPr sz="1100" b="0">
                <a:solidFill>
                  <a:srgbClr val="2E2E2E"/>
                </a:solidFill>
                <a:latin typeface="Calibri"/>
              </a:rPr>
              <a:t>19%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Mass Retail: </a:t>
            </a:r>
            <a:r>
              <a:rPr sz="1100" b="0">
                <a:solidFill>
                  <a:srgbClr val="2E2E2E"/>
                </a:solidFill>
                <a:latin typeface="Calibri"/>
              </a:rPr>
              <a:t>19% of 2026 value · 4.7%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19% of 2026 value · 7.4%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6.1%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775.4</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1,423</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6.3%</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765.2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1,280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5.3%</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616.7</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1,206</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6.3%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6.9%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North America hair styling products market in terms of value over the forecast period. Online marketplaces and salon and professional distribution exhibit a CAGR index of 121.9 and 95.2 and a market share index of 113.3 and 114.9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2.0X in terms of value as compared to 2026. The online marketplaces segment is expected to create an incremental opportunity of US$ 984.8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US$ 722.2 Mn for the overall hair styling products market from 2026 to 2036. The beauty specialty retail segment is expected to create an incremental opportunity of US$ 647.3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salon and professional distribution segment in 2036. Among hair styling products by distribution channel, online marketplaces segment is expected to witness the highest CAGR of 7.4%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250 BPS and accounting for 21.4% share by 2036. The mass retail segment is expected to lose 224 BPS over the forecast period to account for 16.8%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625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14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52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7206"/>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0" name="FMI Legend Chip"/>
          <p:cNvSpPr/>
          <p:nvPr/>
        </p:nvSpPr>
        <p:spPr>
          <a:xfrm>
            <a:off x="4928997" y="260493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001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239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85883"/>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24" name="FMI Legend Chip"/>
          <p:cNvSpPr/>
          <p:nvPr/>
        </p:nvSpPr>
        <p:spPr>
          <a:xfrm>
            <a:off x="4928997" y="32884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836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074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69371"/>
            <a:ext cx="514350" cy="123825"/>
          </a:xfrm>
          <a:prstGeom prst="rect">
            <a:avLst/>
          </a:prstGeom>
          <a:noFill/>
        </p:spPr>
        <p:txBody>
          <a:bodyPr wrap="none" lIns="0" rIns="0" tIns="0" bIns="0" anchor="ctr">
            <a:spAutoFit/>
          </a:bodyPr>
          <a:lstStyle/>
          <a:p>
            <a:pPr algn="r"/>
            <a:r>
              <a:rPr sz="900" b="1">
                <a:solidFill>
                  <a:srgbClr val="2E7D32"/>
                </a:solidFill>
                <a:latin typeface="Calibri"/>
              </a:rPr>
              <a:t>+29</a:t>
            </a:r>
          </a:p>
        </p:txBody>
      </p:sp>
      <p:sp>
        <p:nvSpPr>
          <p:cNvPr id="28" name="FMI Legend Chip"/>
          <p:cNvSpPr/>
          <p:nvPr/>
        </p:nvSpPr>
        <p:spPr>
          <a:xfrm>
            <a:off x="4928997" y="403157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268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506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12521"/>
            <a:ext cx="514350" cy="123825"/>
          </a:xfrm>
          <a:prstGeom prst="rect">
            <a:avLst/>
          </a:prstGeom>
          <a:noFill/>
        </p:spPr>
        <p:txBody>
          <a:bodyPr wrap="none" lIns="0" rIns="0" tIns="0" bIns="0" anchor="ctr">
            <a:spAutoFit/>
          </a:bodyPr>
          <a:lstStyle/>
          <a:p>
            <a:pPr algn="r"/>
            <a:r>
              <a:rPr sz="900" b="1">
                <a:solidFill>
                  <a:srgbClr val="E44D3A"/>
                </a:solidFill>
                <a:latin typeface="Calibri"/>
              </a:rPr>
              <a:t>-224</a:t>
            </a:r>
          </a:p>
        </p:txBody>
      </p:sp>
      <p:sp>
        <p:nvSpPr>
          <p:cNvPr id="32" name="FMI Legend Chip"/>
          <p:cNvSpPr/>
          <p:nvPr/>
        </p:nvSpPr>
        <p:spPr>
          <a:xfrm>
            <a:off x="4928997" y="484057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358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596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21529"/>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36" name="FMI Legend Chip"/>
          <p:cNvSpPr/>
          <p:nvPr/>
        </p:nvSpPr>
        <p:spPr>
          <a:xfrm>
            <a:off x="4928997" y="57549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01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739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35892"/>
            <a:ext cx="514350" cy="123825"/>
          </a:xfrm>
          <a:prstGeom prst="rect">
            <a:avLst/>
          </a:prstGeom>
          <a:noFill/>
        </p:spPr>
        <p:txBody>
          <a:bodyPr wrap="none" lIns="0" rIns="0" tIns="0" bIns="0" anchor="ctr">
            <a:spAutoFit/>
          </a:bodyPr>
          <a:lstStyle/>
          <a:p>
            <a:pPr algn="r"/>
            <a:r>
              <a:rPr sz="900" b="1">
                <a:solidFill>
                  <a:srgbClr val="2E7D32"/>
                </a:solidFill>
                <a:latin typeface="Calibri"/>
              </a:rPr>
              <a:t>+250</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7.4% over the forecast period. In terms of value share by distribution channel, the online marketplaces segment is expected to dominate the market, gaining 250 BPS and accounting for 21.4% share by 2036.</a:t>
            </a:r>
          </a:p>
          <a:p>
            <a:pPr algn="l">
              <a:lnSpc>
                <a:spcPct val="110000"/>
              </a:lnSpc>
              <a:spcBef>
                <a:spcPts val="0"/>
              </a:spcBef>
              <a:spcAft>
                <a:spcPts val="500"/>
              </a:spcAft>
            </a:pPr>
            <a:r>
              <a:rPr sz="1150" b="0">
                <a:solidFill>
                  <a:srgbClr val="2E2E2E"/>
                </a:solidFill>
                <a:latin typeface="Calibri"/>
              </a:rPr>
              <a:t>The mass retail segment is expected to lose 224 BPS over the forecast period to account for 16.8%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2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66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807.7</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1,525</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788.0</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1,629</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754.1</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1,158</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720.9</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1,218</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720.6</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1,417</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7.0%</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662.8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1,179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565.8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914.4</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4.9%</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7.5% over the forecast period. In terms of value share by primary styling benefit, the curl definition segment is expected to dominate the market, gaining 233 BPS and accounting for 18.0% share by 2036.</a:t>
            </a:r>
          </a:p>
          <a:p>
            <a:pPr algn="l">
              <a:lnSpc>
                <a:spcPct val="110000"/>
              </a:lnSpc>
              <a:spcBef>
                <a:spcPts val="0"/>
              </a:spcBef>
              <a:spcAft>
                <a:spcPts val="500"/>
              </a:spcAft>
            </a:pPr>
            <a:r>
              <a:rPr sz="1100" b="0">
                <a:solidFill>
                  <a:srgbClr val="2E2E2E"/>
                </a:solidFill>
                <a:latin typeface="Calibri"/>
              </a:rPr>
              <a:t>Curl definition segment is projected to register 1.1X higher value than smoothing and frizz control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Curl Definition: </a:t>
            </a:r>
            <a:r>
              <a:rPr sz="1100" b="0">
                <a:solidFill>
                  <a:srgbClr val="2E2E2E"/>
                </a:solidFill>
                <a:latin typeface="Calibri"/>
              </a:rPr>
              <a:t>16% of 2026 value · 7.5%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Hold and Shape: </a:t>
            </a:r>
            <a:r>
              <a:rPr sz="1100" b="0">
                <a:solidFill>
                  <a:srgbClr val="2E2E2E"/>
                </a:solidFill>
                <a:latin typeface="Calibri"/>
              </a:rPr>
              <a:t>15% of 2026 value · 4.4%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Volume and Root Lift: </a:t>
            </a:r>
            <a:r>
              <a:rPr sz="1100" b="0">
                <a:solidFill>
                  <a:srgbClr val="2E2E2E"/>
                </a:solidFill>
                <a:latin typeface="Calibri"/>
              </a:rPr>
              <a:t>14% of 2026 value · 5.4%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Heat Styling Support: </a:t>
            </a:r>
            <a:r>
              <a:rPr sz="1100" b="0">
                <a:solidFill>
                  <a:srgbClr val="2E2E2E"/>
                </a:solidFill>
                <a:latin typeface="Calibri"/>
              </a:rPr>
              <a:t>14% of 2026 value · 7.0%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Texture and Separation: </a:t>
            </a:r>
            <a:r>
              <a:rPr sz="1100" b="0">
                <a:solidFill>
                  <a:srgbClr val="2E2E2E"/>
                </a:solidFill>
                <a:latin typeface="Calibri"/>
              </a:rPr>
              <a:t>13% of 2026 value · 5.9%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4.9%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6.1%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North America hair styling products market in terms of value over the forecast period. Curl definition and smoothing and frizz control exhibit a CAGR index of 124.4 and 108.3 and a market share index of 109.9 and 112.6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2.1X in terms of value as compared to 2026. The curl definition segment is expected to create an incremental opportunity of US$ 841.2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US$ 717.3 Mn for the overall hair styling products market from 2026 to 2036. The heat styling support segment is expected to create an incremental opportunity of US$ 696.5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 definition segment is projected to register 1.1X higher value than smoothing and frizz control segment in 2036. Among hair styling products by primary styling benefit, curl definition segment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curl definition segment is expected to dominate the market, gaining 233 BPS and accounting for 18.0% share by 2036. The hold and shape segment is expected to lose 222 BPS over the forecast period to account for 12.8%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25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77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15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3462"/>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0" name="FMI Legend Chip"/>
          <p:cNvSpPr/>
          <p:nvPr/>
        </p:nvSpPr>
        <p:spPr>
          <a:xfrm>
            <a:off x="4928997" y="242652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217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455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07476"/>
            <a:ext cx="514350" cy="123825"/>
          </a:xfrm>
          <a:prstGeom prst="rect">
            <a:avLst/>
          </a:prstGeom>
          <a:noFill/>
        </p:spPr>
        <p:txBody>
          <a:bodyPr wrap="none" lIns="0" rIns="0" tIns="0" bIns="0" anchor="ctr">
            <a:spAutoFit/>
          </a:bodyPr>
          <a:lstStyle/>
          <a:p>
            <a:pPr algn="r"/>
            <a:r>
              <a:rPr sz="900" b="1">
                <a:solidFill>
                  <a:srgbClr val="E44D3A"/>
                </a:solidFill>
                <a:latin typeface="Calibri"/>
              </a:rPr>
              <a:t>-222</a:t>
            </a:r>
          </a:p>
        </p:txBody>
      </p:sp>
      <p:sp>
        <p:nvSpPr>
          <p:cNvPr id="24" name="FMI Legend Chip"/>
          <p:cNvSpPr/>
          <p:nvPr/>
        </p:nvSpPr>
        <p:spPr>
          <a:xfrm>
            <a:off x="4928997" y="301738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126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364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27" name="BPS Value 3"/>
          <p:cNvSpPr txBox="1"/>
          <p:nvPr/>
        </p:nvSpPr>
        <p:spPr>
          <a:xfrm>
            <a:off x="6896100" y="2998338"/>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28" name="FMI Legend Chip"/>
          <p:cNvSpPr/>
          <p:nvPr/>
        </p:nvSpPr>
        <p:spPr>
          <a:xfrm>
            <a:off x="4928997" y="362345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186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424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31" name="BPS Value 4"/>
          <p:cNvSpPr txBox="1"/>
          <p:nvPr/>
        </p:nvSpPr>
        <p:spPr>
          <a:xfrm>
            <a:off x="6896100" y="3604408"/>
            <a:ext cx="514350" cy="123825"/>
          </a:xfrm>
          <a:prstGeom prst="rect">
            <a:avLst/>
          </a:prstGeom>
          <a:noFill/>
        </p:spPr>
        <p:txBody>
          <a:bodyPr wrap="none" lIns="0" rIns="0" tIns="0" bIns="0" anchor="ctr">
            <a:spAutoFit/>
          </a:bodyPr>
          <a:lstStyle/>
          <a:p>
            <a:pPr algn="r"/>
            <a:r>
              <a:rPr sz="900" b="1">
                <a:solidFill>
                  <a:srgbClr val="E44D3A"/>
                </a:solidFill>
                <a:latin typeface="Calibri"/>
              </a:rPr>
              <a:t>-89</a:t>
            </a:r>
          </a:p>
        </p:txBody>
      </p:sp>
      <p:sp>
        <p:nvSpPr>
          <p:cNvPr id="32" name="FMI Legend Chip"/>
          <p:cNvSpPr/>
          <p:nvPr/>
        </p:nvSpPr>
        <p:spPr>
          <a:xfrm>
            <a:off x="4928997" y="428982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2850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088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270775"/>
            <a:ext cx="514350" cy="123825"/>
          </a:xfrm>
          <a:prstGeom prst="rect">
            <a:avLst/>
          </a:prstGeom>
          <a:noFill/>
        </p:spPr>
        <p:txBody>
          <a:bodyPr wrap="none" lIns="0" rIns="0" tIns="0" bIns="0" anchor="ctr">
            <a:spAutoFit/>
          </a:bodyPr>
          <a:lstStyle/>
          <a:p>
            <a:pPr algn="r"/>
            <a:r>
              <a:rPr sz="900" b="1">
                <a:solidFill>
                  <a:srgbClr val="2E7D32"/>
                </a:solidFill>
                <a:latin typeface="Calibri"/>
              </a:rPr>
              <a:t>+132</a:t>
            </a:r>
          </a:p>
        </p:txBody>
      </p:sp>
      <p:sp>
        <p:nvSpPr>
          <p:cNvPr id="36" name="FMI Legend Chip"/>
          <p:cNvSpPr/>
          <p:nvPr/>
        </p:nvSpPr>
        <p:spPr>
          <a:xfrm>
            <a:off x="4928997" y="503389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2913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529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39" name="BPS Value 6"/>
          <p:cNvSpPr txBox="1"/>
          <p:nvPr/>
        </p:nvSpPr>
        <p:spPr>
          <a:xfrm>
            <a:off x="6896100" y="5014848"/>
            <a:ext cx="514350" cy="123825"/>
          </a:xfrm>
          <a:prstGeom prst="rect">
            <a:avLst/>
          </a:prstGeom>
          <a:noFill/>
        </p:spPr>
        <p:txBody>
          <a:bodyPr wrap="none" lIns="0" rIns="0" tIns="0" bIns="0" anchor="ctr">
            <a:spAutoFit/>
          </a:bodyPr>
          <a:lstStyle/>
          <a:p>
            <a:pPr algn="r"/>
            <a:r>
              <a:rPr sz="900" b="1">
                <a:solidFill>
                  <a:srgbClr val="2E7D32"/>
                </a:solidFill>
                <a:latin typeface="Calibri"/>
              </a:rPr>
              <a:t>+78</a:t>
            </a:r>
          </a:p>
        </p:txBody>
      </p:sp>
      <p:sp>
        <p:nvSpPr>
          <p:cNvPr id="40" name="FMI Legend Chip"/>
          <p:cNvSpPr/>
          <p:nvPr/>
        </p:nvSpPr>
        <p:spPr>
          <a:xfrm>
            <a:off x="4928997" y="583160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268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506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43" name="BPS Value 7"/>
          <p:cNvSpPr txBox="1"/>
          <p:nvPr/>
        </p:nvSpPr>
        <p:spPr>
          <a:xfrm>
            <a:off x="6896100" y="5812553"/>
            <a:ext cx="514350" cy="123825"/>
          </a:xfrm>
          <a:prstGeom prst="rect">
            <a:avLst/>
          </a:prstGeom>
          <a:noFill/>
        </p:spPr>
        <p:txBody>
          <a:bodyPr wrap="none" lIns="0" rIns="0" tIns="0" bIns="0" anchor="ctr">
            <a:spAutoFit/>
          </a:bodyPr>
          <a:lstStyle/>
          <a:p>
            <a:pPr algn="r"/>
            <a:r>
              <a:rPr sz="900" b="1">
                <a:solidFill>
                  <a:srgbClr val="2E7D32"/>
                </a:solidFill>
                <a:latin typeface="Calibri"/>
              </a:rPr>
              <a:t>+233</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7.5% over the forecast period. In terms of value share by primary styling benefit, the curl definition segment is expected to dominate the market, gaining 233 BPS and accounting for 18.0% share by 2036.</a:t>
            </a:r>
          </a:p>
          <a:p>
            <a:pPr algn="l">
              <a:lnSpc>
                <a:spcPct val="110000"/>
              </a:lnSpc>
              <a:spcBef>
                <a:spcPts val="0"/>
              </a:spcBef>
              <a:spcAft>
                <a:spcPts val="500"/>
              </a:spcAft>
            </a:pPr>
            <a:r>
              <a:rPr sz="1150" b="0">
                <a:solidFill>
                  <a:srgbClr val="2E2E2E"/>
                </a:solidFill>
                <a:latin typeface="Calibri"/>
              </a:rPr>
              <a:t>The hold and shape segment is expected to lose 222 BPS over the forecast period to account for 12.8%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1,070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1,828</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2,058</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1,655</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977.8</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1,750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6.0%</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917.9</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1,749</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7.1% over the forecast period. In terms of value share by hair type targeted, the coily hair segment is expected to dominate the market, gaining 212 BPS and accounting for 22.8%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21%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Coily Hair: </a:t>
            </a:r>
            <a:r>
              <a:rPr sz="1100" b="0">
                <a:solidFill>
                  <a:srgbClr val="2E2E2E"/>
                </a:solidFill>
                <a:latin typeface="Calibri"/>
              </a:rPr>
              <a:t>21% of 2026 value · 7.1%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Straight Hair: </a:t>
            </a:r>
            <a:r>
              <a:rPr sz="1100" b="0">
                <a:solidFill>
                  <a:srgbClr val="2E2E2E"/>
                </a:solidFill>
                <a:latin typeface="Calibri"/>
              </a:rPr>
              <a:t>20% of 2026 value · 5.0%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Wavy Hair: </a:t>
            </a:r>
            <a:r>
              <a:rPr sz="1100" b="0">
                <a:solidFill>
                  <a:srgbClr val="2E2E2E"/>
                </a:solidFill>
                <a:latin typeface="Calibri"/>
              </a:rPr>
              <a:t>19% of 2026 value · 6.0%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18% of 2026 value · 6.7%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6.1%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North America hair styling products market in terms of value over the forecast period. Coily hair and curly hair exhibit a CAGR index of 117.2 and 109.9 and a market share index of 103.2 and 91.4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2.0X in terms of value as compared to 2026. The coily hair segment is expected to create an incremental opportunity of US$ 1,022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US$ 831.2 Mn for the overall hair styling products market from 2026 to 2036. The wavy hair segment is expected to create an incremental opportunity of US$ 771.8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all hair types segment in 2036. Among hair styling products by hair type targeted, coily hair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212 BPS and accounting for 22.8% share by 2036. The straight hair segment is expected to lose 197 BPS over the forecast period to account for 18.3%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8974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849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087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70695"/>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295057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58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696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3" name="BPS Value 2"/>
          <p:cNvSpPr txBox="1"/>
          <p:nvPr/>
        </p:nvSpPr>
        <p:spPr>
          <a:xfrm>
            <a:off x="6896100" y="2931522"/>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4" name="FMI Legend Chip"/>
          <p:cNvSpPr/>
          <p:nvPr/>
        </p:nvSpPr>
        <p:spPr>
          <a:xfrm>
            <a:off x="4928997" y="38353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8306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544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7" name="BPS Value 3"/>
          <p:cNvSpPr txBox="1"/>
          <p:nvPr/>
        </p:nvSpPr>
        <p:spPr>
          <a:xfrm>
            <a:off x="6896100" y="3816345"/>
            <a:ext cx="514350" cy="123825"/>
          </a:xfrm>
          <a:prstGeom prst="rect">
            <a:avLst/>
          </a:prstGeom>
          <a:noFill/>
        </p:spPr>
        <p:txBody>
          <a:bodyPr wrap="none" lIns="0" rIns="0" tIns="0" bIns="0" anchor="ctr">
            <a:spAutoFit/>
          </a:bodyPr>
          <a:lstStyle/>
          <a:p>
            <a:pPr algn="r"/>
            <a:r>
              <a:rPr sz="900" b="1">
                <a:solidFill>
                  <a:srgbClr val="E44D3A"/>
                </a:solidFill>
                <a:latin typeface="Calibri"/>
              </a:rPr>
              <a:t>-12</a:t>
            </a:r>
          </a:p>
        </p:txBody>
      </p:sp>
      <p:sp>
        <p:nvSpPr>
          <p:cNvPr id="28" name="FMI Legend Chip"/>
          <p:cNvSpPr/>
          <p:nvPr/>
        </p:nvSpPr>
        <p:spPr>
          <a:xfrm>
            <a:off x="4928997" y="47402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354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592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21201"/>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32" name="FMI Legend Chip"/>
          <p:cNvSpPr/>
          <p:nvPr/>
        </p:nvSpPr>
        <p:spPr>
          <a:xfrm>
            <a:off x="4928997" y="57231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183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2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04080"/>
            <a:ext cx="514350" cy="123825"/>
          </a:xfrm>
          <a:prstGeom prst="rect">
            <a:avLst/>
          </a:prstGeom>
          <a:noFill/>
        </p:spPr>
        <p:txBody>
          <a:bodyPr wrap="none" lIns="0" rIns="0" tIns="0" bIns="0" anchor="ctr">
            <a:spAutoFit/>
          </a:bodyPr>
          <a:lstStyle/>
          <a:p>
            <a:pPr algn="r"/>
            <a:r>
              <a:rPr sz="900" b="1">
                <a:solidFill>
                  <a:srgbClr val="2E7D32"/>
                </a:solidFill>
                <a:latin typeface="Calibri"/>
              </a:rPr>
              <a:t>+212</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7.1% over the forecast period. In terms of value share by hair type targeted, the coily hair segment is expected to dominate the market, gaining 212 BPS and accounting for 22.8% share by 2036.</a:t>
            </a:r>
          </a:p>
          <a:p>
            <a:pPr algn="l">
              <a:lnSpc>
                <a:spcPct val="110000"/>
              </a:lnSpc>
              <a:spcBef>
                <a:spcPts val="0"/>
              </a:spcBef>
              <a:spcAft>
                <a:spcPts val="500"/>
              </a:spcAft>
            </a:pPr>
            <a:r>
              <a:rPr sz="1150" b="0">
                <a:solidFill>
                  <a:srgbClr val="2E2E2E"/>
                </a:solidFill>
                <a:latin typeface="Calibri"/>
              </a:rPr>
              <a:t>The straight hair segment is expected to lose 197 BPS over the forecast period to account for 18.3%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1,302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2,151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1,261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2,346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1,253</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2,230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1,203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2,312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6.7% over the forecast period. In terms of value share by ingredient technology, the texture and volume additives segment is expected to dominate the market, gaining 83 BPS and accounting for 26.0%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5.9%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6.7%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6.1%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North America hair styling products market in terms of value over the forecast period. Waxes and structuring agents and texture and volume additives exhibit a CAGR index of 111.4 and 105.7 and a market share index of 95.9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83 BPS and accounting for 26.0% share by 2036. The film-forming and fixative polymers segment is expected to lose 214 BPS over the forecast period to account for 23.8%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535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05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43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196307"/>
            <a:ext cx="514350" cy="123825"/>
          </a:xfrm>
          <a:prstGeom prst="rect">
            <a:avLst/>
          </a:prstGeom>
          <a:noFill/>
        </p:spPr>
        <p:txBody>
          <a:bodyPr wrap="none" lIns="0" rIns="0" tIns="0" bIns="0" anchor="ctr">
            <a:spAutoFit/>
          </a:bodyPr>
          <a:lstStyle/>
          <a:p>
            <a:pPr algn="r"/>
            <a:r>
              <a:rPr sz="900" b="1">
                <a:solidFill>
                  <a:srgbClr val="E44D3A"/>
                </a:solidFill>
                <a:latin typeface="Calibri"/>
              </a:rPr>
              <a:t>-214</a:t>
            </a:r>
          </a:p>
        </p:txBody>
      </p:sp>
      <p:sp>
        <p:nvSpPr>
          <p:cNvPr id="20" name="FMI Legend Chip"/>
          <p:cNvSpPr/>
          <p:nvPr/>
        </p:nvSpPr>
        <p:spPr>
          <a:xfrm>
            <a:off x="4928997" y="332348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87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25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4439"/>
            <a:ext cx="514350" cy="123825"/>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24" name="FMI Legend Chip"/>
          <p:cNvSpPr/>
          <p:nvPr/>
        </p:nvSpPr>
        <p:spPr>
          <a:xfrm>
            <a:off x="4928997" y="44722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74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912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53155"/>
            <a:ext cx="514350" cy="123825"/>
          </a:xfrm>
          <a:prstGeom prst="rect">
            <a:avLst/>
          </a:prstGeom>
          <a:noFill/>
        </p:spPr>
        <p:txBody>
          <a:bodyPr wrap="none" lIns="0" rIns="0" tIns="0" bIns="0" anchor="ctr">
            <a:spAutoFit/>
          </a:bodyPr>
          <a:lstStyle/>
          <a:p>
            <a:pPr algn="r"/>
            <a:r>
              <a:rPr sz="900" b="1">
                <a:solidFill>
                  <a:srgbClr val="2E7D32"/>
                </a:solidFill>
                <a:latin typeface="Calibri"/>
              </a:rPr>
              <a:t>+161</a:t>
            </a:r>
          </a:p>
        </p:txBody>
      </p:sp>
      <p:sp>
        <p:nvSpPr>
          <p:cNvPr id="28" name="FMI Legend Chip"/>
          <p:cNvSpPr/>
          <p:nvPr/>
        </p:nvSpPr>
        <p:spPr>
          <a:xfrm>
            <a:off x="4928997" y="565026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55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93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31213"/>
            <a:ext cx="514350" cy="123825"/>
          </a:xfrm>
          <a:prstGeom prst="rect">
            <a:avLst/>
          </a:prstGeom>
          <a:noFill/>
        </p:spPr>
        <p:txBody>
          <a:bodyPr wrap="none" lIns="0" rIns="0" tIns="0" bIns="0" anchor="ctr">
            <a:spAutoFit/>
          </a:bodyPr>
          <a:lstStyle/>
          <a:p>
            <a:pPr algn="r"/>
            <a:r>
              <a:rPr sz="900" b="1">
                <a:solidFill>
                  <a:srgbClr val="2E7D32"/>
                </a:solidFill>
                <a:latin typeface="Calibri"/>
              </a:rPr>
              <a:t>+83</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6.7% over the forecast period. In terms of value share by ingredient technology, the texture and volume additives segment is expected to dominate the market, gaining 83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214 BPS over the forecast period to account for 23.8%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5B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Latin America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Latin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Latin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891.3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1,590</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4.5%</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Latin America hair styling products market is projected to register 1.9X increase in volume by the end of forecast period, 2036. Latin America hair styling products market volume stood at 850.5 Mn Units in 2025 and is expected to reach 1,590 Mn Units by 2036 end, at a CAGR of 6.0%.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0.658</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1.82</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2.98</a:t>
            </a:r>
          </a:p>
        </p:txBody>
      </p:sp>
      <p:cxnSp>
        <p:nvCxnSpPr>
          <p:cNvPr id="27" name="Connector 26"/>
          <p:cNvCxnSpPr/>
          <p:nvPr/>
        </p:nvCxnSpPr>
        <p:spPr>
          <a:xfrm flipV="1">
            <a:off x="1095375" y="2435069"/>
            <a:ext cx="0" cy="18192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61699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3506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509318"/>
            <a:ext cx="438150" cy="9335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6586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8266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1.41</a:t>
            </a:r>
          </a:p>
        </p:txBody>
      </p:sp>
      <p:cxnSp>
        <p:nvCxnSpPr>
          <p:cNvPr id="33" name="Connector 32"/>
          <p:cNvCxnSpPr/>
          <p:nvPr/>
        </p:nvCxnSpPr>
        <p:spPr>
          <a:xfrm flipV="1">
            <a:off x="1971675" y="2793135"/>
            <a:ext cx="0" cy="11745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313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1079"/>
            <a:ext cx="438150" cy="600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695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073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0.974</a:t>
            </a:r>
          </a:p>
        </p:txBody>
      </p:sp>
      <p:cxnSp>
        <p:nvCxnSpPr>
          <p:cNvPr id="39" name="Connector 38"/>
          <p:cNvCxnSpPr/>
          <p:nvPr/>
        </p:nvCxnSpPr>
        <p:spPr>
          <a:xfrm flipV="1">
            <a:off x="2847975" y="2792289"/>
            <a:ext cx="0" cy="9243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472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92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30352"/>
            <a:ext cx="438150" cy="4721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586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398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0.999</a:t>
            </a:r>
          </a:p>
        </p:txBody>
      </p:sp>
      <p:cxnSp>
        <p:nvCxnSpPr>
          <p:cNvPr id="45" name="Connector 44"/>
          <p:cNvCxnSpPr/>
          <p:nvPr/>
        </p:nvCxnSpPr>
        <p:spPr>
          <a:xfrm flipV="1">
            <a:off x="3724275" y="2520089"/>
            <a:ext cx="0" cy="10660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66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5200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59109"/>
            <a:ext cx="438150" cy="5657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9090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676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1.38</a:t>
            </a:r>
          </a:p>
        </p:txBody>
      </p:sp>
      <p:cxnSp>
        <p:nvCxnSpPr>
          <p:cNvPr id="51" name="Connector 50"/>
          <p:cNvCxnSpPr/>
          <p:nvPr/>
        </p:nvCxnSpPr>
        <p:spPr>
          <a:xfrm flipV="1">
            <a:off x="4600575" y="2084766"/>
            <a:ext cx="0" cy="2503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3514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847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87327"/>
            <a:ext cx="438150" cy="12721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6338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3236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1.84</a:t>
            </a:r>
          </a:p>
        </p:txBody>
      </p:sp>
      <p:cxnSp>
        <p:nvCxnSpPr>
          <p:cNvPr id="57" name="Connector 56"/>
          <p:cNvCxnSpPr/>
          <p:nvPr/>
        </p:nvCxnSpPr>
        <p:spPr>
          <a:xfrm flipV="1">
            <a:off x="5476875" y="2341729"/>
            <a:ext cx="0" cy="13528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770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417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94085"/>
            <a:ext cx="438150" cy="7135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3509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893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1.60</a:t>
            </a:r>
          </a:p>
        </p:txBody>
      </p:sp>
      <p:cxnSp>
        <p:nvCxnSpPr>
          <p:cNvPr id="63" name="Connector 62"/>
          <p:cNvCxnSpPr/>
          <p:nvPr/>
        </p:nvCxnSpPr>
        <p:spPr>
          <a:xfrm flipV="1">
            <a:off x="6353175" y="1643073"/>
            <a:ext cx="0" cy="33263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7570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80123"/>
            <a:ext cx="438150" cy="16707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7945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2.38</a:t>
            </a:r>
          </a:p>
        </p:txBody>
      </p:sp>
      <p:cxnSp>
        <p:nvCxnSpPr>
          <p:cNvPr id="69" name="Connector 68"/>
          <p:cNvCxnSpPr/>
          <p:nvPr/>
        </p:nvCxnSpPr>
        <p:spPr>
          <a:xfrm flipV="1">
            <a:off x="7229475" y="1901289"/>
            <a:ext cx="0" cy="2854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8674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01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08657"/>
            <a:ext cx="438150" cy="14949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9407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88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2.08</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Latin America  ·  2026–2036</a:t>
            </a:r>
          </a:p>
        </p:txBody>
      </p:sp>
      <p:cxnSp>
        <p:nvCxnSpPr>
          <p:cNvPr id="85" name="Connector 84"/>
          <p:cNvCxnSpPr/>
          <p:nvPr/>
        </p:nvCxnSpPr>
        <p:spPr>
          <a:xfrm>
            <a:off x="619125" y="4325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20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702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9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5298"/>
            <a:ext cx="0" cy="173563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5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20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702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9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8623"/>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sp>
        <p:nvSpPr>
          <p:cNvPr id="97" name="FMI Scale tick"/>
          <p:cNvSpPr txBox="1"/>
          <p:nvPr/>
        </p:nvSpPr>
        <p:spPr>
          <a:xfrm>
            <a:off x="219075" y="4692532"/>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Latin America</a:t>
            </a:r>
          </a:p>
        </p:txBody>
      </p:sp>
      <p:sp>
        <p:nvSpPr>
          <p:cNvPr id="99" name="FMI Scale tick"/>
          <p:cNvSpPr txBox="1"/>
          <p:nvPr/>
        </p:nvSpPr>
        <p:spPr>
          <a:xfrm>
            <a:off x="219075" y="5560349"/>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100" name="FMI Scale tick"/>
          <p:cNvSpPr txBox="1"/>
          <p:nvPr/>
        </p:nvSpPr>
        <p:spPr>
          <a:xfrm>
            <a:off x="219075" y="5994258"/>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271588" y="4705803"/>
            <a:ext cx="457200" cy="48731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562928"/>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+8.9%</a:t>
            </a:r>
          </a:p>
        </p:txBody>
      </p:sp>
      <p:sp>
        <p:nvSpPr>
          <p:cNvPr id="104" name="Rectangle 103"/>
          <p:cNvSpPr/>
          <p:nvPr/>
        </p:nvSpPr>
        <p:spPr>
          <a:xfrm>
            <a:off x="3033712" y="5193116"/>
            <a:ext cx="457200" cy="1089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2381250" y="5311559"/>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-2.0%</a:t>
            </a:r>
          </a:p>
        </p:txBody>
      </p:sp>
      <p:sp>
        <p:nvSpPr>
          <p:cNvPr id="106" name="Rectangle 105"/>
          <p:cNvSpPr/>
          <p:nvPr/>
        </p:nvSpPr>
        <p:spPr>
          <a:xfrm>
            <a:off x="4795838" y="5193116"/>
            <a:ext cx="457200" cy="75582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4143375" y="5958470"/>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-13.8%</a:t>
            </a:r>
          </a:p>
        </p:txBody>
      </p:sp>
      <p:sp>
        <p:nvSpPr>
          <p:cNvPr id="108" name="Rectangle 107"/>
          <p:cNvSpPr/>
          <p:nvPr/>
        </p:nvSpPr>
        <p:spPr>
          <a:xfrm>
            <a:off x="6557962" y="5193116"/>
            <a:ext cx="457200" cy="68657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5905500" y="5889220"/>
            <a:ext cx="1762125" cy="133350"/>
          </a:xfrm>
          <a:prstGeom prst="rect">
            <a:avLst/>
          </a:prstGeom>
          <a:noFill/>
        </p:spPr>
        <p:txBody>
          <a:bodyPr wrap="square" lIns="28575" rIns="28575" tIns="9525" bIns="9525">
            <a:spAutoFit/>
          </a:bodyPr>
          <a:lstStyle/>
          <a:p>
            <a:pPr algn="ctr"/>
            <a:r>
              <a:rPr sz="1100" b="1">
                <a:solidFill>
                  <a:srgbClr val="2E2E2E"/>
                </a:solidFill>
                <a:latin typeface="Calibri"/>
              </a:rPr>
              <a:t>-12.6%</a:t>
            </a:r>
          </a:p>
        </p:txBody>
      </p:sp>
      <p:sp>
        <p:nvSpPr>
          <p:cNvPr id="110" name="TextBox 109"/>
          <p:cNvSpPr txBox="1"/>
          <p:nvPr/>
        </p:nvSpPr>
        <p:spPr>
          <a:xfrm>
            <a:off x="61912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Brazil</a:t>
            </a:r>
          </a:p>
        </p:txBody>
      </p:sp>
      <p:sp>
        <p:nvSpPr>
          <p:cNvPr id="111" name="TextBox 110"/>
          <p:cNvSpPr txBox="1"/>
          <p:nvPr/>
        </p:nvSpPr>
        <p:spPr>
          <a:xfrm>
            <a:off x="238125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Mexico</a:t>
            </a:r>
          </a:p>
        </p:txBody>
      </p:sp>
      <p:sp>
        <p:nvSpPr>
          <p:cNvPr id="112" name="TextBox 111"/>
          <p:cNvSpPr txBox="1"/>
          <p:nvPr/>
        </p:nvSpPr>
        <p:spPr>
          <a:xfrm>
            <a:off x="4143375"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Colombia</a:t>
            </a:r>
          </a:p>
        </p:txBody>
      </p:sp>
      <p:sp>
        <p:nvSpPr>
          <p:cNvPr id="113" name="TextBox 112"/>
          <p:cNvSpPr txBox="1"/>
          <p:nvPr/>
        </p:nvSpPr>
        <p:spPr>
          <a:xfrm>
            <a:off x="5905500" y="6242060"/>
            <a:ext cx="1762125" cy="247650"/>
          </a:xfrm>
          <a:prstGeom prst="rect">
            <a:avLst/>
          </a:prstGeom>
          <a:noFill/>
        </p:spPr>
        <p:txBody>
          <a:bodyPr wrap="square" lIns="28575" rIns="28575" tIns="9525" bIns="9525">
            <a:spAutoFit/>
          </a:bodyPr>
          <a:lstStyle/>
          <a:p>
            <a:pPr algn="ctr"/>
            <a:r>
              <a:rPr sz="1100" b="0">
                <a:solidFill>
                  <a:srgbClr val="2E2E2E"/>
                </a:solidFill>
                <a:latin typeface="Calibri"/>
              </a:rPr>
              <a:t>Rest of Latin America</a:t>
            </a:r>
          </a:p>
        </p:txBody>
      </p:sp>
      <p:sp>
        <p:nvSpPr>
          <p:cNvPr id="114" name="Rounded Rectangle 113"/>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6" name="Rectangle 115"/>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US$ 2.71 per Unit in 2036. Average selling price of hair styling products is estimated at US$ 1.50 per Unit in 2025 and is projected to increase to US$ 1.77 per Unit by 2036.</a:t>
            </a:r>
          </a:p>
          <a:p>
            <a:pPr algn="l">
              <a:lnSpc>
                <a:spcPct val="110000"/>
              </a:lnSpc>
              <a:spcBef>
                <a:spcPts val="0"/>
              </a:spcBef>
              <a:spcAft>
                <a:spcPts val="500"/>
              </a:spcAft>
            </a:pPr>
            <a:r>
              <a:rPr sz="1150" b="0">
                <a:solidFill>
                  <a:srgbClr val="2E2E2E"/>
                </a:solidFill>
                <a:latin typeface="Calibri"/>
              </a:rPr>
              <a:t>Brazil is the highest-priced country, while Colombia is the most price-competitive market. Against the Latin America price of 1.64 US$/Units, 1 of 4 countries price above and 3 below.</a:t>
            </a:r>
          </a:p>
          <a:p>
            <a:pPr algn="l">
              <a:lnSpc>
                <a:spcPct val="110000"/>
              </a:lnSpc>
              <a:spcBef>
                <a:spcPts val="0"/>
              </a:spcBef>
              <a:spcAft>
                <a:spcPts val="500"/>
              </a:spcAft>
            </a:pPr>
            <a:r>
              <a:rPr sz="1150" b="0">
                <a:solidFill>
                  <a:srgbClr val="2E2E2E"/>
                </a:solidFill>
                <a:latin typeface="Calibri"/>
              </a:rPr>
              <a:t>'Brazil' is the dearest at +8.9% versus Latin America, 'Colombia' the cheapest at -13.8% pointing to premiumisation headroom in the lower-priced countries.</a:t>
            </a:r>
          </a:p>
        </p:txBody>
      </p:sp>
      <p:sp>
        <p:nvSpPr>
          <p:cNvPr id="118" name="TextBox 1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Latin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1,350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2,815</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Latin America is expected to increase 2.2X between 2025 and 2036. In 2025, the hair styling products market in Latin America was valued at US$ 1,276 Mn and is estimated to account for US$ 1,350 Mn by the end of 2026, reflecting a Y-o-Y growth rate of 5.9%.</a:t>
            </a:r>
          </a:p>
          <a:p>
            <a:pPr algn="l">
              <a:lnSpc>
                <a:spcPct val="100000"/>
              </a:lnSpc>
              <a:spcBef>
                <a:spcPts val="0"/>
              </a:spcBef>
              <a:spcAft>
                <a:spcPts val="300"/>
              </a:spcAft>
            </a:pPr>
            <a:r>
              <a:rPr sz="1100" b="0">
                <a:solidFill>
                  <a:srgbClr val="2E2E2E"/>
                </a:solidFill>
                <a:latin typeface="Calibri"/>
              </a:rPr>
              <a:t>The market in Latin America is expected to account for US$ 2,815 Mn by 2036 at a CAGR of 7.6% over the forecast period. Latin America is expected to create an incremental opportunity of US$ 1,540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US$ 74.6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leads regional growth at 8.4%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Latin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5.1%</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7.6%</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559.1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1,465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Latin America is expected to increase 2.2X between 2025 and 2036. In 2025, the hair styling products market in Latin America was valued at US$ 1,276 Mn and is estimated to account for US$ 1,350 Mn by the end of 2026, reflecting a Y-o-Y growth rate of 5.9%. The market in Latin America is expected to account for US$ 2,815 Mn by 2036 at a CAGR of 7.6% over the forecast period.</a:t>
            </a:r>
          </a:p>
          <a:p>
            <a:pPr algn="l">
              <a:lnSpc>
                <a:spcPct val="110000"/>
              </a:lnSpc>
              <a:spcBef>
                <a:spcPts val="0"/>
              </a:spcBef>
              <a:spcAft>
                <a:spcPts val="500"/>
              </a:spcAft>
            </a:pPr>
            <a:r>
              <a:rPr sz="1150" b="0">
                <a:solidFill>
                  <a:srgbClr val="2E2E2E"/>
                </a:solidFill>
                <a:latin typeface="Calibri"/>
              </a:rPr>
              <a:t>Latin America is expected to create an incremental opportunity of US$ 1,540 Mn for the overall hair styling products market from 2025 to 2036. Absolute $ value for 2026 is estimated to be US$ 74.6 Mn. Latin America hair styling products market is projected to register 1.9X increase in volume by the end of forecast period, 2036.</a:t>
            </a:r>
          </a:p>
          <a:p>
            <a:pPr algn="l">
              <a:lnSpc>
                <a:spcPct val="110000"/>
              </a:lnSpc>
              <a:spcBef>
                <a:spcPts val="0"/>
              </a:spcBef>
              <a:spcAft>
                <a:spcPts val="500"/>
              </a:spcAft>
            </a:pPr>
            <a:r>
              <a:rPr sz="1150" b="0">
                <a:solidFill>
                  <a:srgbClr val="2E2E2E"/>
                </a:solidFill>
                <a:latin typeface="Calibri"/>
              </a:rPr>
              <a:t>Latin America hair styling products market volume stood at 850.5 Mn Units in 2025 and is expected to reach 1,590 Mn Units by 2036 end, at a CAGR of 6.0%.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26948" cy="2132070"/>
        </p:xfrm>
        <a:graphic>
          <a:graphicData uri="http://schemas.openxmlformats.org/drawingml/2006/table">
            <a:tbl>
              <a:tblPr>
                <a:tableStyleId>{5C22544A-7EE6-4342-B048-85BDC9FD1C3A}</a:tableStyleId>
              </a:tblPr>
              <a:tblGrid>
                <a:gridCol w="720271"/>
                <a:gridCol w="1064835"/>
                <a:gridCol w="1064835"/>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7731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9" name="Rectangle 18"/>
          <p:cNvSpPr/>
          <p:nvPr/>
        </p:nvSpPr>
        <p:spPr>
          <a:xfrm>
            <a:off x="4210050" y="4370324"/>
            <a:ext cx="2891405" cy="1508286"/>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559</a:t>
            </a:r>
          </a:p>
        </p:txBody>
      </p:sp>
      <p:sp>
        <p:nvSpPr>
          <p:cNvPr id="20" name="Rectangle 19"/>
          <p:cNvSpPr/>
          <p:nvPr/>
        </p:nvSpPr>
        <p:spPr>
          <a:xfrm>
            <a:off x="7101455" y="4370324"/>
            <a:ext cx="851920" cy="150828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165</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26948" cy="2159448"/>
        </p:xfrm>
        <a:graphic>
          <a:graphicData uri="http://schemas.openxmlformats.org/drawingml/2006/table">
            <a:tbl>
              <a:tblPr>
                <a:tableStyleId>{5C22544A-7EE6-4342-B048-85BDC9FD1C3A}</a:tableStyleId>
              </a:tblPr>
              <a:tblGrid>
                <a:gridCol w="720271"/>
                <a:gridCol w="1064835"/>
                <a:gridCol w="1064835"/>
                <a:gridCol w="107700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hair styling products market is projected to register 2.6X higher value than Mexico in 2036. Colombia posts the highest CAGR Index (111), growing at 8.4% against the Latin America benchmark, while Brazil offers the largest absolute opportunity 744.8 US$ Mn of incremental market between 2026 and 2036 (51% of the Latin America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2.2X increase in revenue by 2036 end. Global hair styling products market accounted for US$ 1,276 Mn in 2025, which is expected to increase to US$ 2,815 Mn in 2036 at a CAGR of 7.6%.</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Brazil is expected to remain the largest market for hair styling products, while demand in Colombia is projected to increase at the highest CAGR of 8.4%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21.5%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4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Brazil is the largest country market at 52.5%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Colombia (8.4%).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(5.9%).</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outpacing the Latin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Colombia,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Brazil and Colombia, which together account for 58.3%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1,350 US$ Mn in 2026 to 2,815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7.6%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21.5%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Brazil is the lead country with 52.5%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1,465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Colombia (8.4%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21.5%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7.6%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7.6%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1,465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(9.5% CAGR) for growth, while 'Styling Serums and Oils' anchors 21.5%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Brazil (52.5% of value) and capture upside in Colombia (8.4%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3,402 US$ Mn</a:t>
            </a:r>
          </a:p>
          <a:p>
            <a:pPr algn="ctr">
              <a:lnSpc>
                <a:spcPct val="95000"/>
              </a:lnSpc>
            </a:pPr>
            <a:r>
              <a:rPr sz="1100" b="0">
                <a:solidFill>
                  <a:srgbClr val="6C7A89"/>
                </a:solidFill>
                <a:latin typeface="Calibri"/>
              </a:rPr>
              <a:t>CAGR 9.4%</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2,815 US$ Mn</a:t>
            </a:r>
          </a:p>
          <a:p>
            <a:pPr algn="ctr">
              <a:lnSpc>
                <a:spcPct val="95000"/>
              </a:lnSpc>
            </a:pPr>
            <a:r>
              <a:rPr sz="1100" b="0">
                <a:solidFill>
                  <a:srgbClr val="6C7A89"/>
                </a:solidFill>
                <a:latin typeface="Calibri"/>
              </a:rPr>
              <a:t>CAGR 7.6%</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2,322 US$ Mn</a:t>
            </a:r>
          </a:p>
          <a:p>
            <a:pPr algn="ctr">
              <a:lnSpc>
                <a:spcPct val="95000"/>
              </a:lnSpc>
            </a:pPr>
            <a:r>
              <a:rPr sz="1100" b="0">
                <a:solidFill>
                  <a:srgbClr val="6C7A89"/>
                </a:solidFill>
                <a:latin typeface="Calibri"/>
              </a:rPr>
              <a:t>CAGR 5.7%</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23604"/>
            <a:ext cx="635826" cy="610246"/>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22978"/>
            <a:ext cx="635826" cy="1110872"/>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87065"/>
            <a:ext cx="635826" cy="1346785"/>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9628"/>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4853"/>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5.7%</a:t>
            </a:r>
          </a:p>
        </p:txBody>
      </p:sp>
      <p:cxnSp>
        <p:nvCxnSpPr>
          <p:cNvPr id="22" name="Connector 21"/>
          <p:cNvCxnSpPr/>
          <p:nvPr/>
        </p:nvCxnSpPr>
        <p:spPr>
          <a:xfrm>
            <a:off x="1456468" y="2632453"/>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7678"/>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7.6%</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9.4%</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3,402 US$ Mn by 2036 at 9.4%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2,815 US$ Mn by 2036 at 7.6%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2,322 US$ Mn by 2036 at 5.7%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1,080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Latin America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4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Latin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Brazil</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732.3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1,477</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7.3%</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Latin America</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274.7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614.4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Mexico</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270.0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559.2</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Colombia</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73.2</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164.8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00" b="0">
                <a:solidFill>
                  <a:srgbClr val="2E2E2E"/>
                </a:solidFill>
                <a:latin typeface="Calibri"/>
              </a:rPr>
              <a:t>In terms of value share by country, Brazil is expected to dominate the market, losing 98 BPS and accounting for 67.1% share by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Brazil: </a:t>
            </a:r>
            <a:r>
              <a:rPr sz="1100" b="0">
                <a:solidFill>
                  <a:srgbClr val="2E2E2E"/>
                </a:solidFill>
                <a:latin typeface="Calibri"/>
              </a:rPr>
              <a:t>54% of 2026 value · 7.3%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Rest of Latin America: </a:t>
            </a:r>
            <a:r>
              <a:rPr sz="1100" b="0">
                <a:solidFill>
                  <a:srgbClr val="2E2E2E"/>
                </a:solidFill>
                <a:latin typeface="Calibri"/>
              </a:rPr>
              <a:t>20% of 2026 value · 8.4%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Mexico: </a:t>
            </a:r>
            <a:r>
              <a:rPr sz="1100" b="0">
                <a:solidFill>
                  <a:srgbClr val="2E2E2E"/>
                </a:solidFill>
                <a:latin typeface="Calibri"/>
              </a:rPr>
              <a:t>20% of 2026 value · 7.6%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Colombia: </a:t>
            </a:r>
            <a:r>
              <a:rPr sz="1100" b="0">
                <a:solidFill>
                  <a:srgbClr val="2E2E2E"/>
                </a:solidFill>
                <a:latin typeface="Calibri"/>
              </a:rPr>
              <a:t>5% of 2026 value · 8.4%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Latin America market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774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829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678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568692"/>
            <a:ext cx="514350" cy="123825"/>
          </a:xfrm>
          <a:prstGeom prst="rect">
            <a:avLst/>
          </a:prstGeom>
          <a:noFill/>
        </p:spPr>
        <p:txBody>
          <a:bodyPr wrap="none" lIns="0" rIns="0" tIns="0" bIns="0" anchor="ctr">
            <a:spAutoFit/>
          </a:bodyPr>
          <a:lstStyle/>
          <a:p>
            <a:pPr algn="r"/>
            <a:r>
              <a:rPr sz="900" b="1">
                <a:solidFill>
                  <a:srgbClr val="2E7D32"/>
                </a:solidFill>
                <a:latin typeface="Calibri"/>
              </a:rPr>
              <a:t>+60</a:t>
            </a:r>
          </a:p>
        </p:txBody>
      </p:sp>
      <p:sp>
        <p:nvSpPr>
          <p:cNvPr id="20" name="FMI Legend Chip"/>
          <p:cNvSpPr/>
          <p:nvPr/>
        </p:nvSpPr>
        <p:spPr>
          <a:xfrm>
            <a:off x="4551045" y="208651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20817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00555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23" name="BPS Value 2"/>
          <p:cNvSpPr txBox="1"/>
          <p:nvPr/>
        </p:nvSpPr>
        <p:spPr>
          <a:xfrm>
            <a:off x="6305550" y="2067468"/>
            <a:ext cx="514350" cy="123825"/>
          </a:xfrm>
          <a:prstGeom prst="rect">
            <a:avLst/>
          </a:prstGeom>
          <a:noFill/>
        </p:spPr>
        <p:txBody>
          <a:bodyPr wrap="none" lIns="0" rIns="0" tIns="0" bIns="0" anchor="ctr">
            <a:spAutoFit/>
          </a:bodyPr>
          <a:lstStyle/>
          <a:p>
            <a:pPr algn="r"/>
            <a:r>
              <a:rPr sz="900" b="1">
                <a:solidFill>
                  <a:srgbClr val="2E7D32"/>
                </a:solidFill>
                <a:latin typeface="Calibri"/>
              </a:rPr>
              <a:t>+4</a:t>
            </a:r>
          </a:p>
        </p:txBody>
      </p:sp>
      <p:sp>
        <p:nvSpPr>
          <p:cNvPr id="24" name="FMI Legend Chip"/>
          <p:cNvSpPr/>
          <p:nvPr/>
        </p:nvSpPr>
        <p:spPr>
          <a:xfrm>
            <a:off x="4551045" y="291543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9106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8344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7" name="BPS Value 3"/>
          <p:cNvSpPr txBox="1"/>
          <p:nvPr/>
        </p:nvSpPr>
        <p:spPr>
          <a:xfrm>
            <a:off x="6305550" y="2896385"/>
            <a:ext cx="514350" cy="123825"/>
          </a:xfrm>
          <a:prstGeom prst="rect">
            <a:avLst/>
          </a:prstGeom>
          <a:noFill/>
        </p:spPr>
        <p:txBody>
          <a:bodyPr wrap="none" lIns="0" rIns="0" tIns="0" bIns="0" anchor="ctr">
            <a:spAutoFit/>
          </a:bodyPr>
          <a:lstStyle/>
          <a:p>
            <a:pPr algn="r"/>
            <a:r>
              <a:rPr sz="900" b="1">
                <a:solidFill>
                  <a:srgbClr val="2E7D32"/>
                </a:solidFill>
                <a:latin typeface="Calibri"/>
              </a:rPr>
              <a:t>+144</a:t>
            </a:r>
          </a:p>
        </p:txBody>
      </p:sp>
      <p:sp>
        <p:nvSpPr>
          <p:cNvPr id="28" name="FMI Legend Chip"/>
          <p:cNvSpPr/>
          <p:nvPr/>
        </p:nvSpPr>
        <p:spPr>
          <a:xfrm>
            <a:off x="4551045" y="425022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42454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16925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31" name="BPS Value 4"/>
          <p:cNvSpPr txBox="1"/>
          <p:nvPr/>
        </p:nvSpPr>
        <p:spPr>
          <a:xfrm>
            <a:off x="6305550" y="4231172"/>
            <a:ext cx="514350" cy="123825"/>
          </a:xfrm>
          <a:prstGeom prst="rect">
            <a:avLst/>
          </a:prstGeom>
          <a:noFill/>
        </p:spPr>
        <p:txBody>
          <a:bodyPr wrap="none" lIns="0" rIns="0" tIns="0" bIns="0" anchor="ctr">
            <a:spAutoFit/>
          </a:bodyPr>
          <a:lstStyle/>
          <a:p>
            <a:pPr algn="r"/>
            <a:r>
              <a:rPr sz="900" b="1">
                <a:solidFill>
                  <a:srgbClr val="E44D3A"/>
                </a:solidFill>
                <a:latin typeface="Calibri"/>
              </a:rPr>
              <a:t>-208</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2.4X higher volume than Mexico in 2036. Among hair styling products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Brazil is expected to dominate the market, losing 152 BPS and accounting for 63.8% share by 2036.</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891.3</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1,590</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6.0%</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6939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646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8842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Colombia</a:t>
            </a:r>
          </a:p>
        </p:txBody>
      </p:sp>
      <p:sp>
        <p:nvSpPr>
          <p:cNvPr id="19" name="BPS Value 1"/>
          <p:cNvSpPr txBox="1"/>
          <p:nvPr/>
        </p:nvSpPr>
        <p:spPr>
          <a:xfrm>
            <a:off x="6305550" y="1550340"/>
            <a:ext cx="514350" cy="123825"/>
          </a:xfrm>
          <a:prstGeom prst="rect">
            <a:avLst/>
          </a:prstGeom>
          <a:noFill/>
        </p:spPr>
        <p:txBody>
          <a:bodyPr wrap="none" lIns="0" rIns="0" tIns="0" bIns="0" anchor="ctr">
            <a:spAutoFit/>
          </a:bodyPr>
          <a:lstStyle/>
          <a:p>
            <a:pPr algn="r"/>
            <a:r>
              <a:rPr sz="900" b="1">
                <a:solidFill>
                  <a:srgbClr val="2E7D32"/>
                </a:solidFill>
                <a:latin typeface="Calibri"/>
              </a:rPr>
              <a:t>+43</a:t>
            </a:r>
          </a:p>
        </p:txBody>
      </p:sp>
      <p:sp>
        <p:nvSpPr>
          <p:cNvPr id="20" name="FMI Legend Chip"/>
          <p:cNvSpPr/>
          <p:nvPr/>
        </p:nvSpPr>
        <p:spPr>
          <a:xfrm>
            <a:off x="4551045" y="204087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0361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9599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Mexico</a:t>
            </a:r>
          </a:p>
        </p:txBody>
      </p:sp>
      <p:sp>
        <p:nvSpPr>
          <p:cNvPr id="23" name="BPS Value 2"/>
          <p:cNvSpPr txBox="1"/>
          <p:nvPr/>
        </p:nvSpPr>
        <p:spPr>
          <a:xfrm>
            <a:off x="6305550" y="2021825"/>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24" name="FMI Legend Chip"/>
          <p:cNvSpPr/>
          <p:nvPr/>
        </p:nvSpPr>
        <p:spPr>
          <a:xfrm>
            <a:off x="4551045" y="280517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8004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7242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Latin America</a:t>
            </a:r>
          </a:p>
        </p:txBody>
      </p:sp>
      <p:sp>
        <p:nvSpPr>
          <p:cNvPr id="27" name="BPS Value 3"/>
          <p:cNvSpPr txBox="1"/>
          <p:nvPr/>
        </p:nvSpPr>
        <p:spPr>
          <a:xfrm>
            <a:off x="6305550" y="2786126"/>
            <a:ext cx="514350" cy="123825"/>
          </a:xfrm>
          <a:prstGeom prst="rect">
            <a:avLst/>
          </a:prstGeom>
          <a:noFill/>
        </p:spPr>
        <p:txBody>
          <a:bodyPr wrap="none" lIns="0" rIns="0" tIns="0" bIns="0" anchor="ctr">
            <a:spAutoFit/>
          </a:bodyPr>
          <a:lstStyle/>
          <a:p>
            <a:pPr algn="r"/>
            <a:r>
              <a:rPr sz="900" b="1">
                <a:solidFill>
                  <a:srgbClr val="2E7D32"/>
                </a:solidFill>
                <a:latin typeface="Calibri"/>
              </a:rPr>
              <a:t>+148</a:t>
            </a:r>
          </a:p>
        </p:txBody>
      </p:sp>
      <p:sp>
        <p:nvSpPr>
          <p:cNvPr id="28" name="FMI Legend Chip"/>
          <p:cNvSpPr/>
          <p:nvPr/>
        </p:nvSpPr>
        <p:spPr>
          <a:xfrm>
            <a:off x="4551045" y="416725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41624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408629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Brazil</a:t>
            </a:r>
          </a:p>
        </p:txBody>
      </p:sp>
      <p:sp>
        <p:nvSpPr>
          <p:cNvPr id="31" name="BPS Value 4"/>
          <p:cNvSpPr txBox="1"/>
          <p:nvPr/>
        </p:nvSpPr>
        <p:spPr>
          <a:xfrm>
            <a:off x="6305550" y="4148202"/>
            <a:ext cx="514350" cy="123825"/>
          </a:xfrm>
          <a:prstGeom prst="rect">
            <a:avLst/>
          </a:prstGeom>
          <a:noFill/>
        </p:spPr>
        <p:txBody>
          <a:bodyPr wrap="none" lIns="0" rIns="0" tIns="0" bIns="0" anchor="ctr">
            <a:spAutoFit/>
          </a:bodyPr>
          <a:lstStyle/>
          <a:p>
            <a:pPr algn="r"/>
            <a:r>
              <a:rPr sz="900" b="1">
                <a:solidFill>
                  <a:srgbClr val="E44D3A"/>
                </a:solidFill>
                <a:latin typeface="Calibri"/>
              </a:rPr>
              <a:t>-177</a:t>
            </a:r>
          </a:p>
        </p:txBody>
      </p:sp>
      <p:sp>
        <p:nvSpPr>
          <p:cNvPr id="32" name="Rounded Rectangle 3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4" name="Rectangle 3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98 BPS and accounting for 67.1% share by 2036.</a:t>
            </a:r>
          </a:p>
        </p:txBody>
      </p:sp>
      <p:sp>
        <p:nvSpPr>
          <p:cNvPr id="36" name="Rounded Rectangle 3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1,350</a:t>
            </a:r>
          </a:p>
        </p:txBody>
      </p:sp>
      <p:sp>
        <p:nvSpPr>
          <p:cNvPr id="37" name="Rounded Rectangle 3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2,815</a:t>
            </a:r>
          </a:p>
        </p:txBody>
      </p:sp>
      <p:sp>
        <p:nvSpPr>
          <p:cNvPr id="38" name="Rounded Rectangle 3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7.6%</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(Mn Units)</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Volume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2.4X higher volume than Mexico in 2036. Among hair styling products by country, Colombia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Brazil is expected to dominate the market, losing 152 BPS and accounting for 63.8%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Size, By Country (US$ Mn)</a:t>
            </a:r>
          </a:p>
        </p:txBody>
      </p:sp>
      <p:graphicFrame>
        <p:nvGraphicFramePr>
          <p:cNvPr id="13" name="Table 12"/>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1520376"/>
                <a:gridCol w="609813"/>
                <a:gridCol w="609813"/>
                <a:gridCol w="609813"/>
                <a:gridCol w="609813"/>
                <a:gridCol w="609813"/>
                <a:gridCol w="609813"/>
                <a:gridCol w="609813"/>
                <a:gridCol w="609813"/>
                <a:gridCol w="609813"/>
                <a:gridCol w="609813"/>
                <a:gridCol w="609813"/>
                <a:gridCol w="609813"/>
                <a:gridCol w="609813"/>
                <a:gridCol w="609813"/>
                <a:gridCol w="609813"/>
                <a:gridCol w="609813"/>
                <a:gridCol w="60981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Share Read-out, By Country</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Brazil hair styling products market is projected to register 2.6X higher value than Mexico in 2036. Among hair styling products by country, Colombia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country, Brazil is expected to dominate the market, losing 98 BPS and accounting for 67.1%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9E7E0A"/>
                </a:solidFill>
                <a:latin typeface="Calibri"/>
              </a:rPr>
              <a:t>■  </a:t>
            </a:r>
            <a:r>
              <a:rPr sz="750">
                <a:solidFill>
                  <a:srgbClr val="2E2E2E"/>
                </a:solidFill>
                <a:latin typeface="Calibri"/>
              </a:rPr>
              <a:t>   Rest of Latin America</a:t>
            </a:r>
          </a:p>
          <a:p>
            <a:pPr>
              <a:spcBef>
                <a:spcPts val="500"/>
              </a:spcBef>
            </a:pPr>
            <a:r>
              <a:rPr sz="900">
                <a:solidFill>
                  <a:srgbClr val="008189"/>
                </a:solidFill>
                <a:latin typeface="Calibri"/>
              </a:rPr>
              <a:t>■  </a:t>
            </a:r>
            <a:r>
              <a:rPr sz="750">
                <a:solidFill>
                  <a:srgbClr val="2E2E2E"/>
                </a:solidFill>
                <a:latin typeface="Calibri"/>
              </a:rPr>
              <a:t>   Mexico</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Brazil</a:t>
            </a:r>
          </a:p>
          <a:p>
            <a:pPr>
              <a:spcBef>
                <a:spcPts val="500"/>
              </a:spcBef>
            </a:pPr>
            <a:r>
              <a:rPr sz="900">
                <a:solidFill>
                  <a:srgbClr val="008189"/>
                </a:solidFill>
                <a:latin typeface="Calibri"/>
              </a:rPr>
              <a:t>■  </a:t>
            </a:r>
            <a:r>
              <a:rPr sz="750">
                <a:solidFill>
                  <a:srgbClr val="2E2E2E"/>
                </a:solidFill>
                <a:latin typeface="Calibri"/>
              </a:rPr>
              <a:t>   Rest of Latin America</a:t>
            </a:r>
          </a:p>
          <a:p>
            <a:pPr>
              <a:spcBef>
                <a:spcPts val="500"/>
              </a:spcBef>
            </a:pPr>
            <a:r>
              <a:rPr sz="900">
                <a:solidFill>
                  <a:srgbClr val="9E7E0A"/>
                </a:solidFill>
                <a:latin typeface="Calibri"/>
              </a:rPr>
              <a:t>■  </a:t>
            </a:r>
            <a:r>
              <a:rPr sz="750">
                <a:solidFill>
                  <a:srgbClr val="2E2E2E"/>
                </a:solidFill>
                <a:latin typeface="Calibri"/>
              </a:rPr>
              <a:t>   Mexico</a:t>
            </a:r>
          </a:p>
          <a:p>
            <a:pPr>
              <a:spcBef>
                <a:spcPts val="500"/>
              </a:spcBef>
            </a:pPr>
            <a:r>
              <a:rPr sz="900">
                <a:solidFill>
                  <a:srgbClr val="40315E"/>
                </a:solidFill>
                <a:latin typeface="Calibri"/>
              </a:rPr>
              <a:t>■  </a:t>
            </a:r>
            <a:r>
              <a:rPr sz="750">
                <a:solidFill>
                  <a:srgbClr val="2E2E2E"/>
                </a:solidFill>
                <a:latin typeface="Calibri"/>
              </a:rPr>
              <a:t>   Colombia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Hair Styling Products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Latin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market by country  ·  2036 (US$ Mn)  ·  tile size = market value</a:t>
            </a:r>
          </a:p>
        </p:txBody>
      </p:sp>
      <p:sp>
        <p:nvSpPr>
          <p:cNvPr id="13" name="Rectangle 12"/>
          <p:cNvSpPr/>
          <p:nvPr/>
        </p:nvSpPr>
        <p:spPr>
          <a:xfrm>
            <a:off x="238125" y="1266825"/>
            <a:ext cx="78622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1,477</a:t>
            </a:r>
          </a:p>
        </p:txBody>
      </p:sp>
      <p:sp>
        <p:nvSpPr>
          <p:cNvPr id="14" name="Rectangle 13"/>
          <p:cNvSpPr/>
          <p:nvPr/>
        </p:nvSpPr>
        <p:spPr>
          <a:xfrm>
            <a:off x="8100357" y="1266825"/>
            <a:ext cx="3853518" cy="409800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Mexico</a:t>
            </a:r>
          </a:p>
          <a:p>
            <a:pPr algn="ctr"/>
            <a:r>
              <a:rPr sz="1100" b="0">
                <a:solidFill>
                  <a:srgbClr val="FFFFFF"/>
                </a:solidFill>
                <a:latin typeface="Calibri"/>
              </a:rPr>
              <a:t>559</a:t>
            </a:r>
          </a:p>
        </p:txBody>
      </p:sp>
      <p:sp>
        <p:nvSpPr>
          <p:cNvPr id="15" name="Rectangle 14"/>
          <p:cNvSpPr/>
          <p:nvPr/>
        </p:nvSpPr>
        <p:spPr>
          <a:xfrm>
            <a:off x="8100357" y="5364827"/>
            <a:ext cx="3853518" cy="120742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Colombia</a:t>
            </a:r>
          </a:p>
          <a:p>
            <a:pPr algn="ctr"/>
            <a:r>
              <a:rPr sz="1100" b="0">
                <a:solidFill>
                  <a:srgbClr val="FFFFFF"/>
                </a:solidFill>
                <a:latin typeface="Calibri"/>
              </a:rPr>
              <a:t>165</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Latin America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268.9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604.2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212.0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431.4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190.7</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384.7</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168.8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416.7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155 BPS and accounting for 21.5%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1.4X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20% of 2026 value · 8.4%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16%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Creams and Lotions: </a:t>
            </a:r>
            <a:r>
              <a:rPr sz="1100" b="0">
                <a:solidFill>
                  <a:srgbClr val="2E2E2E"/>
                </a:solidFill>
                <a:latin typeface="Calibri"/>
              </a:rPr>
              <a:t>14% of 2026 value · 7.3%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9.5%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145.3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257.9</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5.9%</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139.9</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257.7</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6.3%</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130.6</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291.3</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8.4%</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94.2</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171.6</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11% of 2026 value · 5.9%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10% of 2026 value · 6.3%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8.4%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6.2%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sticks and balms are expected to be the two most attractive product format segments in the Latin America hair styling products market in terms of value over the forecast period. Styling serums and oils and sticks and balms exhibit a CAGR index of 110.6 and 124.0 and a market share index of 159.3 and 100.0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1.4X higher value than waxes, clays, pastes and pomades segment in 2036. Among hair styling products by product format, sticks and balms segment is expected to witness the highest CAGR of 9.5%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155 BPS and accounting for 21.5% share by 2036. The sprays and mists segment is expected to lose 160 BPS over the forecast period to account for 9.2%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062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586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96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1575"/>
            <a:ext cx="514350" cy="123825"/>
          </a:xfrm>
          <a:prstGeom prst="rect">
            <a:avLst/>
          </a:prstGeom>
          <a:noFill/>
        </p:spPr>
        <p:txBody>
          <a:bodyPr wrap="none" lIns="0" rIns="0" tIns="0" bIns="0" anchor="ctr">
            <a:spAutoFit/>
          </a:bodyPr>
          <a:lstStyle/>
          <a:p>
            <a:pPr algn="r"/>
            <a:r>
              <a:rPr sz="900" b="1">
                <a:solidFill>
                  <a:srgbClr val="E44D3A"/>
                </a:solidFill>
                <a:latin typeface="Calibri"/>
              </a:rPr>
              <a:t>-88</a:t>
            </a:r>
          </a:p>
        </p:txBody>
      </p:sp>
      <p:sp>
        <p:nvSpPr>
          <p:cNvPr id="20" name="FMI Legend Chip"/>
          <p:cNvSpPr/>
          <p:nvPr/>
        </p:nvSpPr>
        <p:spPr>
          <a:xfrm>
            <a:off x="4928997" y="215925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544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82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40207"/>
            <a:ext cx="514350" cy="123825"/>
          </a:xfrm>
          <a:prstGeom prst="rect">
            <a:avLst/>
          </a:prstGeom>
          <a:noFill/>
        </p:spPr>
        <p:txBody>
          <a:bodyPr wrap="none" lIns="0" rIns="0" tIns="0" bIns="0" anchor="ctr">
            <a:spAutoFit/>
          </a:bodyPr>
          <a:lstStyle/>
          <a:p>
            <a:pPr algn="r"/>
            <a:r>
              <a:rPr sz="900" b="1">
                <a:solidFill>
                  <a:srgbClr val="E44D3A"/>
                </a:solidFill>
                <a:latin typeface="Calibri"/>
              </a:rPr>
              <a:t>-120</a:t>
            </a:r>
          </a:p>
        </p:txBody>
      </p:sp>
      <p:sp>
        <p:nvSpPr>
          <p:cNvPr id="24" name="FMI Legend Chip"/>
          <p:cNvSpPr/>
          <p:nvPr/>
        </p:nvSpPr>
        <p:spPr>
          <a:xfrm>
            <a:off x="4928997" y="257790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31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969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58851"/>
            <a:ext cx="514350" cy="123825"/>
          </a:xfrm>
          <a:prstGeom prst="rect">
            <a:avLst/>
          </a:prstGeom>
          <a:noFill/>
        </p:spPr>
        <p:txBody>
          <a:bodyPr wrap="none" lIns="0" rIns="0" tIns="0" bIns="0" anchor="ctr">
            <a:spAutoFit/>
          </a:bodyPr>
          <a:lstStyle/>
          <a:p>
            <a:pPr algn="r"/>
            <a:r>
              <a:rPr sz="900" b="1">
                <a:solidFill>
                  <a:srgbClr val="E44D3A"/>
                </a:solidFill>
                <a:latin typeface="Calibri"/>
              </a:rPr>
              <a:t>-160</a:t>
            </a:r>
          </a:p>
        </p:txBody>
      </p:sp>
      <p:sp>
        <p:nvSpPr>
          <p:cNvPr id="28" name="FMI Legend Chip"/>
          <p:cNvSpPr/>
          <p:nvPr/>
        </p:nvSpPr>
        <p:spPr>
          <a:xfrm>
            <a:off x="4928997" y="302378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190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428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04735"/>
            <a:ext cx="514350" cy="123825"/>
          </a:xfrm>
          <a:prstGeom prst="rect">
            <a:avLst/>
          </a:prstGeom>
          <a:noFill/>
        </p:spPr>
        <p:txBody>
          <a:bodyPr wrap="none" lIns="0" rIns="0" tIns="0" bIns="0" anchor="ctr">
            <a:spAutoFit/>
          </a:bodyPr>
          <a:lstStyle/>
          <a:p>
            <a:pPr algn="r"/>
            <a:r>
              <a:rPr sz="900" b="1">
                <a:solidFill>
                  <a:srgbClr val="2E7D32"/>
                </a:solidFill>
                <a:latin typeface="Calibri"/>
              </a:rPr>
              <a:t>+68</a:t>
            </a:r>
          </a:p>
        </p:txBody>
      </p:sp>
      <p:sp>
        <p:nvSpPr>
          <p:cNvPr id="32" name="FMI Legend Chip"/>
          <p:cNvSpPr/>
          <p:nvPr/>
        </p:nvSpPr>
        <p:spPr>
          <a:xfrm>
            <a:off x="4928997" y="357266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5678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4916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53611"/>
            <a:ext cx="514350" cy="123825"/>
          </a:xfrm>
          <a:prstGeom prst="rect">
            <a:avLst/>
          </a:prstGeom>
          <a:noFill/>
        </p:spPr>
        <p:txBody>
          <a:bodyPr wrap="none" lIns="0" rIns="0" tIns="0" bIns="0" anchor="ctr">
            <a:spAutoFit/>
          </a:bodyPr>
          <a:lstStyle/>
          <a:p>
            <a:pPr algn="r"/>
            <a:r>
              <a:rPr sz="900" b="1">
                <a:solidFill>
                  <a:srgbClr val="E44D3A"/>
                </a:solidFill>
                <a:latin typeface="Calibri"/>
              </a:rPr>
              <a:t>-46</a:t>
            </a:r>
          </a:p>
        </p:txBody>
      </p:sp>
      <p:sp>
        <p:nvSpPr>
          <p:cNvPr id="36" name="FMI Legend Chip"/>
          <p:cNvSpPr/>
          <p:nvPr/>
        </p:nvSpPr>
        <p:spPr>
          <a:xfrm>
            <a:off x="4928997" y="42234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186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424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04354"/>
            <a:ext cx="514350" cy="123825"/>
          </a:xfrm>
          <a:prstGeom prst="rect">
            <a:avLst/>
          </a:prstGeom>
          <a:noFill/>
        </p:spPr>
        <p:txBody>
          <a:bodyPr wrap="none" lIns="0" rIns="0" tIns="0" bIns="0" anchor="ctr">
            <a:spAutoFit/>
          </a:bodyPr>
          <a:lstStyle/>
          <a:p>
            <a:pPr algn="r"/>
            <a:r>
              <a:rPr sz="900" b="1">
                <a:solidFill>
                  <a:srgbClr val="2E7D32"/>
                </a:solidFill>
                <a:latin typeface="Calibri"/>
              </a:rPr>
              <a:t>+230</a:t>
            </a:r>
          </a:p>
        </p:txBody>
      </p:sp>
      <p:sp>
        <p:nvSpPr>
          <p:cNvPr id="40" name="FMI Legend Chip"/>
          <p:cNvSpPr/>
          <p:nvPr/>
        </p:nvSpPr>
        <p:spPr>
          <a:xfrm>
            <a:off x="4928997" y="49120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073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311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893023"/>
            <a:ext cx="514350" cy="123825"/>
          </a:xfrm>
          <a:prstGeom prst="rect">
            <a:avLst/>
          </a:prstGeom>
          <a:noFill/>
        </p:spPr>
        <p:txBody>
          <a:bodyPr wrap="none" lIns="0" rIns="0" tIns="0" bIns="0" anchor="ctr">
            <a:spAutoFit/>
          </a:bodyPr>
          <a:lstStyle/>
          <a:p>
            <a:pPr algn="r"/>
            <a:r>
              <a:rPr sz="900" b="1">
                <a:solidFill>
                  <a:srgbClr val="E44D3A"/>
                </a:solidFill>
                <a:latin typeface="Calibri"/>
              </a:rPr>
              <a:t>-38</a:t>
            </a:r>
          </a:p>
        </p:txBody>
      </p:sp>
      <p:sp>
        <p:nvSpPr>
          <p:cNvPr id="44" name="FMI Legend Chip"/>
          <p:cNvSpPr/>
          <p:nvPr/>
        </p:nvSpPr>
        <p:spPr>
          <a:xfrm>
            <a:off x="4928997" y="57530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482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720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33954"/>
            <a:ext cx="514350" cy="123825"/>
          </a:xfrm>
          <a:prstGeom prst="rect">
            <a:avLst/>
          </a:prstGeom>
          <a:noFill/>
        </p:spPr>
        <p:txBody>
          <a:bodyPr wrap="none" lIns="0" rIns="0" tIns="0" bIns="0" anchor="ctr">
            <a:spAutoFit/>
          </a:bodyPr>
          <a:lstStyle/>
          <a:p>
            <a:pPr algn="r"/>
            <a:r>
              <a:rPr sz="900" b="1">
                <a:solidFill>
                  <a:srgbClr val="2E7D32"/>
                </a:solidFill>
                <a:latin typeface="Calibri"/>
              </a:rPr>
              <a:t>+155</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155 BPS and accounting for 21.5% share by 2036.</a:t>
            </a:r>
          </a:p>
          <a:p>
            <a:pPr algn="l">
              <a:lnSpc>
                <a:spcPct val="110000"/>
              </a:lnSpc>
              <a:spcBef>
                <a:spcPts val="0"/>
              </a:spcBef>
              <a:spcAft>
                <a:spcPts val="500"/>
              </a:spcAft>
            </a:pPr>
            <a:r>
              <a:rPr sz="1150" b="0">
                <a:solidFill>
                  <a:srgbClr val="2E2E2E"/>
                </a:solidFill>
                <a:latin typeface="Calibri"/>
              </a:rPr>
              <a:t>The sprays and mists segment is expected to lose 160 BPS over the forecast period to account for 9.2%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300.0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619.9</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282.9</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556.4</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272.5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625.3</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255.9</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564.2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239.1</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449.7</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8.7% over the forecast period. In terms of value share by hold level, the light or flexible hold segment is expected to dominate the market, gaining 203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8.2%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6.5%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7.6%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Latin America hair styling products market in terms of value over the forecast period. Light or flexible hold and medium hold exhibit a CAGR index of 113.6 and 98.7 and a market share index of 100.9 and 111.1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US$ 352.8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US$ 319.9 Mn for the overall hair styling products market from 2026 to 2036. The no hold segment is expected to create an incremental opportunity of US$ 308.4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8.7%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203 BPS and accounting for 22.2% share by 2036. The extra-strong hold segment is expected to lose 174 BPS over the forecast period to account for 16.0%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64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64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54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7361"/>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5337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86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24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4327"/>
            <a:ext cx="514350" cy="123825"/>
          </a:xfrm>
          <a:prstGeom prst="rect">
            <a:avLst/>
          </a:prstGeom>
          <a:noFill/>
        </p:spPr>
        <p:txBody>
          <a:bodyPr wrap="none" lIns="0" rIns="0" tIns="0" bIns="0" anchor="ctr">
            <a:spAutoFit/>
          </a:bodyPr>
          <a:lstStyle/>
          <a:p>
            <a:pPr algn="r"/>
            <a:r>
              <a:rPr sz="900" b="1">
                <a:solidFill>
                  <a:srgbClr val="E44D3A"/>
                </a:solidFill>
                <a:latin typeface="Calibri"/>
              </a:rPr>
              <a:t>-119</a:t>
            </a:r>
          </a:p>
        </p:txBody>
      </p:sp>
      <p:sp>
        <p:nvSpPr>
          <p:cNvPr id="24" name="FMI Legend Chip"/>
          <p:cNvSpPr/>
          <p:nvPr/>
        </p:nvSpPr>
        <p:spPr>
          <a:xfrm>
            <a:off x="4928997" y="37633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86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24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4312"/>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28" name="FMI Legend Chip"/>
          <p:cNvSpPr/>
          <p:nvPr/>
        </p:nvSpPr>
        <p:spPr>
          <a:xfrm>
            <a:off x="4928997" y="47248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201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39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581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32" name="FMI Legend Chip"/>
          <p:cNvSpPr/>
          <p:nvPr/>
        </p:nvSpPr>
        <p:spPr>
          <a:xfrm>
            <a:off x="4928997" y="573591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115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9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863"/>
            <a:ext cx="514350" cy="123825"/>
          </a:xfrm>
          <a:prstGeom prst="rect">
            <a:avLst/>
          </a:prstGeom>
          <a:noFill/>
        </p:spPr>
        <p:txBody>
          <a:bodyPr wrap="none" lIns="0" rIns="0" tIns="0" bIns="0" anchor="ctr">
            <a:spAutoFit/>
          </a:bodyPr>
          <a:lstStyle/>
          <a:p>
            <a:pPr algn="r"/>
            <a:r>
              <a:rPr sz="900" b="1">
                <a:solidFill>
                  <a:srgbClr val="2E7D32"/>
                </a:solidFill>
                <a:latin typeface="Calibri"/>
              </a:rPr>
              <a:t>+203</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8.7% over the forecast period. In terms of value share by hold level, the light or flexible hold segment is expected to dominate the market, gaining 203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491.1</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1,083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434.7</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855.3</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424.5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877.4</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8.2% over the forecast period. In terms of value share by finish, the glossy or wet-look segment is expected to dominate the market, gaining 209 BPS and accounting for 38.5% share by 2036.</a:t>
            </a:r>
          </a:p>
          <a:p>
            <a:pPr algn="l">
              <a:lnSpc>
                <a:spcPct val="110000"/>
              </a:lnSpc>
              <a:spcBef>
                <a:spcPts val="0"/>
              </a:spcBef>
              <a:spcAft>
                <a:spcPts val="500"/>
              </a:spcAft>
            </a:pPr>
            <a:r>
              <a:rPr sz="1100" b="0">
                <a:solidFill>
                  <a:srgbClr val="2E2E2E"/>
                </a:solidFill>
                <a:latin typeface="Calibri"/>
              </a:rPr>
              <a:t>Glossy or wet-look segment is projected to register 1.2X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Glossy or Wet-look: </a:t>
            </a:r>
            <a:r>
              <a:rPr sz="1100" b="0">
                <a:solidFill>
                  <a:srgbClr val="2E2E2E"/>
                </a:solidFill>
                <a:latin typeface="Calibri"/>
              </a:rPr>
              <a:t>36%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32% of 2026 value · 7.0%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31%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7.6%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Latin America hair styling products market in terms of value over the forecast period. Glossy or wet-look and matte exhibit a CAGR index of 107.9 and 98.8 and a market share index of 109.1 and 94.3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2.2X in terms of value as compared to 2026. The glossy or wet-look segment is expected to create an incremental opportunity of US$ 591.6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US$ 452.9 Mn for the overall hair styling products market from 2026 to 2036. The natural segment is expected to create an incremental opportunity of US$ 420.6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1.2X higher value than matte segment in 2036. Among hair styling products by finish, glossy or wet-look segment is expected to witness the highest CAGR of 8.2%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209 BPS and accounting for 38.5% share by 2036. The natural segment is expected to lose 181 BPS over the forecast period to account for 30.4%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6577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610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2848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46729"/>
            <a:ext cx="514350" cy="123825"/>
          </a:xfrm>
          <a:prstGeom prst="rect">
            <a:avLst/>
          </a:prstGeom>
          <a:noFill/>
        </p:spPr>
        <p:txBody>
          <a:bodyPr wrap="none" lIns="0" rIns="0" tIns="0" bIns="0" anchor="ctr">
            <a:spAutoFit/>
          </a:bodyPr>
          <a:lstStyle/>
          <a:p>
            <a:pPr algn="r"/>
            <a:r>
              <a:rPr sz="900" b="1">
                <a:solidFill>
                  <a:srgbClr val="E44D3A"/>
                </a:solidFill>
                <a:latin typeface="Calibri"/>
              </a:rPr>
              <a:t>-181</a:t>
            </a:r>
          </a:p>
        </p:txBody>
      </p:sp>
      <p:sp>
        <p:nvSpPr>
          <p:cNvPr id="20" name="FMI Legend Chip"/>
          <p:cNvSpPr/>
          <p:nvPr/>
        </p:nvSpPr>
        <p:spPr>
          <a:xfrm>
            <a:off x="4928997" y="377279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7680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6918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53746"/>
            <a:ext cx="514350" cy="123825"/>
          </a:xfrm>
          <a:prstGeom prst="rect">
            <a:avLst/>
          </a:prstGeom>
          <a:noFill/>
        </p:spPr>
        <p:txBody>
          <a:bodyPr wrap="none" lIns="0" rIns="0" tIns="0" bIns="0" anchor="ctr">
            <a:spAutoFit/>
          </a:bodyPr>
          <a:lstStyle/>
          <a:p>
            <a:pPr algn="r"/>
            <a:r>
              <a:rPr sz="900" b="1">
                <a:solidFill>
                  <a:srgbClr val="E44D3A"/>
                </a:solidFill>
                <a:latin typeface="Calibri"/>
              </a:rPr>
              <a:t>-27</a:t>
            </a:r>
          </a:p>
        </p:txBody>
      </p:sp>
      <p:sp>
        <p:nvSpPr>
          <p:cNvPr id="24" name="FMI Legend Chip"/>
          <p:cNvSpPr/>
          <p:nvPr/>
        </p:nvSpPr>
        <p:spPr>
          <a:xfrm>
            <a:off x="4928997" y="5364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3597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2835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45414"/>
            <a:ext cx="514350" cy="123825"/>
          </a:xfrm>
          <a:prstGeom prst="rect">
            <a:avLst/>
          </a:prstGeom>
          <a:noFill/>
        </p:spPr>
        <p:txBody>
          <a:bodyPr wrap="none" lIns="0" rIns="0" tIns="0" bIns="0" anchor="ctr">
            <a:spAutoFit/>
          </a:bodyPr>
          <a:lstStyle/>
          <a:p>
            <a:pPr algn="r"/>
            <a:r>
              <a:rPr sz="900" b="1">
                <a:solidFill>
                  <a:srgbClr val="2E7D32"/>
                </a:solidFill>
                <a:latin typeface="Calibri"/>
              </a:rPr>
              <a:t>+209</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8.2% over the forecast period. In terms of value share by finish, the glossy or wet-look segment is expected to dominate the market, gaining 209 BPS and accounting for 38.5% share by 2036.</a:t>
            </a:r>
          </a:p>
          <a:p>
            <a:pPr algn="l">
              <a:lnSpc>
                <a:spcPct val="110000"/>
              </a:lnSpc>
              <a:spcBef>
                <a:spcPts val="0"/>
              </a:spcBef>
              <a:spcAft>
                <a:spcPts val="500"/>
              </a:spcAft>
            </a:pPr>
            <a:r>
              <a:rPr sz="1150" b="0">
                <a:solidFill>
                  <a:srgbClr val="2E2E2E"/>
                </a:solidFill>
                <a:latin typeface="Calibri"/>
              </a:rPr>
              <a:t>The natural segment is expected to lose 181 BPS over the forecast period to account for 30.4%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296.3</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549.2</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252.9</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515.6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220.7</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524.3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9.0% over the forecast period. In terms of value share by distribution channel, the mass retail segment is expected to dominate the market, losing 244 BPS and accounting for 19.5% share by 2036.</a:t>
            </a:r>
          </a:p>
          <a:p>
            <a:pPr algn="l">
              <a:lnSpc>
                <a:spcPct val="110000"/>
              </a:lnSpc>
              <a:spcBef>
                <a:spcPts val="0"/>
              </a:spcBef>
              <a:spcAft>
                <a:spcPts val="500"/>
              </a:spcAft>
            </a:pPr>
            <a:r>
              <a:rPr sz="1100" b="0">
                <a:solidFill>
                  <a:srgbClr val="2E2E2E"/>
                </a:solidFill>
                <a:latin typeface="Calibri"/>
              </a:rPr>
              <a:t>Mass retail segment is projected to register 1.0X higher value than online marketplaces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22%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16% of 2026 value · 9.0%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7.6%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208.8</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446.5</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205.8</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401.3</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165.8</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378.6</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8.6%</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7.9%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6.9%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8.6%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mass retail are expected to be the two most attractive distribution channel segments in the Latin America hair styling products market in terms of value over the forecast period. Online marketplaces and mass retail exhibit a CAGR index of 118.6 and 83.5 and a market share index of 98.0 and 131.7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US$ 303.7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US$ 262.7 Mn for the overall hair styling products market from 2026 to 2036. The mass retail segment is expected to create an incremental opportunity of US$ 252.9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Mass retail segment is projected to register 1.0X higher value than online marketplaces segment in 2036. 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mass retail segment is expected to dominate the market, losing 244 BPS and accounting for 19.5%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868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3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77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9631"/>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20" name="FMI Legend Chip"/>
          <p:cNvSpPr/>
          <p:nvPr/>
        </p:nvSpPr>
        <p:spPr>
          <a:xfrm>
            <a:off x="4928997" y="261195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071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309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92901"/>
            <a:ext cx="514350" cy="123825"/>
          </a:xfrm>
          <a:prstGeom prst="rect">
            <a:avLst/>
          </a:prstGeom>
          <a:noFill/>
        </p:spPr>
        <p:txBody>
          <a:bodyPr wrap="none" lIns="0" rIns="0" tIns="0" bIns="0" anchor="ctr">
            <a:spAutoFit/>
          </a:bodyPr>
          <a:lstStyle/>
          <a:p>
            <a:pPr algn="r"/>
            <a:r>
              <a:rPr sz="900" b="1">
                <a:solidFill>
                  <a:srgbClr val="E44D3A"/>
                </a:solidFill>
                <a:latin typeface="Calibri"/>
              </a:rPr>
              <a:t>-99</a:t>
            </a:r>
          </a:p>
        </p:txBody>
      </p:sp>
      <p:sp>
        <p:nvSpPr>
          <p:cNvPr id="24" name="FMI Legend Chip"/>
          <p:cNvSpPr/>
          <p:nvPr/>
        </p:nvSpPr>
        <p:spPr>
          <a:xfrm>
            <a:off x="4928997" y="330035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9559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193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81308"/>
            <a:ext cx="514350" cy="123825"/>
          </a:xfrm>
          <a:prstGeom prst="rect">
            <a:avLst/>
          </a:prstGeom>
          <a:noFill/>
        </p:spPr>
        <p:txBody>
          <a:bodyPr wrap="none" lIns="0" rIns="0" tIns="0" bIns="0" anchor="ctr">
            <a:spAutoFit/>
          </a:bodyPr>
          <a:lstStyle/>
          <a:p>
            <a:pPr algn="r"/>
            <a:r>
              <a:rPr sz="900" b="1">
                <a:solidFill>
                  <a:srgbClr val="2E7D32"/>
                </a:solidFill>
                <a:latin typeface="Calibri"/>
              </a:rPr>
              <a:t>+39</a:t>
            </a:r>
          </a:p>
        </p:txBody>
      </p:sp>
      <p:sp>
        <p:nvSpPr>
          <p:cNvPr id="28" name="FMI Legend Chip"/>
          <p:cNvSpPr/>
          <p:nvPr/>
        </p:nvSpPr>
        <p:spPr>
          <a:xfrm>
            <a:off x="4928997" y="408159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768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006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1" name="BPS Value 4"/>
          <p:cNvSpPr txBox="1"/>
          <p:nvPr/>
        </p:nvSpPr>
        <p:spPr>
          <a:xfrm>
            <a:off x="6896100" y="4062544"/>
            <a:ext cx="514350" cy="123825"/>
          </a:xfrm>
          <a:prstGeom prst="rect">
            <a:avLst/>
          </a:prstGeom>
          <a:noFill/>
        </p:spPr>
        <p:txBody>
          <a:bodyPr wrap="none" lIns="0" rIns="0" tIns="0" bIns="0" anchor="ctr">
            <a:spAutoFit/>
          </a:bodyPr>
          <a:lstStyle/>
          <a:p>
            <a:pPr algn="r"/>
            <a:r>
              <a:rPr sz="900" b="1">
                <a:solidFill>
                  <a:srgbClr val="E44D3A"/>
                </a:solidFill>
                <a:latin typeface="Calibri"/>
              </a:rPr>
              <a:t>-42</a:t>
            </a:r>
          </a:p>
        </p:txBody>
      </p:sp>
      <p:sp>
        <p:nvSpPr>
          <p:cNvPr id="32" name="FMI Legend Chip"/>
          <p:cNvSpPr/>
          <p:nvPr/>
        </p:nvSpPr>
        <p:spPr>
          <a:xfrm>
            <a:off x="4928997" y="492602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9212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450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5" name="BPS Value 5"/>
          <p:cNvSpPr txBox="1"/>
          <p:nvPr/>
        </p:nvSpPr>
        <p:spPr>
          <a:xfrm>
            <a:off x="6896100" y="4906978"/>
            <a:ext cx="514350" cy="123825"/>
          </a:xfrm>
          <a:prstGeom prst="rect">
            <a:avLst/>
          </a:prstGeom>
          <a:noFill/>
        </p:spPr>
        <p:txBody>
          <a:bodyPr wrap="none" lIns="0" rIns="0" tIns="0" bIns="0" anchor="ctr">
            <a:spAutoFit/>
          </a:bodyPr>
          <a:lstStyle/>
          <a:p>
            <a:pPr algn="r"/>
            <a:r>
              <a:rPr sz="900" b="1">
                <a:solidFill>
                  <a:srgbClr val="2E7D32"/>
                </a:solidFill>
                <a:latin typeface="Calibri"/>
              </a:rPr>
              <a:t>+228</a:t>
            </a:r>
          </a:p>
        </p:txBody>
      </p:sp>
      <p:sp>
        <p:nvSpPr>
          <p:cNvPr id="36" name="FMI Legend Chip"/>
          <p:cNvSpPr/>
          <p:nvPr/>
        </p:nvSpPr>
        <p:spPr>
          <a:xfrm>
            <a:off x="4928997" y="57977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57929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167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9" name="BPS Value 6"/>
          <p:cNvSpPr txBox="1"/>
          <p:nvPr/>
        </p:nvSpPr>
        <p:spPr>
          <a:xfrm>
            <a:off x="6896100" y="5778662"/>
            <a:ext cx="514350" cy="123825"/>
          </a:xfrm>
          <a:prstGeom prst="rect">
            <a:avLst/>
          </a:prstGeom>
          <a:noFill/>
        </p:spPr>
        <p:txBody>
          <a:bodyPr wrap="none" lIns="0" rIns="0" tIns="0" bIns="0" anchor="ctr">
            <a:spAutoFit/>
          </a:bodyPr>
          <a:lstStyle/>
          <a:p>
            <a:pPr algn="r"/>
            <a:r>
              <a:rPr sz="900" b="1">
                <a:solidFill>
                  <a:srgbClr val="E44D3A"/>
                </a:solidFill>
                <a:latin typeface="Calibri"/>
              </a:rPr>
              <a:t>-244</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mass retail segment is expected to dominate the market, losing 244 BPS and accounting for 19.5%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240.6</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525.3</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229.8</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547.1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9.1%</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193.8</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344.1</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5.9%</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178.0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404.3</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171.7</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352.6</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171.7</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335.0</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164.8</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307.0</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9.1% over the forecast period. In terms of value share by primary styling benefit, the curl definition segment is expected to dominate the market, gaining 241 BPS and accounting for 19.4% share by 2036.</a:t>
            </a:r>
          </a:p>
          <a:p>
            <a:pPr algn="l">
              <a:lnSpc>
                <a:spcPct val="110000"/>
              </a:lnSpc>
              <a:spcBef>
                <a:spcPts val="0"/>
              </a:spcBef>
              <a:spcAft>
                <a:spcPts val="500"/>
              </a:spcAft>
            </a:pPr>
            <a:r>
              <a:rPr sz="1100" b="0">
                <a:solidFill>
                  <a:srgbClr val="2E2E2E"/>
                </a:solidFill>
                <a:latin typeface="Calibri"/>
              </a:rPr>
              <a:t>Curl definition segment is projected to register 1.0X higher value than smoothing and frizz control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18%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Curl Definition: </a:t>
            </a:r>
            <a:r>
              <a:rPr sz="1100" b="0">
                <a:solidFill>
                  <a:srgbClr val="2E2E2E"/>
                </a:solidFill>
                <a:latin typeface="Calibri"/>
              </a:rPr>
              <a:t>17% of 2026 value · 9.1%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Hold and Shape: </a:t>
            </a:r>
            <a:r>
              <a:rPr sz="1100" b="0">
                <a:solidFill>
                  <a:srgbClr val="2E2E2E"/>
                </a:solidFill>
                <a:latin typeface="Calibri"/>
              </a:rPr>
              <a:t>14% of 2026 value · 5.9%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13% of 2026 value · 8.6%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13% of 2026 value · 7.5%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13%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7.6%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Latin America hair styling products market in terms of value over the forecast period. Curl definition and smoothing and frizz control exhibit a CAGR index of 118.9 and 106.5 and a market share index of 119.1 and 124.7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2.4X in terms of value as compared to 2026. The curl definition segment is expected to create an incremental opportunity of US$ 317.3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US$ 284.7 Mn for the overall hair styling products market from 2026 to 2036. The heat styling support segment is expected to create an incremental opportunity of US$ 226.3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 definition segment is projected to register 1.0X higher value than smoothing and frizz control segment in 2036. Among hair styling products by primary styling benefit, curl definition segment is expected to witness the highest CAGR of 9.1%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curl definition segment is expected to dominate the market, gaining 241 BPS and accounting for 19.4% share by 2036. The hold and shape segment is expected to lose 213 BPS over the forecast period to account for 12.2%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2054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157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95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901497"/>
            <a:ext cx="514350" cy="123825"/>
          </a:xfrm>
          <a:prstGeom prst="rect">
            <a:avLst/>
          </a:prstGeom>
          <a:noFill/>
        </p:spPr>
        <p:txBody>
          <a:bodyPr wrap="none" lIns="0" rIns="0" tIns="0" bIns="0" anchor="ctr">
            <a:spAutoFit/>
          </a:bodyPr>
          <a:lstStyle/>
          <a:p>
            <a:pPr algn="r"/>
            <a:r>
              <a:rPr sz="900" b="1">
                <a:solidFill>
                  <a:srgbClr val="E44D3A"/>
                </a:solidFill>
                <a:latin typeface="Calibri"/>
              </a:rPr>
              <a:t>-130</a:t>
            </a:r>
          </a:p>
        </p:txBody>
      </p:sp>
      <p:sp>
        <p:nvSpPr>
          <p:cNvPr id="20" name="FMI Legend Chip"/>
          <p:cNvSpPr/>
          <p:nvPr/>
        </p:nvSpPr>
        <p:spPr>
          <a:xfrm>
            <a:off x="4928997" y="244184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70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0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22793"/>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24" name="FMI Legend Chip"/>
          <p:cNvSpPr/>
          <p:nvPr/>
        </p:nvSpPr>
        <p:spPr>
          <a:xfrm>
            <a:off x="4928997" y="299326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9885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123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2974219"/>
            <a:ext cx="514350" cy="123825"/>
          </a:xfrm>
          <a:prstGeom prst="rect">
            <a:avLst/>
          </a:prstGeom>
          <a:noFill/>
        </p:spPr>
        <p:txBody>
          <a:bodyPr wrap="none" lIns="0" rIns="0" tIns="0" bIns="0" anchor="ctr">
            <a:spAutoFit/>
          </a:bodyPr>
          <a:lstStyle/>
          <a:p>
            <a:pPr algn="r"/>
            <a:r>
              <a:rPr sz="900" b="1">
                <a:solidFill>
                  <a:srgbClr val="E44D3A"/>
                </a:solidFill>
                <a:latin typeface="Calibri"/>
              </a:rPr>
              <a:t>-213</a:t>
            </a:r>
          </a:p>
        </p:txBody>
      </p:sp>
      <p:sp>
        <p:nvSpPr>
          <p:cNvPr id="28" name="FMI Legend Chip"/>
          <p:cNvSpPr/>
          <p:nvPr/>
        </p:nvSpPr>
        <p:spPr>
          <a:xfrm>
            <a:off x="4928997" y="355898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5542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4780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539939"/>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32" name="FMI Legend Chip"/>
          <p:cNvSpPr/>
          <p:nvPr/>
        </p:nvSpPr>
        <p:spPr>
          <a:xfrm>
            <a:off x="4928997" y="41736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1688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0926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154551"/>
            <a:ext cx="514350" cy="123825"/>
          </a:xfrm>
          <a:prstGeom prst="rect">
            <a:avLst/>
          </a:prstGeom>
          <a:noFill/>
        </p:spPr>
        <p:txBody>
          <a:bodyPr wrap="none" lIns="0" rIns="0" tIns="0" bIns="0" anchor="ctr">
            <a:spAutoFit/>
          </a:bodyPr>
          <a:lstStyle/>
          <a:p>
            <a:pPr algn="r"/>
            <a:r>
              <a:rPr sz="900" b="1">
                <a:solidFill>
                  <a:srgbClr val="2E7D32"/>
                </a:solidFill>
                <a:latin typeface="Calibri"/>
              </a:rPr>
              <a:t>+118</a:t>
            </a:r>
          </a:p>
        </p:txBody>
      </p:sp>
      <p:sp>
        <p:nvSpPr>
          <p:cNvPr id="36" name="FMI Legend Chip"/>
          <p:cNvSpPr/>
          <p:nvPr/>
        </p:nvSpPr>
        <p:spPr>
          <a:xfrm>
            <a:off x="4928997" y="49284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9237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8475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39" name="BPS Value 6"/>
          <p:cNvSpPr txBox="1"/>
          <p:nvPr/>
        </p:nvSpPr>
        <p:spPr>
          <a:xfrm>
            <a:off x="6896100" y="4909440"/>
            <a:ext cx="514350" cy="123825"/>
          </a:xfrm>
          <a:prstGeom prst="rect">
            <a:avLst/>
          </a:prstGeom>
          <a:noFill/>
        </p:spPr>
        <p:txBody>
          <a:bodyPr wrap="none" lIns="0" rIns="0" tIns="0" bIns="0" anchor="ctr">
            <a:spAutoFit/>
          </a:bodyPr>
          <a:lstStyle/>
          <a:p>
            <a:pPr algn="r"/>
            <a:r>
              <a:rPr sz="900" b="1">
                <a:solidFill>
                  <a:srgbClr val="2E7D32"/>
                </a:solidFill>
                <a:latin typeface="Calibri"/>
              </a:rPr>
              <a:t>+84</a:t>
            </a:r>
          </a:p>
        </p:txBody>
      </p:sp>
      <p:sp>
        <p:nvSpPr>
          <p:cNvPr id="40" name="FMI Legend Chip"/>
          <p:cNvSpPr/>
          <p:nvPr/>
        </p:nvSpPr>
        <p:spPr>
          <a:xfrm>
            <a:off x="4928997" y="579935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79459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183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43" name="BPS Value 7"/>
          <p:cNvSpPr txBox="1"/>
          <p:nvPr/>
        </p:nvSpPr>
        <p:spPr>
          <a:xfrm>
            <a:off x="6896100" y="5780303"/>
            <a:ext cx="514350" cy="123825"/>
          </a:xfrm>
          <a:prstGeom prst="rect">
            <a:avLst/>
          </a:prstGeom>
          <a:noFill/>
        </p:spPr>
        <p:txBody>
          <a:bodyPr wrap="none" lIns="0" rIns="0" tIns="0" bIns="0" anchor="ctr">
            <a:spAutoFit/>
          </a:bodyPr>
          <a:lstStyle/>
          <a:p>
            <a:pPr algn="r"/>
            <a:r>
              <a:rPr sz="900" b="1">
                <a:solidFill>
                  <a:srgbClr val="2E7D32"/>
                </a:solidFill>
                <a:latin typeface="Calibri"/>
              </a:rPr>
              <a:t>+241</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9.1% over the forecast period. In terms of value share by primary styling benefit, the curl definition segment is expected to dominate the market, gaining 241 BPS and accounting for 19.4% share by 2036.</a:t>
            </a:r>
          </a:p>
          <a:p>
            <a:pPr algn="l">
              <a:lnSpc>
                <a:spcPct val="110000"/>
              </a:lnSpc>
              <a:spcBef>
                <a:spcPts val="0"/>
              </a:spcBef>
              <a:spcAft>
                <a:spcPts val="500"/>
              </a:spcAft>
            </a:pPr>
            <a:r>
              <a:rPr sz="1150" b="0">
                <a:solidFill>
                  <a:srgbClr val="2E2E2E"/>
                </a:solidFill>
                <a:latin typeface="Calibri"/>
              </a:rPr>
              <a:t>The hold and shape segment is expected to lose 213 BPS over the forecast period to account for 12.2%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7DA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293.5</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644.6</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290.7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662.6</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266.5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525.4</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254.5</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477.5</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245.3</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505.4</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201 BPS and accounting for 23.5% share by 2036.</a:t>
            </a:r>
          </a:p>
          <a:p>
            <a:pPr algn="l">
              <a:lnSpc>
                <a:spcPct val="110000"/>
              </a:lnSpc>
              <a:spcBef>
                <a:spcPts val="0"/>
              </a:spcBef>
              <a:spcAft>
                <a:spcPts val="500"/>
              </a:spcAft>
            </a:pPr>
            <a:r>
              <a:rPr sz="1100" b="0">
                <a:solidFill>
                  <a:srgbClr val="2E2E2E"/>
                </a:solidFill>
                <a:latin typeface="Calibri"/>
              </a:rPr>
              <a:t>Coily hair segment is projected to register 1.0X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Curly Hair: </a:t>
            </a:r>
            <a:r>
              <a:rPr sz="1100" b="0">
                <a:solidFill>
                  <a:srgbClr val="2E2E2E"/>
                </a:solidFill>
                <a:latin typeface="Calibri"/>
              </a:rPr>
              <a:t>22%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Coily Hair: </a:t>
            </a:r>
            <a:r>
              <a:rPr sz="1100" b="0">
                <a:solidFill>
                  <a:srgbClr val="2E2E2E"/>
                </a:solidFill>
                <a:latin typeface="Calibri"/>
              </a:rPr>
              <a:t>22% of 2026 value · 8.6%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All Hair Types: </a:t>
            </a:r>
            <a:r>
              <a:rPr sz="1100" b="0">
                <a:solidFill>
                  <a:srgbClr val="2E2E2E"/>
                </a:solidFill>
                <a:latin typeface="Calibri"/>
              </a:rPr>
              <a:t>20% of 2026 value · 7.0%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Straight Hair: </a:t>
            </a:r>
            <a:r>
              <a:rPr sz="1100" b="0">
                <a:solidFill>
                  <a:srgbClr val="2E2E2E"/>
                </a:solidFill>
                <a:latin typeface="Calibri"/>
              </a:rPr>
              <a:t>19% of 2026 value · 6.5%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Wavy Hair: </a:t>
            </a:r>
            <a:r>
              <a:rPr sz="1100" b="0">
                <a:solidFill>
                  <a:srgbClr val="2E2E2E"/>
                </a:solidFill>
                <a:latin typeface="Calibri"/>
              </a:rPr>
              <a:t>18% of 2026 value · 7.5%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7.6%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Latin America hair styling products market in terms of value over the forecast period. Coily hair and curly hair exhibit a CAGR index of 112.7 and 107.4 and a market share index of 107.6 and 108.7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Latin America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2.3X in terms of value as compared to 2026. The coily hair segment is expected to create an incremental opportunity of US$ 371.9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US$ 351.1 Mn for the overall hair styling products market from 2026 to 2036. The wavy hair segment is expected to create an incremental opportunity of US$ 260.1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1.0X higher value than curly hair segment in 2036. Among hair styling products by hair type targeted, coily hair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201 BPS and accounting for 23.5% share by 2036. The straight hair segment is expected to lose 189 BPS over the forecast period to account for 17.0%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901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542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780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39967"/>
            <a:ext cx="514350" cy="123825"/>
          </a:xfrm>
          <a:prstGeom prst="rect">
            <a:avLst/>
          </a:prstGeom>
          <a:noFill/>
        </p:spPr>
        <p:txBody>
          <a:bodyPr wrap="none" lIns="0" rIns="0" tIns="0" bIns="0" anchor="ctr">
            <a:spAutoFit/>
          </a:bodyPr>
          <a:lstStyle/>
          <a:p>
            <a:pPr algn="r"/>
            <a:r>
              <a:rPr sz="900" b="1">
                <a:solidFill>
                  <a:srgbClr val="E44D3A"/>
                </a:solidFill>
                <a:latin typeface="Calibri"/>
              </a:rPr>
              <a:t>-189</a:t>
            </a:r>
          </a:p>
        </p:txBody>
      </p:sp>
      <p:sp>
        <p:nvSpPr>
          <p:cNvPr id="20" name="FMI Legend Chip"/>
          <p:cNvSpPr/>
          <p:nvPr/>
        </p:nvSpPr>
        <p:spPr>
          <a:xfrm>
            <a:off x="4928997" y="28571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524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62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838120"/>
            <a:ext cx="514350" cy="123825"/>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24" name="FMI Legend Chip"/>
          <p:cNvSpPr/>
          <p:nvPr/>
        </p:nvSpPr>
        <p:spPr>
          <a:xfrm>
            <a:off x="4928997" y="369415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893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131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675103"/>
            <a:ext cx="514350" cy="123825"/>
          </a:xfrm>
          <a:prstGeom prst="rect">
            <a:avLst/>
          </a:prstGeom>
          <a:noFill/>
        </p:spPr>
        <p:txBody>
          <a:bodyPr wrap="none" lIns="0" rIns="0" tIns="0" bIns="0" anchor="ctr">
            <a:spAutoFit/>
          </a:bodyPr>
          <a:lstStyle/>
          <a:p>
            <a:pPr algn="r"/>
            <a:r>
              <a:rPr sz="900" b="1">
                <a:solidFill>
                  <a:srgbClr val="E44D3A"/>
                </a:solidFill>
                <a:latin typeface="Calibri"/>
              </a:rPr>
              <a:t>-107</a:t>
            </a:r>
          </a:p>
        </p:txBody>
      </p:sp>
      <p:sp>
        <p:nvSpPr>
          <p:cNvPr id="28" name="FMI Legend Chip"/>
          <p:cNvSpPr/>
          <p:nvPr/>
        </p:nvSpPr>
        <p:spPr>
          <a:xfrm>
            <a:off x="4928997" y="464417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394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5632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625129"/>
            <a:ext cx="514350" cy="123825"/>
          </a:xfrm>
          <a:prstGeom prst="rect">
            <a:avLst/>
          </a:prstGeom>
          <a:noFill/>
        </p:spPr>
        <p:txBody>
          <a:bodyPr wrap="none" lIns="0" rIns="0" tIns="0" bIns="0" anchor="ctr">
            <a:spAutoFit/>
          </a:bodyPr>
          <a:lstStyle/>
          <a:p>
            <a:pPr algn="r"/>
            <a:r>
              <a:rPr sz="900" b="1">
                <a:solidFill>
                  <a:srgbClr val="2E7D32"/>
                </a:solidFill>
                <a:latin typeface="Calibri"/>
              </a:rPr>
              <a:t>+116</a:t>
            </a:r>
          </a:p>
        </p:txBody>
      </p:sp>
      <p:sp>
        <p:nvSpPr>
          <p:cNvPr id="32" name="FMI Legend Chip"/>
          <p:cNvSpPr/>
          <p:nvPr/>
        </p:nvSpPr>
        <p:spPr>
          <a:xfrm>
            <a:off x="4928997" y="57056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008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246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686576"/>
            <a:ext cx="514350" cy="123825"/>
          </a:xfrm>
          <a:prstGeom prst="rect">
            <a:avLst/>
          </a:prstGeom>
          <a:noFill/>
        </p:spPr>
        <p:txBody>
          <a:bodyPr wrap="none" lIns="0" rIns="0" tIns="0" bIns="0" anchor="ctr">
            <a:spAutoFit/>
          </a:bodyPr>
          <a:lstStyle/>
          <a:p>
            <a:pPr algn="r"/>
            <a:r>
              <a:rPr sz="900" b="1">
                <a:solidFill>
                  <a:srgbClr val="2E7D32"/>
                </a:solidFill>
                <a:latin typeface="Calibri"/>
              </a:rPr>
              <a:t>+201</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201 BPS and accounting for 23.5% share by 2036.</a:t>
            </a:r>
          </a:p>
          <a:p>
            <a:pPr algn="l">
              <a:lnSpc>
                <a:spcPct val="110000"/>
              </a:lnSpc>
              <a:spcBef>
                <a:spcPts val="0"/>
              </a:spcBef>
              <a:spcAft>
                <a:spcPts val="500"/>
              </a:spcAft>
            </a:pPr>
            <a:r>
              <a:rPr sz="1150" b="0">
                <a:solidFill>
                  <a:srgbClr val="2E2E2E"/>
                </a:solidFill>
                <a:latin typeface="Calibri"/>
              </a:rPr>
              <a:t>The straight hair segment is expected to lose 189 BPS over the forecast period to account for 17.0%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350.8</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680.1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339.4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739.8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8.1%</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336.9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678.0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323.3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717.6</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8.3% over the forecast period. In terms of value share by ingredient technology, the texture and volume additives segment is expected to dominate the market, gaining 114 BPS and accounting for 26.3%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8.1%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8.3%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Texture and volume additives followed by waxes and structuring agents are expected to be the two most attractive ingredient technology segments in the Latin America hair styling products market in terms of value over the forecast period. Texture and volume additives and waxes and structuring agents exhibit a CAGR index of 106.3 and 108.9 and a market share index of 100.5 and 95.8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Latin America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8.3%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114 BPS and accounting for 26.3% share by 2036. The film-forming and fixative polymers segment is expected to lose 182 BPS over the forecast period to account for 24.2%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Latin America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2180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70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408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202756"/>
            <a:ext cx="514350" cy="123825"/>
          </a:xfrm>
          <a:prstGeom prst="rect">
            <a:avLst/>
          </a:prstGeom>
          <a:noFill/>
        </p:spPr>
        <p:txBody>
          <a:bodyPr wrap="none" lIns="0" rIns="0" tIns="0" bIns="0" anchor="ctr">
            <a:spAutoFit/>
          </a:bodyPr>
          <a:lstStyle/>
          <a:p>
            <a:pPr algn="r"/>
            <a:r>
              <a:rPr sz="900" b="1">
                <a:solidFill>
                  <a:srgbClr val="E44D3A"/>
                </a:solidFill>
                <a:latin typeface="Calibri"/>
              </a:rPr>
              <a:t>-87</a:t>
            </a:r>
          </a:p>
        </p:txBody>
      </p:sp>
      <p:sp>
        <p:nvSpPr>
          <p:cNvPr id="20" name="FMI Legend Chip"/>
          <p:cNvSpPr/>
          <p:nvPr/>
        </p:nvSpPr>
        <p:spPr>
          <a:xfrm>
            <a:off x="4928997" y="33245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98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36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305519"/>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4" name="FMI Legend Chip"/>
          <p:cNvSpPr/>
          <p:nvPr/>
        </p:nvSpPr>
        <p:spPr>
          <a:xfrm>
            <a:off x="4928997" y="44595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4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8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0461"/>
            <a:ext cx="514350" cy="123825"/>
          </a:xfrm>
          <a:prstGeom prst="rect">
            <a:avLst/>
          </a:prstGeom>
          <a:noFill/>
        </p:spPr>
        <p:txBody>
          <a:bodyPr wrap="none" lIns="0" rIns="0" tIns="0" bIns="0" anchor="ctr">
            <a:spAutoFit/>
          </a:bodyPr>
          <a:lstStyle/>
          <a:p>
            <a:pPr algn="r"/>
            <a:r>
              <a:rPr sz="900" b="1">
                <a:solidFill>
                  <a:srgbClr val="2E7D32"/>
                </a:solidFill>
                <a:latin typeface="Calibri"/>
              </a:rPr>
              <a:t>+155</a:t>
            </a:r>
          </a:p>
        </p:txBody>
      </p:sp>
      <p:sp>
        <p:nvSpPr>
          <p:cNvPr id="28" name="FMI Legend Chip"/>
          <p:cNvSpPr/>
          <p:nvPr/>
        </p:nvSpPr>
        <p:spPr>
          <a:xfrm>
            <a:off x="4928997" y="56429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381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19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23888"/>
            <a:ext cx="514350" cy="123825"/>
          </a:xfrm>
          <a:prstGeom prst="rect">
            <a:avLst/>
          </a:prstGeom>
          <a:noFill/>
        </p:spPr>
        <p:txBody>
          <a:bodyPr wrap="none" lIns="0" rIns="0" tIns="0" bIns="0" anchor="ctr">
            <a:spAutoFit/>
          </a:bodyPr>
          <a:lstStyle/>
          <a:p>
            <a:pPr algn="r"/>
            <a:r>
              <a:rPr sz="900" b="1">
                <a:solidFill>
                  <a:srgbClr val="2E7D32"/>
                </a:solidFill>
                <a:latin typeface="Calibri"/>
              </a:rPr>
              <a:t>+114</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Latin America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8.3% over the forecast period. In terms of value share by ingredient technology, the texture and volume additives segment is expected to dominate the market, gaining 114 BPS and accounting for 26.3%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182 BPS over the forecast period to account for 24.2%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Latin America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3228975"/>
        </p:xfrm>
        <a:graphic>
          <a:graphicData uri="http://schemas.openxmlformats.org/drawingml/2006/table">
            <a:tbl>
              <a:tblPr>
                <a:tableStyleId>{5C22544A-7EE6-4342-B048-85BDC9FD1C3A}</a:tableStyleId>
              </a:tblPr>
              <a:tblGrid>
                <a:gridCol w="2750382"/>
                <a:gridCol w="583789"/>
                <a:gridCol w="583789"/>
                <a:gridCol w="583789"/>
                <a:gridCol w="583789"/>
                <a:gridCol w="583789"/>
                <a:gridCol w="583789"/>
                <a:gridCol w="583789"/>
                <a:gridCol w="583789"/>
                <a:gridCol w="583789"/>
                <a:gridCol w="583789"/>
                <a:gridCol w="659786"/>
                <a:gridCol w="659786"/>
                <a:gridCol w="659786"/>
                <a:gridCol w="659786"/>
                <a:gridCol w="65978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Latin America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Latin America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0358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340610"/>
            <a:ext cx="7239000" cy="514350"/>
          </a:xfrm>
          <a:prstGeom prst="rect">
            <a:avLst/>
          </a:prstGeom>
          <a:noFill/>
        </p:spPr>
        <p:txBody>
          <a:bodyPr wrap="square" lIns="0" rIns="0" tIns="0">
            <a:spAutoFit/>
          </a:bodyPr>
          <a:lstStyle/>
          <a:p>
            <a:r>
              <a:rPr sz="3000" b="1" cap="all" spc="400">
                <a:solidFill>
                  <a:srgbClr val="FFFFFF"/>
                </a:solidFill>
                <a:latin typeface="Calibri"/>
              </a:rPr>
              <a:t>Europe Market Outlook</a:t>
            </a:r>
          </a:p>
        </p:txBody>
      </p:sp>
      <p:sp>
        <p:nvSpPr>
          <p:cNvPr id="7" name="TextBox 6"/>
          <p:cNvSpPr txBox="1"/>
          <p:nvPr/>
        </p:nvSpPr>
        <p:spPr>
          <a:xfrm>
            <a:off x="914400" y="30454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Europe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1,355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2,133</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3.5%</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Europe hair styling products market is projected to register 1.6X increase in volume by the end of forecast period, 2036. Europe hair styling products market volume stood at 1,306 Mn Units in 2025 and is expected to reach 2,133 Mn Units by 2036 end, at a CAGR of 4.6%.</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'Poland' leads regional growth at 6.2%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0.915</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2.41</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3.91</a:t>
            </a:r>
          </a:p>
        </p:txBody>
      </p:sp>
      <p:cxnSp>
        <p:nvCxnSpPr>
          <p:cNvPr id="27" name="Connector 26"/>
          <p:cNvCxnSpPr/>
          <p:nvPr/>
        </p:nvCxnSpPr>
        <p:spPr>
          <a:xfrm flipV="1">
            <a:off x="1095375" y="2394757"/>
            <a:ext cx="0" cy="20308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783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39475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76316"/>
            <a:ext cx="438150" cy="1035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3798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4235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1.94</a:t>
            </a:r>
          </a:p>
        </p:txBody>
      </p:sp>
      <p:cxnSp>
        <p:nvCxnSpPr>
          <p:cNvPr id="33" name="Connector 32"/>
          <p:cNvCxnSpPr/>
          <p:nvPr/>
        </p:nvCxnSpPr>
        <p:spPr>
          <a:xfrm flipV="1">
            <a:off x="1971675" y="2795520"/>
            <a:ext cx="0" cy="11506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552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1732"/>
            <a:ext cx="438150" cy="5954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694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3120"/>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1.32</a:t>
            </a:r>
          </a:p>
        </p:txBody>
      </p:sp>
      <p:cxnSp>
        <p:nvCxnSpPr>
          <p:cNvPr id="39" name="Connector 38"/>
          <p:cNvCxnSpPr/>
          <p:nvPr/>
        </p:nvCxnSpPr>
        <p:spPr>
          <a:xfrm flipV="1">
            <a:off x="2847975" y="2745308"/>
            <a:ext cx="0" cy="1388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8416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4530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00305"/>
            <a:ext cx="438150" cy="7206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234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59290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1.38</a:t>
            </a:r>
          </a:p>
        </p:txBody>
      </p:sp>
      <p:cxnSp>
        <p:nvCxnSpPr>
          <p:cNvPr id="45" name="Connector 44"/>
          <p:cNvCxnSpPr/>
          <p:nvPr/>
        </p:nvCxnSpPr>
        <p:spPr>
          <a:xfrm flipV="1">
            <a:off x="3724275" y="2474712"/>
            <a:ext cx="0" cy="13365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0836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747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26546"/>
            <a:ext cx="438150" cy="6995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708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23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1.89</a:t>
            </a:r>
          </a:p>
        </p:txBody>
      </p:sp>
      <p:cxnSp>
        <p:nvCxnSpPr>
          <p:cNvPr id="51" name="Connector 50"/>
          <p:cNvCxnSpPr/>
          <p:nvPr/>
        </p:nvCxnSpPr>
        <p:spPr>
          <a:xfrm flipV="1">
            <a:off x="4600575" y="2044528"/>
            <a:ext cx="0" cy="2450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8958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4452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43614"/>
            <a:ext cx="438150" cy="12548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1746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89212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2.52</a:t>
            </a:r>
          </a:p>
        </p:txBody>
      </p:sp>
      <p:cxnSp>
        <p:nvCxnSpPr>
          <p:cNvPr id="57" name="Connector 56"/>
          <p:cNvCxnSpPr/>
          <p:nvPr/>
        </p:nvCxnSpPr>
        <p:spPr>
          <a:xfrm flipV="1">
            <a:off x="5476875" y="2269559"/>
            <a:ext cx="0" cy="17595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4551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6955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39943"/>
            <a:ext cx="438150" cy="911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9338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1715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2.20</a:t>
            </a:r>
          </a:p>
        </p:txBody>
      </p:sp>
      <p:cxnSp>
        <p:nvCxnSpPr>
          <p:cNvPr id="63" name="Connector 62"/>
          <p:cNvCxnSpPr/>
          <p:nvPr/>
        </p:nvCxnSpPr>
        <p:spPr>
          <a:xfrm flipV="1">
            <a:off x="6353175" y="1643073"/>
            <a:ext cx="0" cy="26507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0814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44118"/>
            <a:ext cx="438150" cy="13827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2423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3.24</a:t>
            </a:r>
          </a:p>
        </p:txBody>
      </p:sp>
      <p:cxnSp>
        <p:nvCxnSpPr>
          <p:cNvPr id="69" name="Connector 68"/>
          <p:cNvCxnSpPr/>
          <p:nvPr/>
        </p:nvCxnSpPr>
        <p:spPr>
          <a:xfrm flipV="1">
            <a:off x="7229475" y="1898473"/>
            <a:ext cx="0" cy="22792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2639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84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93247"/>
            <a:ext cx="438150" cy="11616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615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460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2.81</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Europe  ·  2026–2036</a:t>
            </a:r>
          </a:p>
        </p:txBody>
      </p:sp>
      <p:cxnSp>
        <p:nvCxnSpPr>
          <p:cNvPr id="85" name="Connector 84"/>
          <p:cNvCxnSpPr/>
          <p:nvPr/>
        </p:nvCxnSpPr>
        <p:spPr>
          <a:xfrm>
            <a:off x="619125" y="431781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79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75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7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7818"/>
            <a:ext cx="0" cy="164391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781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79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75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7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1143"/>
            <a:ext cx="361950" cy="133350"/>
          </a:xfrm>
          <a:prstGeom prst="rect">
            <a:avLst/>
          </a:prstGeom>
          <a:noFill/>
        </p:spPr>
        <p:txBody>
          <a:bodyPr wrap="none" lIns="0" rIns="0" tIns="0" bIns="0" anchor="ctr">
            <a:spAutoFit/>
          </a:bodyPr>
          <a:lstStyle/>
          <a:p>
            <a:pPr algn="r"/>
            <a:r>
              <a:rPr sz="1100" b="0">
                <a:solidFill>
                  <a:srgbClr val="6C7A89"/>
                </a:solidFill>
                <a:latin typeface="Calibri"/>
              </a:rPr>
              <a:t>+75%</a:t>
            </a:r>
          </a:p>
        </p:txBody>
      </p:sp>
      <p:sp>
        <p:nvSpPr>
          <p:cNvPr id="97" name="FMI Scale tick"/>
          <p:cNvSpPr txBox="1"/>
          <p:nvPr/>
        </p:nvSpPr>
        <p:spPr>
          <a:xfrm>
            <a:off x="219075" y="4662122"/>
            <a:ext cx="36195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sp>
        <p:nvSpPr>
          <p:cNvPr id="98" name="FMI Scale tick"/>
          <p:cNvSpPr txBox="1"/>
          <p:nvPr/>
        </p:nvSpPr>
        <p:spPr>
          <a:xfrm>
            <a:off x="66675" y="5073101"/>
            <a:ext cx="514350" cy="133350"/>
          </a:xfrm>
          <a:prstGeom prst="rect">
            <a:avLst/>
          </a:prstGeom>
          <a:noFill/>
        </p:spPr>
        <p:txBody>
          <a:bodyPr wrap="square" lIns="28575" rIns="28575" tIns="9525" bIns="9525" anchor="ctr">
            <a:spAutoFit/>
          </a:bodyPr>
          <a:lstStyle/>
          <a:p>
            <a:pPr algn="r"/>
            <a:r>
              <a:rPr sz="1100" b="1">
                <a:solidFill>
                  <a:srgbClr val="6C7A89"/>
                </a:solidFill>
                <a:latin typeface="Calibri"/>
              </a:rPr>
              <a:t>Europe</a:t>
            </a:r>
          </a:p>
        </p:txBody>
      </p:sp>
      <p:sp>
        <p:nvSpPr>
          <p:cNvPr id="99" name="FMI Scale tick"/>
          <p:cNvSpPr txBox="1"/>
          <p:nvPr/>
        </p:nvSpPr>
        <p:spPr>
          <a:xfrm>
            <a:off x="219075" y="5484080"/>
            <a:ext cx="36195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sp>
        <p:nvSpPr>
          <p:cNvPr id="100" name="FMI Scale tick"/>
          <p:cNvSpPr txBox="1"/>
          <p:nvPr/>
        </p:nvSpPr>
        <p:spPr>
          <a:xfrm>
            <a:off x="219075" y="5895058"/>
            <a:ext cx="361950" cy="133350"/>
          </a:xfrm>
          <a:prstGeom prst="rect">
            <a:avLst/>
          </a:prstGeom>
          <a:noFill/>
        </p:spPr>
        <p:txBody>
          <a:bodyPr wrap="none" lIns="0" rIns="0" tIns="0" bIns="0" anchor="ctr">
            <a:spAutoFit/>
          </a:bodyPr>
          <a:lstStyle/>
          <a:p>
            <a:pPr algn="r"/>
            <a:r>
              <a:rPr sz="1100" b="0">
                <a:solidFill>
                  <a:srgbClr val="6C7A89"/>
                </a:solidFill>
                <a:latin typeface="Calibri"/>
              </a:rPr>
              <a:t>-75%</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718979" y="5139776"/>
            <a:ext cx="387668" cy="1380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16310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a:t>
            </a:r>
          </a:p>
        </p:txBody>
      </p:sp>
      <p:sp>
        <p:nvSpPr>
          <p:cNvPr id="104" name="Rectangle 103"/>
          <p:cNvSpPr/>
          <p:nvPr/>
        </p:nvSpPr>
        <p:spPr>
          <a:xfrm>
            <a:off x="1306354" y="5012762"/>
            <a:ext cx="387668" cy="12701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206500" y="486988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+11.7%</a:t>
            </a:r>
          </a:p>
        </p:txBody>
      </p:sp>
      <p:sp>
        <p:nvSpPr>
          <p:cNvPr id="106" name="Rectangle 105"/>
          <p:cNvSpPr/>
          <p:nvPr/>
        </p:nvSpPr>
        <p:spPr>
          <a:xfrm>
            <a:off x="1893729" y="4986108"/>
            <a:ext cx="387668" cy="15366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1793875" y="484323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+14.1%</a:t>
            </a:r>
          </a:p>
        </p:txBody>
      </p:sp>
      <p:sp>
        <p:nvSpPr>
          <p:cNvPr id="108" name="Rectangle 107"/>
          <p:cNvSpPr/>
          <p:nvPr/>
        </p:nvSpPr>
        <p:spPr>
          <a:xfrm>
            <a:off x="2481104" y="5139776"/>
            <a:ext cx="387668" cy="961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2381250" y="5158911"/>
            <a:ext cx="587375" cy="133350"/>
          </a:xfrm>
          <a:prstGeom prst="rect">
            <a:avLst/>
          </a:prstGeom>
          <a:noFill/>
        </p:spPr>
        <p:txBody>
          <a:bodyPr wrap="square" lIns="28575" rIns="28575" tIns="9525" bIns="9525">
            <a:spAutoFit/>
          </a:bodyPr>
          <a:lstStyle/>
          <a:p>
            <a:pPr algn="ctr"/>
            <a:r>
              <a:rPr sz="1100" b="1">
                <a:solidFill>
                  <a:srgbClr val="2E2E2E"/>
                </a:solidFill>
                <a:latin typeface="Calibri"/>
              </a:rPr>
              <a:t>-0.9%</a:t>
            </a:r>
          </a:p>
        </p:txBody>
      </p:sp>
      <p:sp>
        <p:nvSpPr>
          <p:cNvPr id="110" name="Rectangle 109"/>
          <p:cNvSpPr/>
          <p:nvPr/>
        </p:nvSpPr>
        <p:spPr>
          <a:xfrm>
            <a:off x="3068479" y="5139776"/>
            <a:ext cx="387668" cy="7493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2968625" y="522423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-6.9%</a:t>
            </a:r>
          </a:p>
        </p:txBody>
      </p:sp>
      <p:sp>
        <p:nvSpPr>
          <p:cNvPr id="112" name="Rectangle 111"/>
          <p:cNvSpPr/>
          <p:nvPr/>
        </p:nvSpPr>
        <p:spPr>
          <a:xfrm>
            <a:off x="3655854" y="5069324"/>
            <a:ext cx="387668" cy="704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3556000" y="492644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+6.5%</a:t>
            </a:r>
          </a:p>
        </p:txBody>
      </p:sp>
      <p:sp>
        <p:nvSpPr>
          <p:cNvPr id="114" name="Rectangle 113"/>
          <p:cNvSpPr/>
          <p:nvPr/>
        </p:nvSpPr>
        <p:spPr>
          <a:xfrm>
            <a:off x="4243229" y="5032159"/>
            <a:ext cx="387668" cy="1076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4143375" y="488928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+9.9%</a:t>
            </a:r>
          </a:p>
        </p:txBody>
      </p:sp>
      <p:sp>
        <p:nvSpPr>
          <p:cNvPr id="116" name="Rectangle 115"/>
          <p:cNvSpPr/>
          <p:nvPr/>
        </p:nvSpPr>
        <p:spPr>
          <a:xfrm>
            <a:off x="4830604" y="4784349"/>
            <a:ext cx="387668" cy="35542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MI Data Label"/>
          <p:cNvSpPr txBox="1"/>
          <p:nvPr/>
        </p:nvSpPr>
        <p:spPr>
          <a:xfrm>
            <a:off x="4730750" y="464147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+32.6%</a:t>
            </a:r>
          </a:p>
        </p:txBody>
      </p:sp>
      <p:sp>
        <p:nvSpPr>
          <p:cNvPr id="118" name="Rectangle 117"/>
          <p:cNvSpPr/>
          <p:nvPr/>
        </p:nvSpPr>
        <p:spPr>
          <a:xfrm>
            <a:off x="5417979" y="4423458"/>
            <a:ext cx="387668"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MI Data Label"/>
          <p:cNvSpPr txBox="1"/>
          <p:nvPr/>
        </p:nvSpPr>
        <p:spPr>
          <a:xfrm>
            <a:off x="5318125" y="428058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+65.7%</a:t>
            </a:r>
          </a:p>
        </p:txBody>
      </p:sp>
      <p:sp>
        <p:nvSpPr>
          <p:cNvPr id="120" name="Rectangle 119"/>
          <p:cNvSpPr/>
          <p:nvPr/>
        </p:nvSpPr>
        <p:spPr>
          <a:xfrm>
            <a:off x="6005354" y="5139776"/>
            <a:ext cx="387668" cy="35720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MI Data Label"/>
          <p:cNvSpPr txBox="1"/>
          <p:nvPr/>
        </p:nvSpPr>
        <p:spPr>
          <a:xfrm>
            <a:off x="5905500" y="550650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-32.8%</a:t>
            </a:r>
          </a:p>
        </p:txBody>
      </p:sp>
      <p:sp>
        <p:nvSpPr>
          <p:cNvPr id="122" name="Rectangle 121"/>
          <p:cNvSpPr/>
          <p:nvPr/>
        </p:nvSpPr>
        <p:spPr>
          <a:xfrm>
            <a:off x="6592729" y="5139776"/>
            <a:ext cx="387668" cy="27698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MI Data Label"/>
          <p:cNvSpPr txBox="1"/>
          <p:nvPr/>
        </p:nvSpPr>
        <p:spPr>
          <a:xfrm>
            <a:off x="6492875" y="5426288"/>
            <a:ext cx="587375" cy="133350"/>
          </a:xfrm>
          <a:prstGeom prst="rect">
            <a:avLst/>
          </a:prstGeom>
          <a:noFill/>
        </p:spPr>
        <p:txBody>
          <a:bodyPr wrap="square" lIns="28575" rIns="28575" tIns="9525" bIns="9525">
            <a:spAutoFit/>
          </a:bodyPr>
          <a:lstStyle/>
          <a:p>
            <a:pPr algn="ctr"/>
            <a:r>
              <a:rPr sz="1100" b="1">
                <a:solidFill>
                  <a:srgbClr val="2E2E2E"/>
                </a:solidFill>
                <a:latin typeface="Calibri"/>
              </a:rPr>
              <a:t>-25.4%</a:t>
            </a:r>
          </a:p>
        </p:txBody>
      </p:sp>
      <p:sp>
        <p:nvSpPr>
          <p:cNvPr id="124" name="Rectangle 123"/>
          <p:cNvSpPr/>
          <p:nvPr/>
        </p:nvSpPr>
        <p:spPr>
          <a:xfrm>
            <a:off x="7180104" y="5139776"/>
            <a:ext cx="387668" cy="16958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MI Data Label"/>
          <p:cNvSpPr txBox="1"/>
          <p:nvPr/>
        </p:nvSpPr>
        <p:spPr>
          <a:xfrm>
            <a:off x="7080250" y="5318890"/>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-15.6%</a:t>
            </a:r>
          </a:p>
        </p:txBody>
      </p:sp>
      <p:sp>
        <p:nvSpPr>
          <p:cNvPr id="126" name="TextBox 125"/>
          <p:cNvSpPr txBox="1"/>
          <p:nvPr/>
        </p:nvSpPr>
        <p:spPr>
          <a:xfrm>
            <a:off x="603250" y="6135380"/>
            <a:ext cx="619125" cy="247650"/>
          </a:xfrm>
          <a:prstGeom prst="rect">
            <a:avLst/>
          </a:prstGeom>
          <a:noFill/>
        </p:spPr>
        <p:txBody>
          <a:bodyPr wrap="square" lIns="28575" rIns="28575" tIns="9525" bIns="9525">
            <a:spAutoFit/>
          </a:bodyPr>
          <a:lstStyle/>
          <a:p>
            <a:pPr algn="ctr"/>
            <a:r>
              <a:rPr sz="1100" b="0">
                <a:solidFill>
                  <a:srgbClr val="2E2E2E"/>
                </a:solidFill>
                <a:latin typeface="Calibri"/>
              </a:rPr>
              <a:t>Germany</a:t>
            </a:r>
          </a:p>
        </p:txBody>
      </p:sp>
      <p:sp>
        <p:nvSpPr>
          <p:cNvPr id="127" name="TextBox 126"/>
          <p:cNvSpPr txBox="1"/>
          <p:nvPr/>
        </p:nvSpPr>
        <p:spPr>
          <a:xfrm>
            <a:off x="1206500" y="6135380"/>
            <a:ext cx="587375" cy="247650"/>
          </a:xfrm>
          <a:prstGeom prst="rect">
            <a:avLst/>
          </a:prstGeom>
          <a:noFill/>
        </p:spPr>
        <p:txBody>
          <a:bodyPr wrap="none" lIns="0" rIns="0" tIns="0" bIns="0">
            <a:spAutoFit/>
          </a:bodyPr>
          <a:lstStyle/>
          <a:p>
            <a:pPr algn="ctr"/>
            <a:r>
              <a:rPr sz="1100" b="0">
                <a:solidFill>
                  <a:srgbClr val="2E2E2E"/>
                </a:solidFill>
                <a:latin typeface="Calibri"/>
              </a:rPr>
              <a:t>U.K.</a:t>
            </a:r>
          </a:p>
        </p:txBody>
      </p:sp>
      <p:sp>
        <p:nvSpPr>
          <p:cNvPr id="128" name="TextBox 127"/>
          <p:cNvSpPr txBox="1"/>
          <p:nvPr/>
        </p:nvSpPr>
        <p:spPr>
          <a:xfrm>
            <a:off x="1793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France</a:t>
            </a:r>
          </a:p>
        </p:txBody>
      </p:sp>
      <p:sp>
        <p:nvSpPr>
          <p:cNvPr id="129" name="TextBox 128"/>
          <p:cNvSpPr txBox="1"/>
          <p:nvPr/>
        </p:nvSpPr>
        <p:spPr>
          <a:xfrm>
            <a:off x="2381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Italy</a:t>
            </a:r>
          </a:p>
        </p:txBody>
      </p:sp>
      <p:sp>
        <p:nvSpPr>
          <p:cNvPr id="130" name="TextBox 129"/>
          <p:cNvSpPr txBox="1"/>
          <p:nvPr/>
        </p:nvSpPr>
        <p:spPr>
          <a:xfrm>
            <a:off x="296862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Spain</a:t>
            </a:r>
          </a:p>
        </p:txBody>
      </p:sp>
      <p:sp>
        <p:nvSpPr>
          <p:cNvPr id="131" name="TextBox 130"/>
          <p:cNvSpPr txBox="1"/>
          <p:nvPr/>
        </p:nvSpPr>
        <p:spPr>
          <a:xfrm>
            <a:off x="35560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Belgium</a:t>
            </a:r>
          </a:p>
        </p:txBody>
      </p:sp>
      <p:sp>
        <p:nvSpPr>
          <p:cNvPr id="132" name="TextBox 131"/>
          <p:cNvSpPr txBox="1"/>
          <p:nvPr/>
        </p:nvSpPr>
        <p:spPr>
          <a:xfrm>
            <a:off x="4038203" y="6135380"/>
            <a:ext cx="797719" cy="247650"/>
          </a:xfrm>
          <a:prstGeom prst="rect">
            <a:avLst/>
          </a:prstGeom>
          <a:noFill/>
        </p:spPr>
        <p:txBody>
          <a:bodyPr wrap="square" lIns="28575" rIns="28575" tIns="9525" bIns="9525">
            <a:spAutoFit/>
          </a:bodyPr>
          <a:lstStyle/>
          <a:p>
            <a:pPr algn="ctr"/>
            <a:r>
              <a:rPr sz="1100" b="0">
                <a:solidFill>
                  <a:srgbClr val="2E2E2E"/>
                </a:solidFill>
                <a:latin typeface="Calibri"/>
              </a:rPr>
              <a:t>Netherlands</a:t>
            </a:r>
          </a:p>
        </p:txBody>
      </p:sp>
      <p:sp>
        <p:nvSpPr>
          <p:cNvPr id="133" name="TextBox 132"/>
          <p:cNvSpPr txBox="1"/>
          <p:nvPr/>
        </p:nvSpPr>
        <p:spPr>
          <a:xfrm>
            <a:off x="47307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Nordic</a:t>
            </a:r>
          </a:p>
        </p:txBody>
      </p:sp>
      <p:sp>
        <p:nvSpPr>
          <p:cNvPr id="134" name="TextBox 133"/>
          <p:cNvSpPr txBox="1"/>
          <p:nvPr/>
        </p:nvSpPr>
        <p:spPr>
          <a:xfrm>
            <a:off x="5230813" y="6135380"/>
            <a:ext cx="762000" cy="247650"/>
          </a:xfrm>
          <a:prstGeom prst="rect">
            <a:avLst/>
          </a:prstGeom>
          <a:noFill/>
        </p:spPr>
        <p:txBody>
          <a:bodyPr wrap="square" lIns="28575" rIns="28575" tIns="9525" bIns="9525">
            <a:spAutoFit/>
          </a:bodyPr>
          <a:lstStyle/>
          <a:p>
            <a:pPr algn="ctr"/>
            <a:r>
              <a:rPr sz="1100" b="0">
                <a:solidFill>
                  <a:srgbClr val="2E2E2E"/>
                </a:solidFill>
                <a:latin typeface="Calibri"/>
              </a:rPr>
              <a:t>Switzerland</a:t>
            </a:r>
          </a:p>
        </p:txBody>
      </p:sp>
      <p:sp>
        <p:nvSpPr>
          <p:cNvPr id="135" name="TextBox 134"/>
          <p:cNvSpPr txBox="1"/>
          <p:nvPr/>
        </p:nvSpPr>
        <p:spPr>
          <a:xfrm>
            <a:off x="59055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Russia</a:t>
            </a:r>
          </a:p>
        </p:txBody>
      </p:sp>
      <p:sp>
        <p:nvSpPr>
          <p:cNvPr id="136" name="TextBox 135"/>
          <p:cNvSpPr txBox="1"/>
          <p:nvPr/>
        </p:nvSpPr>
        <p:spPr>
          <a:xfrm>
            <a:off x="6492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Poland</a:t>
            </a:r>
          </a:p>
        </p:txBody>
      </p:sp>
      <p:sp>
        <p:nvSpPr>
          <p:cNvPr id="137" name="TextBox 136"/>
          <p:cNvSpPr txBox="1"/>
          <p:nvPr/>
        </p:nvSpPr>
        <p:spPr>
          <a:xfrm>
            <a:off x="7080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Rest of Europe</a:t>
            </a:r>
          </a:p>
        </p:txBody>
      </p:sp>
      <p:sp>
        <p:nvSpPr>
          <p:cNvPr id="138" name="Rounded Rectangle 137"/>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40" name="Rectangle 139"/>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US$ 3.57 per Unit in 2036. Average selling price of hair styling products is estimated at US$ 2.05 per Unit in 2025 and is projected to increase to US$ 2.42 per Unit by 2036.</a:t>
            </a:r>
          </a:p>
          <a:p>
            <a:pPr algn="l">
              <a:lnSpc>
                <a:spcPct val="110000"/>
              </a:lnSpc>
              <a:spcBef>
                <a:spcPts val="0"/>
              </a:spcBef>
              <a:spcAft>
                <a:spcPts val="500"/>
              </a:spcAft>
            </a:pPr>
            <a:r>
              <a:rPr sz="1150" b="0">
                <a:solidFill>
                  <a:srgbClr val="2E2E2E"/>
                </a:solidFill>
                <a:latin typeface="Calibri"/>
              </a:rPr>
              <a:t>Switzerland is the highest-priced country, while Russia is the most price-competitive market. Against the Europe price of 2.24 US$/Units, 6 of 12 countries price above and 6 below.</a:t>
            </a:r>
          </a:p>
          <a:p>
            <a:pPr algn="l">
              <a:lnSpc>
                <a:spcPct val="110000"/>
              </a:lnSpc>
              <a:spcBef>
                <a:spcPts val="0"/>
              </a:spcBef>
              <a:spcAft>
                <a:spcPts val="500"/>
              </a:spcAft>
            </a:pPr>
            <a:r>
              <a:rPr sz="1150" b="0">
                <a:solidFill>
                  <a:srgbClr val="2E2E2E"/>
                </a:solidFill>
                <a:latin typeface="Calibri"/>
              </a:rPr>
              <a:t>'Switzerland' is the dearest at +65.7% versus Europe, 'Russia' the cheapest at -32.8% pointing to premiumisation headroom in the lower-priced countries.</a:t>
            </a:r>
          </a:p>
        </p:txBody>
      </p:sp>
      <p:sp>
        <p:nvSpPr>
          <p:cNvPr id="142" name="TextBox 14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2,811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5,157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Europe is expected to increase 1.9X between 2025 and 2036. In 2025, the hair styling products market in Europe was valued at US$ 2,683 Mn and is estimated to account for US$ 2,811 Mn by the end of 2026, reflecting a Y-o-Y growth rate of 4.8%.</a:t>
            </a:r>
          </a:p>
          <a:p>
            <a:pPr algn="l">
              <a:lnSpc>
                <a:spcPct val="100000"/>
              </a:lnSpc>
              <a:spcBef>
                <a:spcPts val="0"/>
              </a:spcBef>
              <a:spcAft>
                <a:spcPts val="300"/>
              </a:spcAft>
            </a:pPr>
            <a:r>
              <a:rPr sz="1100" b="0">
                <a:solidFill>
                  <a:srgbClr val="2E2E2E"/>
                </a:solidFill>
                <a:latin typeface="Calibri"/>
              </a:rPr>
              <a:t>The market in Europe is expected to account for US$ 5,157 Mn by 2036 at a CAGR of 6.3% over the forecast period. Europe is expected to create an incremental opportunity of US$ 2,473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US$ 127.7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leads regional growth at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Europe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4.0%</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6.3%</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922.1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2,346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Europe is expected to increase 1.9X between 2025 and 2036. In 2025, the hair styling products market in Europe was valued at US$ 2,683 Mn and is estimated to account for US$ 2,811 Mn by the end of 2026, reflecting a Y-o-Y growth rate of 4.8%. The market in Europe is expected to account for US$ 5,157 Mn by 2036 at a CAGR of 6.3% over the forecast period.</a:t>
            </a:r>
          </a:p>
          <a:p>
            <a:pPr algn="l">
              <a:lnSpc>
                <a:spcPct val="110000"/>
              </a:lnSpc>
              <a:spcBef>
                <a:spcPts val="0"/>
              </a:spcBef>
              <a:spcAft>
                <a:spcPts val="500"/>
              </a:spcAft>
            </a:pPr>
            <a:r>
              <a:rPr sz="1150" b="0">
                <a:solidFill>
                  <a:srgbClr val="2E2E2E"/>
                </a:solidFill>
                <a:latin typeface="Calibri"/>
              </a:rPr>
              <a:t>Europe is expected to create an incremental opportunity of US$ 2,473 Mn for the overall hair styling products market from 2025 to 2036. Absolute $ value for 2026 is estimated to be US$ 127.7 Mn. Europe hair styling products market is projected to register 1.6X increase in volume by the end of forecast period, 2036.</a:t>
            </a:r>
          </a:p>
          <a:p>
            <a:pPr algn="l">
              <a:lnSpc>
                <a:spcPct val="110000"/>
              </a:lnSpc>
              <a:spcBef>
                <a:spcPts val="0"/>
              </a:spcBef>
              <a:spcAft>
                <a:spcPts val="500"/>
              </a:spcAft>
            </a:pPr>
            <a:r>
              <a:rPr sz="1150" b="0">
                <a:solidFill>
                  <a:srgbClr val="2E2E2E"/>
                </a:solidFill>
                <a:latin typeface="Calibri"/>
              </a:rPr>
              <a:t>Europe hair styling products market volume stood at 1,306 Mn Units in 2025 and is expected to reach 2,133 Mn Units by 2036 end, at a CAGR of 4.6%.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13910"/>
                <a:gridCol w="969873"/>
                <a:gridCol w="661933"/>
                <a:gridCol w="12690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Belgium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1992440" cy="1624872"/>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19" name="Rectangle 18"/>
          <p:cNvSpPr/>
          <p:nvPr/>
        </p:nvSpPr>
        <p:spPr>
          <a:xfrm>
            <a:off x="6202490" y="1293011"/>
            <a:ext cx="1750885" cy="162487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20" name="Rectangle 19"/>
          <p:cNvSpPr/>
          <p:nvPr/>
        </p:nvSpPr>
        <p:spPr>
          <a:xfrm>
            <a:off x="4210050" y="2917884"/>
            <a:ext cx="1585274" cy="173888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693</a:t>
            </a:r>
          </a:p>
        </p:txBody>
      </p:sp>
      <p:sp>
        <p:nvSpPr>
          <p:cNvPr id="21" name="Rectangle 20"/>
          <p:cNvSpPr/>
          <p:nvPr/>
        </p:nvSpPr>
        <p:spPr>
          <a:xfrm>
            <a:off x="4210050" y="4656767"/>
            <a:ext cx="1585274" cy="1221843"/>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487</a:t>
            </a:r>
          </a:p>
        </p:txBody>
      </p:sp>
      <p:sp>
        <p:nvSpPr>
          <p:cNvPr id="22" name="Rectangle 21"/>
          <p:cNvSpPr/>
          <p:nvPr/>
        </p:nvSpPr>
        <p:spPr>
          <a:xfrm>
            <a:off x="5795324" y="2917884"/>
            <a:ext cx="1144675" cy="137402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396</a:t>
            </a:r>
          </a:p>
        </p:txBody>
      </p:sp>
      <p:sp>
        <p:nvSpPr>
          <p:cNvPr id="23" name="Rectangle 22"/>
          <p:cNvSpPr/>
          <p:nvPr/>
        </p:nvSpPr>
        <p:spPr>
          <a:xfrm>
            <a:off x="6939999" y="2917884"/>
            <a:ext cx="1013376" cy="137402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350</a:t>
            </a:r>
          </a:p>
        </p:txBody>
      </p:sp>
      <p:sp>
        <p:nvSpPr>
          <p:cNvPr id="24" name="Rectangle 23"/>
          <p:cNvSpPr/>
          <p:nvPr/>
        </p:nvSpPr>
        <p:spPr>
          <a:xfrm>
            <a:off x="5795324" y="4291912"/>
            <a:ext cx="779997" cy="1586698"/>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311</a:t>
            </a:r>
          </a:p>
        </p:txBody>
      </p:sp>
      <p:sp>
        <p:nvSpPr>
          <p:cNvPr id="25" name="Rectangle 24"/>
          <p:cNvSpPr/>
          <p:nvPr/>
        </p:nvSpPr>
        <p:spPr>
          <a:xfrm>
            <a:off x="6575321" y="4291912"/>
            <a:ext cx="760365" cy="112056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214</a:t>
            </a:r>
          </a:p>
        </p:txBody>
      </p:sp>
      <p:sp>
        <p:nvSpPr>
          <p:cNvPr id="26" name="Rectangle 25"/>
          <p:cNvSpPr/>
          <p:nvPr/>
        </p:nvSpPr>
        <p:spPr>
          <a:xfrm>
            <a:off x="7335686" y="4291912"/>
            <a:ext cx="617689" cy="112056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Switzerland</a:t>
            </a:r>
          </a:p>
          <a:p>
            <a:pPr algn="ctr"/>
            <a:r>
              <a:rPr sz="1100" b="0">
                <a:solidFill>
                  <a:srgbClr val="FFFFFF"/>
                </a:solidFill>
                <a:latin typeface="Calibri"/>
              </a:rPr>
              <a:t>174</a:t>
            </a:r>
          </a:p>
        </p:txBody>
      </p:sp>
      <p:sp>
        <p:nvSpPr>
          <p:cNvPr id="27" name="Rectangle 26"/>
          <p:cNvSpPr/>
          <p:nvPr/>
        </p:nvSpPr>
        <p:spPr>
          <a:xfrm>
            <a:off x="6575321" y="5412480"/>
            <a:ext cx="1378054" cy="4661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162</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27746" cy="2159450"/>
        </p:xfrm>
        <a:graphic>
          <a:graphicData uri="http://schemas.openxmlformats.org/drawingml/2006/table">
            <a:tbl>
              <a:tblPr>
                <a:tableStyleId>{5C22544A-7EE6-4342-B048-85BDC9FD1C3A}</a:tableStyleId>
              </a:tblPr>
              <a:tblGrid>
                <a:gridCol w="710293"/>
                <a:gridCol w="1068161"/>
                <a:gridCol w="1068161"/>
                <a:gridCol w="108113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U.K. hair styling products market is projected to register 1.1X higher value than France in 2036. Netherlands posts the highest CAGR Index (124), growing at 7.8% against the Europe benchmark, while U.K. offers the largest absolute opportunity 349.4 US$ Mn of incremental market between 2026 and 2036 (15% of the Europe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0" cy="1295400"/>
        </p:xfrm>
        <a:graphic>
          <a:graphicData uri="http://schemas.openxmlformats.org/drawingml/2006/table">
            <a:tbl>
              <a:tblPr>
                <a:tableStyleId>{5C22544A-7EE6-4342-B048-85BDC9FD1C3A}</a:tableStyleId>
              </a:tblPr>
              <a:tblGrid>
                <a:gridCol w="2407698"/>
                <a:gridCol w="3159834"/>
                <a:gridCol w="3159834"/>
                <a:gridCol w="3159834"/>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200" cy="1295400"/>
        </p:xfrm>
        <a:graphic>
          <a:graphicData uri="http://schemas.openxmlformats.org/drawingml/2006/table">
            <a:tbl>
              <a:tblPr>
                <a:tableStyleId>{5C22544A-7EE6-4342-B048-85BDC9FD1C3A}</a:tableStyleId>
              </a:tblPr>
              <a:tblGrid>
                <a:gridCol w="2499963"/>
                <a:gridCol w="3129079"/>
                <a:gridCol w="3129079"/>
                <a:gridCol w="31290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1.9X increase in revenue by 2036 end. Global hair styling products market accounted for US$ 2,683 Mn in 2025, which is expected to increase to US$ 5,157 Mn in 2036 at a CAGR of 6.3%.</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U.K. is expected to remain the largest market for hair styling products, while demand in Netherlands is projected to increase at the highest CAGR of 7.8%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19.4%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12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U.K. is the largest country market at 15.8%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Netherlands (7.8%).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(7.6%).</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outpacing the Europe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Netherlands,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U.K. and Netherlands, which together account for 19.9%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2,811 US$ Mn in 2026 to 5,157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6.3%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19.4%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U.K. is the lead country with 15.8%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2,346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Netherlands (7.8%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19.4%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6.3%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6.3%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2,346 US$ Mn of demand to 2036, a 1.8x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(7.9% CAGR) for growth, while 'Styling Serums and Oils' anchors 19.4%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U.K. (15.8% of value) and capture upside in Netherlands (7.8%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6,035 US$ Mn</a:t>
            </a:r>
          </a:p>
          <a:p>
            <a:pPr algn="ctr">
              <a:lnSpc>
                <a:spcPct val="95000"/>
              </a:lnSpc>
            </a:pPr>
            <a:r>
              <a:rPr sz="1100" b="0">
                <a:solidFill>
                  <a:srgbClr val="6C7A89"/>
                </a:solidFill>
                <a:latin typeface="Calibri"/>
              </a:rPr>
              <a:t>CAGR 7.6%</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5,157 US$ Mn</a:t>
            </a:r>
          </a:p>
          <a:p>
            <a:pPr algn="ctr">
              <a:lnSpc>
                <a:spcPct val="95000"/>
              </a:lnSpc>
            </a:pPr>
            <a:r>
              <a:rPr sz="1100" b="0">
                <a:solidFill>
                  <a:srgbClr val="6C7A89"/>
                </a:solidFill>
                <a:latin typeface="Calibri"/>
              </a:rPr>
              <a:t>CAGR 6.3%</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4,396 US$ Mn</a:t>
            </a:r>
          </a:p>
          <a:p>
            <a:pPr algn="ctr">
              <a:lnSpc>
                <a:spcPct val="95000"/>
              </a:lnSpc>
            </a:pPr>
            <a:r>
              <a:rPr sz="1100" b="0">
                <a:solidFill>
                  <a:srgbClr val="6C7A89"/>
                </a:solidFill>
                <a:latin typeface="Calibri"/>
              </a:rPr>
              <a:t>CAGR 4.6%</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52930"/>
            <a:ext cx="635826" cy="68092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18372"/>
            <a:ext cx="635826" cy="1115478"/>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25249"/>
            <a:ext cx="635826" cy="130860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5022"/>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0247"/>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4.6%</a:t>
            </a:r>
          </a:p>
        </p:txBody>
      </p:sp>
      <p:cxnSp>
        <p:nvCxnSpPr>
          <p:cNvPr id="22" name="Connector 21"/>
          <p:cNvCxnSpPr/>
          <p:nvPr/>
        </p:nvCxnSpPr>
        <p:spPr>
          <a:xfrm>
            <a:off x="1456468" y="2627847"/>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3072"/>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6.3%</a:t>
            </a:r>
          </a:p>
        </p:txBody>
      </p:sp>
      <p:cxnSp>
        <p:nvCxnSpPr>
          <p:cNvPr id="24" name="Connector 23"/>
          <p:cNvCxnSpPr/>
          <p:nvPr/>
        </p:nvCxnSpPr>
        <p:spPr>
          <a:xfrm>
            <a:off x="1456468" y="2370672"/>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5897"/>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7.6%</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6,035 US$ Mn by 2036 at 7.6%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5,157 US$ Mn by 2036 at 6.3%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4,396 US$ Mn by 2036 at 4.6%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1,640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Europe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Europe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12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Europe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652462" cy="438089"/>
          </a:xfrm>
          <a:prstGeom prst="rect">
            <a:avLst/>
          </a:prstGeom>
          <a:noFill/>
        </p:spPr>
        <p:txBody>
          <a:bodyPr wrap="none" lIns="0" rIns="0" tIns="0" bIns="0" anchor="ctr">
            <a:spAutoFit/>
          </a:bodyPr>
          <a:lstStyle/>
          <a:p>
            <a:pPr algn="ctr"/>
            <a:r>
              <a:rPr sz="1100" b="1">
                <a:solidFill>
                  <a:srgbClr val="FFFFFF"/>
                </a:solidFill>
                <a:latin typeface="Calibri"/>
              </a:rPr>
              <a:t>U.K.</a:t>
            </a:r>
          </a:p>
        </p:txBody>
      </p:sp>
      <p:sp>
        <p:nvSpPr>
          <p:cNvPr id="23" name="Rectangle 22"/>
          <p:cNvSpPr/>
          <p:nvPr/>
        </p:nvSpPr>
        <p:spPr>
          <a:xfrm>
            <a:off x="18669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464.7</a:t>
            </a:r>
          </a:p>
        </p:txBody>
      </p:sp>
      <p:sp>
        <p:nvSpPr>
          <p:cNvPr id="24" name="Rectangle 23"/>
          <p:cNvSpPr/>
          <p:nvPr/>
        </p:nvSpPr>
        <p:spPr>
          <a:xfrm>
            <a:off x="18669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814.1</a:t>
            </a:r>
          </a:p>
        </p:txBody>
      </p:sp>
      <p:sp>
        <p:nvSpPr>
          <p:cNvPr id="25" name="Rectangle 24"/>
          <p:cNvSpPr/>
          <p:nvPr/>
        </p:nvSpPr>
        <p:spPr>
          <a:xfrm>
            <a:off x="18669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069306"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709862"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709862"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47962"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Germany</a:t>
            </a:r>
          </a:p>
        </p:txBody>
      </p:sp>
      <p:sp>
        <p:nvSpPr>
          <p:cNvPr id="30" name="Rectangle 29"/>
          <p:cNvSpPr/>
          <p:nvPr/>
        </p:nvSpPr>
        <p:spPr>
          <a:xfrm>
            <a:off x="27098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421.7</a:t>
            </a:r>
          </a:p>
        </p:txBody>
      </p:sp>
      <p:sp>
        <p:nvSpPr>
          <p:cNvPr id="31" name="Rectangle 30"/>
          <p:cNvSpPr/>
          <p:nvPr/>
        </p:nvSpPr>
        <p:spPr>
          <a:xfrm>
            <a:off x="27098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693.2</a:t>
            </a:r>
          </a:p>
        </p:txBody>
      </p:sp>
      <p:sp>
        <p:nvSpPr>
          <p:cNvPr id="32" name="Rectangle 31"/>
          <p:cNvSpPr/>
          <p:nvPr/>
        </p:nvSpPr>
        <p:spPr>
          <a:xfrm>
            <a:off x="27098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5.1%</a:t>
            </a:r>
          </a:p>
        </p:txBody>
      </p:sp>
      <p:sp>
        <p:nvSpPr>
          <p:cNvPr id="33" name="Oval 32"/>
          <p:cNvSpPr/>
          <p:nvPr/>
        </p:nvSpPr>
        <p:spPr>
          <a:xfrm>
            <a:off x="2912269"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552825"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552825"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5909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France</a:t>
            </a:r>
          </a:p>
        </p:txBody>
      </p:sp>
      <p:sp>
        <p:nvSpPr>
          <p:cNvPr id="37" name="Rectangle 36"/>
          <p:cNvSpPr/>
          <p:nvPr/>
        </p:nvSpPr>
        <p:spPr>
          <a:xfrm>
            <a:off x="35528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389.6</a:t>
            </a:r>
          </a:p>
        </p:txBody>
      </p:sp>
      <p:sp>
        <p:nvSpPr>
          <p:cNvPr id="38" name="Rectangle 37"/>
          <p:cNvSpPr/>
          <p:nvPr/>
        </p:nvSpPr>
        <p:spPr>
          <a:xfrm>
            <a:off x="35528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715.4</a:t>
            </a:r>
          </a:p>
        </p:txBody>
      </p:sp>
      <p:sp>
        <p:nvSpPr>
          <p:cNvPr id="39" name="Rectangle 38"/>
          <p:cNvSpPr/>
          <p:nvPr/>
        </p:nvSpPr>
        <p:spPr>
          <a:xfrm>
            <a:off x="35528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375523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4395788"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4395788"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3388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Europe</a:t>
            </a:r>
          </a:p>
        </p:txBody>
      </p:sp>
      <p:sp>
        <p:nvSpPr>
          <p:cNvPr id="44" name="Rectangle 43"/>
          <p:cNvSpPr/>
          <p:nvPr/>
        </p:nvSpPr>
        <p:spPr>
          <a:xfrm>
            <a:off x="43957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367.3</a:t>
            </a:r>
          </a:p>
        </p:txBody>
      </p:sp>
      <p:sp>
        <p:nvSpPr>
          <p:cNvPr id="45" name="Rectangle 44"/>
          <p:cNvSpPr/>
          <p:nvPr/>
        </p:nvSpPr>
        <p:spPr>
          <a:xfrm>
            <a:off x="43957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710.2</a:t>
            </a:r>
          </a:p>
        </p:txBody>
      </p:sp>
      <p:sp>
        <p:nvSpPr>
          <p:cNvPr id="46" name="Rectangle 45"/>
          <p:cNvSpPr/>
          <p:nvPr/>
        </p:nvSpPr>
        <p:spPr>
          <a:xfrm>
            <a:off x="43957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47" name="Oval 46"/>
          <p:cNvSpPr/>
          <p:nvPr/>
        </p:nvSpPr>
        <p:spPr>
          <a:xfrm>
            <a:off x="4598194"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5238750"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38750"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276850"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Italy</a:t>
            </a:r>
          </a:p>
        </p:txBody>
      </p:sp>
      <p:sp>
        <p:nvSpPr>
          <p:cNvPr id="51" name="Rectangle 50"/>
          <p:cNvSpPr/>
          <p:nvPr/>
        </p:nvSpPr>
        <p:spPr>
          <a:xfrm>
            <a:off x="523875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260.9</a:t>
            </a:r>
          </a:p>
        </p:txBody>
      </p:sp>
      <p:sp>
        <p:nvSpPr>
          <p:cNvPr id="52" name="Rectangle 51"/>
          <p:cNvSpPr/>
          <p:nvPr/>
        </p:nvSpPr>
        <p:spPr>
          <a:xfrm>
            <a:off x="523875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487.1</a:t>
            </a:r>
          </a:p>
        </p:txBody>
      </p:sp>
      <p:sp>
        <p:nvSpPr>
          <p:cNvPr id="53" name="Rectangle 52"/>
          <p:cNvSpPr/>
          <p:nvPr/>
        </p:nvSpPr>
        <p:spPr>
          <a:xfrm>
            <a:off x="523875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6.4%</a:t>
            </a:r>
          </a:p>
        </p:txBody>
      </p:sp>
      <p:sp>
        <p:nvSpPr>
          <p:cNvPr id="54" name="Oval 53"/>
          <p:cNvSpPr/>
          <p:nvPr/>
        </p:nvSpPr>
        <p:spPr>
          <a:xfrm>
            <a:off x="5441156"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6081712" y="1773916"/>
            <a:ext cx="728662"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81712" y="1992961"/>
            <a:ext cx="728662"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6119812"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Nordic</a:t>
            </a:r>
          </a:p>
        </p:txBody>
      </p:sp>
      <p:sp>
        <p:nvSpPr>
          <p:cNvPr id="58" name="Rectangle 57"/>
          <p:cNvSpPr/>
          <p:nvPr/>
        </p:nvSpPr>
        <p:spPr>
          <a:xfrm>
            <a:off x="608171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214.8</a:t>
            </a:r>
          </a:p>
        </p:txBody>
      </p:sp>
      <p:sp>
        <p:nvSpPr>
          <p:cNvPr id="59" name="Rectangle 58"/>
          <p:cNvSpPr/>
          <p:nvPr/>
        </p:nvSpPr>
        <p:spPr>
          <a:xfrm>
            <a:off x="608171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395.5</a:t>
            </a:r>
          </a:p>
        </p:txBody>
      </p:sp>
      <p:sp>
        <p:nvSpPr>
          <p:cNvPr id="60" name="Rectangle 59"/>
          <p:cNvSpPr/>
          <p:nvPr/>
        </p:nvSpPr>
        <p:spPr>
          <a:xfrm>
            <a:off x="608171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6.3%</a:t>
            </a:r>
          </a:p>
        </p:txBody>
      </p:sp>
      <p:sp>
        <p:nvSpPr>
          <p:cNvPr id="61" name="Oval 60"/>
          <p:cNvSpPr/>
          <p:nvPr/>
        </p:nvSpPr>
        <p:spPr>
          <a:xfrm>
            <a:off x="6284119"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6924675" y="1773916"/>
            <a:ext cx="728662"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6924675" y="1992961"/>
            <a:ext cx="728662"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696277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Spain</a:t>
            </a:r>
          </a:p>
        </p:txBody>
      </p:sp>
      <p:sp>
        <p:nvSpPr>
          <p:cNvPr id="65" name="Rectangle 64"/>
          <p:cNvSpPr/>
          <p:nvPr/>
        </p:nvSpPr>
        <p:spPr>
          <a:xfrm>
            <a:off x="692467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177.2</a:t>
            </a:r>
          </a:p>
        </p:txBody>
      </p:sp>
      <p:sp>
        <p:nvSpPr>
          <p:cNvPr id="66" name="Rectangle 65"/>
          <p:cNvSpPr/>
          <p:nvPr/>
        </p:nvSpPr>
        <p:spPr>
          <a:xfrm>
            <a:off x="692467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350.1</a:t>
            </a:r>
          </a:p>
        </p:txBody>
      </p:sp>
      <p:sp>
        <p:nvSpPr>
          <p:cNvPr id="67" name="Rectangle 66"/>
          <p:cNvSpPr/>
          <p:nvPr/>
        </p:nvSpPr>
        <p:spPr>
          <a:xfrm>
            <a:off x="692467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a:t>
            </a:r>
          </a:p>
        </p:txBody>
      </p:sp>
      <p:sp>
        <p:nvSpPr>
          <p:cNvPr id="68" name="Oval 67"/>
          <p:cNvSpPr/>
          <p:nvPr/>
        </p:nvSpPr>
        <p:spPr>
          <a:xfrm>
            <a:off x="7127081"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7767638"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7767638"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80573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Russia</a:t>
            </a:r>
          </a:p>
        </p:txBody>
      </p:sp>
      <p:sp>
        <p:nvSpPr>
          <p:cNvPr id="72" name="Rectangle 71"/>
          <p:cNvSpPr/>
          <p:nvPr/>
        </p:nvSpPr>
        <p:spPr>
          <a:xfrm>
            <a:off x="776763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169.6</a:t>
            </a:r>
          </a:p>
        </p:txBody>
      </p:sp>
      <p:sp>
        <p:nvSpPr>
          <p:cNvPr id="73" name="Rectangle 72"/>
          <p:cNvSpPr/>
          <p:nvPr/>
        </p:nvSpPr>
        <p:spPr>
          <a:xfrm>
            <a:off x="776763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311.2</a:t>
            </a:r>
          </a:p>
        </p:txBody>
      </p:sp>
      <p:sp>
        <p:nvSpPr>
          <p:cNvPr id="74" name="Rectangle 73"/>
          <p:cNvSpPr/>
          <p:nvPr/>
        </p:nvSpPr>
        <p:spPr>
          <a:xfrm>
            <a:off x="776763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75" name="Oval 74"/>
          <p:cNvSpPr/>
          <p:nvPr/>
        </p:nvSpPr>
        <p:spPr>
          <a:xfrm>
            <a:off x="797004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8610600"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8610600"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585597" y="1773916"/>
            <a:ext cx="778669" cy="438089"/>
          </a:xfrm>
          <a:prstGeom prst="rect">
            <a:avLst/>
          </a:prstGeom>
          <a:noFill/>
        </p:spPr>
        <p:txBody>
          <a:bodyPr wrap="square" lIns="28575" rIns="28575" tIns="9525" bIns="9525" anchor="ctr">
            <a:spAutoFit/>
          </a:bodyPr>
          <a:lstStyle/>
          <a:p>
            <a:pPr algn="ctr"/>
            <a:r>
              <a:rPr sz="1100" b="1">
                <a:solidFill>
                  <a:srgbClr val="FFFFFF"/>
                </a:solidFill>
                <a:latin typeface="Calibri"/>
              </a:rPr>
              <a:t>Switzerland</a:t>
            </a:r>
          </a:p>
        </p:txBody>
      </p:sp>
      <p:sp>
        <p:nvSpPr>
          <p:cNvPr id="79" name="Rectangle 78"/>
          <p:cNvSpPr/>
          <p:nvPr/>
        </p:nvSpPr>
        <p:spPr>
          <a:xfrm>
            <a:off x="86106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103.9</a:t>
            </a:r>
          </a:p>
        </p:txBody>
      </p:sp>
      <p:sp>
        <p:nvSpPr>
          <p:cNvPr id="80" name="Rectangle 79"/>
          <p:cNvSpPr/>
          <p:nvPr/>
        </p:nvSpPr>
        <p:spPr>
          <a:xfrm>
            <a:off x="86106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174.1</a:t>
            </a:r>
          </a:p>
        </p:txBody>
      </p:sp>
      <p:sp>
        <p:nvSpPr>
          <p:cNvPr id="81" name="Rectangle 80"/>
          <p:cNvSpPr/>
          <p:nvPr/>
        </p:nvSpPr>
        <p:spPr>
          <a:xfrm>
            <a:off x="86106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a:t>
            </a:r>
          </a:p>
        </p:txBody>
      </p:sp>
      <p:sp>
        <p:nvSpPr>
          <p:cNvPr id="82" name="Oval 81"/>
          <p:cNvSpPr/>
          <p:nvPr/>
        </p:nvSpPr>
        <p:spPr>
          <a:xfrm>
            <a:off x="881300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9453562"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9453562"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9409509" y="1773916"/>
            <a:ext cx="816769" cy="438089"/>
          </a:xfrm>
          <a:prstGeom prst="rect">
            <a:avLst/>
          </a:prstGeom>
          <a:noFill/>
        </p:spPr>
        <p:txBody>
          <a:bodyPr wrap="square" lIns="28575" rIns="28575" tIns="9525" bIns="9525" anchor="ctr">
            <a:spAutoFit/>
          </a:bodyPr>
          <a:lstStyle/>
          <a:p>
            <a:pPr algn="ctr"/>
            <a:r>
              <a:rPr sz="1100" b="1">
                <a:solidFill>
                  <a:srgbClr val="FFFFFF"/>
                </a:solidFill>
                <a:latin typeface="Calibri"/>
              </a:rPr>
              <a:t>Netherlands</a:t>
            </a:r>
          </a:p>
        </p:txBody>
      </p:sp>
      <p:sp>
        <p:nvSpPr>
          <p:cNvPr id="86" name="Rectangle 85"/>
          <p:cNvSpPr/>
          <p:nvPr/>
        </p:nvSpPr>
        <p:spPr>
          <a:xfrm>
            <a:off x="94535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101.5</a:t>
            </a:r>
          </a:p>
        </p:txBody>
      </p:sp>
      <p:sp>
        <p:nvSpPr>
          <p:cNvPr id="87" name="Rectangle 86"/>
          <p:cNvSpPr/>
          <p:nvPr/>
        </p:nvSpPr>
        <p:spPr>
          <a:xfrm>
            <a:off x="94535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214.3</a:t>
            </a:r>
          </a:p>
        </p:txBody>
      </p:sp>
      <p:sp>
        <p:nvSpPr>
          <p:cNvPr id="88" name="Rectangle 87"/>
          <p:cNvSpPr/>
          <p:nvPr/>
        </p:nvSpPr>
        <p:spPr>
          <a:xfrm>
            <a:off x="94535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89" name="Oval 88"/>
          <p:cNvSpPr/>
          <p:nvPr/>
        </p:nvSpPr>
        <p:spPr>
          <a:xfrm>
            <a:off x="9655969"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90" name="Rounded Rectangle 89"/>
          <p:cNvSpPr/>
          <p:nvPr/>
        </p:nvSpPr>
        <p:spPr>
          <a:xfrm>
            <a:off x="10296525"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0296525"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103346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Poland</a:t>
            </a:r>
          </a:p>
        </p:txBody>
      </p:sp>
      <p:sp>
        <p:nvSpPr>
          <p:cNvPr id="93" name="Rectangle 92"/>
          <p:cNvSpPr/>
          <p:nvPr/>
        </p:nvSpPr>
        <p:spPr>
          <a:xfrm>
            <a:off x="102965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76.7</a:t>
            </a:r>
          </a:p>
        </p:txBody>
      </p:sp>
      <p:sp>
        <p:nvSpPr>
          <p:cNvPr id="94" name="Rectangle 93"/>
          <p:cNvSpPr/>
          <p:nvPr/>
        </p:nvSpPr>
        <p:spPr>
          <a:xfrm>
            <a:off x="102965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161.5</a:t>
            </a:r>
          </a:p>
        </p:txBody>
      </p:sp>
      <p:sp>
        <p:nvSpPr>
          <p:cNvPr id="95" name="Rectangle 94"/>
          <p:cNvSpPr/>
          <p:nvPr/>
        </p:nvSpPr>
        <p:spPr>
          <a:xfrm>
            <a:off x="102965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a:t>
            </a:r>
          </a:p>
        </p:txBody>
      </p:sp>
      <p:sp>
        <p:nvSpPr>
          <p:cNvPr id="96" name="Oval 95"/>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97" name="Rounded Rectangle 96"/>
          <p:cNvSpPr/>
          <p:nvPr/>
        </p:nvSpPr>
        <p:spPr>
          <a:xfrm>
            <a:off x="11139488"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139488"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17758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Belgium</a:t>
            </a:r>
          </a:p>
        </p:txBody>
      </p:sp>
      <p:sp>
        <p:nvSpPr>
          <p:cNvPr id="100" name="Rectangle 99"/>
          <p:cNvSpPr/>
          <p:nvPr/>
        </p:nvSpPr>
        <p:spPr>
          <a:xfrm>
            <a:off x="111394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63.0</a:t>
            </a:r>
          </a:p>
        </p:txBody>
      </p:sp>
      <p:sp>
        <p:nvSpPr>
          <p:cNvPr id="101" name="Rectangle 100"/>
          <p:cNvSpPr/>
          <p:nvPr/>
        </p:nvSpPr>
        <p:spPr>
          <a:xfrm>
            <a:off x="111394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130.0</a:t>
            </a:r>
          </a:p>
        </p:txBody>
      </p:sp>
      <p:sp>
        <p:nvSpPr>
          <p:cNvPr id="102" name="Rectangle 101"/>
          <p:cNvSpPr/>
          <p:nvPr/>
        </p:nvSpPr>
        <p:spPr>
          <a:xfrm>
            <a:off x="111394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a:t>
            </a:r>
          </a:p>
        </p:txBody>
      </p:sp>
      <p:sp>
        <p:nvSpPr>
          <p:cNvPr id="103" name="Oval 102"/>
          <p:cNvSpPr/>
          <p:nvPr/>
        </p:nvSpPr>
        <p:spPr>
          <a:xfrm>
            <a:off x="11341894"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12</a:t>
            </a:r>
          </a:p>
        </p:txBody>
      </p:sp>
      <p:sp>
        <p:nvSpPr>
          <p:cNvPr id="104" name="Rounded Rectangle 10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106" name="Rectangle 10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0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108" name="Rounded Rectangle 10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110" name="Rectangle 10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3810000" y="4219912"/>
            <a:ext cx="421005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U.K.: </a:t>
            </a:r>
            <a:r>
              <a:rPr sz="1100" b="0">
                <a:solidFill>
                  <a:srgbClr val="2E2E2E"/>
                </a:solidFill>
                <a:latin typeface="Calibri"/>
              </a:rPr>
              <a:t>17% of 2026 value · 5.8% CAGR leads the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Germany: </a:t>
            </a:r>
            <a:r>
              <a:rPr sz="1100" b="0">
                <a:solidFill>
                  <a:srgbClr val="2E2E2E"/>
                </a:solidFill>
                <a:latin typeface="Calibri"/>
              </a:rPr>
              <a:t>15% of 2026 value · 5.1%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France: </a:t>
            </a:r>
            <a:r>
              <a:rPr sz="1100" b="0">
                <a:solidFill>
                  <a:srgbClr val="2E2E2E"/>
                </a:solidFill>
                <a:latin typeface="Calibri"/>
              </a:rPr>
              <a:t>14% of 2026 value · 6.3% CAGR a smaller market.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Rest of Europe: </a:t>
            </a:r>
            <a:r>
              <a:rPr sz="1100" b="0">
                <a:solidFill>
                  <a:srgbClr val="2E2E2E"/>
                </a:solidFill>
                <a:latin typeface="Calibri"/>
              </a:rPr>
              <a:t>13% of 2026 value · 6.8%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Italy: </a:t>
            </a:r>
            <a:r>
              <a:rPr sz="1100" b="0">
                <a:solidFill>
                  <a:srgbClr val="2E2E2E"/>
                </a:solidFill>
                <a:latin typeface="Calibri"/>
              </a:rPr>
              <a:t>9% of 2026 value · 6.4% CAGR a smaller market.</a:t>
            </a:r>
          </a:p>
          <a:p>
            <a:pPr algn="l">
              <a:lnSpc>
                <a:spcPct val="105000"/>
              </a:lnSpc>
              <a:spcBef>
                <a:spcPts val="0"/>
              </a:spcBef>
              <a:spcAft>
                <a:spcPts val="300"/>
              </a:spcAft>
            </a:pPr>
            <a:r>
              <a:rPr sz="1100" b="0">
                <a:solidFill>
                  <a:srgbClr val="A35313"/>
                </a:solidFill>
                <a:latin typeface="Calibri"/>
              </a:rPr>
              <a:t>●  </a:t>
            </a:r>
            <a:r>
              <a:rPr sz="1100" b="1">
                <a:solidFill>
                  <a:srgbClr val="A35313"/>
                </a:solidFill>
                <a:latin typeface="Calibri"/>
              </a:rPr>
              <a:t>Nordic: </a:t>
            </a:r>
            <a:r>
              <a:rPr sz="1100" b="0">
                <a:solidFill>
                  <a:srgbClr val="2E2E2E"/>
                </a:solidFill>
                <a:latin typeface="Calibri"/>
              </a:rPr>
              <a:t>8% of 2026 value · 6.3% CAGR a smaller market.</a:t>
            </a:r>
          </a:p>
          <a:p>
            <a:pPr algn="l">
              <a:lnSpc>
                <a:spcPct val="105000"/>
              </a:lnSpc>
              <a:spcBef>
                <a:spcPts val="0"/>
              </a:spcBef>
              <a:spcAft>
                <a:spcPts val="300"/>
              </a:spcAft>
            </a:pPr>
            <a:r>
              <a:rPr sz="1100" b="0">
                <a:solidFill>
                  <a:srgbClr val="6C7A89"/>
                </a:solidFill>
                <a:latin typeface="Calibri"/>
              </a:rPr>
              <a:t>●  </a:t>
            </a:r>
            <a:r>
              <a:rPr sz="1100" b="1">
                <a:solidFill>
                  <a:srgbClr val="6C7A89"/>
                </a:solidFill>
                <a:latin typeface="Calibri"/>
              </a:rPr>
              <a:t>Spain: </a:t>
            </a:r>
            <a:r>
              <a:rPr sz="1100" b="0">
                <a:solidFill>
                  <a:srgbClr val="2E2E2E"/>
                </a:solidFill>
                <a:latin typeface="Calibri"/>
              </a:rPr>
              <a:t>6% of 2026 value · 7.0% CAGR a smaller market.</a:t>
            </a:r>
          </a:p>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Russia: </a:t>
            </a:r>
            <a:r>
              <a:rPr sz="1100" b="0">
                <a:solidFill>
                  <a:srgbClr val="2E2E2E"/>
                </a:solidFill>
                <a:latin typeface="Calibri"/>
              </a:rPr>
              <a:t>6% of 2026 value · 6.3% CAGR a smaller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Switzerland: </a:t>
            </a:r>
            <a:r>
              <a:rPr sz="1100" b="0">
                <a:solidFill>
                  <a:srgbClr val="2E2E2E"/>
                </a:solidFill>
                <a:latin typeface="Calibri"/>
              </a:rPr>
              <a:t>4% of 2026 value · 5.3%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Netherlands: </a:t>
            </a:r>
            <a:r>
              <a:rPr sz="1100" b="0">
                <a:solidFill>
                  <a:srgbClr val="2E2E2E"/>
                </a:solidFill>
                <a:latin typeface="Calibri"/>
              </a:rPr>
              <a:t>4% of 2026 value · 7.8% CAGR grows fastest.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Poland: </a:t>
            </a:r>
            <a:r>
              <a:rPr sz="1100" b="0">
                <a:solidFill>
                  <a:srgbClr val="2E2E2E"/>
                </a:solidFill>
                <a:latin typeface="Calibri"/>
              </a:rPr>
              <a:t>3% of 2026 value · 7.7%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Belgium: </a:t>
            </a:r>
            <a:r>
              <a:rPr sz="1100" b="0">
                <a:solidFill>
                  <a:srgbClr val="2E2E2E"/>
                </a:solidFill>
                <a:latin typeface="Calibri"/>
              </a:rPr>
              <a:t>2% of 2026 value · 7.5% CAGR a smaller market.</a:t>
            </a:r>
          </a:p>
        </p:txBody>
      </p:sp>
      <p:sp>
        <p:nvSpPr>
          <p:cNvPr id="112" name="Rounded Rectangle 11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114" name="Rectangle 11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116" name="Rectangle 11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Europe market is projected to grow at a CAGR of 6.3% from 2026 to 2036.</a:t>
            </a:r>
          </a:p>
        </p:txBody>
      </p:sp>
      <p:sp>
        <p:nvSpPr>
          <p:cNvPr id="118" name="TextBox 11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119" name="TextBox 1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+85</a:t>
            </a:r>
          </a:p>
        </p:txBody>
      </p:sp>
      <p:sp>
        <p:nvSpPr>
          <p:cNvPr id="20" name="FMI Legend Chip"/>
          <p:cNvSpPr/>
          <p:nvPr/>
        </p:nvSpPr>
        <p:spPr>
          <a:xfrm>
            <a:off x="4551045" y="17954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+58</a:t>
            </a:r>
          </a:p>
        </p:txBody>
      </p:sp>
      <p:sp>
        <p:nvSpPr>
          <p:cNvPr id="24" name="FMI Legend Chip"/>
          <p:cNvSpPr/>
          <p:nvPr/>
        </p:nvSpPr>
        <p:spPr>
          <a:xfrm>
            <a:off x="4551045" y="19669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+41</a:t>
            </a:r>
          </a:p>
        </p:txBody>
      </p:sp>
      <p:sp>
        <p:nvSpPr>
          <p:cNvPr id="28" name="FMI Legend Chip"/>
          <p:cNvSpPr/>
          <p:nvPr/>
        </p:nvSpPr>
        <p:spPr>
          <a:xfrm>
            <a:off x="4551045" y="213836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+41</a:t>
            </a:r>
          </a:p>
        </p:txBody>
      </p:sp>
      <p:sp>
        <p:nvSpPr>
          <p:cNvPr id="32" name="FMI Legend Chip"/>
          <p:cNvSpPr/>
          <p:nvPr/>
        </p:nvSpPr>
        <p:spPr>
          <a:xfrm>
            <a:off x="4551045" y="230981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+24</a:t>
            </a:r>
          </a:p>
        </p:txBody>
      </p:sp>
      <p:sp>
        <p:nvSpPr>
          <p:cNvPr id="36" name="FMI Legend Chip"/>
          <p:cNvSpPr/>
          <p:nvPr/>
        </p:nvSpPr>
        <p:spPr>
          <a:xfrm>
            <a:off x="4551045" y="248126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+9</a:t>
            </a:r>
          </a:p>
        </p:txBody>
      </p:sp>
      <p:sp>
        <p:nvSpPr>
          <p:cNvPr id="40" name="FMI Legend Chip"/>
          <p:cNvSpPr/>
          <p:nvPr/>
        </p:nvSpPr>
        <p:spPr>
          <a:xfrm>
            <a:off x="4551045" y="265271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7732" y="26527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44" name="FMI Legend Chip"/>
          <p:cNvSpPr/>
          <p:nvPr/>
        </p:nvSpPr>
        <p:spPr>
          <a:xfrm>
            <a:off x="4551045" y="282416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7732" y="28241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E44D3A"/>
                </a:solidFill>
                <a:latin typeface="Calibri"/>
              </a:rPr>
              <a:t>-12</a:t>
            </a:r>
          </a:p>
        </p:txBody>
      </p:sp>
      <p:sp>
        <p:nvSpPr>
          <p:cNvPr id="48" name="FMI Legend Chip"/>
          <p:cNvSpPr/>
          <p:nvPr/>
        </p:nvSpPr>
        <p:spPr>
          <a:xfrm>
            <a:off x="4551045" y="29956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4717732" y="29956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52" name="FMI Legend Chip"/>
          <p:cNvSpPr/>
          <p:nvPr/>
        </p:nvSpPr>
        <p:spPr>
          <a:xfrm>
            <a:off x="4551045" y="31670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56" name="FMI Legend Chip"/>
          <p:cNvSpPr/>
          <p:nvPr/>
        </p:nvSpPr>
        <p:spPr>
          <a:xfrm>
            <a:off x="4551045" y="33385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60" name="FMI Legend Chip"/>
          <p:cNvSpPr/>
          <p:nvPr/>
        </p:nvSpPr>
        <p:spPr>
          <a:xfrm>
            <a:off x="4551045" y="35099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-139</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1.0X higher volume than Germany in 2036. Among hair styling products by country, Poland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volume share by country, U.K. is expected to dominate the market, losing 52 BPS and accounting for 16.9% share by 2036. Germany is expected to lose 149 BPS over the forecast period to account for 16.4% share by 2036.</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1,355</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2,133</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4.6%</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+71</a:t>
            </a:r>
          </a:p>
        </p:txBody>
      </p:sp>
      <p:sp>
        <p:nvSpPr>
          <p:cNvPr id="20" name="FMI Legend Chip"/>
          <p:cNvSpPr/>
          <p:nvPr/>
        </p:nvSpPr>
        <p:spPr>
          <a:xfrm>
            <a:off x="4551045" y="17954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+55</a:t>
            </a:r>
          </a:p>
        </p:txBody>
      </p:sp>
      <p:sp>
        <p:nvSpPr>
          <p:cNvPr id="24" name="FMI Legend Chip"/>
          <p:cNvSpPr/>
          <p:nvPr/>
        </p:nvSpPr>
        <p:spPr>
          <a:xfrm>
            <a:off x="4551045" y="19669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+49</a:t>
            </a:r>
          </a:p>
        </p:txBody>
      </p:sp>
      <p:sp>
        <p:nvSpPr>
          <p:cNvPr id="28" name="FMI Legend Chip"/>
          <p:cNvSpPr/>
          <p:nvPr/>
        </p:nvSpPr>
        <p:spPr>
          <a:xfrm>
            <a:off x="4551045" y="213836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+40</a:t>
            </a:r>
          </a:p>
        </p:txBody>
      </p:sp>
      <p:sp>
        <p:nvSpPr>
          <p:cNvPr id="32" name="FMI Legend Chip"/>
          <p:cNvSpPr/>
          <p:nvPr/>
        </p:nvSpPr>
        <p:spPr>
          <a:xfrm>
            <a:off x="4551045" y="230981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+28</a:t>
            </a:r>
          </a:p>
        </p:txBody>
      </p:sp>
      <p:sp>
        <p:nvSpPr>
          <p:cNvPr id="36" name="FMI Legend Chip"/>
          <p:cNvSpPr/>
          <p:nvPr/>
        </p:nvSpPr>
        <p:spPr>
          <a:xfrm>
            <a:off x="4551045" y="248126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40" name="FMI Legend Chip"/>
          <p:cNvSpPr/>
          <p:nvPr/>
        </p:nvSpPr>
        <p:spPr>
          <a:xfrm>
            <a:off x="4551045" y="26527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7732" y="26527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44" name="FMI Legend Chip"/>
          <p:cNvSpPr/>
          <p:nvPr/>
        </p:nvSpPr>
        <p:spPr>
          <a:xfrm>
            <a:off x="4551045" y="28241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4717732" y="28241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48" name="FMI Legend Chip"/>
          <p:cNvSpPr/>
          <p:nvPr/>
        </p:nvSpPr>
        <p:spPr>
          <a:xfrm>
            <a:off x="4551045" y="299561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7732" y="29956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2E7D32"/>
                </a:solidFill>
                <a:latin typeface="Calibri"/>
              </a:rPr>
              <a:t>+0</a:t>
            </a:r>
          </a:p>
        </p:txBody>
      </p:sp>
      <p:sp>
        <p:nvSpPr>
          <p:cNvPr id="52" name="FMI Legend Chip"/>
          <p:cNvSpPr/>
          <p:nvPr/>
        </p:nvSpPr>
        <p:spPr>
          <a:xfrm>
            <a:off x="4551045" y="316706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-32</a:t>
            </a:r>
          </a:p>
        </p:txBody>
      </p:sp>
      <p:sp>
        <p:nvSpPr>
          <p:cNvPr id="56" name="FMI Legend Chip"/>
          <p:cNvSpPr/>
          <p:nvPr/>
        </p:nvSpPr>
        <p:spPr>
          <a:xfrm>
            <a:off x="4551045" y="33385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-74</a:t>
            </a:r>
          </a:p>
        </p:txBody>
      </p:sp>
      <p:sp>
        <p:nvSpPr>
          <p:cNvPr id="60" name="FMI Legend Chip"/>
          <p:cNvSpPr/>
          <p:nvPr/>
        </p:nvSpPr>
        <p:spPr>
          <a:xfrm>
            <a:off x="4551045" y="35099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-156</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2,811</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5,157</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6.3%</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(Mn Units)</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1.0X higher volume than Germany in 2036. Among hair styling products by country, Poland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volume share by country, U.K. is expected to dominate the market, losing 52 BPS and accounting for 16.9% share by 2036. Germany is expected to lose 149 BPS over the forecast period to account for 16.4%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(US$ Mn)</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U.K. hair styling products market is projected to register 1.1X higher value than France in 2036. Among hair styling products by country, Netherlands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country, U.K. is expected to dominate the market, losing 71 BPS and accounting for 18.3% share by 2036. Germany is expected to lose 167 BPS over the forecast period to account for 15.6%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220"/>
              </a:spcBef>
            </a:pPr>
            <a:r>
              <a:rPr sz="750">
                <a:solidFill>
                  <a:srgbClr val="9E7E0A"/>
                </a:solidFill>
                <a:latin typeface="Calibri"/>
              </a:rPr>
              <a:t>■  </a:t>
            </a:r>
            <a:r>
              <a:rPr sz="680">
                <a:solidFill>
                  <a:srgbClr val="2E2E2E"/>
                </a:solidFill>
                <a:latin typeface="Calibri"/>
              </a:rPr>
              <a:t>   Rest of Europe</a:t>
            </a:r>
          </a:p>
          <a:p>
            <a:pPr>
              <a:spcBef>
                <a:spcPts val="220"/>
              </a:spcBef>
            </a:pPr>
            <a:r>
              <a:rPr sz="750">
                <a:solidFill>
                  <a:srgbClr val="008189"/>
                </a:solidFill>
                <a:latin typeface="Calibri"/>
              </a:rPr>
              <a:t>■  </a:t>
            </a:r>
            <a:r>
              <a:rPr sz="680">
                <a:solidFill>
                  <a:srgbClr val="2E2E2E"/>
                </a:solidFill>
                <a:latin typeface="Calibri"/>
              </a:rPr>
              <a:t>   U.K.</a:t>
            </a:r>
          </a:p>
          <a:p>
            <a:pPr>
              <a:spcBef>
                <a:spcPts val="220"/>
              </a:spcBef>
            </a:pPr>
            <a:r>
              <a:rPr sz="750">
                <a:solidFill>
                  <a:srgbClr val="3D85C6"/>
                </a:solidFill>
                <a:latin typeface="Calibri"/>
              </a:rPr>
              <a:t>■  </a:t>
            </a:r>
            <a:r>
              <a:rPr sz="680">
                <a:solidFill>
                  <a:srgbClr val="2E2E2E"/>
                </a:solidFill>
                <a:latin typeface="Calibri"/>
              </a:rPr>
              <a:t>   Germany</a:t>
            </a:r>
          </a:p>
          <a:p>
            <a:pPr>
              <a:spcBef>
                <a:spcPts val="220"/>
              </a:spcBef>
            </a:pPr>
            <a:r>
              <a:rPr sz="750">
                <a:solidFill>
                  <a:srgbClr val="40315E"/>
                </a:solidFill>
                <a:latin typeface="Calibri"/>
              </a:rPr>
              <a:t>■  </a:t>
            </a:r>
            <a:r>
              <a:rPr sz="680">
                <a:solidFill>
                  <a:srgbClr val="2E2E2E"/>
                </a:solidFill>
                <a:latin typeface="Calibri"/>
              </a:rPr>
              <a:t>   France</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808080"/>
                </a:solidFill>
                <a:latin typeface="Calibri"/>
              </a:rPr>
              <a:t>■  </a:t>
            </a:r>
            <a:r>
              <a:rPr sz="680">
                <a:solidFill>
                  <a:srgbClr val="2E2E2E"/>
                </a:solidFill>
                <a:latin typeface="Calibri"/>
              </a:rPr>
              <a:t>   Russia</a:t>
            </a:r>
          </a:p>
          <a:p>
            <a:pPr>
              <a:spcBef>
                <a:spcPts val="220"/>
              </a:spcBef>
            </a:pPr>
            <a:r>
              <a:rPr sz="750">
                <a:solidFill>
                  <a:srgbClr val="0E72AE"/>
                </a:solidFill>
                <a:latin typeface="Calibri"/>
              </a:rPr>
              <a:t>■  </a:t>
            </a:r>
            <a:r>
              <a:rPr sz="680">
                <a:solidFill>
                  <a:srgbClr val="2E2E2E"/>
                </a:solidFill>
                <a:latin typeface="Calibri"/>
              </a:rPr>
              <a:t>   Spain</a:t>
            </a:r>
          </a:p>
          <a:p>
            <a:pPr>
              <a:spcBef>
                <a:spcPts val="220"/>
              </a:spcBef>
            </a:pPr>
            <a:r>
              <a:rPr sz="750">
                <a:solidFill>
                  <a:srgbClr val="A86F00"/>
                </a:solidFill>
                <a:latin typeface="Calibri"/>
              </a:rPr>
              <a:t>■  </a:t>
            </a:r>
            <a:r>
              <a:rPr sz="680">
                <a:solidFill>
                  <a:srgbClr val="2E2E2E"/>
                </a:solidFill>
                <a:latin typeface="Calibri"/>
              </a:rPr>
              <a:t>   Nordic</a:t>
            </a:r>
          </a:p>
          <a:p>
            <a:pPr>
              <a:spcBef>
                <a:spcPts val="220"/>
              </a:spcBef>
            </a:pPr>
            <a:r>
              <a:rPr sz="750">
                <a:solidFill>
                  <a:srgbClr val="0B2E4A"/>
                </a:solidFill>
                <a:latin typeface="Calibri"/>
              </a:rPr>
              <a:t>■  </a:t>
            </a:r>
            <a:r>
              <a:rPr sz="680">
                <a:solidFill>
                  <a:srgbClr val="2E2E2E"/>
                </a:solidFill>
                <a:latin typeface="Calibri"/>
              </a:rPr>
              <a:t>   Poland</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5F5F5F"/>
                </a:solidFill>
                <a:latin typeface="Calibri"/>
              </a:rPr>
              <a:t>■  </a:t>
            </a:r>
            <a:r>
              <a:rPr sz="680">
                <a:solidFill>
                  <a:srgbClr val="2E2E2E"/>
                </a:solidFill>
                <a:latin typeface="Calibri"/>
              </a:rPr>
              <a:t>   Belgium</a:t>
            </a:r>
          </a:p>
          <a:p>
            <a:pPr>
              <a:spcBef>
                <a:spcPts val="220"/>
              </a:spcBef>
            </a:pPr>
            <a:r>
              <a:rPr sz="750">
                <a:solidFill>
                  <a:srgbClr val="B2B2B2"/>
                </a:solidFill>
                <a:latin typeface="Calibri"/>
              </a:rPr>
              <a:t>■  </a:t>
            </a:r>
            <a:r>
              <a:rPr sz="680">
                <a:solidFill>
                  <a:srgbClr val="2E2E2E"/>
                </a:solidFill>
                <a:latin typeface="Calibri"/>
              </a:rPr>
              <a:t>   Switzerland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220"/>
              </a:spcBef>
            </a:pPr>
            <a:r>
              <a:rPr sz="750">
                <a:solidFill>
                  <a:srgbClr val="3D85C6"/>
                </a:solidFill>
                <a:latin typeface="Calibri"/>
              </a:rPr>
              <a:t>■  </a:t>
            </a:r>
            <a:r>
              <a:rPr sz="680">
                <a:solidFill>
                  <a:srgbClr val="2E2E2E"/>
                </a:solidFill>
                <a:latin typeface="Calibri"/>
              </a:rPr>
              <a:t>   U.K.</a:t>
            </a:r>
          </a:p>
          <a:p>
            <a:pPr>
              <a:spcBef>
                <a:spcPts val="220"/>
              </a:spcBef>
            </a:pPr>
            <a:r>
              <a:rPr sz="750">
                <a:solidFill>
                  <a:srgbClr val="008189"/>
                </a:solidFill>
                <a:latin typeface="Calibri"/>
              </a:rPr>
              <a:t>■  </a:t>
            </a:r>
            <a:r>
              <a:rPr sz="680">
                <a:solidFill>
                  <a:srgbClr val="2E2E2E"/>
                </a:solidFill>
                <a:latin typeface="Calibri"/>
              </a:rPr>
              <a:t>   France</a:t>
            </a:r>
          </a:p>
          <a:p>
            <a:pPr>
              <a:spcBef>
                <a:spcPts val="220"/>
              </a:spcBef>
            </a:pPr>
            <a:r>
              <a:rPr sz="750">
                <a:solidFill>
                  <a:srgbClr val="40315E"/>
                </a:solidFill>
                <a:latin typeface="Calibri"/>
              </a:rPr>
              <a:t>■  </a:t>
            </a:r>
            <a:r>
              <a:rPr sz="680">
                <a:solidFill>
                  <a:srgbClr val="2E2E2E"/>
                </a:solidFill>
                <a:latin typeface="Calibri"/>
              </a:rPr>
              <a:t>   Rest of Europe</a:t>
            </a:r>
          </a:p>
          <a:p>
            <a:pPr>
              <a:spcBef>
                <a:spcPts val="220"/>
              </a:spcBef>
            </a:pPr>
            <a:r>
              <a:rPr sz="750">
                <a:solidFill>
                  <a:srgbClr val="9E7E0A"/>
                </a:solidFill>
                <a:latin typeface="Calibri"/>
              </a:rPr>
              <a:t>■  </a:t>
            </a:r>
            <a:r>
              <a:rPr sz="680">
                <a:solidFill>
                  <a:srgbClr val="2E2E2E"/>
                </a:solidFill>
                <a:latin typeface="Calibri"/>
              </a:rPr>
              <a:t>   Germany</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808080"/>
                </a:solidFill>
                <a:latin typeface="Calibri"/>
              </a:rPr>
              <a:t>■  </a:t>
            </a:r>
            <a:r>
              <a:rPr sz="680">
                <a:solidFill>
                  <a:srgbClr val="2E2E2E"/>
                </a:solidFill>
                <a:latin typeface="Calibri"/>
              </a:rPr>
              <a:t>   Nordic</a:t>
            </a:r>
          </a:p>
          <a:p>
            <a:pPr>
              <a:spcBef>
                <a:spcPts val="220"/>
              </a:spcBef>
            </a:pPr>
            <a:r>
              <a:rPr sz="750">
                <a:solidFill>
                  <a:srgbClr val="0E72AE"/>
                </a:solidFill>
                <a:latin typeface="Calibri"/>
              </a:rPr>
              <a:t>■  </a:t>
            </a:r>
            <a:r>
              <a:rPr sz="680">
                <a:solidFill>
                  <a:srgbClr val="2E2E2E"/>
                </a:solidFill>
                <a:latin typeface="Calibri"/>
              </a:rPr>
              <a:t>   Spain</a:t>
            </a:r>
          </a:p>
          <a:p>
            <a:pPr>
              <a:spcBef>
                <a:spcPts val="220"/>
              </a:spcBef>
            </a:pPr>
            <a:r>
              <a:rPr sz="750">
                <a:solidFill>
                  <a:srgbClr val="A86F00"/>
                </a:solidFill>
                <a:latin typeface="Calibri"/>
              </a:rPr>
              <a:t>■  </a:t>
            </a:r>
            <a:r>
              <a:rPr sz="680">
                <a:solidFill>
                  <a:srgbClr val="2E2E2E"/>
                </a:solidFill>
                <a:latin typeface="Calibri"/>
              </a:rPr>
              <a:t>   Russia</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0B2E4A"/>
                </a:solidFill>
                <a:latin typeface="Calibri"/>
              </a:rPr>
              <a:t>■  </a:t>
            </a:r>
            <a:r>
              <a:rPr sz="680">
                <a:solidFill>
                  <a:srgbClr val="2E2E2E"/>
                </a:solidFill>
                <a:latin typeface="Calibri"/>
              </a:rPr>
              <a:t>   Switzerland</a:t>
            </a:r>
          </a:p>
          <a:p>
            <a:pPr>
              <a:spcBef>
                <a:spcPts val="220"/>
              </a:spcBef>
            </a:pPr>
            <a:r>
              <a:rPr sz="750">
                <a:solidFill>
                  <a:srgbClr val="B2B2B2"/>
                </a:solidFill>
                <a:latin typeface="Calibri"/>
              </a:rPr>
              <a:t>■  </a:t>
            </a:r>
            <a:r>
              <a:rPr sz="680">
                <a:solidFill>
                  <a:srgbClr val="2E2E2E"/>
                </a:solidFill>
                <a:latin typeface="Calibri"/>
              </a:rPr>
              <a:t>   Poland</a:t>
            </a:r>
          </a:p>
          <a:p>
            <a:pPr>
              <a:spcBef>
                <a:spcPts val="220"/>
              </a:spcBef>
            </a:pPr>
            <a:r>
              <a:rPr sz="750">
                <a:solidFill>
                  <a:srgbClr val="5F5F5F"/>
                </a:solidFill>
                <a:latin typeface="Calibri"/>
              </a:rPr>
              <a:t>■  </a:t>
            </a:r>
            <a:r>
              <a:rPr sz="680">
                <a:solidFill>
                  <a:srgbClr val="2E2E2E"/>
                </a:solidFill>
                <a:latin typeface="Calibri"/>
              </a:rPr>
              <a:t>   Belgium</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Hair Styling Products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Europe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by country  ·  2036 (US$ Mn)  ·  tile size = market value</a:t>
            </a:r>
          </a:p>
        </p:txBody>
      </p:sp>
      <p:sp>
        <p:nvSpPr>
          <p:cNvPr id="13" name="Rectangle 12"/>
          <p:cNvSpPr/>
          <p:nvPr/>
        </p:nvSpPr>
        <p:spPr>
          <a:xfrm>
            <a:off x="238125" y="1266825"/>
            <a:ext cx="4151389" cy="282389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814</a:t>
            </a:r>
          </a:p>
        </p:txBody>
      </p:sp>
      <p:sp>
        <p:nvSpPr>
          <p:cNvPr id="14" name="Rectangle 13"/>
          <p:cNvSpPr/>
          <p:nvPr/>
        </p:nvSpPr>
        <p:spPr>
          <a:xfrm>
            <a:off x="238125" y="4090718"/>
            <a:ext cx="4151389" cy="248153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715</a:t>
            </a:r>
          </a:p>
        </p:txBody>
      </p:sp>
      <p:sp>
        <p:nvSpPr>
          <p:cNvPr id="15" name="Rectangle 14"/>
          <p:cNvSpPr/>
          <p:nvPr/>
        </p:nvSpPr>
        <p:spPr>
          <a:xfrm>
            <a:off x="4389514" y="1266825"/>
            <a:ext cx="3203457" cy="311596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693</a:t>
            </a:r>
          </a:p>
        </p:txBody>
      </p:sp>
      <p:sp>
        <p:nvSpPr>
          <p:cNvPr id="16" name="Rectangle 15"/>
          <p:cNvSpPr/>
          <p:nvPr/>
        </p:nvSpPr>
        <p:spPr>
          <a:xfrm>
            <a:off x="4389514" y="4382789"/>
            <a:ext cx="3203457" cy="2189461"/>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487</a:t>
            </a:r>
          </a:p>
        </p:txBody>
      </p:sp>
      <p:sp>
        <p:nvSpPr>
          <p:cNvPr id="17" name="Rectangle 16"/>
          <p:cNvSpPr/>
          <p:nvPr/>
        </p:nvSpPr>
        <p:spPr>
          <a:xfrm>
            <a:off x="7592972" y="1266825"/>
            <a:ext cx="2313117" cy="2462163"/>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396</a:t>
            </a:r>
          </a:p>
        </p:txBody>
      </p:sp>
      <p:sp>
        <p:nvSpPr>
          <p:cNvPr id="18" name="Rectangle 17"/>
          <p:cNvSpPr/>
          <p:nvPr/>
        </p:nvSpPr>
        <p:spPr>
          <a:xfrm>
            <a:off x="9906089" y="1266825"/>
            <a:ext cx="2047786" cy="2462163"/>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350</a:t>
            </a:r>
          </a:p>
        </p:txBody>
      </p:sp>
      <p:sp>
        <p:nvSpPr>
          <p:cNvPr id="19" name="Rectangle 18"/>
          <p:cNvSpPr/>
          <p:nvPr/>
        </p:nvSpPr>
        <p:spPr>
          <a:xfrm>
            <a:off x="7592972" y="3728988"/>
            <a:ext cx="1576183" cy="2843262"/>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311</a:t>
            </a:r>
          </a:p>
        </p:txBody>
      </p:sp>
      <p:sp>
        <p:nvSpPr>
          <p:cNvPr id="20" name="Rectangle 19"/>
          <p:cNvSpPr/>
          <p:nvPr/>
        </p:nvSpPr>
        <p:spPr>
          <a:xfrm>
            <a:off x="9169154" y="3728988"/>
            <a:ext cx="1536513" cy="2007986"/>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214</a:t>
            </a:r>
          </a:p>
        </p:txBody>
      </p:sp>
      <p:sp>
        <p:nvSpPr>
          <p:cNvPr id="21" name="Rectangle 20"/>
          <p:cNvSpPr/>
          <p:nvPr/>
        </p:nvSpPr>
        <p:spPr>
          <a:xfrm>
            <a:off x="10705668" y="3728988"/>
            <a:ext cx="1248207" cy="200798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Switzerland</a:t>
            </a:r>
          </a:p>
          <a:p>
            <a:pPr algn="ctr"/>
            <a:r>
              <a:rPr sz="1100" b="0">
                <a:solidFill>
                  <a:srgbClr val="FFFFFF"/>
                </a:solidFill>
                <a:latin typeface="Calibri"/>
              </a:rPr>
              <a:t>174</a:t>
            </a:r>
          </a:p>
        </p:txBody>
      </p:sp>
      <p:sp>
        <p:nvSpPr>
          <p:cNvPr id="22" name="Rectangle 21"/>
          <p:cNvSpPr/>
          <p:nvPr/>
        </p:nvSpPr>
        <p:spPr>
          <a:xfrm>
            <a:off x="9169154" y="5736974"/>
            <a:ext cx="2784721" cy="83527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162</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Europe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515.0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998.1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464.1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833.2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406.5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627.6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357.9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765.1</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7.9%</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104 BPS and accounting for 19.4%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14% of 2026 value · 4.4%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7.9%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319.1</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586.1</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286.7</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584.2</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7.4%</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251.8</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432.1</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209.9</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330.2</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11% of 2026 value · 6.3%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7.4%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4.6%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Europe hair styling products market in terms of value over the forecast period. Styling serums and oils and waxes, clays, pastes and pomades exhibit a CAGR index of 109.4 and 96.3 and a market share index of 146.6 and 132.1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Mousses and Foams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Creams and Lotions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104 BPS and accounting for 19.4% share by 2036. The sprays and mists segment is expected to lose 229 BPS over the forecast period to account for 12.2%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765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28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66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8606"/>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20" name="FMI Legend Chip"/>
          <p:cNvSpPr/>
          <p:nvPr/>
        </p:nvSpPr>
        <p:spPr>
          <a:xfrm>
            <a:off x="4928997" y="215562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5086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46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36578"/>
            <a:ext cx="514350" cy="123825"/>
          </a:xfrm>
          <a:prstGeom prst="rect">
            <a:avLst/>
          </a:prstGeom>
          <a:noFill/>
        </p:spPr>
        <p:txBody>
          <a:bodyPr wrap="none" lIns="0" rIns="0" tIns="0" bIns="0" anchor="ctr">
            <a:spAutoFit/>
          </a:bodyPr>
          <a:lstStyle/>
          <a:p>
            <a:pPr algn="r"/>
            <a:r>
              <a:rPr sz="900" b="1">
                <a:solidFill>
                  <a:srgbClr val="E44D3A"/>
                </a:solidFill>
                <a:latin typeface="Calibri"/>
              </a:rPr>
              <a:t>-58</a:t>
            </a:r>
          </a:p>
        </p:txBody>
      </p:sp>
      <p:sp>
        <p:nvSpPr>
          <p:cNvPr id="24" name="FMI Legend Chip"/>
          <p:cNvSpPr/>
          <p:nvPr/>
        </p:nvSpPr>
        <p:spPr>
          <a:xfrm>
            <a:off x="4928997" y="26062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6014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252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27" name="BPS Value 3"/>
          <p:cNvSpPr txBox="1"/>
          <p:nvPr/>
        </p:nvSpPr>
        <p:spPr>
          <a:xfrm>
            <a:off x="6896100" y="2587169"/>
            <a:ext cx="514350" cy="123825"/>
          </a:xfrm>
          <a:prstGeom prst="rect">
            <a:avLst/>
          </a:prstGeom>
          <a:noFill/>
        </p:spPr>
        <p:txBody>
          <a:bodyPr wrap="none" lIns="0" rIns="0" tIns="0" bIns="0" anchor="ctr">
            <a:spAutoFit/>
          </a:bodyPr>
          <a:lstStyle/>
          <a:p>
            <a:pPr algn="r"/>
            <a:r>
              <a:rPr sz="900" b="1">
                <a:solidFill>
                  <a:srgbClr val="2E7D32"/>
                </a:solidFill>
                <a:latin typeface="Calibri"/>
              </a:rPr>
              <a:t>+113</a:t>
            </a:r>
          </a:p>
        </p:txBody>
      </p:sp>
      <p:sp>
        <p:nvSpPr>
          <p:cNvPr id="28" name="FMI Legend Chip"/>
          <p:cNvSpPr/>
          <p:nvPr/>
        </p:nvSpPr>
        <p:spPr>
          <a:xfrm>
            <a:off x="4928997" y="312507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1203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441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1" name="BPS Value 4"/>
          <p:cNvSpPr txBox="1"/>
          <p:nvPr/>
        </p:nvSpPr>
        <p:spPr>
          <a:xfrm>
            <a:off x="6896100" y="3106029"/>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32" name="FMI Legend Chip"/>
          <p:cNvSpPr/>
          <p:nvPr/>
        </p:nvSpPr>
        <p:spPr>
          <a:xfrm>
            <a:off x="4928997" y="366316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6584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822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35" name="BPS Value 5"/>
          <p:cNvSpPr txBox="1"/>
          <p:nvPr/>
        </p:nvSpPr>
        <p:spPr>
          <a:xfrm>
            <a:off x="6896100" y="3644115"/>
            <a:ext cx="514350" cy="123825"/>
          </a:xfrm>
          <a:prstGeom prst="rect">
            <a:avLst/>
          </a:prstGeom>
          <a:noFill/>
        </p:spPr>
        <p:txBody>
          <a:bodyPr wrap="none" lIns="0" rIns="0" tIns="0" bIns="0" anchor="ctr">
            <a:spAutoFit/>
          </a:bodyPr>
          <a:lstStyle/>
          <a:p>
            <a:pPr algn="r"/>
            <a:r>
              <a:rPr sz="900" b="1">
                <a:solidFill>
                  <a:srgbClr val="E44D3A"/>
                </a:solidFill>
                <a:latin typeface="Calibri"/>
              </a:rPr>
              <a:t>-229</a:t>
            </a:r>
          </a:p>
        </p:txBody>
      </p:sp>
      <p:sp>
        <p:nvSpPr>
          <p:cNvPr id="36" name="FMI Legend Chip"/>
          <p:cNvSpPr/>
          <p:nvPr/>
        </p:nvSpPr>
        <p:spPr>
          <a:xfrm>
            <a:off x="4928997" y="428060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758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996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61555"/>
            <a:ext cx="514350" cy="123825"/>
          </a:xfrm>
          <a:prstGeom prst="rect">
            <a:avLst/>
          </a:prstGeom>
          <a:noFill/>
        </p:spPr>
        <p:txBody>
          <a:bodyPr wrap="none" lIns="0" rIns="0" tIns="0" bIns="0" anchor="ctr">
            <a:spAutoFit/>
          </a:bodyPr>
          <a:lstStyle/>
          <a:p>
            <a:pPr algn="r"/>
            <a:r>
              <a:rPr sz="900" b="1">
                <a:solidFill>
                  <a:srgbClr val="2E7D32"/>
                </a:solidFill>
                <a:latin typeface="Calibri"/>
              </a:rPr>
              <a:t>+210</a:t>
            </a:r>
          </a:p>
        </p:txBody>
      </p:sp>
      <p:sp>
        <p:nvSpPr>
          <p:cNvPr id="40" name="FMI Legend Chip"/>
          <p:cNvSpPr/>
          <p:nvPr/>
        </p:nvSpPr>
        <p:spPr>
          <a:xfrm>
            <a:off x="4928997" y="49892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844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9082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70155"/>
            <a:ext cx="514350" cy="123825"/>
          </a:xfrm>
          <a:prstGeom prst="rect">
            <a:avLst/>
          </a:prstGeom>
          <a:noFill/>
        </p:spPr>
        <p:txBody>
          <a:bodyPr wrap="none" lIns="0" rIns="0" tIns="0" bIns="0" anchor="ctr">
            <a:spAutoFit/>
          </a:bodyPr>
          <a:lstStyle/>
          <a:p>
            <a:pPr algn="r"/>
            <a:r>
              <a:rPr sz="900" b="1">
                <a:solidFill>
                  <a:srgbClr val="E44D3A"/>
                </a:solidFill>
                <a:latin typeface="Calibri"/>
              </a:rPr>
              <a:t>-35</a:t>
            </a:r>
          </a:p>
        </p:txBody>
      </p:sp>
      <p:sp>
        <p:nvSpPr>
          <p:cNvPr id="44" name="FMI Legend Chip"/>
          <p:cNvSpPr/>
          <p:nvPr/>
        </p:nvSpPr>
        <p:spPr>
          <a:xfrm>
            <a:off x="4928997" y="580112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963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201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82074"/>
            <a:ext cx="514350" cy="123825"/>
          </a:xfrm>
          <a:prstGeom prst="rect">
            <a:avLst/>
          </a:prstGeom>
          <a:noFill/>
        </p:spPr>
        <p:txBody>
          <a:bodyPr wrap="none" lIns="0" rIns="0" tIns="0" bIns="0" anchor="ctr">
            <a:spAutoFit/>
          </a:bodyPr>
          <a:lstStyle/>
          <a:p>
            <a:pPr algn="r"/>
            <a:r>
              <a:rPr sz="900" b="1">
                <a:solidFill>
                  <a:srgbClr val="2E7D32"/>
                </a:solidFill>
                <a:latin typeface="Calibri"/>
              </a:rPr>
              <a:t>+104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7.9% over the forecast period. In terms of value share by product format, the styling serums and oils segment is expected to dominate the market, gaining 104 BPS and accounting for 19.4% share by 2036.</a:t>
            </a:r>
          </a:p>
          <a:p>
            <a:pPr algn="l">
              <a:lnSpc>
                <a:spcPct val="110000"/>
              </a:lnSpc>
              <a:spcBef>
                <a:spcPts val="0"/>
              </a:spcBef>
              <a:spcAft>
                <a:spcPts val="500"/>
              </a:spcAft>
            </a:pPr>
            <a:r>
              <a:rPr sz="1150" b="0">
                <a:solidFill>
                  <a:srgbClr val="2E2E2E"/>
                </a:solidFill>
                <a:latin typeface="Calibri"/>
              </a:rPr>
              <a:t>The sprays and mists segment is expected to lose 229 BPS over the forecast period to account for 12.2%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617.3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1,125</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606.6</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1,051</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5.7%</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561.7</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1,136</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514.4</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851.2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511.0</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992.3</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7.3% over the forecast period. In terms of value share by hold level, the light or flexible hold segment is expected to dominate the market, gaining 206 BPS and accounting for 22.0%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22% of 2026 value · 5.7%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7.3%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Extra-strong Hold: </a:t>
            </a:r>
            <a:r>
              <a:rPr sz="1100" b="0">
                <a:solidFill>
                  <a:srgbClr val="2E2E2E"/>
                </a:solidFill>
                <a:latin typeface="Calibri"/>
              </a:rPr>
              <a:t>18% of 2026 value · 5.2%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No Hold: </a:t>
            </a:r>
            <a:r>
              <a:rPr sz="1100" b="0">
                <a:solidFill>
                  <a:srgbClr val="2E2E2E"/>
                </a:solidFill>
                <a:latin typeface="Calibri"/>
              </a:rPr>
              <a:t>18% of 2026 value · 6.9%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6.3%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Europe hair styling products market in terms of value over the forecast period. Light or flexible hold and medium hold exhibit a CAGR index of 116.7 and 99.0 and a market share index of 99.9 and 109.8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2.0X in terms of value as compared to 2026. The light or flexible hold segment is expected to create an incremental opportunity of US$ 574.7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US$ 508.2 Mn for the overall hair styling products market from 2026 to 2036. The no hold segment is expected to create an incremental opportunity of US$ 481.4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206 BPS and accounting for 22.0% share by 2036. The extra-strong hold segment is expected to lose 179 BPS over the forecast period to account for 16.5%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Hold Level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89762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28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166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1878576"/>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274437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96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634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725321"/>
            <a:ext cx="514350" cy="123825"/>
          </a:xfrm>
          <a:prstGeom prst="rect">
            <a:avLst/>
          </a:prstGeom>
          <a:noFill/>
        </p:spPr>
        <p:txBody>
          <a:bodyPr wrap="none" lIns="0" rIns="0" tIns="0" bIns="0" anchor="ctr">
            <a:spAutoFit/>
          </a:bodyPr>
          <a:lstStyle/>
          <a:p>
            <a:pPr algn="r"/>
            <a:r>
              <a:rPr sz="900" b="1">
                <a:solidFill>
                  <a:srgbClr val="2E7D32"/>
                </a:solidFill>
                <a:latin typeface="Calibri"/>
              </a:rPr>
              <a:t>+107</a:t>
            </a:r>
          </a:p>
        </p:txBody>
      </p:sp>
      <p:sp>
        <p:nvSpPr>
          <p:cNvPr id="24" name="FMI Legend Chip"/>
          <p:cNvSpPr/>
          <p:nvPr/>
        </p:nvSpPr>
        <p:spPr>
          <a:xfrm>
            <a:off x="4928997" y="368301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782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020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663969"/>
            <a:ext cx="514350" cy="123825"/>
          </a:xfrm>
          <a:prstGeom prst="rect">
            <a:avLst/>
          </a:prstGeom>
          <a:noFill/>
        </p:spPr>
        <p:txBody>
          <a:bodyPr wrap="none" lIns="0" rIns="0" tIns="0" bIns="0" anchor="ctr">
            <a:spAutoFit/>
          </a:bodyPr>
          <a:lstStyle/>
          <a:p>
            <a:pPr algn="r"/>
            <a:r>
              <a:rPr sz="900" b="1">
                <a:solidFill>
                  <a:srgbClr val="E44D3A"/>
                </a:solidFill>
                <a:latin typeface="Calibri"/>
              </a:rPr>
              <a:t>-119</a:t>
            </a:r>
          </a:p>
        </p:txBody>
      </p:sp>
      <p:sp>
        <p:nvSpPr>
          <p:cNvPr id="28" name="FMI Legend Chip"/>
          <p:cNvSpPr/>
          <p:nvPr/>
        </p:nvSpPr>
        <p:spPr>
          <a:xfrm>
            <a:off x="4928997" y="46828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67805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018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663765"/>
            <a:ext cx="514350" cy="123825"/>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32" name="FMI Legend Chip"/>
          <p:cNvSpPr/>
          <p:nvPr/>
        </p:nvSpPr>
        <p:spPr>
          <a:xfrm>
            <a:off x="4928997" y="57216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169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07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02641"/>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7.3% over the forecast period. In terms of value share by hold level, the light or flexible hold segment is expected to dominate the market, gaining 206 BPS and accounting for 22.0% share by 2036.</a:t>
            </a:r>
          </a:p>
          <a:p>
            <a:pPr algn="l">
              <a:lnSpc>
                <a:spcPct val="110000"/>
              </a:lnSpc>
              <a:spcBef>
                <a:spcPts val="0"/>
              </a:spcBef>
              <a:spcAft>
                <a:spcPts val="500"/>
              </a:spcAft>
            </a:pPr>
            <a:r>
              <a:rPr sz="1150" b="0">
                <a:solidFill>
                  <a:srgbClr val="2E2E2E"/>
                </a:solidFill>
                <a:latin typeface="Calibri"/>
              </a:rPr>
              <a:t>The extra-strong hold segment is expected to lose 179 BPS over the forecast period to account for 16.5%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948.0</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1,647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5.7%</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947.6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1,729</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915.3</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1,781</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6.9% over the forecast period. In terms of value share by finish, the glossy or wet-look segment is expected to dominate the market, gaining 197 BPS and accounting for 34.5% share by 2036.</a:t>
            </a:r>
          </a:p>
          <a:p>
            <a:pPr algn="l">
              <a:lnSpc>
                <a:spcPct val="110000"/>
              </a:lnSpc>
              <a:spcBef>
                <a:spcPts val="0"/>
              </a:spcBef>
              <a:spcAft>
                <a:spcPts val="500"/>
              </a:spcAft>
            </a:pPr>
            <a:r>
              <a:rPr sz="1100" b="0">
                <a:solidFill>
                  <a:srgbClr val="2E2E2E"/>
                </a:solidFill>
                <a:latin typeface="Calibri"/>
              </a:rPr>
              <a:t>Glossy or wet-look segment is projected to register 1.0X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5.7%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Matte: </a:t>
            </a:r>
            <a:r>
              <a:rPr sz="1100" b="0">
                <a:solidFill>
                  <a:srgbClr val="2E2E2E"/>
                </a:solidFill>
                <a:latin typeface="Calibri"/>
              </a:rPr>
              <a:t>34% of 2026 value · 6.2%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33% of 2026 value · 6.9%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6.3%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Europe hair styling products market in terms of value over the forecast period. Glossy or wet-look and matte exhibit a CAGR index of 110.0 and 99.1 and a market share index of 97.7 and 101.1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Glossy or Wet-look</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1.9X in terms of value as compared to 2026. The glossy or wet-look segment is expected to create an incremental opportunity of US$ 865.2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US$ 781.2 Mn for the overall hair styling products market from 2026 to 2036. The natural segment is expected to create an incremental opportunity of US$ 699.3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1.0X higher value than matte segment in 2036. Among hair styling products by finish, glossy or wet-look segment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197 BPS and accounting for 34.5% share by 2036. The natural segment is expected to lose 178 BPS over the forecast period to account for 31.9%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632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58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823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44232"/>
            <a:ext cx="514350" cy="123825"/>
          </a:xfrm>
          <a:prstGeom prst="rect">
            <a:avLst/>
          </a:prstGeom>
          <a:noFill/>
        </p:spPr>
        <p:txBody>
          <a:bodyPr wrap="none" lIns="0" rIns="0" tIns="0" bIns="0" anchor="ctr">
            <a:spAutoFit/>
          </a:bodyPr>
          <a:lstStyle/>
          <a:p>
            <a:pPr algn="r"/>
            <a:r>
              <a:rPr sz="900" b="1">
                <a:solidFill>
                  <a:srgbClr val="E44D3A"/>
                </a:solidFill>
                <a:latin typeface="Calibri"/>
              </a:rPr>
              <a:t>-178</a:t>
            </a:r>
          </a:p>
        </p:txBody>
      </p:sp>
      <p:sp>
        <p:nvSpPr>
          <p:cNvPr id="20" name="FMI Legend Chip"/>
          <p:cNvSpPr/>
          <p:nvPr/>
        </p:nvSpPr>
        <p:spPr>
          <a:xfrm>
            <a:off x="4928997" y="38139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092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330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794923"/>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24" name="FMI Legend Chip"/>
          <p:cNvSpPr/>
          <p:nvPr/>
        </p:nvSpPr>
        <p:spPr>
          <a:xfrm>
            <a:off x="4928997" y="54258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210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448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06792"/>
            <a:ext cx="514350" cy="123825"/>
          </a:xfrm>
          <a:prstGeom prst="rect">
            <a:avLst/>
          </a:prstGeom>
          <a:noFill/>
        </p:spPr>
        <p:txBody>
          <a:bodyPr wrap="none" lIns="0" rIns="0" tIns="0" bIns="0" anchor="ctr">
            <a:spAutoFit/>
          </a:bodyPr>
          <a:lstStyle/>
          <a:p>
            <a:pPr algn="r"/>
            <a:r>
              <a:rPr sz="900" b="1">
                <a:solidFill>
                  <a:srgbClr val="2E7D32"/>
                </a:solidFill>
                <a:latin typeface="Calibri"/>
              </a:rPr>
              <a:t>+197</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6.9% over the forecast period. In terms of value share by finish, the glossy or wet-look segment is expected to dominate the market, gaining 197 BPS and accounting for 34.5% share by 2036.</a:t>
            </a:r>
          </a:p>
          <a:p>
            <a:pPr algn="l">
              <a:lnSpc>
                <a:spcPct val="110000"/>
              </a:lnSpc>
              <a:spcBef>
                <a:spcPts val="0"/>
              </a:spcBef>
              <a:spcAft>
                <a:spcPts val="500"/>
              </a:spcAft>
            </a:pPr>
            <a:r>
              <a:rPr sz="1150" b="0">
                <a:solidFill>
                  <a:srgbClr val="2E2E2E"/>
                </a:solidFill>
                <a:latin typeface="Calibri"/>
              </a:rPr>
              <a:t>The natural segment is expected to lose 178 BPS over the forecast period to account for 31.9%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550.9</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892.8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530.6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948.9</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490.7</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1,023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7.6% over the forecast period. In terms of value share by distribution channel, the online marketplaces segment is expected to dominate the market, gaining 238 BPS and accounting for 19.8%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20% of 2026 value · 4.9%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17% of 2026 value · 7.6%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6.3%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448.5</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840.3</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436.0</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743.8</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354.4</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707.9</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16% of 2026 value · 5.5%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7.2%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Europe hair styling products market in terms of value over the forecast period. Online marketplaces and salon and professional distribution exhibit a CAGR index of 121.9 and 95.7 and a market share index of 104.7 and 113.2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2.1X in terms of value as compared to 2026. The online marketplaces segment is expected to create an incremental opportunity of US$ 532.3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US$ 418.4 Mn for the overall hair styling products market from 2026 to 2036. The beauty specialty retail segment is expected to create an incremental opportunity of US$ 391.9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salon and professional distribution segment in 2036. Among hair styling products by distribution channel, online marketplaces segment is expected to witness the highest CAGR of 7.6%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238 BPS and accounting for 19.8% share by 2036. The mass retail segment is expected to lose 228 BPS over the forecast period to account for 17.3%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5088"/>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03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41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66038"/>
            <a:ext cx="514350" cy="123825"/>
          </a:xfrm>
          <a:prstGeom prst="rect">
            <a:avLst/>
          </a:prstGeom>
          <a:noFill/>
        </p:spPr>
        <p:txBody>
          <a:bodyPr wrap="none" lIns="0" rIns="0" tIns="0" bIns="0" anchor="ctr">
            <a:spAutoFit/>
          </a:bodyPr>
          <a:lstStyle/>
          <a:p>
            <a:pPr algn="r"/>
            <a:r>
              <a:rPr sz="900" b="1">
                <a:solidFill>
                  <a:srgbClr val="2E7D32"/>
                </a:solidFill>
                <a:latin typeface="Calibri"/>
              </a:rPr>
              <a:t>+112</a:t>
            </a:r>
          </a:p>
        </p:txBody>
      </p:sp>
      <p:sp>
        <p:nvSpPr>
          <p:cNvPr id="20" name="FMI Legend Chip"/>
          <p:cNvSpPr/>
          <p:nvPr/>
        </p:nvSpPr>
        <p:spPr>
          <a:xfrm>
            <a:off x="4928997" y="262869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6239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77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609646"/>
            <a:ext cx="514350" cy="123825"/>
          </a:xfrm>
          <a:prstGeom prst="rect">
            <a:avLst/>
          </a:prstGeom>
          <a:noFill/>
        </p:spPr>
        <p:txBody>
          <a:bodyPr wrap="none" lIns="0" rIns="0" tIns="0" bIns="0" anchor="ctr">
            <a:spAutoFit/>
          </a:bodyPr>
          <a:lstStyle/>
          <a:p>
            <a:pPr algn="r"/>
            <a:r>
              <a:rPr sz="900" b="1">
                <a:solidFill>
                  <a:srgbClr val="E44D3A"/>
                </a:solidFill>
                <a:latin typeface="Calibri"/>
              </a:rPr>
              <a:t>-108</a:t>
            </a:r>
          </a:p>
        </p:txBody>
      </p:sp>
      <p:sp>
        <p:nvSpPr>
          <p:cNvPr id="24" name="FMI Legend Chip"/>
          <p:cNvSpPr/>
          <p:nvPr/>
        </p:nvSpPr>
        <p:spPr>
          <a:xfrm>
            <a:off x="4928997" y="33310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3262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500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311971"/>
            <a:ext cx="514350" cy="123825"/>
          </a:xfrm>
          <a:prstGeom prst="rect">
            <a:avLst/>
          </a:prstGeom>
          <a:noFill/>
        </p:spPr>
        <p:txBody>
          <a:bodyPr wrap="none" lIns="0" rIns="0" tIns="0" bIns="0" anchor="ctr">
            <a:spAutoFit/>
          </a:bodyPr>
          <a:lstStyle/>
          <a:p>
            <a:pPr algn="r"/>
            <a:r>
              <a:rPr sz="900" b="1">
                <a:solidFill>
                  <a:srgbClr val="2E7D32"/>
                </a:solidFill>
                <a:latin typeface="Calibri"/>
              </a:rPr>
              <a:t>+34</a:t>
            </a:r>
          </a:p>
        </p:txBody>
      </p:sp>
      <p:sp>
        <p:nvSpPr>
          <p:cNvPr id="28" name="FMI Legend Chip"/>
          <p:cNvSpPr/>
          <p:nvPr/>
        </p:nvSpPr>
        <p:spPr>
          <a:xfrm>
            <a:off x="4928997" y="40993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09462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184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1" name="BPS Value 4"/>
          <p:cNvSpPr txBox="1"/>
          <p:nvPr/>
        </p:nvSpPr>
        <p:spPr>
          <a:xfrm>
            <a:off x="6896100" y="4080334"/>
            <a:ext cx="514350" cy="123825"/>
          </a:xfrm>
          <a:prstGeom prst="rect">
            <a:avLst/>
          </a:prstGeom>
          <a:noFill/>
        </p:spPr>
        <p:txBody>
          <a:bodyPr wrap="none" lIns="0" rIns="0" tIns="0" bIns="0" anchor="ctr">
            <a:spAutoFit/>
          </a:bodyPr>
          <a:lstStyle/>
          <a:p>
            <a:pPr algn="r"/>
            <a:r>
              <a:rPr sz="900" b="1">
                <a:solidFill>
                  <a:srgbClr val="E44D3A"/>
                </a:solidFill>
                <a:latin typeface="Calibri"/>
              </a:rPr>
              <a:t>-228</a:t>
            </a:r>
          </a:p>
        </p:txBody>
      </p:sp>
      <p:sp>
        <p:nvSpPr>
          <p:cNvPr id="32" name="FMI Legend Chip"/>
          <p:cNvSpPr/>
          <p:nvPr/>
        </p:nvSpPr>
        <p:spPr>
          <a:xfrm>
            <a:off x="4928997" y="491589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91113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349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96849"/>
            <a:ext cx="514350" cy="123825"/>
          </a:xfrm>
          <a:prstGeom prst="rect">
            <a:avLst/>
          </a:prstGeom>
          <a:noFill/>
        </p:spPr>
        <p:txBody>
          <a:bodyPr wrap="none" lIns="0" rIns="0" tIns="0" bIns="0" anchor="ctr">
            <a:spAutoFit/>
          </a:bodyPr>
          <a:lstStyle/>
          <a:p>
            <a:pPr algn="r"/>
            <a:r>
              <a:rPr sz="900" b="1">
                <a:solidFill>
                  <a:srgbClr val="E44D3A"/>
                </a:solidFill>
                <a:latin typeface="Calibri"/>
              </a:rPr>
              <a:t>-47</a:t>
            </a:r>
          </a:p>
        </p:txBody>
      </p:sp>
      <p:sp>
        <p:nvSpPr>
          <p:cNvPr id="36" name="FMI Legend Chip"/>
          <p:cNvSpPr/>
          <p:nvPr/>
        </p:nvSpPr>
        <p:spPr>
          <a:xfrm>
            <a:off x="4928997" y="579011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853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091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71069"/>
            <a:ext cx="514350" cy="123825"/>
          </a:xfrm>
          <a:prstGeom prst="rect">
            <a:avLst/>
          </a:prstGeom>
          <a:noFill/>
        </p:spPr>
        <p:txBody>
          <a:bodyPr wrap="none" lIns="0" rIns="0" tIns="0" bIns="0" anchor="ctr">
            <a:spAutoFit/>
          </a:bodyPr>
          <a:lstStyle/>
          <a:p>
            <a:pPr algn="r"/>
            <a:r>
              <a:rPr sz="900" b="1">
                <a:solidFill>
                  <a:srgbClr val="2E7D32"/>
                </a:solidFill>
                <a:latin typeface="Calibri"/>
              </a:rPr>
              <a:t>+238</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7.6% over the forecast period. In terms of value share by distribution channel, the online marketplaces segment is expected to dominate the market, gaining 238 BPS and accounting for 19.8% share by 2036.</a:t>
            </a:r>
          </a:p>
          <a:p>
            <a:pPr algn="l">
              <a:lnSpc>
                <a:spcPct val="110000"/>
              </a:lnSpc>
              <a:spcBef>
                <a:spcPts val="0"/>
              </a:spcBef>
              <a:spcAft>
                <a:spcPts val="500"/>
              </a:spcAft>
            </a:pPr>
            <a:r>
              <a:rPr sz="1150" b="0">
                <a:solidFill>
                  <a:srgbClr val="2E2E2E"/>
                </a:solidFill>
                <a:latin typeface="Calibri"/>
              </a:rPr>
              <a:t>The mass retail segment is expected to lose 228 BPS over the forecast period to account for 17.3%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456.4</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882.9</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442.7</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695.1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406.3</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737.9</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394.6</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834.6</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391.6</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676.9</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389.8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784.3</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329.6</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545.0</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5.2%</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7.8% over the forecast period. In terms of value share by primary styling benefit, the smoothing and frizz control segment is expected to dominate the market, gaining 88 BPS and accounting for 17.1%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1.1X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16% of 2026 value · 4.6%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Texture and Separation: </a:t>
            </a:r>
            <a:r>
              <a:rPr sz="1100" b="0">
                <a:solidFill>
                  <a:srgbClr val="2E2E2E"/>
                </a:solidFill>
                <a:latin typeface="Calibri"/>
              </a:rPr>
              <a:t>14% of 2026 value · 6.1%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 Definition: </a:t>
            </a:r>
            <a:r>
              <a:rPr sz="1100" b="0">
                <a:solidFill>
                  <a:srgbClr val="2E2E2E"/>
                </a:solidFill>
                <a:latin typeface="Calibri"/>
              </a:rPr>
              <a:t>14% of 2026 value · 7.8%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Volume and Root Lift: </a:t>
            </a:r>
            <a:r>
              <a:rPr sz="1100" b="0">
                <a:solidFill>
                  <a:srgbClr val="2E2E2E"/>
                </a:solidFill>
                <a:latin typeface="Calibri"/>
              </a:rPr>
              <a:t>14% of 2026 value · 5.6%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Heat Styling Support: </a:t>
            </a:r>
            <a:r>
              <a:rPr sz="1100" b="0">
                <a:solidFill>
                  <a:srgbClr val="2E2E2E"/>
                </a:solidFill>
                <a:latin typeface="Calibri"/>
              </a:rPr>
              <a:t>14% of 2026 value · 7.2%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5.2%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6.3%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Smoothing and frizz control followed by curl definition are expected to be the two most attractive primary styling benefit segments in the Europe hair styling products market in terms of value over the forecast period. Smoothing and frizz control and curl definition exhibit a CAGR index of 109.0 and 124.4 and a market share index of 113.7 and 98.3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2.1X in terms of value as compared to 2026. The curl definition segment is expected to create an incremental opportunity of US$ 440.1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US$ 426.5 Mn for the overall hair styling products market from 2026 to 2036. The heat styling support segment is expected to create an incremental opportunity of US$ 394.5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1.1X higher value than curl definition segment in 2036. Among hair styling products by primary styling benefit, curl definition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88 BPS and accounting for 17.1% share by 2036. The hold and shape segment is expected to lose 227 BPS over the forecast period to account for 13.5%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1286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81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19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93814"/>
            <a:ext cx="514350" cy="123825"/>
          </a:xfrm>
          <a:prstGeom prst="rect">
            <a:avLst/>
          </a:prstGeom>
          <a:noFill/>
        </p:spPr>
        <p:txBody>
          <a:bodyPr wrap="none" lIns="0" rIns="0" tIns="0" bIns="0" anchor="ctr">
            <a:spAutoFit/>
          </a:bodyPr>
          <a:lstStyle/>
          <a:p>
            <a:pPr algn="r"/>
            <a:r>
              <a:rPr sz="900" b="1">
                <a:solidFill>
                  <a:srgbClr val="E44D3A"/>
                </a:solidFill>
                <a:latin typeface="Calibri"/>
              </a:rPr>
              <a:t>-116</a:t>
            </a:r>
          </a:p>
        </p:txBody>
      </p:sp>
      <p:sp>
        <p:nvSpPr>
          <p:cNvPr id="20" name="FMI Legend Chip"/>
          <p:cNvSpPr/>
          <p:nvPr/>
        </p:nvSpPr>
        <p:spPr>
          <a:xfrm>
            <a:off x="4928997" y="245456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498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736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35516"/>
            <a:ext cx="514350" cy="123825"/>
          </a:xfrm>
          <a:prstGeom prst="rect">
            <a:avLst/>
          </a:prstGeom>
          <a:noFill/>
        </p:spPr>
        <p:txBody>
          <a:bodyPr wrap="none" lIns="0" rIns="0" tIns="0" bIns="0" anchor="ctr">
            <a:spAutoFit/>
          </a:bodyPr>
          <a:lstStyle/>
          <a:p>
            <a:pPr algn="r"/>
            <a:r>
              <a:rPr sz="900" b="1">
                <a:solidFill>
                  <a:srgbClr val="E44D3A"/>
                </a:solidFill>
                <a:latin typeface="Calibri"/>
              </a:rPr>
              <a:t>-80</a:t>
            </a:r>
          </a:p>
        </p:txBody>
      </p:sp>
      <p:sp>
        <p:nvSpPr>
          <p:cNvPr id="24" name="FMI Legend Chip"/>
          <p:cNvSpPr/>
          <p:nvPr/>
        </p:nvSpPr>
        <p:spPr>
          <a:xfrm>
            <a:off x="4928997" y="306284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5808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818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3043799"/>
            <a:ext cx="514350" cy="123825"/>
          </a:xfrm>
          <a:prstGeom prst="rect">
            <a:avLst/>
          </a:prstGeom>
          <a:noFill/>
        </p:spPr>
        <p:txBody>
          <a:bodyPr wrap="none" lIns="0" rIns="0" tIns="0" bIns="0" anchor="ctr">
            <a:spAutoFit/>
          </a:bodyPr>
          <a:lstStyle/>
          <a:p>
            <a:pPr algn="r"/>
            <a:r>
              <a:rPr sz="900" b="1">
                <a:solidFill>
                  <a:srgbClr val="E44D3A"/>
                </a:solidFill>
                <a:latin typeface="Calibri"/>
              </a:rPr>
              <a:t>-227</a:t>
            </a:r>
          </a:p>
        </p:txBody>
      </p:sp>
      <p:sp>
        <p:nvSpPr>
          <p:cNvPr id="28" name="FMI Legend Chip"/>
          <p:cNvSpPr/>
          <p:nvPr/>
        </p:nvSpPr>
        <p:spPr>
          <a:xfrm>
            <a:off x="4928997" y="369816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933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171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79112"/>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32" name="FMI Legend Chip"/>
          <p:cNvSpPr/>
          <p:nvPr/>
        </p:nvSpPr>
        <p:spPr>
          <a:xfrm>
            <a:off x="4928997" y="437298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68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92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53939"/>
            <a:ext cx="514350" cy="123825"/>
          </a:xfrm>
          <a:prstGeom prst="rect">
            <a:avLst/>
          </a:prstGeom>
          <a:noFill/>
        </p:spPr>
        <p:txBody>
          <a:bodyPr wrap="none" lIns="0" rIns="0" tIns="0" bIns="0" anchor="ctr">
            <a:spAutoFit/>
          </a:bodyPr>
          <a:lstStyle/>
          <a:p>
            <a:pPr algn="r"/>
            <a:r>
              <a:rPr sz="900" b="1">
                <a:solidFill>
                  <a:srgbClr val="2E7D32"/>
                </a:solidFill>
                <a:latin typeface="Calibri"/>
              </a:rPr>
              <a:t>+134</a:t>
            </a:r>
          </a:p>
        </p:txBody>
      </p:sp>
      <p:sp>
        <p:nvSpPr>
          <p:cNvPr id="36" name="FMI Legend Chip"/>
          <p:cNvSpPr/>
          <p:nvPr/>
        </p:nvSpPr>
        <p:spPr>
          <a:xfrm>
            <a:off x="4928997" y="50907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59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097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71672"/>
            <a:ext cx="514350" cy="123825"/>
          </a:xfrm>
          <a:prstGeom prst="rect">
            <a:avLst/>
          </a:prstGeom>
          <a:noFill/>
        </p:spPr>
        <p:txBody>
          <a:bodyPr wrap="none" lIns="0" rIns="0" tIns="0" bIns="0" anchor="ctr">
            <a:spAutoFit/>
          </a:bodyPr>
          <a:lstStyle/>
          <a:p>
            <a:pPr algn="r"/>
            <a:r>
              <a:rPr sz="900" b="1">
                <a:solidFill>
                  <a:srgbClr val="2E7D32"/>
                </a:solidFill>
                <a:latin typeface="Calibri"/>
              </a:rPr>
              <a:t>+215</a:t>
            </a:r>
          </a:p>
        </p:txBody>
      </p:sp>
      <p:sp>
        <p:nvSpPr>
          <p:cNvPr id="40" name="FMI Legend Chip"/>
          <p:cNvSpPr/>
          <p:nvPr/>
        </p:nvSpPr>
        <p:spPr>
          <a:xfrm>
            <a:off x="4928997" y="58521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74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12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3145"/>
            <a:ext cx="514350" cy="123825"/>
          </a:xfrm>
          <a:prstGeom prst="rect">
            <a:avLst/>
          </a:prstGeom>
          <a:noFill/>
        </p:spPr>
        <p:txBody>
          <a:bodyPr wrap="none" lIns="0" rIns="0" tIns="0" bIns="0" anchor="ctr">
            <a:spAutoFit/>
          </a:bodyPr>
          <a:lstStyle/>
          <a:p>
            <a:pPr algn="r"/>
            <a:r>
              <a:rPr sz="900" b="1">
                <a:solidFill>
                  <a:srgbClr val="2E7D32"/>
                </a:solidFill>
                <a:latin typeface="Calibri"/>
              </a:rPr>
              <a:t>+88</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7.8% over the forecast period. In terms of value share by primary styling benefit, the smoothing and frizz control segment is expected to dominate the market, gaining 88 BPS and accounting for 17.1% share by 2036.</a:t>
            </a:r>
          </a:p>
          <a:p>
            <a:pPr algn="l">
              <a:lnSpc>
                <a:spcPct val="110000"/>
              </a:lnSpc>
              <a:spcBef>
                <a:spcPts val="0"/>
              </a:spcBef>
              <a:spcAft>
                <a:spcPts val="500"/>
              </a:spcAft>
            </a:pPr>
            <a:r>
              <a:rPr sz="1150" b="0">
                <a:solidFill>
                  <a:srgbClr val="2E2E2E"/>
                </a:solidFill>
                <a:latin typeface="Calibri"/>
              </a:rPr>
              <a:t>The hold and shape segment is expected to lose 227 BPS over the forecast period to account for 13.5%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612.1</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1,069</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5.7%</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590.5</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981.2</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568.4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1,039</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534.1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1,040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505.8</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1,027</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7.3% over the forecast period. In terms of value share by hair type targeted, the all hair types segment is expected to dominate the market, losing 105 BPS and accounting for 20.7% share by 2036.</a:t>
            </a:r>
          </a:p>
          <a:p>
            <a:pPr algn="l">
              <a:lnSpc>
                <a:spcPct val="110000"/>
              </a:lnSpc>
              <a:spcBef>
                <a:spcPts val="0"/>
              </a:spcBef>
              <a:spcAft>
                <a:spcPts val="500"/>
              </a:spcAft>
            </a:pPr>
            <a:r>
              <a:rPr sz="1100" b="0">
                <a:solidFill>
                  <a:srgbClr val="2E2E2E"/>
                </a:solidFill>
                <a:latin typeface="Calibri"/>
              </a:rPr>
              <a:t>All hair types segment is projected to register 1.0X higher value than curly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22% of 2026 value · 5.7%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Straight Hair: </a:t>
            </a:r>
            <a:r>
              <a:rPr sz="1100" b="0">
                <a:solidFill>
                  <a:srgbClr val="2E2E2E"/>
                </a:solidFill>
                <a:latin typeface="Calibri"/>
              </a:rPr>
              <a:t>21% of 2026 value · 5.2%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6.2%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19% of 2026 value · 6.9%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18% of 2026 value · 7.3%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6.3%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Europe hair styling products market in terms of value over the forecast period. Coily hair and curly hair exhibit a CAGR index of 117.4 and 110.2 and a market share index of 90.0 and 95.0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2.0X in terms of value as compared to 2026. The coily hair segment is expected to create an incremental opportunity of US$ 521.5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US$ 506.3 Mn for the overall hair styling products market from 2026 to 2036. The wavy hair segment is expected to create an incremental opportunity of US$ 470.5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All hair types segment is projected to register 1.0X higher value than curly hair segment in 2036. Among hair styling products by hair type targeted, coily hair segment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all hair types segment is expected to dominate the market, losing 105 BPS and accounting for 20.7% share by 2036. The straight hair segment is expected to lose 198 BPS over the forecast period to account for 19.0%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0624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014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252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87199"/>
            <a:ext cx="514350" cy="123825"/>
          </a:xfrm>
          <a:prstGeom prst="rect">
            <a:avLst/>
          </a:prstGeom>
          <a:noFill/>
        </p:spPr>
        <p:txBody>
          <a:bodyPr wrap="none" lIns="0" rIns="0" tIns="0" bIns="0" anchor="ctr">
            <a:spAutoFit/>
          </a:bodyPr>
          <a:lstStyle/>
          <a:p>
            <a:pPr algn="r"/>
            <a:r>
              <a:rPr sz="900" b="1">
                <a:solidFill>
                  <a:srgbClr val="E44D3A"/>
                </a:solidFill>
                <a:latin typeface="Calibri"/>
              </a:rPr>
              <a:t>-198</a:t>
            </a:r>
          </a:p>
        </p:txBody>
      </p:sp>
      <p:sp>
        <p:nvSpPr>
          <p:cNvPr id="20" name="FMI Legend Chip"/>
          <p:cNvSpPr/>
          <p:nvPr/>
        </p:nvSpPr>
        <p:spPr>
          <a:xfrm>
            <a:off x="4928997" y="29967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919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57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23" name="BPS Value 2"/>
          <p:cNvSpPr txBox="1"/>
          <p:nvPr/>
        </p:nvSpPr>
        <p:spPr>
          <a:xfrm>
            <a:off x="6896100" y="2977655"/>
            <a:ext cx="514350" cy="123825"/>
          </a:xfrm>
          <a:prstGeom prst="rect">
            <a:avLst/>
          </a:prstGeom>
          <a:noFill/>
        </p:spPr>
        <p:txBody>
          <a:bodyPr wrap="none" lIns="0" rIns="0" tIns="0" bIns="0" anchor="ctr">
            <a:spAutoFit/>
          </a:bodyPr>
          <a:lstStyle/>
          <a:p>
            <a:pPr algn="r"/>
            <a:r>
              <a:rPr sz="900" b="1">
                <a:solidFill>
                  <a:srgbClr val="2E7D32"/>
                </a:solidFill>
                <a:latin typeface="Calibri"/>
              </a:rPr>
              <a:t>+193</a:t>
            </a:r>
          </a:p>
        </p:txBody>
      </p:sp>
      <p:sp>
        <p:nvSpPr>
          <p:cNvPr id="24" name="FMI Legend Chip"/>
          <p:cNvSpPr/>
          <p:nvPr/>
        </p:nvSpPr>
        <p:spPr>
          <a:xfrm>
            <a:off x="4928997" y="391275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079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317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7" name="BPS Value 3"/>
          <p:cNvSpPr txBox="1"/>
          <p:nvPr/>
        </p:nvSpPr>
        <p:spPr>
          <a:xfrm>
            <a:off x="6896100" y="3893709"/>
            <a:ext cx="514350" cy="123825"/>
          </a:xfrm>
          <a:prstGeom prst="rect">
            <a:avLst/>
          </a:prstGeom>
          <a:noFill/>
        </p:spPr>
        <p:txBody>
          <a:bodyPr wrap="none" lIns="0" rIns="0" tIns="0" bIns="0" anchor="ctr">
            <a:spAutoFit/>
          </a:bodyPr>
          <a:lstStyle/>
          <a:p>
            <a:pPr algn="r"/>
            <a:r>
              <a:rPr sz="900" b="1">
                <a:solidFill>
                  <a:srgbClr val="E44D3A"/>
                </a:solidFill>
                <a:latin typeface="Calibri"/>
              </a:rPr>
              <a:t>-8</a:t>
            </a:r>
          </a:p>
        </p:txBody>
      </p:sp>
      <p:sp>
        <p:nvSpPr>
          <p:cNvPr id="28" name="FMI Legend Chip"/>
          <p:cNvSpPr/>
          <p:nvPr/>
        </p:nvSpPr>
        <p:spPr>
          <a:xfrm>
            <a:off x="4928997" y="48346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298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536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1" name="BPS Value 4"/>
          <p:cNvSpPr txBox="1"/>
          <p:nvPr/>
        </p:nvSpPr>
        <p:spPr>
          <a:xfrm>
            <a:off x="6896100" y="4815561"/>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32" name="FMI Legend Chip"/>
          <p:cNvSpPr/>
          <p:nvPr/>
        </p:nvSpPr>
        <p:spPr>
          <a:xfrm>
            <a:off x="4928997" y="576975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649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887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5" name="BPS Value 5"/>
          <p:cNvSpPr txBox="1"/>
          <p:nvPr/>
        </p:nvSpPr>
        <p:spPr>
          <a:xfrm>
            <a:off x="6896100" y="5750705"/>
            <a:ext cx="514350" cy="123825"/>
          </a:xfrm>
          <a:prstGeom prst="rect">
            <a:avLst/>
          </a:prstGeom>
          <a:noFill/>
        </p:spPr>
        <p:txBody>
          <a:bodyPr wrap="none" lIns="0" rIns="0" tIns="0" bIns="0" anchor="ctr">
            <a:spAutoFit/>
          </a:bodyPr>
          <a:lstStyle/>
          <a:p>
            <a:pPr algn="r"/>
            <a:r>
              <a:rPr sz="900" b="1">
                <a:solidFill>
                  <a:srgbClr val="E44D3A"/>
                </a:solidFill>
                <a:latin typeface="Calibri"/>
              </a:rPr>
              <a:t>-105</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7.3% over the forecast period. In terms of value share by hair type targeted, the all hair types segment is expected to dominate the market, losing 105 BPS and accounting for 20.7% share by 2036.</a:t>
            </a:r>
          </a:p>
          <a:p>
            <a:pPr algn="l">
              <a:lnSpc>
                <a:spcPct val="110000"/>
              </a:lnSpc>
              <a:spcBef>
                <a:spcPts val="0"/>
              </a:spcBef>
              <a:spcAft>
                <a:spcPts val="500"/>
              </a:spcAft>
            </a:pPr>
            <a:r>
              <a:rPr sz="1150" b="0">
                <a:solidFill>
                  <a:srgbClr val="2E2E2E"/>
                </a:solidFill>
                <a:latin typeface="Calibri"/>
              </a:rPr>
              <a:t>The straight hair segment is expected to lose 198 BPS over the forecast period to account for 19.0%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729.4</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1,234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706.1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1,333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701.1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1,251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6.0%</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674.4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1,339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7.1% over the forecast period. In terms of value share by ingredient technology, the waxes and structuring agents segment is expected to dominate the market, gaining 197 BPS and accounting for 26.0%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7.1%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6.3%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Europe hair styling products market in terms of value over the forecast period. Waxes and structuring agents and texture and volume additives exhibit a CAGR index of 113.4 and 104.9 and a market share index of 96.0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197 BPS and accounting for 26.0% share by 2036. The film-forming and fixative polymers segment is expected to lose 201 BPS over the forecast period to account for 23.9%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844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36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74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199395"/>
            <a:ext cx="514350" cy="123825"/>
          </a:xfrm>
          <a:prstGeom prst="rect">
            <a:avLst/>
          </a:prstGeom>
          <a:noFill/>
        </p:spPr>
        <p:txBody>
          <a:bodyPr wrap="none" lIns="0" rIns="0" tIns="0" bIns="0" anchor="ctr">
            <a:spAutoFit/>
          </a:bodyPr>
          <a:lstStyle/>
          <a:p>
            <a:pPr algn="r"/>
            <a:r>
              <a:rPr sz="900" b="1">
                <a:solidFill>
                  <a:srgbClr val="E44D3A"/>
                </a:solidFill>
                <a:latin typeface="Calibri"/>
              </a:rPr>
              <a:t>-201</a:t>
            </a:r>
          </a:p>
        </p:txBody>
      </p:sp>
      <p:sp>
        <p:nvSpPr>
          <p:cNvPr id="20" name="FMI Legend Chip"/>
          <p:cNvSpPr/>
          <p:nvPr/>
        </p:nvSpPr>
        <p:spPr>
          <a:xfrm>
            <a:off x="4928997" y="33200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53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91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301012"/>
            <a:ext cx="514350" cy="123825"/>
          </a:xfrm>
          <a:prstGeom prst="rect">
            <a:avLst/>
          </a:prstGeom>
          <a:noFill/>
        </p:spPr>
        <p:txBody>
          <a:bodyPr wrap="none" lIns="0" rIns="0" tIns="0" bIns="0" anchor="ctr">
            <a:spAutoFit/>
          </a:bodyPr>
          <a:lstStyle/>
          <a:p>
            <a:pPr algn="r"/>
            <a:r>
              <a:rPr sz="900" b="1">
                <a:solidFill>
                  <a:srgbClr val="E44D3A"/>
                </a:solidFill>
                <a:latin typeface="Calibri"/>
              </a:rPr>
              <a:t>-69</a:t>
            </a:r>
          </a:p>
        </p:txBody>
      </p:sp>
      <p:sp>
        <p:nvSpPr>
          <p:cNvPr id="24" name="FMI Legend Chip"/>
          <p:cNvSpPr/>
          <p:nvPr/>
        </p:nvSpPr>
        <p:spPr>
          <a:xfrm>
            <a:off x="4928997" y="446555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07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45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46505"/>
            <a:ext cx="514350" cy="123825"/>
          </a:xfrm>
          <a:prstGeom prst="rect">
            <a:avLst/>
          </a:prstGeom>
          <a:noFill/>
        </p:spPr>
        <p:txBody>
          <a:bodyPr wrap="none" lIns="0" rIns="0" tIns="0" bIns="0" anchor="ctr">
            <a:spAutoFit/>
          </a:bodyPr>
          <a:lstStyle/>
          <a:p>
            <a:pPr algn="r"/>
            <a:r>
              <a:rPr sz="900" b="1">
                <a:solidFill>
                  <a:srgbClr val="2E7D32"/>
                </a:solidFill>
                <a:latin typeface="Calibri"/>
              </a:rPr>
              <a:t>+73</a:t>
            </a:r>
          </a:p>
        </p:txBody>
      </p:sp>
      <p:sp>
        <p:nvSpPr>
          <p:cNvPr id="28" name="FMI Legend Chip"/>
          <p:cNvSpPr/>
          <p:nvPr/>
        </p:nvSpPr>
        <p:spPr>
          <a:xfrm>
            <a:off x="4928997" y="56501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53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9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31079"/>
            <a:ext cx="514350" cy="123825"/>
          </a:xfrm>
          <a:prstGeom prst="rect">
            <a:avLst/>
          </a:prstGeom>
          <a:noFill/>
        </p:spPr>
        <p:txBody>
          <a:bodyPr wrap="none" lIns="0" rIns="0" tIns="0" bIns="0" anchor="ctr">
            <a:spAutoFit/>
          </a:bodyPr>
          <a:lstStyle/>
          <a:p>
            <a:pPr algn="r"/>
            <a:r>
              <a:rPr sz="900" b="1">
                <a:solidFill>
                  <a:srgbClr val="2E7D32"/>
                </a:solidFill>
                <a:latin typeface="Calibri"/>
              </a:rPr>
              <a:t>+197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7.1% over the forecast period. In terms of value share by ingredient technology, the waxes and structuring agents segment is expected to dominate the market, gaining 197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201 BPS over the forecast period to account for 23.9%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East Asia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East Asia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2,116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3,436</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3.7%</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East Asia hair styling products market is projected to register 1.7X increase in volume by the end of forecast period, 2036. East Asia hair styling products market volume stood at 2,035 Mn Units in 2025 and is expected to reach 3,436 Mn Units by 2036 end, at a CAGR of 5.0%.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leads regional growth at 5.4%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0.856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2.25</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3.64</a:t>
            </a:r>
          </a:p>
        </p:txBody>
      </p:sp>
      <p:cxnSp>
        <p:nvCxnSpPr>
          <p:cNvPr id="27" name="Connector 26"/>
          <p:cNvCxnSpPr/>
          <p:nvPr/>
        </p:nvCxnSpPr>
        <p:spPr>
          <a:xfrm flipV="1">
            <a:off x="1095375" y="2428855"/>
            <a:ext cx="0" cy="16829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9714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2885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99593"/>
            <a:ext cx="438150" cy="862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5162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7645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1.78</a:t>
            </a:r>
          </a:p>
        </p:txBody>
      </p:sp>
      <p:cxnSp>
        <p:nvCxnSpPr>
          <p:cNvPr id="33" name="Connector 32"/>
          <p:cNvCxnSpPr/>
          <p:nvPr/>
        </p:nvCxnSpPr>
        <p:spPr>
          <a:xfrm flipV="1">
            <a:off x="1971675" y="2793834"/>
            <a:ext cx="0" cy="1167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79383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3336"/>
            <a:ext cx="438150" cy="5921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871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4143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1.23</a:t>
            </a:r>
          </a:p>
        </p:txBody>
      </p:sp>
      <p:cxnSp>
        <p:nvCxnSpPr>
          <p:cNvPr id="39" name="Connector 38"/>
          <p:cNvCxnSpPr/>
          <p:nvPr/>
        </p:nvCxnSpPr>
        <p:spPr>
          <a:xfrm flipV="1">
            <a:off x="2847975" y="2766789"/>
            <a:ext cx="0" cy="10713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87392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7667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13513"/>
            <a:ext cx="438150" cy="5436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4708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143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1.28</a:t>
            </a:r>
          </a:p>
        </p:txBody>
      </p:sp>
      <p:cxnSp>
        <p:nvCxnSpPr>
          <p:cNvPr id="45" name="Connector 44"/>
          <p:cNvCxnSpPr/>
          <p:nvPr/>
        </p:nvCxnSpPr>
        <p:spPr>
          <a:xfrm flipV="1">
            <a:off x="3724275" y="2424142"/>
            <a:ext cx="0" cy="19414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182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2414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05624"/>
            <a:ext cx="438150" cy="988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462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27174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1.76</a:t>
            </a:r>
          </a:p>
        </p:txBody>
      </p:sp>
      <p:cxnSp>
        <p:nvCxnSpPr>
          <p:cNvPr id="51" name="Connector 50"/>
          <p:cNvCxnSpPr/>
          <p:nvPr/>
        </p:nvCxnSpPr>
        <p:spPr>
          <a:xfrm flipV="1">
            <a:off x="4600575" y="2032370"/>
            <a:ext cx="0" cy="21179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4416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3237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21295"/>
            <a:ext cx="438150" cy="10884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18608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879970"/>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2.40</a:t>
            </a:r>
          </a:p>
        </p:txBody>
      </p:sp>
      <p:cxnSp>
        <p:nvCxnSpPr>
          <p:cNvPr id="57" name="Connector 56"/>
          <p:cNvCxnSpPr/>
          <p:nvPr/>
        </p:nvCxnSpPr>
        <p:spPr>
          <a:xfrm flipV="1">
            <a:off x="5476875" y="2255388"/>
            <a:ext cx="0" cy="19665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5203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553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38744"/>
            <a:ext cx="438150" cy="984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968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0298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2.05</a:t>
            </a:r>
          </a:p>
        </p:txBody>
      </p:sp>
      <p:cxnSp>
        <p:nvCxnSpPr>
          <p:cNvPr id="63" name="Connector 62"/>
          <p:cNvCxnSpPr/>
          <p:nvPr/>
        </p:nvCxnSpPr>
        <p:spPr>
          <a:xfrm flipV="1">
            <a:off x="6353175" y="1643073"/>
            <a:ext cx="0" cy="26990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91297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68145"/>
            <a:ext cx="438150" cy="13107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5029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2.97</a:t>
            </a:r>
          </a:p>
        </p:txBody>
      </p:sp>
      <p:cxnSp>
        <p:nvCxnSpPr>
          <p:cNvPr id="69" name="Connector 68"/>
          <p:cNvCxnSpPr/>
          <p:nvPr/>
        </p:nvCxnSpPr>
        <p:spPr>
          <a:xfrm flipV="1">
            <a:off x="7229475" y="1890193"/>
            <a:ext cx="0" cy="19500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0851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89019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76430"/>
            <a:ext cx="438150" cy="9811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3757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3779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2.65</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East Asia  ·  2026–2036</a:t>
            </a:r>
          </a:p>
        </p:txBody>
      </p:sp>
      <p:cxnSp>
        <p:nvCxnSpPr>
          <p:cNvPr id="85" name="Connector 84"/>
          <p:cNvCxnSpPr/>
          <p:nvPr/>
        </p:nvCxnSpPr>
        <p:spPr>
          <a:xfrm>
            <a:off x="619125" y="432527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19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703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95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5278"/>
            <a:ext cx="0" cy="173567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527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19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703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95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8603"/>
            <a:ext cx="361950" cy="13335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97" name="FMI Scale tick"/>
          <p:cNvSpPr txBox="1"/>
          <p:nvPr/>
        </p:nvSpPr>
        <p:spPr>
          <a:xfrm>
            <a:off x="219075" y="4692522"/>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East Asia</a:t>
            </a:r>
          </a:p>
        </p:txBody>
      </p:sp>
      <p:sp>
        <p:nvSpPr>
          <p:cNvPr id="99" name="FMI Scale tick"/>
          <p:cNvSpPr txBox="1"/>
          <p:nvPr/>
        </p:nvSpPr>
        <p:spPr>
          <a:xfrm>
            <a:off x="219075" y="5560359"/>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100" name="FMI Scale tick"/>
          <p:cNvSpPr txBox="1"/>
          <p:nvPr/>
        </p:nvSpPr>
        <p:spPr>
          <a:xfrm>
            <a:off x="219075" y="5994278"/>
            <a:ext cx="361950" cy="133350"/>
          </a:xfrm>
          <a:prstGeom prst="rect">
            <a:avLst/>
          </a:prstGeom>
          <a:noFill/>
        </p:spPr>
        <p:txBody>
          <a:bodyPr wrap="none" lIns="0" rIns="0" tIns="0" bIns="0" anchor="ctr">
            <a:spAutoFit/>
          </a:bodyPr>
          <a:lstStyle/>
          <a:p>
            <a:pPr algn="r"/>
            <a:r>
              <a:rPr sz="1100" b="0">
                <a:solidFill>
                  <a:srgbClr val="6C7A89"/>
                </a:solidFill>
                <a:latin typeface="Calibri"/>
              </a:rPr>
              <a:t>-70%</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565275" y="5193116"/>
            <a:ext cx="457200" cy="31871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521356"/>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-25.7%</a:t>
            </a:r>
          </a:p>
        </p:txBody>
      </p:sp>
      <p:sp>
        <p:nvSpPr>
          <p:cNvPr id="104" name="Rectangle 103"/>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2968625" y="4294412"/>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+60.9%</a:t>
            </a:r>
          </a:p>
        </p:txBody>
      </p:sp>
      <p:sp>
        <p:nvSpPr>
          <p:cNvPr id="106" name="Rectangle 105"/>
          <p:cNvSpPr/>
          <p:nvPr/>
        </p:nvSpPr>
        <p:spPr>
          <a:xfrm>
            <a:off x="6264275" y="4860342"/>
            <a:ext cx="457200" cy="33277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5318125" y="4717467"/>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+26.8%</a:t>
            </a:r>
          </a:p>
        </p:txBody>
      </p:sp>
      <p:sp>
        <p:nvSpPr>
          <p:cNvPr id="108" name="TextBox 107"/>
          <p:cNvSpPr txBox="1"/>
          <p:nvPr/>
        </p:nvSpPr>
        <p:spPr>
          <a:xfrm>
            <a:off x="619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China</a:t>
            </a:r>
          </a:p>
        </p:txBody>
      </p:sp>
      <p:sp>
        <p:nvSpPr>
          <p:cNvPr id="109" name="TextBox 108"/>
          <p:cNvSpPr txBox="1"/>
          <p:nvPr/>
        </p:nvSpPr>
        <p:spPr>
          <a:xfrm>
            <a:off x="29686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Japan</a:t>
            </a:r>
          </a:p>
        </p:txBody>
      </p:sp>
      <p:sp>
        <p:nvSpPr>
          <p:cNvPr id="110" name="TextBox 109"/>
          <p:cNvSpPr txBox="1"/>
          <p:nvPr/>
        </p:nvSpPr>
        <p:spPr>
          <a:xfrm>
            <a:off x="5318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South Korea</a:t>
            </a:r>
          </a:p>
        </p:txBody>
      </p:sp>
      <p:sp>
        <p:nvSpPr>
          <p:cNvPr id="111" name="Rounded Rectangle 110"/>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3" name="Rectangle 112"/>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US$ 3.32 per Unit in 2036. Average selling price of hair styling products is estimated at US$ 1.93 per Unit in 2025 and is projected to increase to US$ 2.26 per Unit by 2036.</a:t>
            </a:r>
          </a:p>
          <a:p>
            <a:pPr algn="l">
              <a:lnSpc>
                <a:spcPct val="110000"/>
              </a:lnSpc>
              <a:spcBef>
                <a:spcPts val="0"/>
              </a:spcBef>
              <a:spcAft>
                <a:spcPts val="500"/>
              </a:spcAft>
            </a:pPr>
            <a:r>
              <a:rPr sz="1150" b="0">
                <a:solidFill>
                  <a:srgbClr val="2E2E2E"/>
                </a:solidFill>
                <a:latin typeface="Calibri"/>
              </a:rPr>
              <a:t>Japan is the highest-priced country, while China is the most price-competitive market. Against the East Asia price of 2.10 US$/Units, 2 of 3 countries price above and 1 below.</a:t>
            </a:r>
          </a:p>
          <a:p>
            <a:pPr algn="l">
              <a:lnSpc>
                <a:spcPct val="110000"/>
              </a:lnSpc>
              <a:spcBef>
                <a:spcPts val="0"/>
              </a:spcBef>
              <a:spcAft>
                <a:spcPts val="500"/>
              </a:spcAft>
            </a:pPr>
            <a:r>
              <a:rPr sz="1150" b="0">
                <a:solidFill>
                  <a:srgbClr val="2E2E2E"/>
                </a:solidFill>
                <a:latin typeface="Calibri"/>
              </a:rPr>
              <a:t>'Japan' is the dearest at +60.9% versus East Asia, 'China' the cheapest at -25.7% pointing to premiumisation headroom in the lower-priced countries.</a:t>
            </a:r>
          </a:p>
        </p:txBody>
      </p:sp>
      <p:sp>
        <p:nvSpPr>
          <p:cNvPr id="115" name="TextBox 1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4,129</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7,782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4.2%</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East Asia is expected to increase 2.0X between 2025 and 2036. In 2025, the hair styling products market in East Asia was valued at US$ 3,935 Mn and is estimated to account for US$ 4,129 Mn by the end of 2026, reflecting a Y-o-Y growth rate of 4.9%.</a:t>
            </a:r>
          </a:p>
          <a:p>
            <a:pPr algn="l">
              <a:lnSpc>
                <a:spcPct val="100000"/>
              </a:lnSpc>
              <a:spcBef>
                <a:spcPts val="0"/>
              </a:spcBef>
              <a:spcAft>
                <a:spcPts val="300"/>
              </a:spcAft>
            </a:pPr>
            <a:r>
              <a:rPr sz="1100" b="0">
                <a:solidFill>
                  <a:srgbClr val="2E2E2E"/>
                </a:solidFill>
                <a:latin typeface="Calibri"/>
              </a:rPr>
              <a:t>The market in East Asia is expected to account for US$ 7,782 Mn by 2036 at a CAGR of 6.5% over the forecast period. East Asia is expected to create an incremental opportunity of US$ 3,847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US$ 193.8 Mn.</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leads regional growth at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'Waxes, Clays, Pastes and Pomades'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East Asia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4.2%</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6.5%</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1,413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3,653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East Asia is expected to increase 2.0X between 2025 and 2036. In 2025, the hair styling products market in East Asia was valued at US$ 3,935 Mn and is estimated to account for US$ 4,129 Mn by the end of 2026, reflecting a Y-o-Y growth rate of 4.9%. The market in East Asia is expected to account for US$ 7,782 Mn by 2036 at a CAGR of 6.5% over the forecast period.</a:t>
            </a:r>
          </a:p>
          <a:p>
            <a:pPr algn="l">
              <a:lnSpc>
                <a:spcPct val="110000"/>
              </a:lnSpc>
              <a:spcBef>
                <a:spcPts val="0"/>
              </a:spcBef>
              <a:spcAft>
                <a:spcPts val="500"/>
              </a:spcAft>
            </a:pPr>
            <a:r>
              <a:rPr sz="1150" b="0">
                <a:solidFill>
                  <a:srgbClr val="2E2E2E"/>
                </a:solidFill>
                <a:latin typeface="Calibri"/>
              </a:rPr>
              <a:t>East Asia is expected to create an incremental opportunity of US$ 3,847 Mn for the overall hair styling products market from 2025 to 2036. Absolute $ value for 2026 is estimated to be US$ 193.8 Mn. East Asia hair styling products market is projected to register 1.7X increase in volume by the end of forecast period, 2036.</a:t>
            </a:r>
          </a:p>
          <a:p>
            <a:pPr algn="l">
              <a:lnSpc>
                <a:spcPct val="110000"/>
              </a:lnSpc>
              <a:spcBef>
                <a:spcPts val="0"/>
              </a:spcBef>
              <a:spcAft>
                <a:spcPts val="500"/>
              </a:spcAft>
            </a:pPr>
            <a:r>
              <a:rPr sz="1150" b="0">
                <a:solidFill>
                  <a:srgbClr val="2E2E2E"/>
                </a:solidFill>
                <a:latin typeface="Calibri"/>
              </a:rPr>
              <a:t>East Asia hair styling products market volume stood at 2,035 Mn Units in 2025 and is expected to reach 3,436 Mn Units by 2036 end, at a CAGR of 5.0%.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5" cy="2132070"/>
        </p:xfrm>
        <a:graphic>
          <a:graphicData uri="http://schemas.openxmlformats.org/drawingml/2006/table">
            <a:tbl>
              <a:tblPr>
                <a:tableStyleId>{5C22544A-7EE6-4342-B048-85BDC9FD1C3A}</a:tableStyleId>
              </a:tblPr>
              <a:tblGrid>
                <a:gridCol w="1009523"/>
                <a:gridCol w="971339"/>
                <a:gridCol w="662934"/>
                <a:gridCol w="12709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South Korea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Japan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2344963"/>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9" name="Rectangle 18"/>
          <p:cNvSpPr/>
          <p:nvPr/>
        </p:nvSpPr>
        <p:spPr>
          <a:xfrm>
            <a:off x="4210050" y="3637974"/>
            <a:ext cx="2731963" cy="224063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20" name="Rectangle 19"/>
          <p:cNvSpPr/>
          <p:nvPr/>
        </p:nvSpPr>
        <p:spPr>
          <a:xfrm>
            <a:off x="6942013" y="3637974"/>
            <a:ext cx="1011362" cy="224063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14775" cy="2159448"/>
        </p:xfrm>
        <a:graphic>
          <a:graphicData uri="http://schemas.openxmlformats.org/drawingml/2006/table">
            <a:tbl>
              <a:tblPr>
                <a:tableStyleId>{5C22544A-7EE6-4342-B048-85BDC9FD1C3A}</a:tableStyleId>
              </a:tblPr>
              <a:tblGrid>
                <a:gridCol w="951003"/>
                <a:gridCol w="1141964"/>
                <a:gridCol w="624505"/>
                <a:gridCol w="119730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hair styling products market is projected to register 1.4X higher value than Japan in 2036. China posts the highest CAGR Index (114), growing at 7.5% against the East Asia benchmark, while China offers the largest absolute opportunity 2,044 US$ Mn of incremental market between 2026 and 2036 (56% of the East Asia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2.0X increase in revenue by 2036 end. Global hair styling products market accounted for US$ 3,935 Mn in 2025, which is expected to increase to US$ 7,782 Mn in 2036 at a CAGR of 6.5%.</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China is expected to remain the largest market for hair styling products, while demand in China is projected to increase at the highest CAGR of 7.5%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'Waxes, Clays, Pastes and Pomades' holds 19.0%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3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is the largest country market at 51.1%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(8.0%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China (7.5%).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(8.0%).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(4.7%).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'Waxes, Clays, Pastes and Pomades'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outpacing the East Asia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668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Capacity and product development are concentrating in 'Sticks and Balms' and in China, the fastest-growing country.</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Commercial focus is intensifying in China, which accounts for 51.1% of 2036 value.</a:t>
            </a:r>
          </a:p>
        </p:txBody>
      </p:sp>
      <p:sp>
        <p:nvSpPr>
          <p:cNvPr id="14" name="Rounded Rectangle 13"/>
          <p:cNvSpPr/>
          <p:nvPr/>
        </p:nvSpPr>
        <p:spPr>
          <a:xfrm>
            <a:off x="6172200"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4,129 US$ Mn in 2026 to 7,782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6.5%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'Waxes, Clays, Pastes and Pomades' is the lead product format category with 19.0%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China is the lead country with 51.1%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3,653 US$ Mn.</a:t>
            </a:r>
          </a:p>
        </p:txBody>
      </p:sp>
      <p:sp>
        <p:nvSpPr>
          <p:cNvPr id="18" name="Rounded Rectangle 17"/>
          <p:cNvSpPr/>
          <p:nvPr/>
        </p:nvSpPr>
        <p:spPr>
          <a:xfrm>
            <a:off x="142875"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76600"/>
            <a:ext cx="5610225"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8.0%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(7.5%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'Waxes, Clays, Pastes and Pomades', which holds 19.0% share.</a:t>
            </a:r>
          </a:p>
        </p:txBody>
      </p:sp>
      <p:sp>
        <p:nvSpPr>
          <p:cNvPr id="22" name="Rounded Rectangle 21"/>
          <p:cNvSpPr/>
          <p:nvPr/>
        </p:nvSpPr>
        <p:spPr>
          <a:xfrm>
            <a:off x="6172200"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7660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6.5% forecast CAGR by sustaining both volume growth and price realisation.</a:t>
            </a:r>
          </a:p>
        </p:txBody>
      </p:sp>
      <p:sp>
        <p:nvSpPr>
          <p:cNvPr id="26" name="Rounded Rectangle 25"/>
          <p:cNvSpPr/>
          <p:nvPr/>
        </p:nvSpPr>
        <p:spPr>
          <a:xfrm>
            <a:off x="142875" y="4676775"/>
            <a:ext cx="11906250" cy="1933575"/>
          </a:xfrm>
          <a:prstGeom prst="roundRect">
            <a:avLst>
              <a:gd name="adj" fmla="val 39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7339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962525"/>
          <a:ext cx="11715750" cy="1590675"/>
        </p:xfrm>
        <a:graphic>
          <a:graphicData uri="http://schemas.openxmlformats.org/drawingml/2006/chart">
            <c:chart xmlns:c="http://schemas.openxmlformats.org/drawingml/2006/chart" r:id="rId3"/>
          </a:graphicData>
        </a:graphic>
      </p:graphicFrame>
      <p:sp>
        <p:nvSpPr>
          <p:cNvPr id="29" name="TextBox 28"/>
          <p:cNvSpPr txBox="1"/>
          <p:nvPr/>
        </p:nvSpPr>
        <p:spPr>
          <a:xfrm>
            <a:off x="3958148" y="5643562"/>
            <a:ext cx="760979"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'Waxes, Clays, Pastes and Pomades' with targeted growth in 'Sticks and Balms' to capture the 6.5%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3,653 US$ Mn of demand to 2036, a 1.9x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(8.0% CAGR) for growth, while 'Waxes, Clays, Pastes and Pomades' anchors 19.0%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China, which holds 51.1% of value and grows fastest at 7.5% CAGR, while building positions in the next-largest countries.</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'Waxes, Clays, Pastes and Pomades'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9,169 US$ Mn</a:t>
            </a:r>
          </a:p>
          <a:p>
            <a:pPr algn="ctr">
              <a:lnSpc>
                <a:spcPct val="95000"/>
              </a:lnSpc>
            </a:pPr>
            <a:r>
              <a:rPr sz="1100" b="0">
                <a:solidFill>
                  <a:srgbClr val="6C7A89"/>
                </a:solidFill>
                <a:latin typeface="Calibri"/>
              </a:rPr>
              <a:t>CAGR 7.9%</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7,782 US$ Mn</a:t>
            </a:r>
          </a:p>
          <a:p>
            <a:pPr algn="ctr">
              <a:lnSpc>
                <a:spcPct val="95000"/>
              </a:lnSpc>
            </a:pPr>
            <a:r>
              <a:rPr sz="1100" b="0">
                <a:solidFill>
                  <a:srgbClr val="6C7A89"/>
                </a:solidFill>
                <a:latin typeface="Calibri"/>
              </a:rPr>
              <a:t>CAGR 6.5%</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6,588 US$ Mn</a:t>
            </a:r>
          </a:p>
          <a:p>
            <a:pPr algn="ctr">
              <a:lnSpc>
                <a:spcPct val="95000"/>
              </a:lnSpc>
            </a:pPr>
            <a:r>
              <a:rPr sz="1100" b="0">
                <a:solidFill>
                  <a:srgbClr val="6C7A89"/>
                </a:solidFill>
                <a:latin typeface="Calibri"/>
              </a:rPr>
              <a:t>CAGR 4.9%</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6538"/>
            <a:ext cx="635826" cy="65731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3292"/>
            <a:ext cx="635826" cy="1100558"/>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33897"/>
            <a:ext cx="635826" cy="129995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2230"/>
            <a:ext cx="635826" cy="153162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99942"/>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95167"/>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4.9%</a:t>
            </a:r>
          </a:p>
        </p:txBody>
      </p:sp>
      <p:cxnSp>
        <p:nvCxnSpPr>
          <p:cNvPr id="22" name="Connector 21"/>
          <p:cNvCxnSpPr/>
          <p:nvPr/>
        </p:nvCxnSpPr>
        <p:spPr>
          <a:xfrm>
            <a:off x="1456468" y="2642767"/>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37992"/>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6.5%</a:t>
            </a:r>
          </a:p>
        </p:txBody>
      </p:sp>
      <p:cxnSp>
        <p:nvCxnSpPr>
          <p:cNvPr id="24" name="Connector 23"/>
          <p:cNvCxnSpPr/>
          <p:nvPr/>
        </p:nvCxnSpPr>
        <p:spPr>
          <a:xfrm>
            <a:off x="1456468" y="2385592"/>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80817"/>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7.9%</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9,169 US$ Mn by 2036 at 7.9%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7,782 US$ Mn by 2036 at 6.5%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6,588 US$ Mn by 2036 at 4.9%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2,580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East Asia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East Asia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3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East Asia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China</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1,936</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3,979</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Japan</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1,623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2,775</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Korea</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570.2</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1,027</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0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China: </a:t>
            </a:r>
            <a:r>
              <a:rPr sz="1100" b="0">
                <a:solidFill>
                  <a:srgbClr val="2E2E2E"/>
                </a:solidFill>
                <a:latin typeface="Calibri"/>
              </a:rPr>
              <a:t>47% of 2026 value · 7.5%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Japan: </a:t>
            </a:r>
            <a:r>
              <a:rPr sz="1100" b="0">
                <a:solidFill>
                  <a:srgbClr val="2E2E2E"/>
                </a:solidFill>
                <a:latin typeface="Calibri"/>
              </a:rPr>
              <a:t>39% of 2026 value · 5.5%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South Korea: </a:t>
            </a:r>
            <a:r>
              <a:rPr sz="1100" b="0">
                <a:solidFill>
                  <a:srgbClr val="2E2E2E"/>
                </a:solidFill>
                <a:latin typeface="Calibri"/>
              </a:rPr>
              <a:t>14% of 2026 value · 6.1% CAGR a smaller market.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East Asia market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552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6505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7432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36232"/>
            <a:ext cx="514350" cy="123825"/>
          </a:xfrm>
          <a:prstGeom prst="rect">
            <a:avLst/>
          </a:prstGeom>
          <a:noFill/>
        </p:spPr>
        <p:txBody>
          <a:bodyPr wrap="none" lIns="0" rIns="0" tIns="0" bIns="0" anchor="ctr">
            <a:spAutoFit/>
          </a:bodyPr>
          <a:lstStyle/>
          <a:p>
            <a:pPr algn="r"/>
            <a:r>
              <a:rPr sz="900" b="1">
                <a:solidFill>
                  <a:srgbClr val="E44D3A"/>
                </a:solidFill>
                <a:latin typeface="Calibri"/>
              </a:rPr>
              <a:t>-24</a:t>
            </a:r>
          </a:p>
        </p:txBody>
      </p:sp>
      <p:sp>
        <p:nvSpPr>
          <p:cNvPr id="20" name="FMI Legend Chip"/>
          <p:cNvSpPr/>
          <p:nvPr/>
        </p:nvSpPr>
        <p:spPr>
          <a:xfrm>
            <a:off x="4551045" y="22555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2508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1746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236520"/>
            <a:ext cx="514350" cy="123825"/>
          </a:xfrm>
          <a:prstGeom prst="rect">
            <a:avLst/>
          </a:prstGeom>
          <a:noFill/>
        </p:spPr>
        <p:txBody>
          <a:bodyPr wrap="none" lIns="0" rIns="0" tIns="0" bIns="0" anchor="ctr">
            <a:spAutoFit/>
          </a:bodyPr>
          <a:lstStyle/>
          <a:p>
            <a:pPr algn="r"/>
            <a:r>
              <a:rPr sz="900" b="1">
                <a:solidFill>
                  <a:srgbClr val="E44D3A"/>
                </a:solidFill>
                <a:latin typeface="Calibri"/>
              </a:rPr>
              <a:t>-221</a:t>
            </a:r>
          </a:p>
        </p:txBody>
      </p:sp>
      <p:sp>
        <p:nvSpPr>
          <p:cNvPr id="24" name="FMI Legend Chip"/>
          <p:cNvSpPr/>
          <p:nvPr/>
        </p:nvSpPr>
        <p:spPr>
          <a:xfrm>
            <a:off x="4551045" y="38959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38911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81497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3876888"/>
            <a:ext cx="514350" cy="123825"/>
          </a:xfrm>
          <a:prstGeom prst="rect">
            <a:avLst/>
          </a:prstGeom>
          <a:noFill/>
        </p:spPr>
        <p:txBody>
          <a:bodyPr wrap="none" lIns="0" rIns="0" tIns="0" bIns="0" anchor="ctr">
            <a:spAutoFit/>
          </a:bodyPr>
          <a:lstStyle/>
          <a:p>
            <a:pPr algn="r"/>
            <a:r>
              <a:rPr sz="900" b="1">
                <a:solidFill>
                  <a:srgbClr val="2E7D32"/>
                </a:solidFill>
                <a:latin typeface="Calibri"/>
              </a:rPr>
              <a:t>+245</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3.0X higher volume than Japan in 2036. Among hair styling products by country, China is expected to witness the highest CAGR of 5.4%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245 BPS and accounting for 67.3% share by 2036. Japan is expected to lose 221 BPS over the forecast period to account for 22.2% share by 2036.</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2,116</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3,436</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5.0%</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7041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6993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6231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85096"/>
            <a:ext cx="514350" cy="123825"/>
          </a:xfrm>
          <a:prstGeom prst="rect">
            <a:avLst/>
          </a:prstGeom>
          <a:noFill/>
        </p:spPr>
        <p:txBody>
          <a:bodyPr wrap="none" lIns="0" rIns="0" tIns="0" bIns="0" anchor="ctr">
            <a:spAutoFit/>
          </a:bodyPr>
          <a:lstStyle/>
          <a:p>
            <a:pPr algn="r"/>
            <a:r>
              <a:rPr sz="900" b="1">
                <a:solidFill>
                  <a:srgbClr val="E44D3A"/>
                </a:solidFill>
                <a:latin typeface="Calibri"/>
              </a:rPr>
              <a:t>-61</a:t>
            </a:r>
          </a:p>
        </p:txBody>
      </p:sp>
      <p:sp>
        <p:nvSpPr>
          <p:cNvPr id="20" name="FMI Legend Chip"/>
          <p:cNvSpPr/>
          <p:nvPr/>
        </p:nvSpPr>
        <p:spPr>
          <a:xfrm>
            <a:off x="4551045" y="26000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595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5191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581020"/>
            <a:ext cx="514350" cy="123825"/>
          </a:xfrm>
          <a:prstGeom prst="rect">
            <a:avLst/>
          </a:prstGeom>
          <a:noFill/>
        </p:spPr>
        <p:txBody>
          <a:bodyPr wrap="none" lIns="0" rIns="0" tIns="0" bIns="0" anchor="ctr">
            <a:spAutoFit/>
          </a:bodyPr>
          <a:lstStyle/>
          <a:p>
            <a:pPr algn="r"/>
            <a:r>
              <a:rPr sz="900" b="1">
                <a:solidFill>
                  <a:srgbClr val="E44D3A"/>
                </a:solidFill>
                <a:latin typeface="Calibri"/>
              </a:rPr>
              <a:t>-365</a:t>
            </a:r>
          </a:p>
        </p:txBody>
      </p:sp>
      <p:sp>
        <p:nvSpPr>
          <p:cNvPr id="24" name="FMI Legend Chip"/>
          <p:cNvSpPr/>
          <p:nvPr/>
        </p:nvSpPr>
        <p:spPr>
          <a:xfrm>
            <a:off x="4551045" y="419157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418681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411061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4172523"/>
            <a:ext cx="514350" cy="123825"/>
          </a:xfrm>
          <a:prstGeom prst="rect">
            <a:avLst/>
          </a:prstGeom>
          <a:noFill/>
        </p:spPr>
        <p:txBody>
          <a:bodyPr wrap="none" lIns="0" rIns="0" tIns="0" bIns="0" anchor="ctr">
            <a:spAutoFit/>
          </a:bodyPr>
          <a:lstStyle/>
          <a:p>
            <a:pPr algn="r"/>
            <a:r>
              <a:rPr sz="900" b="1">
                <a:solidFill>
                  <a:srgbClr val="2E7D32"/>
                </a:solidFill>
                <a:latin typeface="Calibri"/>
              </a:rPr>
              <a:t>+425</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4,129</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7,782</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6.5%</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(Mn Units)</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3.0X higher volume than Japan in 2036. Among hair styling products by country, China is expected to witness the highest CAGR of 5.4%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245 BPS and accounting for 67.3% share by 2036. Japan is expected to lose 221 BPS over the forecast period to account for 22.2%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(US$ Mn)</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hair styling products market is projected to register 1.4X higher value than Japan in 2036. Among hair styling products by country, China is expected to witness the highest CAGR of 7.5%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425 BPS and accounting for 51.1% share by 2036. Japan is expected to lose 365 BPS over the forecast period to account for 35.7%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Country (Mn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Hair Styling Products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East Asia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by country  ·  2036 (US$ Mn)  ·  tile size = market value</a:t>
            </a:r>
          </a:p>
        </p:txBody>
      </p:sp>
      <p:sp>
        <p:nvSpPr>
          <p:cNvPr id="13" name="Rectangle 12"/>
          <p:cNvSpPr/>
          <p:nvPr/>
        </p:nvSpPr>
        <p:spPr>
          <a:xfrm>
            <a:off x="238125" y="1266825"/>
            <a:ext cx="5991148"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3,979</a:t>
            </a:r>
          </a:p>
        </p:txBody>
      </p:sp>
      <p:sp>
        <p:nvSpPr>
          <p:cNvPr id="14" name="Rectangle 13"/>
          <p:cNvSpPr/>
          <p:nvPr/>
        </p:nvSpPr>
        <p:spPr>
          <a:xfrm>
            <a:off x="6229273" y="1266825"/>
            <a:ext cx="417794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2,775</a:t>
            </a:r>
          </a:p>
        </p:txBody>
      </p:sp>
      <p:sp>
        <p:nvSpPr>
          <p:cNvPr id="15" name="Rectangle 14"/>
          <p:cNvSpPr/>
          <p:nvPr/>
        </p:nvSpPr>
        <p:spPr>
          <a:xfrm>
            <a:off x="10407213" y="1266825"/>
            <a:ext cx="1546662" cy="530542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1,027</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East Asia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822.7</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1,478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697.8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1,400</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546.1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866.9</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4.7%</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1,168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8.0% over the forecast period. In terms of value share by product format, the waxes, clays, pastes and pomades segment is expected to dominate the market, losing 94 BPS and accounting for 19.0% share by 2036.</a:t>
            </a:r>
          </a:p>
          <a:p>
            <a:pPr algn="l">
              <a:lnSpc>
                <a:spcPct val="110000"/>
              </a:lnSpc>
              <a:spcBef>
                <a:spcPts val="0"/>
              </a:spcBef>
              <a:spcAft>
                <a:spcPts val="500"/>
              </a:spcAft>
            </a:pPr>
            <a:r>
              <a:rPr sz="1100" b="0">
                <a:solidFill>
                  <a:srgbClr val="2E2E2E"/>
                </a:solidFill>
                <a:latin typeface="Calibri"/>
              </a:rPr>
              <a:t>Waxes, clays, pastes and pomades segment is projected to register 1.1X higher value than styling serums and oils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Waxes, Clays, Pastes and Pomades: </a:t>
            </a:r>
            <a:r>
              <a:rPr sz="1100" b="0">
                <a:solidFill>
                  <a:srgbClr val="2E2E2E"/>
                </a:solidFill>
                <a:latin typeface="Calibri"/>
              </a:rPr>
              <a:t>20% of 2026 value · 6.0%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Styling Serums and Oils: </a:t>
            </a:r>
            <a:r>
              <a:rPr sz="1100" b="0">
                <a:solidFill>
                  <a:srgbClr val="2E2E2E"/>
                </a:solidFill>
                <a:latin typeface="Calibri"/>
              </a:rPr>
              <a:t>17% of 2026 value · 7.2%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Sprays and Mists: </a:t>
            </a:r>
            <a:r>
              <a:rPr sz="1100" b="0">
                <a:solidFill>
                  <a:srgbClr val="2E2E2E"/>
                </a:solidFill>
                <a:latin typeface="Calibri"/>
              </a:rPr>
              <a:t>13% of 2026 value · 4.7%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13% of 2026 value · 8.0%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6.5%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440.2</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870.0</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409.4</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868.1</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384.0</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654.5</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284.7</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475.8</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5.3%</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Creams and Lotions: </a:t>
            </a:r>
            <a:r>
              <a:rPr sz="1100" b="0">
                <a:solidFill>
                  <a:srgbClr val="2E2E2E"/>
                </a:solidFill>
                <a:latin typeface="Calibri"/>
              </a:rPr>
              <a:t>11% of 2026 value · 7.1%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Styling Powders: </a:t>
            </a:r>
            <a:r>
              <a:rPr sz="1100" b="0">
                <a:solidFill>
                  <a:srgbClr val="2E2E2E"/>
                </a:solidFill>
                <a:latin typeface="Calibri"/>
              </a:rPr>
              <a:t>10% of 2026 value · 7.8%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Gels and Jellies: </a:t>
            </a:r>
            <a:r>
              <a:rPr sz="1100" b="0">
                <a:solidFill>
                  <a:srgbClr val="2E2E2E"/>
                </a:solidFill>
                <a:latin typeface="Calibri"/>
              </a:rPr>
              <a:t>9% of 2026 value · 5.5%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5.3%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clays, pastes and pomades followed by styling serums and oils are expected to be the two most attractive product format segments in the East Asia hair styling products market in terms of value over the forecast period. Waxes, clays, pastes and pomades and styling serums and oils exhibit a CAGR index of 92.2 and 110.3 and a market share index of 159.4 and 135.2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Sprays and Mists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Gels and Jellies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Styling Powders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Sticks and Balms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Waxes, clays, pastes and pomades segment is projected to register 1.1X higher value than styling serums and oils segment in 2036. Among hair styling products by product format, sticks and balms segment is expected to witness the highest CAGR of 8.0%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waxes, clays, pastes and pomades segment is expected to dominate the market, losing 94 BPS and accounting for 19.0% share by 2036. The sprays and mists segment is expected to lose 209 BPS over the forecast period to account for 11.1%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105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629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00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2005"/>
            <a:ext cx="514350" cy="123825"/>
          </a:xfrm>
          <a:prstGeom prst="rect">
            <a:avLst/>
          </a:prstGeom>
          <a:noFill/>
        </p:spPr>
        <p:txBody>
          <a:bodyPr wrap="none" lIns="0" rIns="0" tIns="0" bIns="0" anchor="ctr">
            <a:spAutoFit/>
          </a:bodyPr>
          <a:lstStyle/>
          <a:p>
            <a:pPr algn="r"/>
            <a:r>
              <a:rPr sz="900" b="1">
                <a:solidFill>
                  <a:srgbClr val="E44D3A"/>
                </a:solidFill>
                <a:latin typeface="Calibri"/>
              </a:rPr>
              <a:t>-78</a:t>
            </a:r>
          </a:p>
        </p:txBody>
      </p:sp>
      <p:sp>
        <p:nvSpPr>
          <p:cNvPr id="20" name="FMI Legend Chip"/>
          <p:cNvSpPr/>
          <p:nvPr/>
        </p:nvSpPr>
        <p:spPr>
          <a:xfrm>
            <a:off x="4928997" y="214313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383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621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24083"/>
            <a:ext cx="514350" cy="123825"/>
          </a:xfrm>
          <a:prstGeom prst="rect">
            <a:avLst/>
          </a:prstGeom>
          <a:noFill/>
        </p:spPr>
        <p:txBody>
          <a:bodyPr wrap="none" lIns="0" rIns="0" tIns="0" bIns="0" anchor="ctr">
            <a:spAutoFit/>
          </a:bodyPr>
          <a:lstStyle/>
          <a:p>
            <a:pPr algn="r"/>
            <a:r>
              <a:rPr sz="900" b="1">
                <a:solidFill>
                  <a:srgbClr val="E44D3A"/>
                </a:solidFill>
                <a:latin typeface="Calibri"/>
              </a:rPr>
              <a:t>-89</a:t>
            </a:r>
          </a:p>
        </p:txBody>
      </p:sp>
      <p:sp>
        <p:nvSpPr>
          <p:cNvPr id="24" name="FMI Legend Chip"/>
          <p:cNvSpPr/>
          <p:nvPr/>
        </p:nvSpPr>
        <p:spPr>
          <a:xfrm>
            <a:off x="4928997" y="2590095"/>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85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9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71045"/>
            <a:ext cx="514350" cy="123825"/>
          </a:xfrm>
          <a:prstGeom prst="rect">
            <a:avLst/>
          </a:prstGeom>
          <a:noFill/>
        </p:spPr>
        <p:txBody>
          <a:bodyPr wrap="none" lIns="0" rIns="0" tIns="0" bIns="0" anchor="ctr">
            <a:spAutoFit/>
          </a:bodyPr>
          <a:lstStyle/>
          <a:p>
            <a:pPr algn="r"/>
            <a:r>
              <a:rPr sz="900" b="1">
                <a:solidFill>
                  <a:srgbClr val="E44D3A"/>
                </a:solidFill>
                <a:latin typeface="Calibri"/>
              </a:rPr>
              <a:t>-209</a:t>
            </a:r>
          </a:p>
        </p:txBody>
      </p:sp>
      <p:sp>
        <p:nvSpPr>
          <p:cNvPr id="28" name="FMI Legend Chip"/>
          <p:cNvSpPr/>
          <p:nvPr/>
        </p:nvSpPr>
        <p:spPr>
          <a:xfrm>
            <a:off x="4928997" y="309981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950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188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80766"/>
            <a:ext cx="514350" cy="123825"/>
          </a:xfrm>
          <a:prstGeom prst="rect">
            <a:avLst/>
          </a:prstGeom>
          <a:noFill/>
        </p:spPr>
        <p:txBody>
          <a:bodyPr wrap="none" lIns="0" rIns="0" tIns="0" bIns="0" anchor="ctr">
            <a:spAutoFit/>
          </a:bodyPr>
          <a:lstStyle/>
          <a:p>
            <a:pPr algn="r"/>
            <a:r>
              <a:rPr sz="900" b="1">
                <a:solidFill>
                  <a:srgbClr val="2E7D32"/>
                </a:solidFill>
                <a:latin typeface="Calibri"/>
              </a:rPr>
              <a:t>+124</a:t>
            </a:r>
          </a:p>
        </p:txBody>
      </p:sp>
      <p:sp>
        <p:nvSpPr>
          <p:cNvPr id="32" name="FMI Legend Chip"/>
          <p:cNvSpPr/>
          <p:nvPr/>
        </p:nvSpPr>
        <p:spPr>
          <a:xfrm>
            <a:off x="4928997" y="36104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56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294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1409"/>
            <a:ext cx="514350" cy="123825"/>
          </a:xfrm>
          <a:prstGeom prst="rect">
            <a:avLst/>
          </a:prstGeom>
          <a:noFill/>
        </p:spPr>
        <p:txBody>
          <a:bodyPr wrap="none" lIns="0" rIns="0" tIns="0" bIns="0" anchor="ctr">
            <a:spAutoFit/>
          </a:bodyPr>
          <a:lstStyle/>
          <a:p>
            <a:pPr algn="r"/>
            <a:r>
              <a:rPr sz="900" b="1">
                <a:solidFill>
                  <a:srgbClr val="2E7D32"/>
                </a:solidFill>
                <a:latin typeface="Calibri"/>
              </a:rPr>
              <a:t>+52</a:t>
            </a:r>
          </a:p>
        </p:txBody>
      </p:sp>
      <p:sp>
        <p:nvSpPr>
          <p:cNvPr id="36" name="FMI Legend Chip"/>
          <p:cNvSpPr/>
          <p:nvPr/>
        </p:nvSpPr>
        <p:spPr>
          <a:xfrm>
            <a:off x="4928997" y="420934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045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283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190293"/>
            <a:ext cx="514350" cy="123825"/>
          </a:xfrm>
          <a:prstGeom prst="rect">
            <a:avLst/>
          </a:prstGeom>
          <a:noFill/>
        </p:spPr>
        <p:txBody>
          <a:bodyPr wrap="none" lIns="0" rIns="0" tIns="0" bIns="0" anchor="ctr">
            <a:spAutoFit/>
          </a:bodyPr>
          <a:lstStyle/>
          <a:p>
            <a:pPr algn="r"/>
            <a:r>
              <a:rPr sz="900" b="1">
                <a:solidFill>
                  <a:srgbClr val="2E7D32"/>
                </a:solidFill>
                <a:latin typeface="Calibri"/>
              </a:rPr>
              <a:t>+185</a:t>
            </a:r>
          </a:p>
        </p:txBody>
      </p:sp>
      <p:sp>
        <p:nvSpPr>
          <p:cNvPr id="40" name="FMI Legend Chip"/>
          <p:cNvSpPr/>
          <p:nvPr/>
        </p:nvSpPr>
        <p:spPr>
          <a:xfrm>
            <a:off x="4928997" y="49640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95927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8307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3" name="BPS Value 7"/>
          <p:cNvSpPr txBox="1"/>
          <p:nvPr/>
        </p:nvSpPr>
        <p:spPr>
          <a:xfrm>
            <a:off x="6896100" y="4944990"/>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44" name="FMI Legend Chip"/>
          <p:cNvSpPr/>
          <p:nvPr/>
        </p:nvSpPr>
        <p:spPr>
          <a:xfrm>
            <a:off x="4928997" y="580954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0922" y="58047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285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7" name="BPS Value 8"/>
          <p:cNvSpPr txBox="1"/>
          <p:nvPr/>
        </p:nvSpPr>
        <p:spPr>
          <a:xfrm>
            <a:off x="6896100" y="5790499"/>
            <a:ext cx="514350" cy="123825"/>
          </a:xfrm>
          <a:prstGeom prst="rect">
            <a:avLst/>
          </a:prstGeom>
          <a:noFill/>
        </p:spPr>
        <p:txBody>
          <a:bodyPr wrap="none" lIns="0" rIns="0" tIns="0" bIns="0" anchor="ctr">
            <a:spAutoFit/>
          </a:bodyPr>
          <a:lstStyle/>
          <a:p>
            <a:pPr algn="r"/>
            <a:r>
              <a:rPr sz="900" b="1">
                <a:solidFill>
                  <a:srgbClr val="E44D3A"/>
                </a:solidFill>
                <a:latin typeface="Calibri"/>
              </a:rPr>
              <a:t>-94</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8.0% over the forecast period. In terms of value share by product format, the waxes, clays, pastes and pomades segment is expected to dominate the market, losing 94 BPS and accounting for 19.0% share by 2036.</a:t>
            </a:r>
          </a:p>
          <a:p>
            <a:pPr algn="l">
              <a:lnSpc>
                <a:spcPct val="110000"/>
              </a:lnSpc>
              <a:spcBef>
                <a:spcPts val="0"/>
              </a:spcBef>
              <a:spcAft>
                <a:spcPts val="500"/>
              </a:spcAft>
            </a:pPr>
            <a:r>
              <a:rPr sz="1150" b="0">
                <a:solidFill>
                  <a:srgbClr val="2E2E2E"/>
                </a:solidFill>
                <a:latin typeface="Calibri"/>
              </a:rPr>
              <a:t>The sprays and mists segment is expected to lose 209 BPS over the forecast period to account for 11.1%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916.3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1,713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863.8</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1,537</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833.8</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1,730</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784.1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1,560</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730.6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1,241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5.4%</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7.6%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6.5%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7.6%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19% of 2026 value · 7.1%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5.4%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6.5%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East Asia hair styling products market in terms of value over the forecast period. Light or flexible hold and medium hold exhibit a CAGR index of 115.7 and 98.7 and a market share index of 101.0 and 111.0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No Hold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Medium Hold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Strong Hold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Extra-strong Hold</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Hold Level</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2.1X in terms of value as compared to 2026. The light or flexible hold segment is expected to create an incremental opportunity of US$ 896.2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US$ 796.8 Mn for the overall hair styling products market from 2026 to 2036. The no hold segment is expected to create an incremental opportunity of US$ 776.2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7.6%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204 BPS and accounting for 22.2% share by 2036. The extra-strong hold segment is expected to lose 174 BPS over the forecast period to account for 16.0%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59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21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50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16930"/>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522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747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127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3" name="BPS Value 2"/>
          <p:cNvSpPr txBox="1"/>
          <p:nvPr/>
        </p:nvSpPr>
        <p:spPr>
          <a:xfrm>
            <a:off x="6896100" y="2833185"/>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4" name="FMI Legend Chip"/>
          <p:cNvSpPr/>
          <p:nvPr/>
        </p:nvSpPr>
        <p:spPr>
          <a:xfrm>
            <a:off x="4928997" y="37621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7574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812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7" name="BPS Value 3"/>
          <p:cNvSpPr txBox="1"/>
          <p:nvPr/>
        </p:nvSpPr>
        <p:spPr>
          <a:xfrm>
            <a:off x="6896100" y="3743112"/>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8" name="FMI Legend Chip"/>
          <p:cNvSpPr/>
          <p:nvPr/>
        </p:nvSpPr>
        <p:spPr>
          <a:xfrm>
            <a:off x="4928997" y="47238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190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428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04802"/>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32" name="FMI Legend Chip"/>
          <p:cNvSpPr/>
          <p:nvPr/>
        </p:nvSpPr>
        <p:spPr>
          <a:xfrm>
            <a:off x="4928997" y="57353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06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44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16341"/>
            <a:ext cx="514350" cy="123825"/>
          </a:xfrm>
          <a:prstGeom prst="rect">
            <a:avLst/>
          </a:prstGeom>
          <a:noFill/>
        </p:spPr>
        <p:txBody>
          <a:bodyPr wrap="none" lIns="0" rIns="0" tIns="0" bIns="0" anchor="ctr">
            <a:spAutoFit/>
          </a:bodyPr>
          <a:lstStyle/>
          <a:p>
            <a:pPr algn="r"/>
            <a:r>
              <a:rPr sz="900" b="1">
                <a:solidFill>
                  <a:srgbClr val="2E7D32"/>
                </a:solidFill>
                <a:latin typeface="Calibri"/>
              </a:rPr>
              <a:t>+204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7.6% over the forecast period. In terms of value share by hold level, the light or flexible hold segment is expected to dominate the market, gaining 204 BPS and accounting for 22.2%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16.0%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1,455</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2,717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1,366</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2,446</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1,308</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2,619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7.2% over the forecast period. In terms of value share by finish, the matte segment is expected to dominate the market, losing 34 BPS and accounting for 34.9% share by 2036.</a:t>
            </a:r>
          </a:p>
          <a:p>
            <a:pPr algn="l">
              <a:lnSpc>
                <a:spcPct val="110000"/>
              </a:lnSpc>
              <a:spcBef>
                <a:spcPts val="0"/>
              </a:spcBef>
              <a:spcAft>
                <a:spcPts val="500"/>
              </a:spcAft>
            </a:pPr>
            <a:r>
              <a:rPr sz="1100" b="0">
                <a:solidFill>
                  <a:srgbClr val="2E2E2E"/>
                </a:solidFill>
                <a:latin typeface="Calibri"/>
              </a:rPr>
              <a:t>Matte segment is projected to register 1.0X higher value than glossy or wet-look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Matte: </a:t>
            </a:r>
            <a:r>
              <a:rPr sz="1100" b="0">
                <a:solidFill>
                  <a:srgbClr val="2E2E2E"/>
                </a:solidFill>
                <a:latin typeface="Calibri"/>
              </a:rPr>
              <a:t>35%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33% of 2026 value · 6.0%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Glossy or Wet-look: </a:t>
            </a:r>
            <a:r>
              <a:rPr sz="1100" b="0">
                <a:solidFill>
                  <a:srgbClr val="2E2E2E"/>
                </a:solidFill>
                <a:latin typeface="Calibri"/>
              </a:rPr>
              <a:t>32% of 2026 value · 7.2%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East Asia hair styling products market in terms of value over the forecast period. Glossy or wet-look and matte exhibit a CAGR index of 109.9 and 98.4 and a market share index of 95.0 and 105.8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Finish</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2.0X in terms of value as compared to 2026. The glossy or wet-look segment is expected to create an incremental opportunity of US$ 1,311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US$ 1,261 Mn for the overall hair styling products market from 2026 to 2036. The natural segment is expected to create an incremental opportunity of US$ 1,080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Matte segment is projected to register 1.0X higher value than glossy or wet-look segment in 2036. Among hair styling products by finish, glossy or wet-look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finish, the matte segment is expected to dominate the market, losing 34 BPS and accounting for 34.9% share by 2036. The natural segment is expected to lose 164 BPS over the forecast period to account for 31.4%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Finish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2510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46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70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232045"/>
            <a:ext cx="514350" cy="123825"/>
          </a:xfrm>
          <a:prstGeom prst="rect">
            <a:avLst/>
          </a:prstGeom>
          <a:noFill/>
        </p:spPr>
        <p:txBody>
          <a:bodyPr wrap="none" lIns="0" rIns="0" tIns="0" bIns="0" anchor="ctr">
            <a:spAutoFit/>
          </a:bodyPr>
          <a:lstStyle/>
          <a:p>
            <a:pPr algn="r"/>
            <a:r>
              <a:rPr sz="900" b="1">
                <a:solidFill>
                  <a:srgbClr val="E44D3A"/>
                </a:solidFill>
                <a:latin typeface="Calibri"/>
              </a:rPr>
              <a:t>-164</a:t>
            </a:r>
          </a:p>
        </p:txBody>
      </p:sp>
      <p:sp>
        <p:nvSpPr>
          <p:cNvPr id="20" name="FMI Legend Chip"/>
          <p:cNvSpPr/>
          <p:nvPr/>
        </p:nvSpPr>
        <p:spPr>
          <a:xfrm>
            <a:off x="4928997" y="379269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78793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117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3" name="BPS Value 2"/>
          <p:cNvSpPr txBox="1"/>
          <p:nvPr/>
        </p:nvSpPr>
        <p:spPr>
          <a:xfrm>
            <a:off x="6896100" y="3773647"/>
            <a:ext cx="514350" cy="123825"/>
          </a:xfrm>
          <a:prstGeom prst="rect">
            <a:avLst/>
          </a:prstGeom>
          <a:noFill/>
        </p:spPr>
        <p:txBody>
          <a:bodyPr wrap="none" lIns="0" rIns="0" tIns="0" bIns="0" anchor="ctr">
            <a:spAutoFit/>
          </a:bodyPr>
          <a:lstStyle/>
          <a:p>
            <a:pPr algn="r"/>
            <a:r>
              <a:rPr sz="900" b="1">
                <a:solidFill>
                  <a:srgbClr val="2E7D32"/>
                </a:solidFill>
                <a:latin typeface="Calibri"/>
              </a:rPr>
              <a:t>+198</a:t>
            </a:r>
          </a:p>
        </p:txBody>
      </p:sp>
      <p:sp>
        <p:nvSpPr>
          <p:cNvPr id="24" name="FMI Legend Chip"/>
          <p:cNvSpPr/>
          <p:nvPr/>
        </p:nvSpPr>
        <p:spPr>
          <a:xfrm>
            <a:off x="4928997" y="541675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4119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57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7" name="BPS Value 3"/>
          <p:cNvSpPr txBox="1"/>
          <p:nvPr/>
        </p:nvSpPr>
        <p:spPr>
          <a:xfrm>
            <a:off x="6896100" y="5397703"/>
            <a:ext cx="514350" cy="123825"/>
          </a:xfrm>
          <a:prstGeom prst="rect">
            <a:avLst/>
          </a:prstGeom>
          <a:noFill/>
        </p:spPr>
        <p:txBody>
          <a:bodyPr wrap="none" lIns="0" rIns="0" tIns="0" bIns="0" anchor="ctr">
            <a:spAutoFit/>
          </a:bodyPr>
          <a:lstStyle/>
          <a:p>
            <a:pPr algn="r"/>
            <a:r>
              <a:rPr sz="900" b="1">
                <a:solidFill>
                  <a:srgbClr val="E44D3A"/>
                </a:solidFill>
                <a:latin typeface="Calibri"/>
              </a:rPr>
              <a:t>-34</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7.2% over the forecast period. In terms of value share by finish, the matte segment is expected to dominate the market, losing 34 BPS and accounting for 34.9% share by 2036.</a:t>
            </a:r>
          </a:p>
          <a:p>
            <a:pPr algn="l">
              <a:lnSpc>
                <a:spcPct val="110000"/>
              </a:lnSpc>
              <a:spcBef>
                <a:spcPts val="0"/>
              </a:spcBef>
              <a:spcAft>
                <a:spcPts val="500"/>
              </a:spcAft>
            </a:pPr>
            <a:r>
              <a:rPr sz="1150" b="0">
                <a:solidFill>
                  <a:srgbClr val="2E2E2E"/>
                </a:solidFill>
                <a:latin typeface="Calibri"/>
              </a:rPr>
              <a:t>The natural segment is expected to lose 164 BPS over the forecast period to account for 31.4%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824.2</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1,773</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759.8</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1,240</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716.8</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1,303</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281 BPS and accounting for 22.8% share by 2036.</a:t>
            </a:r>
          </a:p>
          <a:p>
            <a:pPr algn="l">
              <a:lnSpc>
                <a:spcPct val="110000"/>
              </a:lnSpc>
              <a:spcBef>
                <a:spcPts val="0"/>
              </a:spcBef>
              <a:spcAft>
                <a:spcPts val="500"/>
              </a:spcAft>
            </a:pPr>
            <a:r>
              <a:rPr sz="1100" b="0">
                <a:solidFill>
                  <a:srgbClr val="2E2E2E"/>
                </a:solidFill>
                <a:latin typeface="Calibri"/>
              </a:rPr>
              <a:t>Online marketplaces segment is projected to register 1.4X higher value than salon and professional distribution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Online Marketplaces: </a:t>
            </a:r>
            <a:r>
              <a:rPr sz="1100" b="0">
                <a:solidFill>
                  <a:srgbClr val="2E2E2E"/>
                </a:solidFill>
                <a:latin typeface="Calibri"/>
              </a:rPr>
              <a:t>20% of 2026 value · 8.0%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Mass Retail: </a:t>
            </a:r>
            <a:r>
              <a:rPr sz="1100" b="0">
                <a:solidFill>
                  <a:srgbClr val="2E2E2E"/>
                </a:solidFill>
                <a:latin typeface="Calibri"/>
              </a:rPr>
              <a:t>18% of 2026 value · 5.0%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17% of 2026 value · 6.2%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6.5%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653.3</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1,261</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609.2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1,050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5.6%</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565.3</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1,154</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7.4%</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6.8%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5.6%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14% of 2026 value · 7.4%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beauty specialty retail are expected to be the two most attractive distribution channel segments in the East Asia hair styling products market in terms of value over the forecast period. Online marketplaces and beauty specialty retail exhibit a CAGR index of 121.6 and 103.9 and a market share index of 119.8 and 94.9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Mass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2.2X in terms of value as compared to 2026. The online marketplaces segment is expected to create an incremental opportunity of US$ 948.3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beauty specialty retail segment is expected to create an incremental opportunity of US$ 608.1 Mn for the overall hair styling products market from 2026 to 2036. The brand-owned online stores segment is expected to create an incremental opportunity of US$ 589.1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1.4X higher value than salon and professional distribution segment in 2036. Among hair styling products by distribution channel, online marketplaces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281 BPS and accounting for 22.8% share by 2036. The mass retail segment is expected to lose 247 BPS over the forecast period to account for 15.9%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985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750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88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19" name="BPS Value 1"/>
          <p:cNvSpPr txBox="1"/>
          <p:nvPr/>
        </p:nvSpPr>
        <p:spPr>
          <a:xfrm>
            <a:off x="6896100" y="1960806"/>
            <a:ext cx="514350" cy="123825"/>
          </a:xfrm>
          <a:prstGeom prst="rect">
            <a:avLst/>
          </a:prstGeom>
          <a:noFill/>
        </p:spPr>
        <p:txBody>
          <a:bodyPr wrap="none" lIns="0" rIns="0" tIns="0" bIns="0" anchor="ctr">
            <a:spAutoFit/>
          </a:bodyPr>
          <a:lstStyle/>
          <a:p>
            <a:pPr algn="r"/>
            <a:r>
              <a:rPr sz="900" b="1">
                <a:solidFill>
                  <a:srgbClr val="E44D3A"/>
                </a:solidFill>
                <a:latin typeface="Calibri"/>
              </a:rPr>
              <a:t>-126</a:t>
            </a:r>
          </a:p>
        </p:txBody>
      </p:sp>
      <p:sp>
        <p:nvSpPr>
          <p:cNvPr id="20" name="FMI Legend Chip"/>
          <p:cNvSpPr/>
          <p:nvPr/>
        </p:nvSpPr>
        <p:spPr>
          <a:xfrm>
            <a:off x="4928997" y="262760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6228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466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23" name="BPS Value 2"/>
          <p:cNvSpPr txBox="1"/>
          <p:nvPr/>
        </p:nvSpPr>
        <p:spPr>
          <a:xfrm>
            <a:off x="6896100" y="2608551"/>
            <a:ext cx="514350" cy="123825"/>
          </a:xfrm>
          <a:prstGeom prst="rect">
            <a:avLst/>
          </a:prstGeom>
          <a:noFill/>
        </p:spPr>
        <p:txBody>
          <a:bodyPr wrap="none" lIns="0" rIns="0" tIns="0" bIns="0" anchor="ctr">
            <a:spAutoFit/>
          </a:bodyPr>
          <a:lstStyle/>
          <a:p>
            <a:pPr algn="r"/>
            <a:r>
              <a:rPr sz="900" b="1">
                <a:solidFill>
                  <a:srgbClr val="2E7D32"/>
                </a:solidFill>
                <a:latin typeface="Calibri"/>
              </a:rPr>
              <a:t>+114</a:t>
            </a:r>
          </a:p>
        </p:txBody>
      </p:sp>
      <p:sp>
        <p:nvSpPr>
          <p:cNvPr id="24" name="FMI Legend Chip"/>
          <p:cNvSpPr/>
          <p:nvPr/>
        </p:nvSpPr>
        <p:spPr>
          <a:xfrm>
            <a:off x="4928997" y="33309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261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499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27" name="BPS Value 3"/>
          <p:cNvSpPr txBox="1"/>
          <p:nvPr/>
        </p:nvSpPr>
        <p:spPr>
          <a:xfrm>
            <a:off x="6896100" y="3311885"/>
            <a:ext cx="514350" cy="123825"/>
          </a:xfrm>
          <a:prstGeom prst="rect">
            <a:avLst/>
          </a:prstGeom>
          <a:noFill/>
        </p:spPr>
        <p:txBody>
          <a:bodyPr wrap="none" lIns="0" rIns="0" tIns="0" bIns="0" anchor="ctr">
            <a:spAutoFit/>
          </a:bodyPr>
          <a:lstStyle/>
          <a:p>
            <a:pPr algn="r"/>
            <a:r>
              <a:rPr sz="900" b="1">
                <a:solidFill>
                  <a:srgbClr val="E44D3A"/>
                </a:solidFill>
                <a:latin typeface="Calibri"/>
              </a:rPr>
              <a:t>-247</a:t>
            </a:r>
          </a:p>
        </p:txBody>
      </p:sp>
      <p:sp>
        <p:nvSpPr>
          <p:cNvPr id="28" name="FMI Legend Chip"/>
          <p:cNvSpPr/>
          <p:nvPr/>
        </p:nvSpPr>
        <p:spPr>
          <a:xfrm>
            <a:off x="4928997" y="40657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0609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9847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31" name="BPS Value 4"/>
          <p:cNvSpPr txBox="1"/>
          <p:nvPr/>
        </p:nvSpPr>
        <p:spPr>
          <a:xfrm>
            <a:off x="6896100" y="4046656"/>
            <a:ext cx="514350" cy="123825"/>
          </a:xfrm>
          <a:prstGeom prst="rect">
            <a:avLst/>
          </a:prstGeom>
          <a:noFill/>
        </p:spPr>
        <p:txBody>
          <a:bodyPr wrap="none" lIns="0" rIns="0" tIns="0" bIns="0" anchor="ctr">
            <a:spAutoFit/>
          </a:bodyPr>
          <a:lstStyle/>
          <a:p>
            <a:pPr algn="r"/>
            <a:r>
              <a:rPr sz="900" b="1">
                <a:solidFill>
                  <a:srgbClr val="2E7D32"/>
                </a:solidFill>
                <a:latin typeface="Calibri"/>
              </a:rPr>
              <a:t>+39</a:t>
            </a:r>
          </a:p>
        </p:txBody>
      </p:sp>
      <p:sp>
        <p:nvSpPr>
          <p:cNvPr id="32" name="FMI Legend Chip"/>
          <p:cNvSpPr/>
          <p:nvPr/>
        </p:nvSpPr>
        <p:spPr>
          <a:xfrm>
            <a:off x="4928997" y="48192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14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382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5" name="BPS Value 5"/>
          <p:cNvSpPr txBox="1"/>
          <p:nvPr/>
        </p:nvSpPr>
        <p:spPr>
          <a:xfrm>
            <a:off x="6896100" y="4800162"/>
            <a:ext cx="514350" cy="123825"/>
          </a:xfrm>
          <a:prstGeom prst="rect">
            <a:avLst/>
          </a:prstGeom>
          <a:noFill/>
        </p:spPr>
        <p:txBody>
          <a:bodyPr wrap="none" lIns="0" rIns="0" tIns="0" bIns="0" anchor="ctr">
            <a:spAutoFit/>
          </a:bodyPr>
          <a:lstStyle/>
          <a:p>
            <a:pPr algn="r"/>
            <a:r>
              <a:rPr sz="900" b="1">
                <a:solidFill>
                  <a:srgbClr val="E44D3A"/>
                </a:solidFill>
                <a:latin typeface="Calibri"/>
              </a:rPr>
              <a:t>-61</a:t>
            </a:r>
          </a:p>
        </p:txBody>
      </p:sp>
      <p:sp>
        <p:nvSpPr>
          <p:cNvPr id="36" name="FMI Legend Chip"/>
          <p:cNvSpPr/>
          <p:nvPr/>
        </p:nvSpPr>
        <p:spPr>
          <a:xfrm>
            <a:off x="4928997" y="57228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181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419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03837"/>
            <a:ext cx="514350" cy="123825"/>
          </a:xfrm>
          <a:prstGeom prst="rect">
            <a:avLst/>
          </a:prstGeom>
          <a:noFill/>
        </p:spPr>
        <p:txBody>
          <a:bodyPr wrap="none" lIns="0" rIns="0" tIns="0" bIns="0" anchor="ctr">
            <a:spAutoFit/>
          </a:bodyPr>
          <a:lstStyle/>
          <a:p>
            <a:pPr algn="r"/>
            <a:r>
              <a:rPr sz="900" b="1">
                <a:solidFill>
                  <a:srgbClr val="2E7D32"/>
                </a:solidFill>
                <a:latin typeface="Calibri"/>
              </a:rPr>
              <a:t>+281</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Distribution Channel</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8.0% over the forecast period. In terms of value share by distribution channel, the online marketplaces segment is expected to dominate the market, gaining 281 BPS and accounting for 22.8% share by 2036.</a:t>
            </a:r>
          </a:p>
          <a:p>
            <a:pPr algn="l">
              <a:lnSpc>
                <a:spcPct val="110000"/>
              </a:lnSpc>
              <a:spcBef>
                <a:spcPts val="0"/>
              </a:spcBef>
              <a:spcAft>
                <a:spcPts val="500"/>
              </a:spcAft>
            </a:pPr>
            <a:r>
              <a:rPr sz="1150" b="0">
                <a:solidFill>
                  <a:srgbClr val="2E2E2E"/>
                </a:solidFill>
                <a:latin typeface="Calibri"/>
              </a:rPr>
              <a:t>The mass retail segment is expected to lose 247 BPS over the forecast period to account for 15.9%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667.5</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1,331</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620.3</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1,103</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614.2</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1,276</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613.4</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986.9</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604.4</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1,116</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6.3%</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548.8</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1,189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8.0%</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459.9</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779.6</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8.0% over the forecast period. In terms of value share by primary styling benefit, the smoothing and frizz control segment is expected to dominate the market, gaining 94 BPS and accounting for 17.1%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heat styling support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16% of 2026 value · 7.1%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Volume and Root Lift: </a:t>
            </a:r>
            <a:r>
              <a:rPr sz="1100" b="0">
                <a:solidFill>
                  <a:srgbClr val="2E2E2E"/>
                </a:solidFill>
                <a:latin typeface="Calibri"/>
              </a:rPr>
              <a:t>15%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Heat Styling Support: </a:t>
            </a:r>
            <a:r>
              <a:rPr sz="1100" b="0">
                <a:solidFill>
                  <a:srgbClr val="2E2E2E"/>
                </a:solidFill>
                <a:latin typeface="Calibri"/>
              </a:rPr>
              <a:t>15% of 2026 value · 7.6%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Hold and Shape: </a:t>
            </a:r>
            <a:r>
              <a:rPr sz="1100" b="0">
                <a:solidFill>
                  <a:srgbClr val="2E2E2E"/>
                </a:solidFill>
                <a:latin typeface="Calibri"/>
              </a:rPr>
              <a:t>15% of 2026 value · 4.9%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15% of 2026 value · 6.3%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Curl Definition: </a:t>
            </a:r>
            <a:r>
              <a:rPr sz="1100" b="0">
                <a:solidFill>
                  <a:srgbClr val="2E2E2E"/>
                </a:solidFill>
                <a:latin typeface="Calibri"/>
              </a:rPr>
              <a:t>13% of 2026 value · 8.0% CAGR grows fastest.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11% of 2026 value · 5.4%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6.5%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Smoothing and frizz control followed by heat styling support are expected to be the two most attractive primary styling benefit segments in the East Asia hair styling products market in terms of value over the forecast period. Smoothing and frizz control and heat styling support exhibit a CAGR index of 109.2 and 115.9 and a market share index of 113.2 and 104.1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Hold and Shape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Curl Definition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smoothing and frizz control segment is anticipated to witness an increase of 2.0X in terms of value as compared to 2026. The smoothing and frizz control segment is expected to create an incremental opportunity of US$ 663.9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heat styling support segment is expected to create an incremental opportunity of US$ 661.6 Mn for the overall hair styling products market from 2026 to 2036. The curl definition segment is expected to create an incremental opportunity of US$ 640.2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heat styling support segment in 2036. Among hair styling products by primary styling benefit, curl definition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94 BPS and accounting for 17.1% share by 2036. The hold and shape segment is expected to lose 218 BPS over the forecast period to account for 12.7%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028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55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193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81237"/>
            <a:ext cx="514350" cy="123825"/>
          </a:xfrm>
          <a:prstGeom prst="rect">
            <a:avLst/>
          </a:prstGeom>
          <a:noFill/>
        </p:spPr>
        <p:txBody>
          <a:bodyPr wrap="none" lIns="0" rIns="0" tIns="0" bIns="0" anchor="ctr">
            <a:spAutoFit/>
          </a:bodyPr>
          <a:lstStyle/>
          <a:p>
            <a:pPr algn="r"/>
            <a:r>
              <a:rPr sz="900" b="1">
                <a:solidFill>
                  <a:srgbClr val="E44D3A"/>
                </a:solidFill>
                <a:latin typeface="Calibri"/>
              </a:rPr>
              <a:t>-112</a:t>
            </a:r>
          </a:p>
        </p:txBody>
      </p:sp>
      <p:sp>
        <p:nvSpPr>
          <p:cNvPr id="20" name="FMI Legend Chip"/>
          <p:cNvSpPr/>
          <p:nvPr/>
        </p:nvSpPr>
        <p:spPr>
          <a:xfrm>
            <a:off x="4928997" y="241926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145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383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3" name="BPS Value 2"/>
          <p:cNvSpPr txBox="1"/>
          <p:nvPr/>
        </p:nvSpPr>
        <p:spPr>
          <a:xfrm>
            <a:off x="6896100" y="2400212"/>
            <a:ext cx="514350" cy="123825"/>
          </a:xfrm>
          <a:prstGeom prst="rect">
            <a:avLst/>
          </a:prstGeom>
          <a:noFill/>
        </p:spPr>
        <p:txBody>
          <a:bodyPr wrap="none" lIns="0" rIns="0" tIns="0" bIns="0" anchor="ctr">
            <a:spAutoFit/>
          </a:bodyPr>
          <a:lstStyle/>
          <a:p>
            <a:pPr algn="r"/>
            <a:r>
              <a:rPr sz="900" b="1">
                <a:solidFill>
                  <a:srgbClr val="E44D3A"/>
                </a:solidFill>
                <a:latin typeface="Calibri"/>
              </a:rPr>
              <a:t>-218</a:t>
            </a:r>
          </a:p>
        </p:txBody>
      </p:sp>
      <p:sp>
        <p:nvSpPr>
          <p:cNvPr id="24" name="FMI Legend Chip"/>
          <p:cNvSpPr/>
          <p:nvPr/>
        </p:nvSpPr>
        <p:spPr>
          <a:xfrm>
            <a:off x="4928997" y="303325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284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522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7" name="BPS Value 3"/>
          <p:cNvSpPr txBox="1"/>
          <p:nvPr/>
        </p:nvSpPr>
        <p:spPr>
          <a:xfrm>
            <a:off x="6896100" y="3014209"/>
            <a:ext cx="514350" cy="123825"/>
          </a:xfrm>
          <a:prstGeom prst="rect">
            <a:avLst/>
          </a:prstGeom>
          <a:noFill/>
        </p:spPr>
        <p:txBody>
          <a:bodyPr wrap="none" lIns="0" rIns="0" tIns="0" bIns="0" anchor="ctr">
            <a:spAutoFit/>
          </a:bodyPr>
          <a:lstStyle/>
          <a:p>
            <a:pPr algn="r"/>
            <a:r>
              <a:rPr sz="900" b="1">
                <a:solidFill>
                  <a:srgbClr val="E44D3A"/>
                </a:solidFill>
                <a:latin typeface="Calibri"/>
              </a:rPr>
              <a:t>-85</a:t>
            </a:r>
          </a:p>
        </p:txBody>
      </p:sp>
      <p:sp>
        <p:nvSpPr>
          <p:cNvPr id="28" name="FMI Legend Chip"/>
          <p:cNvSpPr/>
          <p:nvPr/>
        </p:nvSpPr>
        <p:spPr>
          <a:xfrm>
            <a:off x="4928997" y="368519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804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042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66140"/>
            <a:ext cx="514350" cy="123825"/>
          </a:xfrm>
          <a:prstGeom prst="rect">
            <a:avLst/>
          </a:prstGeom>
          <a:noFill/>
        </p:spPr>
        <p:txBody>
          <a:bodyPr wrap="none" lIns="0" rIns="0" tIns="0" bIns="0" anchor="ctr">
            <a:spAutoFit/>
          </a:bodyPr>
          <a:lstStyle/>
          <a:p>
            <a:pPr algn="r"/>
            <a:r>
              <a:rPr sz="900" b="1">
                <a:solidFill>
                  <a:srgbClr val="E44D3A"/>
                </a:solidFill>
                <a:latin typeface="Calibri"/>
              </a:rPr>
              <a:t>-30</a:t>
            </a:r>
          </a:p>
        </p:txBody>
      </p:sp>
      <p:sp>
        <p:nvSpPr>
          <p:cNvPr id="32" name="FMI Legend Chip"/>
          <p:cNvSpPr/>
          <p:nvPr/>
        </p:nvSpPr>
        <p:spPr>
          <a:xfrm>
            <a:off x="4928997" y="436237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576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814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5" name="BPS Value 5"/>
          <p:cNvSpPr txBox="1"/>
          <p:nvPr/>
        </p:nvSpPr>
        <p:spPr>
          <a:xfrm>
            <a:off x="6896100" y="4343329"/>
            <a:ext cx="514350" cy="123825"/>
          </a:xfrm>
          <a:prstGeom prst="rect">
            <a:avLst/>
          </a:prstGeom>
          <a:noFill/>
        </p:spPr>
        <p:txBody>
          <a:bodyPr wrap="none" lIns="0" rIns="0" tIns="0" bIns="0" anchor="ctr">
            <a:spAutoFit/>
          </a:bodyPr>
          <a:lstStyle/>
          <a:p>
            <a:pPr algn="r"/>
            <a:r>
              <a:rPr sz="900" b="1">
                <a:solidFill>
                  <a:srgbClr val="2E7D32"/>
                </a:solidFill>
                <a:latin typeface="Calibri"/>
              </a:rPr>
              <a:t>+199</a:t>
            </a:r>
          </a:p>
        </p:txBody>
      </p:sp>
      <p:sp>
        <p:nvSpPr>
          <p:cNvPr id="36" name="FMI Legend Chip"/>
          <p:cNvSpPr/>
          <p:nvPr/>
        </p:nvSpPr>
        <p:spPr>
          <a:xfrm>
            <a:off x="4928997" y="50865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1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05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9" name="BPS Value 6"/>
          <p:cNvSpPr txBox="1"/>
          <p:nvPr/>
        </p:nvSpPr>
        <p:spPr>
          <a:xfrm>
            <a:off x="6896100" y="5067462"/>
            <a:ext cx="514350" cy="123825"/>
          </a:xfrm>
          <a:prstGeom prst="rect">
            <a:avLst/>
          </a:prstGeom>
          <a:noFill/>
        </p:spPr>
        <p:txBody>
          <a:bodyPr wrap="none" lIns="0" rIns="0" tIns="0" bIns="0" anchor="ctr">
            <a:spAutoFit/>
          </a:bodyPr>
          <a:lstStyle/>
          <a:p>
            <a:pPr algn="r"/>
            <a:r>
              <a:rPr sz="900" b="1">
                <a:solidFill>
                  <a:srgbClr val="2E7D32"/>
                </a:solidFill>
                <a:latin typeface="Calibri"/>
              </a:rPr>
              <a:t>+152</a:t>
            </a:r>
          </a:p>
        </p:txBody>
      </p:sp>
      <p:sp>
        <p:nvSpPr>
          <p:cNvPr id="40" name="FMI Legend Chip"/>
          <p:cNvSpPr/>
          <p:nvPr/>
        </p:nvSpPr>
        <p:spPr>
          <a:xfrm>
            <a:off x="4928997" y="58524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77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15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3435"/>
            <a:ext cx="514350" cy="123825"/>
          </a:xfrm>
          <a:prstGeom prst="rect">
            <a:avLst/>
          </a:prstGeom>
          <a:noFill/>
        </p:spPr>
        <p:txBody>
          <a:bodyPr wrap="none" lIns="0" rIns="0" tIns="0" bIns="0" anchor="ctr">
            <a:spAutoFit/>
          </a:bodyPr>
          <a:lstStyle/>
          <a:p>
            <a:pPr algn="r"/>
            <a:r>
              <a:rPr sz="900" b="1">
                <a:solidFill>
                  <a:srgbClr val="2E7D32"/>
                </a:solidFill>
                <a:latin typeface="Calibri"/>
              </a:rPr>
              <a:t>+94</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Primary Styling Benefit</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8.0% over the forecast period. In terms of value share by primary styling benefit, the smoothing and frizz control segment is expected to dominate the market, gaining 94 BPS and accounting for 17.1% share by 2036.</a:t>
            </a:r>
          </a:p>
          <a:p>
            <a:pPr algn="l">
              <a:lnSpc>
                <a:spcPct val="110000"/>
              </a:lnSpc>
              <a:spcBef>
                <a:spcPts val="0"/>
              </a:spcBef>
              <a:spcAft>
                <a:spcPts val="500"/>
              </a:spcAft>
            </a:pPr>
            <a:r>
              <a:rPr sz="1150" b="0">
                <a:solidFill>
                  <a:srgbClr val="2E2E2E"/>
                </a:solidFill>
                <a:latin typeface="Calibri"/>
              </a:rPr>
              <a:t>The hold and shape segment is expected to lose 218 BPS over the forecast period to account for 12.7%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1,038</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1,773</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833.0</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1,507</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6.1%</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795.5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1,501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747.0</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1,502</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715.3</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1,500</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7.7%</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7.7% over the forecast period. In terms of value share by hair type targeted, the straight hair segment is expected to dominate the market, losing 235 BPS and accounting for 22.8% share by 2036.</a:t>
            </a:r>
          </a:p>
          <a:p>
            <a:pPr algn="l">
              <a:lnSpc>
                <a:spcPct val="110000"/>
              </a:lnSpc>
              <a:spcBef>
                <a:spcPts val="0"/>
              </a:spcBef>
              <a:spcAft>
                <a:spcPts val="500"/>
              </a:spcAft>
            </a:pPr>
            <a:r>
              <a:rPr sz="1100" b="0">
                <a:solidFill>
                  <a:srgbClr val="2E2E2E"/>
                </a:solidFill>
                <a:latin typeface="Calibri"/>
              </a:rPr>
              <a:t>Straight hair segment is projected to register 1.2X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25%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20% of 2026 value · 6.1%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19% of 2026 value · 6.6%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18% of 2026 value · 7.2%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17% of 2026 value · 7.7%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6.5%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Straight hair followed by coily hair are expected to be the two most attractive hair type targeted segments in the East Asia hair styling products market in terms of value over the forecast period. Straight hair and coily hair exhibit a CAGR index of 84.1 and 117.4 and a market share index of 125.7 and 86.6 respectively, against the segment average of 100. The all hair types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Straight Hair</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Wavy Hair</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Curly Hair</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Coily Hair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All Hair Types</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2.1X in terms of value as compared to 2026. The coily hair segment is expected to create an incremental opportunity of US$ 784.3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US$ 754.7 Mn for the overall hair styling products market from 2026 to 2036. The straight hair segment is expected to create an incremental opportunity of US$ 735.1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Straight hair segment is projected to register 1.2X higher value than all hair types segment in 2036. 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straight hair segment is expected to dominate the market, losing 235 BPS and accounting for 22.8%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181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10704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08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19" name="BPS Value 1"/>
          <p:cNvSpPr txBox="1"/>
          <p:nvPr/>
        </p:nvSpPr>
        <p:spPr>
          <a:xfrm>
            <a:off x="6896100" y="2092761"/>
            <a:ext cx="514350" cy="123825"/>
          </a:xfrm>
          <a:prstGeom prst="rect">
            <a:avLst/>
          </a:prstGeom>
          <a:noFill/>
        </p:spPr>
        <p:txBody>
          <a:bodyPr wrap="none" lIns="0" rIns="0" tIns="0" bIns="0" anchor="ctr">
            <a:spAutoFit/>
          </a:bodyPr>
          <a:lstStyle/>
          <a:p>
            <a:pPr algn="r"/>
            <a:r>
              <a:rPr sz="900" b="1">
                <a:solidFill>
                  <a:srgbClr val="2E7D32"/>
                </a:solidFill>
                <a:latin typeface="Calibri"/>
              </a:rPr>
              <a:t>+195</a:t>
            </a:r>
          </a:p>
        </p:txBody>
      </p:sp>
      <p:sp>
        <p:nvSpPr>
          <p:cNvPr id="20" name="FMI Legend Chip"/>
          <p:cNvSpPr/>
          <p:nvPr/>
        </p:nvSpPr>
        <p:spPr>
          <a:xfrm>
            <a:off x="4928997" y="299320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84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22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974150"/>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24" name="FMI Legend Chip"/>
          <p:cNvSpPr/>
          <p:nvPr/>
        </p:nvSpPr>
        <p:spPr>
          <a:xfrm>
            <a:off x="4928997" y="387520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87044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942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7" name="BPS Value 3"/>
          <p:cNvSpPr txBox="1"/>
          <p:nvPr/>
        </p:nvSpPr>
        <p:spPr>
          <a:xfrm>
            <a:off x="6896100" y="3856159"/>
            <a:ext cx="514350" cy="123825"/>
          </a:xfrm>
          <a:prstGeom prst="rect">
            <a:avLst/>
          </a:prstGeom>
          <a:noFill/>
        </p:spPr>
        <p:txBody>
          <a:bodyPr wrap="none" lIns="0" rIns="0" tIns="0" bIns="0" anchor="ctr">
            <a:spAutoFit/>
          </a:bodyPr>
          <a:lstStyle/>
          <a:p>
            <a:pPr algn="r"/>
            <a:r>
              <a:rPr sz="900" b="1">
                <a:solidFill>
                  <a:srgbClr val="2E7D32"/>
                </a:solidFill>
                <a:latin typeface="Calibri"/>
              </a:rPr>
              <a:t>+120</a:t>
            </a:r>
          </a:p>
        </p:txBody>
      </p:sp>
      <p:sp>
        <p:nvSpPr>
          <p:cNvPr id="28" name="FMI Legend Chip"/>
          <p:cNvSpPr/>
          <p:nvPr/>
        </p:nvSpPr>
        <p:spPr>
          <a:xfrm>
            <a:off x="4928997" y="475914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543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781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40099"/>
            <a:ext cx="514350" cy="123825"/>
          </a:xfrm>
          <a:prstGeom prst="rect">
            <a:avLst/>
          </a:prstGeom>
          <a:noFill/>
        </p:spPr>
        <p:txBody>
          <a:bodyPr wrap="none" lIns="0" rIns="0" tIns="0" bIns="0" anchor="ctr">
            <a:spAutoFit/>
          </a:bodyPr>
          <a:lstStyle/>
          <a:p>
            <a:pPr algn="r"/>
            <a:r>
              <a:rPr sz="900" b="1">
                <a:solidFill>
                  <a:srgbClr val="E44D3A"/>
                </a:solidFill>
                <a:latin typeface="Calibri"/>
              </a:rPr>
              <a:t>-81</a:t>
            </a:r>
          </a:p>
        </p:txBody>
      </p:sp>
      <p:sp>
        <p:nvSpPr>
          <p:cNvPr id="32" name="FMI Legend Chip"/>
          <p:cNvSpPr/>
          <p:nvPr/>
        </p:nvSpPr>
        <p:spPr>
          <a:xfrm>
            <a:off x="4928997" y="57227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80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418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35" name="BPS Value 5"/>
          <p:cNvSpPr txBox="1"/>
          <p:nvPr/>
        </p:nvSpPr>
        <p:spPr>
          <a:xfrm>
            <a:off x="6896100" y="5703727"/>
            <a:ext cx="514350" cy="123825"/>
          </a:xfrm>
          <a:prstGeom prst="rect">
            <a:avLst/>
          </a:prstGeom>
          <a:noFill/>
        </p:spPr>
        <p:txBody>
          <a:bodyPr wrap="none" lIns="0" rIns="0" tIns="0" bIns="0" anchor="ctr">
            <a:spAutoFit/>
          </a:bodyPr>
          <a:lstStyle/>
          <a:p>
            <a:pPr algn="r"/>
            <a:r>
              <a:rPr sz="900" b="1">
                <a:solidFill>
                  <a:srgbClr val="E44D3A"/>
                </a:solidFill>
                <a:latin typeface="Calibri"/>
              </a:rPr>
              <a:t>-235</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straight hair segment is expected to dominate the market, losing 235 BPS and accounting for 22.8%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1,073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1,881</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1,998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1,880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988.5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2,023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7.4% over the forecast period. In terms of value share by ingredient technology, the waxes and structuring agents segment is expected to dominate the market, gaining 206 BPS and accounting for 26.0%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6.8%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6.2%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7.4%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6.5%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East Asia hair styling products market in terms of value over the forecast period. Waxes and structuring agents and texture and volume additives exhibit a CAGR index of 113.5 and 103.5 and a market share index of 95.8 and 100.5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7.4%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206 BPS and accounting for 26.0% share by 2036. The film-forming and fixative polymers segment is expected to lose 182 BPS over the forecast period to account for 24.2%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2369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89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427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204642"/>
            <a:ext cx="514350" cy="123825"/>
          </a:xfrm>
          <a:prstGeom prst="rect">
            <a:avLst/>
          </a:prstGeom>
          <a:noFill/>
        </p:spPr>
        <p:txBody>
          <a:bodyPr wrap="none" lIns="0" rIns="0" tIns="0" bIns="0" anchor="ctr">
            <a:spAutoFit/>
          </a:bodyPr>
          <a:lstStyle/>
          <a:p>
            <a:pPr algn="r"/>
            <a:r>
              <a:rPr sz="900" b="1">
                <a:solidFill>
                  <a:srgbClr val="E44D3A"/>
                </a:solidFill>
                <a:latin typeface="Calibri"/>
              </a:rPr>
              <a:t>-78</a:t>
            </a:r>
          </a:p>
        </p:txBody>
      </p:sp>
      <p:sp>
        <p:nvSpPr>
          <p:cNvPr id="20" name="FMI Legend Chip"/>
          <p:cNvSpPr/>
          <p:nvPr/>
        </p:nvSpPr>
        <p:spPr>
          <a:xfrm>
            <a:off x="4928997" y="332862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238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476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309576"/>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4" name="FMI Legend Chip"/>
          <p:cNvSpPr/>
          <p:nvPr/>
        </p:nvSpPr>
        <p:spPr>
          <a:xfrm>
            <a:off x="4928997" y="446798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63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87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48939"/>
            <a:ext cx="514350" cy="123825"/>
          </a:xfrm>
          <a:prstGeom prst="rect">
            <a:avLst/>
          </a:prstGeom>
          <a:noFill/>
        </p:spPr>
        <p:txBody>
          <a:bodyPr wrap="none" lIns="0" rIns="0" tIns="0" bIns="0" anchor="ctr">
            <a:spAutoFit/>
          </a:bodyPr>
          <a:lstStyle/>
          <a:p>
            <a:pPr algn="r"/>
            <a:r>
              <a:rPr sz="900" b="1">
                <a:solidFill>
                  <a:srgbClr val="2E7D32"/>
                </a:solidFill>
                <a:latin typeface="Calibri"/>
              </a:rPr>
              <a:t>+54</a:t>
            </a:r>
          </a:p>
        </p:txBody>
      </p:sp>
      <p:sp>
        <p:nvSpPr>
          <p:cNvPr id="28" name="FMI Legend Chip"/>
          <p:cNvSpPr/>
          <p:nvPr/>
        </p:nvSpPr>
        <p:spPr>
          <a:xfrm>
            <a:off x="4928997" y="564924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44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82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30196"/>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Ingredient Technology</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7.4% over the forecast period. In terms of value share by ingredient technology, the waxes and structuring agents segment is expected to dominate the market, gaining 206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182 BPS over the forecast period to account for 24.2%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28975"/>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A2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South Asia &amp; Pacific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South Asia &amp; Pacific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1,208</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2,301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6.7%</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South Asia &amp; Pacific hair styling products market is projected to register 2.0X increase in volume by the end of forecast period, 2036. South Asia &amp; Pacific hair styling products market volume stood at 1,147 Mn Units in 2025 and is expected to reach 2,301 Mn Units by 2036 end, at a CAGR of 6.7%.</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7.7%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'Gels and Jellies'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0.666</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1.67</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2.66</a:t>
            </a:r>
          </a:p>
        </p:txBody>
      </p:sp>
      <p:cxnSp>
        <p:nvCxnSpPr>
          <p:cNvPr id="27" name="Connector 26"/>
          <p:cNvCxnSpPr/>
          <p:nvPr/>
        </p:nvCxnSpPr>
        <p:spPr>
          <a:xfrm flipV="1">
            <a:off x="1095375" y="2348329"/>
            <a:ext cx="0" cy="10626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45459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348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01396"/>
            <a:ext cx="438150" cy="4945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43667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1959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1.47</a:t>
            </a:r>
          </a:p>
        </p:txBody>
      </p:sp>
      <p:cxnSp>
        <p:nvCxnSpPr>
          <p:cNvPr id="33" name="Connector 32"/>
          <p:cNvCxnSpPr/>
          <p:nvPr/>
        </p:nvCxnSpPr>
        <p:spPr>
          <a:xfrm flipV="1">
            <a:off x="1971675" y="2813843"/>
            <a:ext cx="0" cy="7406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88790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1384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50524"/>
            <a:ext cx="438150" cy="3468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460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6144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0.941</a:t>
            </a:r>
          </a:p>
        </p:txBody>
      </p:sp>
      <p:cxnSp>
        <p:nvCxnSpPr>
          <p:cNvPr id="39" name="Connector 38"/>
          <p:cNvCxnSpPr/>
          <p:nvPr/>
        </p:nvCxnSpPr>
        <p:spPr>
          <a:xfrm flipV="1">
            <a:off x="2847975" y="2839667"/>
            <a:ext cx="0" cy="7092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3966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75672"/>
            <a:ext cx="438150" cy="3345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987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87267"/>
            <a:ext cx="876300" cy="133350"/>
          </a:xfrm>
          <a:prstGeom prst="rect">
            <a:avLst/>
          </a:prstGeom>
          <a:noFill/>
        </p:spPr>
        <p:txBody>
          <a:bodyPr wrap="square" lIns="28575" rIns="28575" tIns="9525" bIns="9525">
            <a:spAutoFit/>
          </a:bodyPr>
          <a:lstStyle/>
          <a:p>
            <a:pPr algn="ctr"/>
            <a:r>
              <a:rPr sz="1100" b="1">
                <a:solidFill>
                  <a:srgbClr val="0B2E4A"/>
                </a:solidFill>
                <a:latin typeface="Calibri"/>
              </a:rPr>
              <a:t>0.911</a:t>
            </a:r>
          </a:p>
        </p:txBody>
      </p:sp>
      <p:cxnSp>
        <p:nvCxnSpPr>
          <p:cNvPr id="45" name="Connector 44"/>
          <p:cNvCxnSpPr/>
          <p:nvPr/>
        </p:nvCxnSpPr>
        <p:spPr>
          <a:xfrm flipV="1">
            <a:off x="3724275" y="2454812"/>
            <a:ext cx="0" cy="14949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043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548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17772"/>
            <a:ext cx="438150" cy="7921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6392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024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1.32</a:t>
            </a:r>
          </a:p>
        </p:txBody>
      </p:sp>
      <p:cxnSp>
        <p:nvCxnSpPr>
          <p:cNvPr id="51" name="Connector 50"/>
          <p:cNvCxnSpPr/>
          <p:nvPr/>
        </p:nvCxnSpPr>
        <p:spPr>
          <a:xfrm flipV="1">
            <a:off x="4600575" y="2073934"/>
            <a:ext cx="0" cy="17263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24657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07393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152320"/>
            <a:ext cx="438150" cy="9115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0765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2153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1.75</a:t>
            </a:r>
          </a:p>
        </p:txBody>
      </p:sp>
      <p:cxnSp>
        <p:nvCxnSpPr>
          <p:cNvPr id="57" name="Connector 56"/>
          <p:cNvCxnSpPr/>
          <p:nvPr/>
        </p:nvCxnSpPr>
        <p:spPr>
          <a:xfrm flipV="1">
            <a:off x="5476875" y="2236679"/>
            <a:ext cx="0" cy="15042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38710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23667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06581"/>
            <a:ext cx="438150" cy="7543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35218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08427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1.57</a:t>
            </a:r>
          </a:p>
        </p:txBody>
      </p:sp>
      <p:cxnSp>
        <p:nvCxnSpPr>
          <p:cNvPr id="63" name="Connector 62"/>
          <p:cNvCxnSpPr/>
          <p:nvPr/>
        </p:nvCxnSpPr>
        <p:spPr>
          <a:xfrm flipV="1">
            <a:off x="6353175" y="1643073"/>
            <a:ext cx="0" cy="14485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78792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20155"/>
            <a:ext cx="438150" cy="6053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76380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2.29</a:t>
            </a:r>
          </a:p>
        </p:txBody>
      </p:sp>
      <p:cxnSp>
        <p:nvCxnSpPr>
          <p:cNvPr id="69" name="Connector 68"/>
          <p:cNvCxnSpPr/>
          <p:nvPr/>
        </p:nvCxnSpPr>
        <p:spPr>
          <a:xfrm flipV="1">
            <a:off x="7229475" y="1905664"/>
            <a:ext cx="0" cy="1611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06681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0566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1974871"/>
            <a:ext cx="438150" cy="8636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266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5326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1.97</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South Asia &amp; Pacific  ·  2026–2036</a:t>
            </a:r>
          </a:p>
        </p:txBody>
      </p:sp>
      <p:cxnSp>
        <p:nvCxnSpPr>
          <p:cNvPr id="85" name="Connector 84"/>
          <p:cNvCxnSpPr/>
          <p:nvPr/>
        </p:nvCxnSpPr>
        <p:spPr>
          <a:xfrm>
            <a:off x="619125" y="431777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287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5507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59617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17774"/>
            <a:ext cx="0" cy="1644003"/>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1777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287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5507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59617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102394" y="4251099"/>
            <a:ext cx="478631" cy="133350"/>
          </a:xfrm>
          <a:prstGeom prst="rect">
            <a:avLst/>
          </a:prstGeom>
          <a:noFill/>
        </p:spPr>
        <p:txBody>
          <a:bodyPr wrap="square" lIns="28575" rIns="28575" tIns="9525" bIns="9525" anchor="ctr">
            <a:spAutoFit/>
          </a:bodyPr>
          <a:lstStyle/>
          <a:p>
            <a:pPr algn="r"/>
            <a:r>
              <a:rPr sz="1100" b="0">
                <a:solidFill>
                  <a:srgbClr val="6C7A89"/>
                </a:solidFill>
                <a:latin typeface="Calibri"/>
              </a:rPr>
              <a:t>+147%</a:t>
            </a:r>
          </a:p>
        </p:txBody>
      </p:sp>
      <p:sp>
        <p:nvSpPr>
          <p:cNvPr id="97" name="FMI Scale tick"/>
          <p:cNvSpPr txBox="1"/>
          <p:nvPr/>
        </p:nvSpPr>
        <p:spPr>
          <a:xfrm>
            <a:off x="219075" y="4662100"/>
            <a:ext cx="361950" cy="133350"/>
          </a:xfrm>
          <a:prstGeom prst="rect">
            <a:avLst/>
          </a:prstGeom>
          <a:noFill/>
        </p:spPr>
        <p:txBody>
          <a:bodyPr wrap="none" lIns="0" rIns="0" tIns="0" bIns="0" anchor="ctr">
            <a:spAutoFit/>
          </a:bodyPr>
          <a:lstStyle/>
          <a:p>
            <a:pPr algn="r"/>
            <a:r>
              <a:rPr sz="1100" b="0">
                <a:solidFill>
                  <a:srgbClr val="6C7A89"/>
                </a:solidFill>
                <a:latin typeface="Calibri"/>
              </a:rPr>
              <a:t>+74%</a:t>
            </a:r>
          </a:p>
        </p:txBody>
      </p:sp>
      <p:sp>
        <p:nvSpPr>
          <p:cNvPr id="98" name="FMI Scale tick"/>
          <p:cNvSpPr txBox="1"/>
          <p:nvPr/>
        </p:nvSpPr>
        <p:spPr>
          <a:xfrm>
            <a:off x="219075" y="507310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South Asia &amp; Pacific</a:t>
            </a:r>
          </a:p>
        </p:txBody>
      </p:sp>
      <p:sp>
        <p:nvSpPr>
          <p:cNvPr id="99" name="FMI Scale tick"/>
          <p:cNvSpPr txBox="1"/>
          <p:nvPr/>
        </p:nvSpPr>
        <p:spPr>
          <a:xfrm>
            <a:off x="219075" y="5484102"/>
            <a:ext cx="361950" cy="133350"/>
          </a:xfrm>
          <a:prstGeom prst="rect">
            <a:avLst/>
          </a:prstGeom>
          <a:noFill/>
        </p:spPr>
        <p:txBody>
          <a:bodyPr wrap="none" lIns="0" rIns="0" tIns="0" bIns="0" anchor="ctr">
            <a:spAutoFit/>
          </a:bodyPr>
          <a:lstStyle/>
          <a:p>
            <a:pPr algn="r"/>
            <a:r>
              <a:rPr sz="1100" b="0">
                <a:solidFill>
                  <a:srgbClr val="6C7A89"/>
                </a:solidFill>
                <a:latin typeface="Calibri"/>
              </a:rPr>
              <a:t>-74%</a:t>
            </a:r>
          </a:p>
        </p:txBody>
      </p:sp>
      <p:sp>
        <p:nvSpPr>
          <p:cNvPr id="100" name="FMI Scale tick"/>
          <p:cNvSpPr txBox="1"/>
          <p:nvPr/>
        </p:nvSpPr>
        <p:spPr>
          <a:xfrm>
            <a:off x="128588" y="5895102"/>
            <a:ext cx="452438" cy="133350"/>
          </a:xfrm>
          <a:prstGeom prst="rect">
            <a:avLst/>
          </a:prstGeom>
          <a:noFill/>
        </p:spPr>
        <p:txBody>
          <a:bodyPr wrap="square" lIns="28575" rIns="28575" tIns="9525" bIns="9525" anchor="ctr">
            <a:spAutoFit/>
          </a:bodyPr>
          <a:lstStyle/>
          <a:p>
            <a:pPr algn="r"/>
            <a:r>
              <a:rPr sz="1100" b="0">
                <a:solidFill>
                  <a:srgbClr val="6C7A89"/>
                </a:solidFill>
                <a:latin typeface="Calibri"/>
              </a:rPr>
              <a:t>-147%</a:t>
            </a:r>
          </a:p>
        </p:txBody>
      </p:sp>
      <p:cxnSp>
        <p:nvCxnSpPr>
          <p:cNvPr id="101" name="Connector 100"/>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782108" y="5139776"/>
            <a:ext cx="457200" cy="15745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5306755"/>
            <a:ext cx="783167" cy="133350"/>
          </a:xfrm>
          <a:prstGeom prst="rect">
            <a:avLst/>
          </a:prstGeom>
          <a:noFill/>
        </p:spPr>
        <p:txBody>
          <a:bodyPr wrap="square" lIns="28575" rIns="28575" tIns="9525" bIns="9525">
            <a:spAutoFit/>
          </a:bodyPr>
          <a:lstStyle/>
          <a:p>
            <a:pPr algn="ctr"/>
            <a:r>
              <a:rPr sz="1100" b="1">
                <a:solidFill>
                  <a:srgbClr val="2E2E2E"/>
                </a:solidFill>
                <a:latin typeface="Calibri"/>
              </a:rPr>
              <a:t>-28.2%</a:t>
            </a:r>
          </a:p>
        </p:txBody>
      </p:sp>
      <p:sp>
        <p:nvSpPr>
          <p:cNvPr id="104" name="Rectangle 103"/>
          <p:cNvSpPr/>
          <p:nvPr/>
        </p:nvSpPr>
        <p:spPr>
          <a:xfrm>
            <a:off x="1565275" y="5115964"/>
            <a:ext cx="457200" cy="2381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402292" y="4973089"/>
            <a:ext cx="783167" cy="133350"/>
          </a:xfrm>
          <a:prstGeom prst="rect">
            <a:avLst/>
          </a:prstGeom>
          <a:noFill/>
        </p:spPr>
        <p:txBody>
          <a:bodyPr wrap="square" lIns="28575" rIns="28575" tIns="9525" bIns="9525">
            <a:spAutoFit/>
          </a:bodyPr>
          <a:lstStyle/>
          <a:p>
            <a:pPr algn="ctr"/>
            <a:r>
              <a:rPr sz="1100" b="1">
                <a:solidFill>
                  <a:srgbClr val="2E2E2E"/>
                </a:solidFill>
                <a:latin typeface="Calibri"/>
              </a:rPr>
              <a:t>+4.3%</a:t>
            </a:r>
          </a:p>
        </p:txBody>
      </p:sp>
      <p:sp>
        <p:nvSpPr>
          <p:cNvPr id="106" name="Rectangle 105"/>
          <p:cNvSpPr/>
          <p:nvPr/>
        </p:nvSpPr>
        <p:spPr>
          <a:xfrm>
            <a:off x="2348442" y="5088872"/>
            <a:ext cx="457200" cy="5090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185458" y="494599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+9.1%</a:t>
            </a:r>
          </a:p>
        </p:txBody>
      </p:sp>
      <p:sp>
        <p:nvSpPr>
          <p:cNvPr id="108" name="Rectangle 107"/>
          <p:cNvSpPr/>
          <p:nvPr/>
        </p:nvSpPr>
        <p:spPr>
          <a:xfrm>
            <a:off x="3131608" y="5139776"/>
            <a:ext cx="457200" cy="9860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2968625" y="524790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-17.6%</a:t>
            </a:r>
          </a:p>
        </p:txBody>
      </p:sp>
      <p:sp>
        <p:nvSpPr>
          <p:cNvPr id="110" name="Rectangle 109"/>
          <p:cNvSpPr/>
          <p:nvPr/>
        </p:nvSpPr>
        <p:spPr>
          <a:xfrm>
            <a:off x="3914775"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3751792" y="4280583"/>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+128.1%</a:t>
            </a:r>
          </a:p>
        </p:txBody>
      </p:sp>
      <p:sp>
        <p:nvSpPr>
          <p:cNvPr id="112" name="Rectangle 111"/>
          <p:cNvSpPr/>
          <p:nvPr/>
        </p:nvSpPr>
        <p:spPr>
          <a:xfrm>
            <a:off x="4697942" y="5139776"/>
            <a:ext cx="457200" cy="7274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4534958" y="5222041"/>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-13.0%</a:t>
            </a:r>
          </a:p>
        </p:txBody>
      </p:sp>
      <p:sp>
        <p:nvSpPr>
          <p:cNvPr id="114" name="Rectangle 113"/>
          <p:cNvSpPr/>
          <p:nvPr/>
        </p:nvSpPr>
        <p:spPr>
          <a:xfrm>
            <a:off x="5481108" y="4513063"/>
            <a:ext cx="457200" cy="62671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5318125" y="4370188"/>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+112.1%</a:t>
            </a:r>
          </a:p>
        </p:txBody>
      </p:sp>
      <p:sp>
        <p:nvSpPr>
          <p:cNvPr id="116" name="Rectangle 115"/>
          <p:cNvSpPr/>
          <p:nvPr/>
        </p:nvSpPr>
        <p:spPr>
          <a:xfrm>
            <a:off x="6264275" y="4532481"/>
            <a:ext cx="457200" cy="60729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MI Data Label"/>
          <p:cNvSpPr txBox="1"/>
          <p:nvPr/>
        </p:nvSpPr>
        <p:spPr>
          <a:xfrm>
            <a:off x="6101292" y="4389606"/>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+108.6%</a:t>
            </a:r>
          </a:p>
        </p:txBody>
      </p:sp>
      <p:sp>
        <p:nvSpPr>
          <p:cNvPr id="118" name="Rectangle 117"/>
          <p:cNvSpPr/>
          <p:nvPr/>
        </p:nvSpPr>
        <p:spPr>
          <a:xfrm>
            <a:off x="7047442" y="5139776"/>
            <a:ext cx="457200" cy="8058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MI Data Label"/>
          <p:cNvSpPr txBox="1"/>
          <p:nvPr/>
        </p:nvSpPr>
        <p:spPr>
          <a:xfrm>
            <a:off x="6884458" y="5229884"/>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-14.4%</a:t>
            </a:r>
          </a:p>
        </p:txBody>
      </p:sp>
      <p:sp>
        <p:nvSpPr>
          <p:cNvPr id="120" name="TextBox 119"/>
          <p:cNvSpPr txBox="1"/>
          <p:nvPr/>
        </p:nvSpPr>
        <p:spPr>
          <a:xfrm>
            <a:off x="619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India</a:t>
            </a:r>
          </a:p>
        </p:txBody>
      </p:sp>
      <p:sp>
        <p:nvSpPr>
          <p:cNvPr id="121" name="TextBox 120"/>
          <p:cNvSpPr txBox="1"/>
          <p:nvPr/>
        </p:nvSpPr>
        <p:spPr>
          <a:xfrm>
            <a:off x="1402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Thailand</a:t>
            </a:r>
          </a:p>
        </p:txBody>
      </p:sp>
      <p:sp>
        <p:nvSpPr>
          <p:cNvPr id="122" name="TextBox 121"/>
          <p:cNvSpPr txBox="1"/>
          <p:nvPr/>
        </p:nvSpPr>
        <p:spPr>
          <a:xfrm>
            <a:off x="2185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Malaysia</a:t>
            </a:r>
          </a:p>
        </p:txBody>
      </p:sp>
      <p:sp>
        <p:nvSpPr>
          <p:cNvPr id="123" name="TextBox 122"/>
          <p:cNvSpPr txBox="1"/>
          <p:nvPr/>
        </p:nvSpPr>
        <p:spPr>
          <a:xfrm>
            <a:off x="29686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Indonesia</a:t>
            </a:r>
          </a:p>
        </p:txBody>
      </p:sp>
      <p:sp>
        <p:nvSpPr>
          <p:cNvPr id="124" name="TextBox 123"/>
          <p:cNvSpPr txBox="1"/>
          <p:nvPr/>
        </p:nvSpPr>
        <p:spPr>
          <a:xfrm>
            <a:off x="37517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Singapore</a:t>
            </a:r>
          </a:p>
        </p:txBody>
      </p:sp>
      <p:sp>
        <p:nvSpPr>
          <p:cNvPr id="125" name="TextBox 124"/>
          <p:cNvSpPr txBox="1"/>
          <p:nvPr/>
        </p:nvSpPr>
        <p:spPr>
          <a:xfrm>
            <a:off x="45349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Philippines</a:t>
            </a:r>
          </a:p>
        </p:txBody>
      </p:sp>
      <p:sp>
        <p:nvSpPr>
          <p:cNvPr id="126" name="TextBox 125"/>
          <p:cNvSpPr txBox="1"/>
          <p:nvPr/>
        </p:nvSpPr>
        <p:spPr>
          <a:xfrm>
            <a:off x="5318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Australia</a:t>
            </a:r>
          </a:p>
        </p:txBody>
      </p:sp>
      <p:sp>
        <p:nvSpPr>
          <p:cNvPr id="127" name="TextBox 126"/>
          <p:cNvSpPr txBox="1"/>
          <p:nvPr/>
        </p:nvSpPr>
        <p:spPr>
          <a:xfrm>
            <a:off x="6101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New Zealand</a:t>
            </a:r>
          </a:p>
        </p:txBody>
      </p:sp>
      <p:sp>
        <p:nvSpPr>
          <p:cNvPr id="128" name="TextBox 127"/>
          <p:cNvSpPr txBox="1"/>
          <p:nvPr/>
        </p:nvSpPr>
        <p:spPr>
          <a:xfrm>
            <a:off x="6884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Rest of South Asia</a:t>
            </a:r>
          </a:p>
        </p:txBody>
      </p:sp>
      <p:sp>
        <p:nvSpPr>
          <p:cNvPr id="129" name="Rounded Rectangle 128"/>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31" name="Rectangle 130"/>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US$ 2.43 per Unit in 2036. Average selling price of hair styling products is estimated at US$ 1.46 per Unit in 2025 and is projected to increase to US$ 1.64 per Unit by 2036.</a:t>
            </a:r>
          </a:p>
          <a:p>
            <a:pPr algn="l">
              <a:lnSpc>
                <a:spcPct val="110000"/>
              </a:lnSpc>
              <a:spcBef>
                <a:spcPts val="0"/>
              </a:spcBef>
              <a:spcAft>
                <a:spcPts val="500"/>
              </a:spcAft>
            </a:pPr>
            <a:r>
              <a:rPr sz="1150" b="0">
                <a:solidFill>
                  <a:srgbClr val="2E2E2E"/>
                </a:solidFill>
                <a:latin typeface="Calibri"/>
              </a:rPr>
              <a:t>Singapore is the highest-priced country, while India is the most price-competitive market. Against the South Asia &amp; Pacific price of 1.55 US$/Units, 5 of 9 countries price above and 4 below.</a:t>
            </a:r>
          </a:p>
          <a:p>
            <a:pPr algn="l">
              <a:lnSpc>
                <a:spcPct val="110000"/>
              </a:lnSpc>
              <a:spcBef>
                <a:spcPts val="0"/>
              </a:spcBef>
              <a:spcAft>
                <a:spcPts val="500"/>
              </a:spcAft>
            </a:pPr>
            <a:r>
              <a:rPr sz="1150" b="0">
                <a:solidFill>
                  <a:srgbClr val="2E2E2E"/>
                </a:solidFill>
                <a:latin typeface="Calibri"/>
              </a:rPr>
              <a:t>'Singapore' is the dearest at +128.1% versus South Asia &amp; Pacific, 'India' the cheapest at -28.2% pointing to premiumisation headroom in the lower-priced countries.</a:t>
            </a:r>
          </a:p>
        </p:txBody>
      </p:sp>
      <p:sp>
        <p:nvSpPr>
          <p:cNvPr id="133" name="TextBox 1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1,771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3,772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7.9%</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South Asia &amp; Pacific is expected to increase 2.3X between 2025 and 2036. In 2025, the hair styling products market in South Asia &amp; Pacific was valued at US$ 1,671 Mn and is estimated to account for US$ 1,771 Mn by the end of 2026, reflecting a Y-o-Y growth rate of 6.0%.</a:t>
            </a:r>
          </a:p>
          <a:p>
            <a:pPr algn="l">
              <a:lnSpc>
                <a:spcPct val="100000"/>
              </a:lnSpc>
              <a:spcBef>
                <a:spcPts val="0"/>
              </a:spcBef>
              <a:spcAft>
                <a:spcPts val="300"/>
              </a:spcAft>
            </a:pPr>
            <a:r>
              <a:rPr sz="1100" b="0">
                <a:solidFill>
                  <a:srgbClr val="2E2E2E"/>
                </a:solidFill>
                <a:latin typeface="Calibri"/>
              </a:rPr>
              <a:t>The market in South Asia &amp; Pacific is expected to account for US$ 3,772 Mn by 2036 at a CAGR of 7.9% over the forecast period. South Asia &amp; Pacific is expected to create an incremental opportunity of US$ 2,101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US$ 99.9 Mn.</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9.6%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South Asia &amp; Pacific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5.1%</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7.9%</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752.7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2,001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South Asia &amp; Pacific is expected to increase 2.3X between 2025 and 2036. In 2025, the hair styling products market in South Asia &amp; Pacific was valued at US$ 1,671 Mn and is estimated to account for US$ 1,771 Mn by the end of 2026, reflecting a Y-o-Y growth rate of 6.0%. The market in South Asia &amp; Pacific is expected to account for US$ 3,772 Mn by 2036 at a CAGR of 7.9% over the forecast period.</a:t>
            </a:r>
          </a:p>
          <a:p>
            <a:pPr algn="l">
              <a:lnSpc>
                <a:spcPct val="110000"/>
              </a:lnSpc>
              <a:spcBef>
                <a:spcPts val="0"/>
              </a:spcBef>
              <a:spcAft>
                <a:spcPts val="500"/>
              </a:spcAft>
            </a:pPr>
            <a:r>
              <a:rPr sz="1150" b="0">
                <a:solidFill>
                  <a:srgbClr val="2E2E2E"/>
                </a:solidFill>
                <a:latin typeface="Calibri"/>
              </a:rPr>
              <a:t>South Asia &amp; Pacific is expected to create an incremental opportunity of US$ 2,101 Mn for the overall hair styling products market from 2025 to 2036. Absolute $ value for 2026 is estimated to be US$ 99.9 Mn. South Asia &amp; Pacific hair styling products market is projected to register 2.0X increase in volume by the end of forecast period, 2036.</a:t>
            </a:r>
          </a:p>
          <a:p>
            <a:pPr algn="l">
              <a:lnSpc>
                <a:spcPct val="110000"/>
              </a:lnSpc>
              <a:spcBef>
                <a:spcPts val="0"/>
              </a:spcBef>
              <a:spcAft>
                <a:spcPts val="500"/>
              </a:spcAft>
            </a:pPr>
            <a:r>
              <a:rPr sz="1150" b="0">
                <a:solidFill>
                  <a:srgbClr val="2E2E2E"/>
                </a:solidFill>
                <a:latin typeface="Calibri"/>
              </a:rPr>
              <a:t>South Asia &amp; Pacific hair styling products market volume stood at 1,147 Mn Units in 2025 and is expected to reach 2,301 Mn Units by 2036 end, at a CAGR of 6.7%.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4" cy="2132065"/>
        </p:xfrm>
        <a:graphic>
          <a:graphicData uri="http://schemas.openxmlformats.org/drawingml/2006/table">
            <a:tbl>
              <a:tblPr>
                <a:tableStyleId>{5C22544A-7EE6-4342-B048-85BDC9FD1C3A}</a:tableStyleId>
              </a:tblPr>
              <a:tblGrid>
                <a:gridCol w="1050389"/>
                <a:gridCol w="957676"/>
                <a:gridCol w="653608"/>
                <a:gridCol w="125310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39600">
                <a:tc>
                  <a:txBody>
                    <a:bodyPr wrap="none"/>
                    <a:lstStyle/>
                    <a:p>
                      <a:pPr algn="l"/>
                      <a:r>
                        <a:rPr sz="1100" b="1">
                          <a:solidFill>
                            <a:srgbClr val="2E2E2E"/>
                          </a:solidFill>
                          <a:latin typeface="Calibri"/>
                        </a:rPr>
                        <a:t>Philippines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India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Indonesia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Singapore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26507" cy="254070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9" name="Rectangle 18"/>
          <p:cNvSpPr/>
          <p:nvPr/>
        </p:nvSpPr>
        <p:spPr>
          <a:xfrm>
            <a:off x="6536557" y="1293011"/>
            <a:ext cx="1416818" cy="254070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20" name="Rectangle 19"/>
          <p:cNvSpPr/>
          <p:nvPr/>
        </p:nvSpPr>
        <p:spPr>
          <a:xfrm>
            <a:off x="4210050" y="3833716"/>
            <a:ext cx="1226635" cy="204489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505</a:t>
            </a:r>
          </a:p>
        </p:txBody>
      </p:sp>
      <p:sp>
        <p:nvSpPr>
          <p:cNvPr id="21" name="Rectangle 20"/>
          <p:cNvSpPr/>
          <p:nvPr/>
        </p:nvSpPr>
        <p:spPr>
          <a:xfrm>
            <a:off x="5436685" y="3833716"/>
            <a:ext cx="1321151" cy="114561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305</a:t>
            </a:r>
          </a:p>
        </p:txBody>
      </p:sp>
      <p:sp>
        <p:nvSpPr>
          <p:cNvPr id="22" name="Rectangle 21"/>
          <p:cNvSpPr/>
          <p:nvPr/>
        </p:nvSpPr>
        <p:spPr>
          <a:xfrm>
            <a:off x="5436685" y="4979331"/>
            <a:ext cx="1321151" cy="89927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239</a:t>
            </a:r>
          </a:p>
        </p:txBody>
      </p:sp>
      <p:sp>
        <p:nvSpPr>
          <p:cNvPr id="23" name="Rectangle 22"/>
          <p:cNvSpPr/>
          <p:nvPr/>
        </p:nvSpPr>
        <p:spPr>
          <a:xfrm>
            <a:off x="6757836" y="3833716"/>
            <a:ext cx="1195539" cy="786237"/>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189</a:t>
            </a:r>
          </a:p>
        </p:txBody>
      </p:sp>
      <p:sp>
        <p:nvSpPr>
          <p:cNvPr id="24" name="Rectangle 23"/>
          <p:cNvSpPr/>
          <p:nvPr/>
        </p:nvSpPr>
        <p:spPr>
          <a:xfrm>
            <a:off x="6757836" y="4619953"/>
            <a:ext cx="1195539" cy="752688"/>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181</a:t>
            </a:r>
          </a:p>
        </p:txBody>
      </p:sp>
      <p:sp>
        <p:nvSpPr>
          <p:cNvPr id="25" name="Rectangle 24"/>
          <p:cNvSpPr/>
          <p:nvPr/>
        </p:nvSpPr>
        <p:spPr>
          <a:xfrm>
            <a:off x="6757836" y="5372642"/>
            <a:ext cx="1195539" cy="50596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122</a:t>
            </a:r>
          </a:p>
        </p:txBody>
      </p:sp>
      <p:sp>
        <p:nvSpPr>
          <p:cNvPr id="26" name="Rounded Rectangle 25"/>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8" name="Chart 27"/>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9" name="Rounded Rectangle 28"/>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0" name="Table 29"/>
          <p:cNvGraphicFramePr>
            <a:graphicFrameLocks noGrp="1"/>
          </p:cNvGraphicFramePr>
          <p:nvPr/>
        </p:nvGraphicFramePr>
        <p:xfrm>
          <a:off x="8096250" y="3547710"/>
          <a:ext cx="3914776" cy="2159449"/>
        </p:xfrm>
        <a:graphic>
          <a:graphicData uri="http://schemas.openxmlformats.org/drawingml/2006/table">
            <a:tbl>
              <a:tblPr>
                <a:tableStyleId>{5C22544A-7EE6-4342-B048-85BDC9FD1C3A}</a:tableStyleId>
              </a:tblPr>
              <a:tblGrid>
                <a:gridCol w="990308"/>
                <a:gridCol w="1126820"/>
                <a:gridCol w="616223"/>
                <a:gridCol w="118142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43023">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Australia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Indonesia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Philippines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r>
            </a:tbl>
          </a:graphicData>
        </a:graphic>
      </p:graphicFrame>
      <p:sp>
        <p:nvSpPr>
          <p:cNvPr id="31" name="TextBox 30"/>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2" name="Rounded Rectangle 31"/>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hair styling products market is projected to register 1.6X higher value than Australia in 2036. Philippines posts the highest CAGR Index (122), growing at 9.6% against the South Asia &amp; Pacific benchmark, while India offers the largest absolute opportunity 699.5 US$ Mn of incremental market between 2026 and 2036 (35% of the South Asia &amp; Pacific increment).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2.3X increase in revenue by 2036 end. Global hair styling products market accounted for US$ 1,671 Mn in 2025, which is expected to increase to US$ 3,772 Mn in 2036 at a CAGR of 7.9%.</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India is expected to remain the largest market for hair styling products, while demand in Philippines is projected to increase at the highest CAGR of 9.6%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fragmented: the leading product format category 'Styling Serums and Oils' holds 18.6%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9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India is the largest country market at 31.6%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Philippines (9.6%).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(9.2%).</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outpacing the South Asia &amp; Pacific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Philippines,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India and Philippines, which together account for 37.9%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1,771 US$ Mn in 2026 to 3,772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7.9%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18.6%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India is the lead country with 31.6%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2,001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(9.6%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18.6%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7.9%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7.9%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2,001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(9.5% CAGR) for growth, while 'Styling Serums and Oils' anchors 18.6%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India (31.6% of value) and capture upside in Philippines (9.6% CAGR).</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4,581 US$ Mn</a:t>
            </a:r>
          </a:p>
          <a:p>
            <a:pPr algn="ctr">
              <a:lnSpc>
                <a:spcPct val="95000"/>
              </a:lnSpc>
            </a:pPr>
            <a:r>
              <a:rPr sz="1100" b="0">
                <a:solidFill>
                  <a:srgbClr val="6C7A89"/>
                </a:solidFill>
                <a:latin typeface="Calibri"/>
              </a:rPr>
              <a:t>CAGR 9.6%</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3,772 US$ Mn</a:t>
            </a:r>
          </a:p>
          <a:p>
            <a:pPr algn="ctr">
              <a:lnSpc>
                <a:spcPct val="95000"/>
              </a:lnSpc>
            </a:pPr>
            <a:r>
              <a:rPr sz="1100" b="0">
                <a:solidFill>
                  <a:srgbClr val="6C7A89"/>
                </a:solidFill>
                <a:latin typeface="Calibri"/>
              </a:rPr>
              <a:t>CAGR 7.9%</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3,095 US$ Mn</a:t>
            </a:r>
          </a:p>
          <a:p>
            <a:pPr algn="ctr">
              <a:lnSpc>
                <a:spcPct val="95000"/>
              </a:lnSpc>
            </a:pPr>
            <a:r>
              <a:rPr sz="1100" b="0">
                <a:solidFill>
                  <a:srgbClr val="6C7A89"/>
                </a:solidFill>
                <a:latin typeface="Calibri"/>
              </a:rPr>
              <a:t>CAGR 5.7%</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40258"/>
            <a:ext cx="635826" cy="59359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34534"/>
            <a:ext cx="635826" cy="109931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93962"/>
            <a:ext cx="635826" cy="133988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0118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9640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5.7%</a:t>
            </a:r>
          </a:p>
        </p:txBody>
      </p:sp>
      <p:cxnSp>
        <p:nvCxnSpPr>
          <p:cNvPr id="22" name="Connector 21"/>
          <p:cNvCxnSpPr/>
          <p:nvPr/>
        </p:nvCxnSpPr>
        <p:spPr>
          <a:xfrm>
            <a:off x="1456468" y="264400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3923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7.9%</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9.6%</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4,581 US$ Mn by 2036 at 9.6%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3,772 US$ Mn by 2036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3,095 US$ Mn by 2036 at 5.7%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1,486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South Asia &amp; Pacific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9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South Asia &amp; Pacific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India</a:t>
            </a:r>
          </a:p>
        </p:txBody>
      </p:sp>
      <p:sp>
        <p:nvSpPr>
          <p:cNvPr id="23" name="Rectangle 22"/>
          <p:cNvSpPr/>
          <p:nvPr/>
        </p:nvSpPr>
        <p:spPr>
          <a:xfrm>
            <a:off x="18669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490.5</a:t>
            </a:r>
          </a:p>
        </p:txBody>
      </p:sp>
      <p:sp>
        <p:nvSpPr>
          <p:cNvPr id="24" name="Rectangle 23"/>
          <p:cNvSpPr/>
          <p:nvPr/>
        </p:nvSpPr>
        <p:spPr>
          <a:xfrm>
            <a:off x="18669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1,190</a:t>
            </a:r>
          </a:p>
        </p:txBody>
      </p:sp>
      <p:sp>
        <p:nvSpPr>
          <p:cNvPr id="25" name="Rectangle 24"/>
          <p:cNvSpPr/>
          <p:nvPr/>
        </p:nvSpPr>
        <p:spPr>
          <a:xfrm>
            <a:off x="18669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9.3%</a:t>
            </a:r>
          </a:p>
        </p:txBody>
      </p:sp>
      <p:sp>
        <p:nvSpPr>
          <p:cNvPr id="26" name="Oval 25"/>
          <p:cNvSpPr/>
          <p:nvPr/>
        </p:nvSpPr>
        <p:spPr>
          <a:xfrm>
            <a:off x="220980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99085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99085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0289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Australia</a:t>
            </a:r>
          </a:p>
        </p:txBody>
      </p:sp>
      <p:sp>
        <p:nvSpPr>
          <p:cNvPr id="30" name="Rectangle 29"/>
          <p:cNvSpPr/>
          <p:nvPr/>
        </p:nvSpPr>
        <p:spPr>
          <a:xfrm>
            <a:off x="29908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422.7</a:t>
            </a:r>
          </a:p>
        </p:txBody>
      </p:sp>
      <p:sp>
        <p:nvSpPr>
          <p:cNvPr id="31" name="Rectangle 30"/>
          <p:cNvSpPr/>
          <p:nvPr/>
        </p:nvSpPr>
        <p:spPr>
          <a:xfrm>
            <a:off x="29908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724.7</a:t>
            </a:r>
          </a:p>
        </p:txBody>
      </p:sp>
      <p:sp>
        <p:nvSpPr>
          <p:cNvPr id="32" name="Rectangle 31"/>
          <p:cNvSpPr/>
          <p:nvPr/>
        </p:nvSpPr>
        <p:spPr>
          <a:xfrm>
            <a:off x="29908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333375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114800" y="1773916"/>
            <a:ext cx="10096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114800" y="1992961"/>
            <a:ext cx="10096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1529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Indonesia</a:t>
            </a:r>
          </a:p>
        </p:txBody>
      </p:sp>
      <p:sp>
        <p:nvSpPr>
          <p:cNvPr id="37" name="Rectangle 36"/>
          <p:cNvSpPr/>
          <p:nvPr/>
        </p:nvSpPr>
        <p:spPr>
          <a:xfrm>
            <a:off x="41148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208.6</a:t>
            </a:r>
          </a:p>
        </p:txBody>
      </p:sp>
      <p:sp>
        <p:nvSpPr>
          <p:cNvPr id="38" name="Rectangle 37"/>
          <p:cNvSpPr/>
          <p:nvPr/>
        </p:nvSpPr>
        <p:spPr>
          <a:xfrm>
            <a:off x="41148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505.0</a:t>
            </a:r>
          </a:p>
        </p:txBody>
      </p:sp>
      <p:sp>
        <p:nvSpPr>
          <p:cNvPr id="39" name="Rectangle 38"/>
          <p:cNvSpPr/>
          <p:nvPr/>
        </p:nvSpPr>
        <p:spPr>
          <a:xfrm>
            <a:off x="41148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9.2%</a:t>
            </a:r>
          </a:p>
        </p:txBody>
      </p:sp>
      <p:sp>
        <p:nvSpPr>
          <p:cNvPr id="40" name="Oval 39"/>
          <p:cNvSpPr/>
          <p:nvPr/>
        </p:nvSpPr>
        <p:spPr>
          <a:xfrm>
            <a:off x="44577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5238750" y="1773916"/>
            <a:ext cx="10096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5238750" y="1992961"/>
            <a:ext cx="10096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52768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South Asia</a:t>
            </a:r>
          </a:p>
        </p:txBody>
      </p:sp>
      <p:sp>
        <p:nvSpPr>
          <p:cNvPr id="44" name="Rectangle 43"/>
          <p:cNvSpPr/>
          <p:nvPr/>
        </p:nvSpPr>
        <p:spPr>
          <a:xfrm>
            <a:off x="52387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145.9</a:t>
            </a:r>
          </a:p>
        </p:txBody>
      </p:sp>
      <p:sp>
        <p:nvSpPr>
          <p:cNvPr id="45" name="Rectangle 44"/>
          <p:cNvSpPr/>
          <p:nvPr/>
        </p:nvSpPr>
        <p:spPr>
          <a:xfrm>
            <a:off x="52387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315.9</a:t>
            </a:r>
          </a:p>
        </p:txBody>
      </p:sp>
      <p:sp>
        <p:nvSpPr>
          <p:cNvPr id="46" name="Rectangle 45"/>
          <p:cNvSpPr/>
          <p:nvPr/>
        </p:nvSpPr>
        <p:spPr>
          <a:xfrm>
            <a:off x="52387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47" name="Oval 46"/>
          <p:cNvSpPr/>
          <p:nvPr/>
        </p:nvSpPr>
        <p:spPr>
          <a:xfrm>
            <a:off x="55816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6362700" y="1773916"/>
            <a:ext cx="10096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362700" y="1992961"/>
            <a:ext cx="10096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4008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Thailand</a:t>
            </a:r>
          </a:p>
        </p:txBody>
      </p:sp>
      <p:sp>
        <p:nvSpPr>
          <p:cNvPr id="51" name="Rectangle 50"/>
          <p:cNvSpPr/>
          <p:nvPr/>
        </p:nvSpPr>
        <p:spPr>
          <a:xfrm>
            <a:off x="63627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143.3</a:t>
            </a:r>
          </a:p>
        </p:txBody>
      </p:sp>
      <p:sp>
        <p:nvSpPr>
          <p:cNvPr id="52" name="Rectangle 51"/>
          <p:cNvSpPr/>
          <p:nvPr/>
        </p:nvSpPr>
        <p:spPr>
          <a:xfrm>
            <a:off x="63627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304.7</a:t>
            </a:r>
          </a:p>
        </p:txBody>
      </p:sp>
      <p:sp>
        <p:nvSpPr>
          <p:cNvPr id="53" name="Rectangle 52"/>
          <p:cNvSpPr/>
          <p:nvPr/>
        </p:nvSpPr>
        <p:spPr>
          <a:xfrm>
            <a:off x="63627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7.8%</a:t>
            </a:r>
          </a:p>
        </p:txBody>
      </p:sp>
      <p:sp>
        <p:nvSpPr>
          <p:cNvPr id="54" name="Oval 53"/>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7486650" y="1773916"/>
            <a:ext cx="10096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7486650" y="1992961"/>
            <a:ext cx="10096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75247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Singapore</a:t>
            </a:r>
          </a:p>
        </p:txBody>
      </p:sp>
      <p:sp>
        <p:nvSpPr>
          <p:cNvPr id="58" name="Rectangle 57"/>
          <p:cNvSpPr/>
          <p:nvPr/>
        </p:nvSpPr>
        <p:spPr>
          <a:xfrm>
            <a:off x="74866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99.9</a:t>
            </a:r>
          </a:p>
        </p:txBody>
      </p:sp>
      <p:sp>
        <p:nvSpPr>
          <p:cNvPr id="59" name="Rectangle 58"/>
          <p:cNvSpPr/>
          <p:nvPr/>
        </p:nvSpPr>
        <p:spPr>
          <a:xfrm>
            <a:off x="74866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181.2</a:t>
            </a:r>
          </a:p>
        </p:txBody>
      </p:sp>
      <p:sp>
        <p:nvSpPr>
          <p:cNvPr id="60" name="Rectangle 59"/>
          <p:cNvSpPr/>
          <p:nvPr/>
        </p:nvSpPr>
        <p:spPr>
          <a:xfrm>
            <a:off x="74866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6.1%</a:t>
            </a:r>
          </a:p>
        </p:txBody>
      </p:sp>
      <p:sp>
        <p:nvSpPr>
          <p:cNvPr id="61" name="Oval 60"/>
          <p:cNvSpPr/>
          <p:nvPr/>
        </p:nvSpPr>
        <p:spPr>
          <a:xfrm>
            <a:off x="78295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8610600" y="1773916"/>
            <a:ext cx="10096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8610600" y="1992961"/>
            <a:ext cx="10096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6487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Philippines</a:t>
            </a:r>
          </a:p>
        </p:txBody>
      </p:sp>
      <p:sp>
        <p:nvSpPr>
          <p:cNvPr id="65" name="Rectangle 64"/>
          <p:cNvSpPr/>
          <p:nvPr/>
        </p:nvSpPr>
        <p:spPr>
          <a:xfrm>
            <a:off x="86106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95.8</a:t>
            </a:r>
          </a:p>
        </p:txBody>
      </p:sp>
      <p:sp>
        <p:nvSpPr>
          <p:cNvPr id="66" name="Rectangle 65"/>
          <p:cNvSpPr/>
          <p:nvPr/>
        </p:nvSpPr>
        <p:spPr>
          <a:xfrm>
            <a:off x="86106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239.2</a:t>
            </a:r>
          </a:p>
        </p:txBody>
      </p:sp>
      <p:sp>
        <p:nvSpPr>
          <p:cNvPr id="67" name="Rectangle 66"/>
          <p:cNvSpPr/>
          <p:nvPr/>
        </p:nvSpPr>
        <p:spPr>
          <a:xfrm>
            <a:off x="86106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9.6%</a:t>
            </a:r>
          </a:p>
        </p:txBody>
      </p:sp>
      <p:sp>
        <p:nvSpPr>
          <p:cNvPr id="68" name="Oval 67"/>
          <p:cNvSpPr/>
          <p:nvPr/>
        </p:nvSpPr>
        <p:spPr>
          <a:xfrm>
            <a:off x="895350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973455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973455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97726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Malaysia</a:t>
            </a:r>
          </a:p>
        </p:txBody>
      </p:sp>
      <p:sp>
        <p:nvSpPr>
          <p:cNvPr id="72" name="Rectangle 71"/>
          <p:cNvSpPr/>
          <p:nvPr/>
        </p:nvSpPr>
        <p:spPr>
          <a:xfrm>
            <a:off x="97345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89.5</a:t>
            </a:r>
          </a:p>
        </p:txBody>
      </p:sp>
      <p:sp>
        <p:nvSpPr>
          <p:cNvPr id="73" name="Rectangle 72"/>
          <p:cNvSpPr/>
          <p:nvPr/>
        </p:nvSpPr>
        <p:spPr>
          <a:xfrm>
            <a:off x="97345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189.2</a:t>
            </a:r>
          </a:p>
        </p:txBody>
      </p:sp>
      <p:sp>
        <p:nvSpPr>
          <p:cNvPr id="74" name="Rectangle 73"/>
          <p:cNvSpPr/>
          <p:nvPr/>
        </p:nvSpPr>
        <p:spPr>
          <a:xfrm>
            <a:off x="97345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75" name="Oval 74"/>
          <p:cNvSpPr/>
          <p:nvPr/>
        </p:nvSpPr>
        <p:spPr>
          <a:xfrm>
            <a:off x="100774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1085850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085850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108966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New Zealand</a:t>
            </a:r>
          </a:p>
        </p:txBody>
      </p:sp>
      <p:sp>
        <p:nvSpPr>
          <p:cNvPr id="79" name="Rectangle 78"/>
          <p:cNvSpPr/>
          <p:nvPr/>
        </p:nvSpPr>
        <p:spPr>
          <a:xfrm>
            <a:off x="108585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74.7</a:t>
            </a:r>
          </a:p>
        </p:txBody>
      </p:sp>
      <p:sp>
        <p:nvSpPr>
          <p:cNvPr id="80" name="Rectangle 79"/>
          <p:cNvSpPr/>
          <p:nvPr/>
        </p:nvSpPr>
        <p:spPr>
          <a:xfrm>
            <a:off x="108585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121.8</a:t>
            </a:r>
          </a:p>
        </p:txBody>
      </p:sp>
      <p:sp>
        <p:nvSpPr>
          <p:cNvPr id="81" name="Rectangle 80"/>
          <p:cNvSpPr/>
          <p:nvPr/>
        </p:nvSpPr>
        <p:spPr>
          <a:xfrm>
            <a:off x="108585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82" name="Oval 81"/>
          <p:cNvSpPr/>
          <p:nvPr/>
        </p:nvSpPr>
        <p:spPr>
          <a:xfrm>
            <a:off x="112014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85" name="Rectangle 8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0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87" name="Rounded Rectangle 8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89" name="Rectangle 8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India: </a:t>
            </a:r>
            <a:r>
              <a:rPr sz="1100" b="0">
                <a:solidFill>
                  <a:srgbClr val="2E2E2E"/>
                </a:solidFill>
                <a:latin typeface="Calibri"/>
              </a:rPr>
              <a:t>28% of 2026 value · 9.3%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Australia: </a:t>
            </a:r>
            <a:r>
              <a:rPr sz="1100" b="0">
                <a:solidFill>
                  <a:srgbClr val="2E2E2E"/>
                </a:solidFill>
                <a:latin typeface="Calibri"/>
              </a:rPr>
              <a:t>24% of 2026 value · 5.5%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Indonesia: </a:t>
            </a:r>
            <a:r>
              <a:rPr sz="1100" b="0">
                <a:solidFill>
                  <a:srgbClr val="2E2E2E"/>
                </a:solidFill>
                <a:latin typeface="Calibri"/>
              </a:rPr>
              <a:t>12% of 2026 value · 9.2%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Rest of South Asia: </a:t>
            </a:r>
            <a:r>
              <a:rPr sz="1100" b="0">
                <a:solidFill>
                  <a:srgbClr val="2E2E2E"/>
                </a:solidFill>
                <a:latin typeface="Calibri"/>
              </a:rPr>
              <a:t>8% of 2026 value · 8.0%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Thailand: </a:t>
            </a:r>
            <a:r>
              <a:rPr sz="1100" b="0">
                <a:solidFill>
                  <a:srgbClr val="2E2E2E"/>
                </a:solidFill>
                <a:latin typeface="Calibri"/>
              </a:rPr>
              <a:t>8% of 2026 value · 7.8%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Singapore: </a:t>
            </a:r>
            <a:r>
              <a:rPr sz="1100" b="0">
                <a:solidFill>
                  <a:srgbClr val="2E2E2E"/>
                </a:solidFill>
                <a:latin typeface="Calibri"/>
              </a:rPr>
              <a:t>6% of 2026 value · 6.1% CAGR a smaller market.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Philippines: </a:t>
            </a:r>
            <a:r>
              <a:rPr sz="1100" b="0">
                <a:solidFill>
                  <a:srgbClr val="2E2E2E"/>
                </a:solidFill>
                <a:latin typeface="Calibri"/>
              </a:rPr>
              <a:t>5% of 2026 value · 9.6% CAGR grows fastest.</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Malaysia: </a:t>
            </a:r>
            <a:r>
              <a:rPr sz="1100" b="0">
                <a:solidFill>
                  <a:srgbClr val="2E2E2E"/>
                </a:solidFill>
                <a:latin typeface="Calibri"/>
              </a:rPr>
              <a:t>5% of 2026 value · 7.8% CAGR a smaller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New Zealand: </a:t>
            </a:r>
            <a:r>
              <a:rPr sz="1100" b="0">
                <a:solidFill>
                  <a:srgbClr val="2E2E2E"/>
                </a:solidFill>
                <a:latin typeface="Calibri"/>
              </a:rPr>
              <a:t>4% of 2026 value · 5.0% CAGR a smaller market.</a:t>
            </a:r>
          </a:p>
        </p:txBody>
      </p:sp>
      <p:sp>
        <p:nvSpPr>
          <p:cNvPr id="91" name="Rounded Rectangle 9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93" name="Rectangle 9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95" name="Rectangle 9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South Asia &amp; Pacific market is projected to grow at a CAGR of 7.9% from 2026 to 2036.</a:t>
            </a:r>
          </a:p>
        </p:txBody>
      </p:sp>
      <p:sp>
        <p:nvSpPr>
          <p:cNvPr id="97" name="TextBox 9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98" name="TextBox 9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490040"/>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4852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0907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470990"/>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20" name="FMI Legend Chip"/>
          <p:cNvSpPr/>
          <p:nvPr/>
        </p:nvSpPr>
        <p:spPr>
          <a:xfrm>
            <a:off x="4551045" y="1613865"/>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091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3290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594815"/>
            <a:ext cx="514350" cy="123825"/>
          </a:xfrm>
          <a:prstGeom prst="rect">
            <a:avLst/>
          </a:prstGeom>
          <a:noFill/>
        </p:spPr>
        <p:txBody>
          <a:bodyPr wrap="none" lIns="0" rIns="0" tIns="0" bIns="0" anchor="ctr">
            <a:spAutoFit/>
          </a:bodyPr>
          <a:lstStyle/>
          <a:p>
            <a:pPr algn="r"/>
            <a:r>
              <a:rPr sz="900" b="1">
                <a:solidFill>
                  <a:srgbClr val="E44D3A"/>
                </a:solidFill>
                <a:latin typeface="Calibri"/>
              </a:rPr>
              <a:t>-50</a:t>
            </a:r>
          </a:p>
        </p:txBody>
      </p:sp>
      <p:sp>
        <p:nvSpPr>
          <p:cNvPr id="24" name="FMI Legend Chip"/>
          <p:cNvSpPr/>
          <p:nvPr/>
        </p:nvSpPr>
        <p:spPr>
          <a:xfrm>
            <a:off x="4551045" y="173769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7329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65672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718640"/>
            <a:ext cx="514350" cy="123825"/>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28" name="FMI Legend Chip"/>
          <p:cNvSpPr/>
          <p:nvPr/>
        </p:nvSpPr>
        <p:spPr>
          <a:xfrm>
            <a:off x="4551045" y="189052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18857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80956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1871477"/>
            <a:ext cx="514350" cy="123825"/>
          </a:xfrm>
          <a:prstGeom prst="rect">
            <a:avLst/>
          </a:prstGeom>
          <a:noFill/>
        </p:spPr>
        <p:txBody>
          <a:bodyPr wrap="none" lIns="0" rIns="0" tIns="0" bIns="0" anchor="ctr">
            <a:spAutoFit/>
          </a:bodyPr>
          <a:lstStyle/>
          <a:p>
            <a:pPr algn="r"/>
            <a:r>
              <a:rPr sz="900" b="1">
                <a:solidFill>
                  <a:srgbClr val="2E7D32"/>
                </a:solidFill>
                <a:latin typeface="Calibri"/>
              </a:rPr>
              <a:t>+65</a:t>
            </a:r>
          </a:p>
        </p:txBody>
      </p:sp>
      <p:sp>
        <p:nvSpPr>
          <p:cNvPr id="32" name="FMI Legend Chip"/>
          <p:cNvSpPr/>
          <p:nvPr/>
        </p:nvSpPr>
        <p:spPr>
          <a:xfrm>
            <a:off x="4551045" y="215892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1541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07795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139872"/>
            <a:ext cx="514350" cy="123825"/>
          </a:xfrm>
          <a:prstGeom prst="rect">
            <a:avLst/>
          </a:prstGeom>
          <a:noFill/>
        </p:spPr>
        <p:txBody>
          <a:bodyPr wrap="none" lIns="0" rIns="0" tIns="0" bIns="0" anchor="ctr">
            <a:spAutoFit/>
          </a:bodyPr>
          <a:lstStyle/>
          <a:p>
            <a:pPr algn="r"/>
            <a:r>
              <a:rPr sz="900" b="1">
                <a:solidFill>
                  <a:srgbClr val="E44D3A"/>
                </a:solidFill>
                <a:latin typeface="Calibri"/>
              </a:rPr>
              <a:t>-52</a:t>
            </a:r>
          </a:p>
        </p:txBody>
      </p:sp>
      <p:sp>
        <p:nvSpPr>
          <p:cNvPr id="36" name="FMI Legend Chip"/>
          <p:cNvSpPr/>
          <p:nvPr/>
        </p:nvSpPr>
        <p:spPr>
          <a:xfrm>
            <a:off x="4551045" y="246011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24553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3791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39" name="BPS Value 6"/>
          <p:cNvSpPr txBox="1"/>
          <p:nvPr/>
        </p:nvSpPr>
        <p:spPr>
          <a:xfrm>
            <a:off x="6305550" y="2441063"/>
            <a:ext cx="514350" cy="123825"/>
          </a:xfrm>
          <a:prstGeom prst="rect">
            <a:avLst/>
          </a:prstGeom>
          <a:noFill/>
        </p:spPr>
        <p:txBody>
          <a:bodyPr wrap="none" lIns="0" rIns="0" tIns="0" bIns="0" anchor="ctr">
            <a:spAutoFit/>
          </a:bodyPr>
          <a:lstStyle/>
          <a:p>
            <a:pPr algn="r"/>
            <a:r>
              <a:rPr sz="900" b="1">
                <a:solidFill>
                  <a:srgbClr val="E44D3A"/>
                </a:solidFill>
                <a:latin typeface="Calibri"/>
              </a:rPr>
              <a:t>-257</a:t>
            </a:r>
          </a:p>
        </p:txBody>
      </p:sp>
      <p:sp>
        <p:nvSpPr>
          <p:cNvPr id="40" name="FMI Legend Chip"/>
          <p:cNvSpPr/>
          <p:nvPr/>
        </p:nvSpPr>
        <p:spPr>
          <a:xfrm>
            <a:off x="4551045" y="279926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2970" y="27945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71830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43" name="BPS Value 7"/>
          <p:cNvSpPr txBox="1"/>
          <p:nvPr/>
        </p:nvSpPr>
        <p:spPr>
          <a:xfrm>
            <a:off x="6305550" y="2780217"/>
            <a:ext cx="514350" cy="123825"/>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44" name="FMI Legend Chip"/>
          <p:cNvSpPr/>
          <p:nvPr/>
        </p:nvSpPr>
        <p:spPr>
          <a:xfrm>
            <a:off x="4551045" y="326555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4712970" y="32607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18459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7" name="BPS Value 8"/>
          <p:cNvSpPr txBox="1"/>
          <p:nvPr/>
        </p:nvSpPr>
        <p:spPr>
          <a:xfrm>
            <a:off x="6305550" y="3246508"/>
            <a:ext cx="514350" cy="123825"/>
          </a:xfrm>
          <a:prstGeom prst="rect">
            <a:avLst/>
          </a:prstGeom>
          <a:noFill/>
        </p:spPr>
        <p:txBody>
          <a:bodyPr wrap="none" lIns="0" rIns="0" tIns="0" bIns="0" anchor="ctr">
            <a:spAutoFit/>
          </a:bodyPr>
          <a:lstStyle/>
          <a:p>
            <a:pPr algn="r"/>
            <a:r>
              <a:rPr sz="900" b="1">
                <a:solidFill>
                  <a:srgbClr val="2E7D32"/>
                </a:solidFill>
                <a:latin typeface="Calibri"/>
              </a:rPr>
              <a:t>+95</a:t>
            </a:r>
          </a:p>
        </p:txBody>
      </p:sp>
      <p:sp>
        <p:nvSpPr>
          <p:cNvPr id="48" name="FMI Legend Chip"/>
          <p:cNvSpPr/>
          <p:nvPr/>
        </p:nvSpPr>
        <p:spPr>
          <a:xfrm>
            <a:off x="4551045" y="434246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3377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2615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323413"/>
            <a:ext cx="514350" cy="123825"/>
          </a:xfrm>
          <a:prstGeom prst="rect">
            <a:avLst/>
          </a:prstGeom>
          <a:noFill/>
        </p:spPr>
        <p:txBody>
          <a:bodyPr wrap="none" lIns="0" rIns="0" tIns="0" bIns="0" anchor="ctr">
            <a:spAutoFit/>
          </a:bodyPr>
          <a:lstStyle/>
          <a:p>
            <a:pPr algn="r"/>
            <a:r>
              <a:rPr sz="900" b="1">
                <a:solidFill>
                  <a:srgbClr val="2E7D32"/>
                </a:solidFill>
                <a:latin typeface="Calibri"/>
              </a:rPr>
              <a:t>+293</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2.7X higher volume than Indonesia in 2036. Among hair styling products by country, Philippines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311 BPS and accounting for 47.5% share by 2036. Australia is expected to lose 288 BPS over the forecast period to account for 9.8% share by 2036.</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1,208</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2,301</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6.7%</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21288"/>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165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4032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502238"/>
            <a:ext cx="514350" cy="123825"/>
          </a:xfrm>
          <a:prstGeom prst="rect">
            <a:avLst/>
          </a:prstGeom>
          <a:noFill/>
        </p:spPr>
        <p:txBody>
          <a:bodyPr wrap="none" lIns="0" rIns="0" tIns="0" bIns="0" anchor="ctr">
            <a:spAutoFit/>
          </a:bodyPr>
          <a:lstStyle/>
          <a:p>
            <a:pPr algn="r"/>
            <a:r>
              <a:rPr sz="900" b="1">
                <a:solidFill>
                  <a:srgbClr val="E44D3A"/>
                </a:solidFill>
                <a:latin typeface="Calibri"/>
              </a:rPr>
              <a:t>-99</a:t>
            </a:r>
          </a:p>
        </p:txBody>
      </p:sp>
      <p:sp>
        <p:nvSpPr>
          <p:cNvPr id="20" name="FMI Legend Chip"/>
          <p:cNvSpPr/>
          <p:nvPr/>
        </p:nvSpPr>
        <p:spPr>
          <a:xfrm>
            <a:off x="4551045" y="1668559"/>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6379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8759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649509"/>
            <a:ext cx="514350" cy="123825"/>
          </a:xfrm>
          <a:prstGeom prst="rect">
            <a:avLst/>
          </a:prstGeom>
          <a:noFill/>
        </p:spPr>
        <p:txBody>
          <a:bodyPr wrap="none" lIns="0" rIns="0" tIns="0" bIns="0" anchor="ctr">
            <a:spAutoFit/>
          </a:bodyPr>
          <a:lstStyle/>
          <a:p>
            <a:pPr algn="r"/>
            <a:r>
              <a:rPr sz="900" b="1">
                <a:solidFill>
                  <a:srgbClr val="E44D3A"/>
                </a:solidFill>
                <a:latin typeface="Calibri"/>
              </a:rPr>
              <a:t>-84</a:t>
            </a:r>
          </a:p>
        </p:txBody>
      </p:sp>
      <p:sp>
        <p:nvSpPr>
          <p:cNvPr id="24" name="FMI Legend Chip"/>
          <p:cNvSpPr/>
          <p:nvPr/>
        </p:nvSpPr>
        <p:spPr>
          <a:xfrm>
            <a:off x="4551045" y="184862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8438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7676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829576"/>
            <a:ext cx="514350" cy="123825"/>
          </a:xfrm>
          <a:prstGeom prst="rect">
            <a:avLst/>
          </a:prstGeom>
          <a:noFill/>
        </p:spPr>
        <p:txBody>
          <a:bodyPr wrap="none" lIns="0" rIns="0" tIns="0" bIns="0" anchor="ctr">
            <a:spAutoFit/>
          </a:bodyPr>
          <a:lstStyle/>
          <a:p>
            <a:pPr algn="r"/>
            <a:r>
              <a:rPr sz="900" b="1">
                <a:solidFill>
                  <a:srgbClr val="E44D3A"/>
                </a:solidFill>
                <a:latin typeface="Calibri"/>
              </a:rPr>
              <a:t>-3</a:t>
            </a:r>
          </a:p>
        </p:txBody>
      </p:sp>
      <p:sp>
        <p:nvSpPr>
          <p:cNvPr id="28" name="FMI Legend Chip"/>
          <p:cNvSpPr/>
          <p:nvPr/>
        </p:nvSpPr>
        <p:spPr>
          <a:xfrm>
            <a:off x="4551045" y="205689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0521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97593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2037849"/>
            <a:ext cx="514350" cy="123825"/>
          </a:xfrm>
          <a:prstGeom prst="rect">
            <a:avLst/>
          </a:prstGeom>
          <a:noFill/>
        </p:spPr>
        <p:txBody>
          <a:bodyPr wrap="none" lIns="0" rIns="0" tIns="0" bIns="0" anchor="ctr">
            <a:spAutoFit/>
          </a:bodyPr>
          <a:lstStyle/>
          <a:p>
            <a:pPr algn="r"/>
            <a:r>
              <a:rPr sz="900" b="1">
                <a:solidFill>
                  <a:srgbClr val="2E7D32"/>
                </a:solidFill>
                <a:latin typeface="Calibri"/>
              </a:rPr>
              <a:t>+93</a:t>
            </a:r>
          </a:p>
        </p:txBody>
      </p:sp>
      <p:sp>
        <p:nvSpPr>
          <p:cNvPr id="32" name="FMI Legend Chip"/>
          <p:cNvSpPr/>
          <p:nvPr/>
        </p:nvSpPr>
        <p:spPr>
          <a:xfrm>
            <a:off x="4551045" y="232130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3165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4034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302255"/>
            <a:ext cx="514350" cy="123825"/>
          </a:xfrm>
          <a:prstGeom prst="rect">
            <a:avLst/>
          </a:prstGeom>
          <a:noFill/>
        </p:spPr>
        <p:txBody>
          <a:bodyPr wrap="none" lIns="0" rIns="0" tIns="0" bIns="0" anchor="ctr">
            <a:spAutoFit/>
          </a:bodyPr>
          <a:lstStyle/>
          <a:p>
            <a:pPr algn="r"/>
            <a:r>
              <a:rPr sz="900" b="1">
                <a:solidFill>
                  <a:srgbClr val="E44D3A"/>
                </a:solidFill>
                <a:latin typeface="Calibri"/>
              </a:rPr>
              <a:t>-1</a:t>
            </a:r>
          </a:p>
        </p:txBody>
      </p:sp>
      <p:sp>
        <p:nvSpPr>
          <p:cNvPr id="36" name="FMI Legend Chip"/>
          <p:cNvSpPr/>
          <p:nvPr/>
        </p:nvSpPr>
        <p:spPr>
          <a:xfrm>
            <a:off x="4551045" y="262302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26182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54206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39" name="BPS Value 6"/>
          <p:cNvSpPr txBox="1"/>
          <p:nvPr/>
        </p:nvSpPr>
        <p:spPr>
          <a:xfrm>
            <a:off x="6305550" y="2603974"/>
            <a:ext cx="514350" cy="123825"/>
          </a:xfrm>
          <a:prstGeom prst="rect">
            <a:avLst/>
          </a:prstGeom>
          <a:noFill/>
        </p:spPr>
        <p:txBody>
          <a:bodyPr wrap="none" lIns="0" rIns="0" tIns="0" bIns="0" anchor="ctr">
            <a:spAutoFit/>
          </a:bodyPr>
          <a:lstStyle/>
          <a:p>
            <a:pPr algn="r"/>
            <a:r>
              <a:rPr sz="900" b="1">
                <a:solidFill>
                  <a:srgbClr val="2E7D32"/>
                </a:solidFill>
                <a:latin typeface="Calibri"/>
              </a:rPr>
              <a:t>+14</a:t>
            </a:r>
          </a:p>
        </p:txBody>
      </p:sp>
      <p:sp>
        <p:nvSpPr>
          <p:cNvPr id="40" name="FMI Legend Chip"/>
          <p:cNvSpPr/>
          <p:nvPr/>
        </p:nvSpPr>
        <p:spPr>
          <a:xfrm>
            <a:off x="4551045" y="30221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30173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94114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3" name="BPS Value 7"/>
          <p:cNvSpPr txBox="1"/>
          <p:nvPr/>
        </p:nvSpPr>
        <p:spPr>
          <a:xfrm>
            <a:off x="6305550" y="3003056"/>
            <a:ext cx="514350" cy="123825"/>
          </a:xfrm>
          <a:prstGeom prst="rect">
            <a:avLst/>
          </a:prstGeom>
          <a:noFill/>
        </p:spPr>
        <p:txBody>
          <a:bodyPr wrap="none" lIns="0" rIns="0" tIns="0" bIns="0" anchor="ctr">
            <a:spAutoFit/>
          </a:bodyPr>
          <a:lstStyle/>
          <a:p>
            <a:pPr algn="r"/>
            <a:r>
              <a:rPr sz="900" b="1">
                <a:solidFill>
                  <a:srgbClr val="2E7D32"/>
                </a:solidFill>
                <a:latin typeface="Calibri"/>
              </a:rPr>
              <a:t>+161</a:t>
            </a:r>
          </a:p>
        </p:txBody>
      </p:sp>
      <p:sp>
        <p:nvSpPr>
          <p:cNvPr id="44" name="FMI Legend Chip"/>
          <p:cNvSpPr/>
          <p:nvPr/>
        </p:nvSpPr>
        <p:spPr>
          <a:xfrm>
            <a:off x="4551045" y="36199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2970" y="36151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53893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47" name="BPS Value 8"/>
          <p:cNvSpPr txBox="1"/>
          <p:nvPr/>
        </p:nvSpPr>
        <p:spPr>
          <a:xfrm>
            <a:off x="6305550" y="3600850"/>
            <a:ext cx="514350" cy="123825"/>
          </a:xfrm>
          <a:prstGeom prst="rect">
            <a:avLst/>
          </a:prstGeom>
          <a:noFill/>
        </p:spPr>
        <p:txBody>
          <a:bodyPr wrap="none" lIns="0" rIns="0" tIns="0" bIns="0" anchor="ctr">
            <a:spAutoFit/>
          </a:bodyPr>
          <a:lstStyle/>
          <a:p>
            <a:pPr algn="r"/>
            <a:r>
              <a:rPr sz="900" b="1">
                <a:solidFill>
                  <a:srgbClr val="E44D3A"/>
                </a:solidFill>
                <a:latin typeface="Calibri"/>
              </a:rPr>
              <a:t>-466</a:t>
            </a:r>
          </a:p>
        </p:txBody>
      </p:sp>
      <p:sp>
        <p:nvSpPr>
          <p:cNvPr id="48" name="FMI Legend Chip"/>
          <p:cNvSpPr/>
          <p:nvPr/>
        </p:nvSpPr>
        <p:spPr>
          <a:xfrm>
            <a:off x="4551045" y="455070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54594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46974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531658"/>
            <a:ext cx="514350" cy="123825"/>
          </a:xfrm>
          <a:prstGeom prst="rect">
            <a:avLst/>
          </a:prstGeom>
          <a:noFill/>
        </p:spPr>
        <p:txBody>
          <a:bodyPr wrap="none" lIns="0" rIns="0" tIns="0" bIns="0" anchor="ctr">
            <a:spAutoFit/>
          </a:bodyPr>
          <a:lstStyle/>
          <a:p>
            <a:pPr algn="r"/>
            <a:r>
              <a:rPr sz="900" b="1">
                <a:solidFill>
                  <a:srgbClr val="2E7D32"/>
                </a:solidFill>
                <a:latin typeface="Calibri"/>
              </a:rPr>
              <a:t>+385</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1,771</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3,772</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7.9%</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(Mn Units)</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2.7X higher volume than Indonesia in 2036. Among hair styling products by country, Philippines is expected to witness the highest CAGR of 7.7%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311 BPS and accounting for 47.5% share by 2036. Australia is expected to lose 288 BPS over the forecast period to account for 9.8%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(US$ Mn)</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hair styling products market is projected to register 1.6X higher value than Australia in 2036. Among hair styling products by country, Philippines is expected to witness the highest CAGR of 9.6%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425 BPS and accounting for 34.4% share by 2036. Australia is expected to lose 504 BPS over the forecast period to account for 21.0%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9E7E0A"/>
                </a:solidFill>
                <a:latin typeface="Calibri"/>
              </a:rPr>
              <a:t>■  </a:t>
            </a:r>
            <a:r>
              <a:rPr sz="750">
                <a:solidFill>
                  <a:srgbClr val="2E2E2E"/>
                </a:solidFill>
                <a:latin typeface="Calibri"/>
              </a:rPr>
              <a:t>   Indonesia</a:t>
            </a:r>
          </a:p>
          <a:p>
            <a:pPr>
              <a:spcBef>
                <a:spcPts val="500"/>
              </a:spcBef>
            </a:pPr>
            <a:r>
              <a:rPr sz="900">
                <a:solidFill>
                  <a:srgbClr val="40315E"/>
                </a:solidFill>
                <a:latin typeface="Calibri"/>
              </a:rPr>
              <a:t>■  </a:t>
            </a:r>
            <a:r>
              <a:rPr sz="750">
                <a:solidFill>
                  <a:srgbClr val="2E2E2E"/>
                </a:solidFill>
                <a:latin typeface="Calibri"/>
              </a:rPr>
              <a:t>   Rest of South Asia</a:t>
            </a:r>
          </a:p>
          <a:p>
            <a:pPr>
              <a:spcBef>
                <a:spcPts val="500"/>
              </a:spcBef>
            </a:pPr>
            <a:r>
              <a:rPr sz="900">
                <a:solidFill>
                  <a:srgbClr val="008189"/>
                </a:solidFill>
                <a:latin typeface="Calibri"/>
              </a:rPr>
              <a:t>■  </a:t>
            </a:r>
            <a:r>
              <a:rPr sz="750">
                <a:solidFill>
                  <a:srgbClr val="2E2E2E"/>
                </a:solidFill>
                <a:latin typeface="Calibri"/>
              </a:rPr>
              <a:t>   Australia</a:t>
            </a:r>
          </a:p>
          <a:p>
            <a:pPr>
              <a:spcBef>
                <a:spcPts val="500"/>
              </a:spcBef>
            </a:pPr>
            <a:r>
              <a:rPr sz="900">
                <a:solidFill>
                  <a:srgbClr val="A35313"/>
                </a:solidFill>
                <a:latin typeface="Calibri"/>
              </a:rPr>
              <a:t>■  </a:t>
            </a:r>
            <a:r>
              <a:rPr sz="750">
                <a:solidFill>
                  <a:srgbClr val="2E2E2E"/>
                </a:solidFill>
                <a:latin typeface="Calibri"/>
              </a:rPr>
              <a:t>   Thailand</a:t>
            </a:r>
          </a:p>
          <a:p>
            <a:pPr>
              <a:spcBef>
                <a:spcPts val="500"/>
              </a:spcBef>
            </a:pPr>
            <a:r>
              <a:rPr sz="900">
                <a:solidFill>
                  <a:srgbClr val="808080"/>
                </a:solidFill>
                <a:latin typeface="Calibri"/>
              </a:rPr>
              <a:t>■  </a:t>
            </a:r>
            <a:r>
              <a:rPr sz="750">
                <a:solidFill>
                  <a:srgbClr val="2E2E2E"/>
                </a:solidFill>
                <a:latin typeface="Calibri"/>
              </a:rPr>
              <a:t>   Philippines</a:t>
            </a:r>
          </a:p>
          <a:p>
            <a:pPr>
              <a:spcBef>
                <a:spcPts val="500"/>
              </a:spcBef>
            </a:pPr>
            <a:r>
              <a:rPr sz="900">
                <a:solidFill>
                  <a:srgbClr val="0E72AE"/>
                </a:solidFill>
                <a:latin typeface="Calibri"/>
              </a:rPr>
              <a:t>■  </a:t>
            </a:r>
            <a:r>
              <a:rPr sz="750">
                <a:solidFill>
                  <a:srgbClr val="2E2E2E"/>
                </a:solidFill>
                <a:latin typeface="Calibri"/>
              </a:rPr>
              <a:t>   Malaysia</a:t>
            </a:r>
          </a:p>
          <a:p>
            <a:pPr>
              <a:spcBef>
                <a:spcPts val="500"/>
              </a:spcBef>
            </a:pPr>
            <a:r>
              <a:rPr sz="900">
                <a:solidFill>
                  <a:srgbClr val="A86F00"/>
                </a:solidFill>
                <a:latin typeface="Calibri"/>
              </a:rPr>
              <a:t>■  </a:t>
            </a:r>
            <a:r>
              <a:rPr sz="750">
                <a:solidFill>
                  <a:srgbClr val="2E2E2E"/>
                </a:solidFill>
                <a:latin typeface="Calibri"/>
              </a:rPr>
              <a:t>   Singapore</a:t>
            </a:r>
          </a:p>
          <a:p>
            <a:pPr>
              <a:spcBef>
                <a:spcPts val="500"/>
              </a:spcBef>
            </a:pPr>
            <a:r>
              <a:rPr sz="900">
                <a:solidFill>
                  <a:srgbClr val="0B2E4A"/>
                </a:solidFill>
                <a:latin typeface="Calibri"/>
              </a:rPr>
              <a:t>■  </a:t>
            </a:r>
            <a:r>
              <a:rPr sz="750">
                <a:solidFill>
                  <a:srgbClr val="2E2E2E"/>
                </a:solidFill>
                <a:latin typeface="Calibri"/>
              </a:rPr>
              <a:t>   New Zealand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9E7E0A"/>
                </a:solidFill>
                <a:latin typeface="Calibri"/>
              </a:rPr>
              <a:t>■  </a:t>
            </a:r>
            <a:r>
              <a:rPr sz="750">
                <a:solidFill>
                  <a:srgbClr val="2E2E2E"/>
                </a:solidFill>
                <a:latin typeface="Calibri"/>
              </a:rPr>
              <a:t>   Australia</a:t>
            </a:r>
          </a:p>
          <a:p>
            <a:pPr>
              <a:spcBef>
                <a:spcPts val="500"/>
              </a:spcBef>
            </a:pPr>
            <a:r>
              <a:rPr sz="900">
                <a:solidFill>
                  <a:srgbClr val="008189"/>
                </a:solidFill>
                <a:latin typeface="Calibri"/>
              </a:rPr>
              <a:t>■  </a:t>
            </a:r>
            <a:r>
              <a:rPr sz="750">
                <a:solidFill>
                  <a:srgbClr val="2E2E2E"/>
                </a:solidFill>
                <a:latin typeface="Calibri"/>
              </a:rPr>
              <a:t>   Indonesia</a:t>
            </a:r>
          </a:p>
          <a:p>
            <a:pPr>
              <a:spcBef>
                <a:spcPts val="500"/>
              </a:spcBef>
            </a:pPr>
            <a:r>
              <a:rPr sz="900">
                <a:solidFill>
                  <a:srgbClr val="40315E"/>
                </a:solidFill>
                <a:latin typeface="Calibri"/>
              </a:rPr>
              <a:t>■  </a:t>
            </a:r>
            <a:r>
              <a:rPr sz="750">
                <a:solidFill>
                  <a:srgbClr val="2E2E2E"/>
                </a:solidFill>
                <a:latin typeface="Calibri"/>
              </a:rPr>
              <a:t>   Rest of South Asia</a:t>
            </a:r>
          </a:p>
          <a:p>
            <a:pPr>
              <a:spcBef>
                <a:spcPts val="500"/>
              </a:spcBef>
            </a:pPr>
            <a:r>
              <a:rPr sz="900">
                <a:solidFill>
                  <a:srgbClr val="A35313"/>
                </a:solidFill>
                <a:latin typeface="Calibri"/>
              </a:rPr>
              <a:t>■  </a:t>
            </a:r>
            <a:r>
              <a:rPr sz="750">
                <a:solidFill>
                  <a:srgbClr val="2E2E2E"/>
                </a:solidFill>
                <a:latin typeface="Calibri"/>
              </a:rPr>
              <a:t>   Thailand</a:t>
            </a:r>
          </a:p>
          <a:p>
            <a:pPr>
              <a:spcBef>
                <a:spcPts val="500"/>
              </a:spcBef>
            </a:pPr>
            <a:r>
              <a:rPr sz="900">
                <a:solidFill>
                  <a:srgbClr val="0E72AE"/>
                </a:solidFill>
                <a:latin typeface="Calibri"/>
              </a:rPr>
              <a:t>■  </a:t>
            </a:r>
            <a:r>
              <a:rPr sz="750">
                <a:solidFill>
                  <a:srgbClr val="2E2E2E"/>
                </a:solidFill>
                <a:latin typeface="Calibri"/>
              </a:rPr>
              <a:t>   Philippines</a:t>
            </a:r>
          </a:p>
          <a:p>
            <a:pPr>
              <a:spcBef>
                <a:spcPts val="500"/>
              </a:spcBef>
            </a:pPr>
            <a:r>
              <a:rPr sz="900">
                <a:solidFill>
                  <a:srgbClr val="A86F00"/>
                </a:solidFill>
                <a:latin typeface="Calibri"/>
              </a:rPr>
              <a:t>■  </a:t>
            </a:r>
            <a:r>
              <a:rPr sz="750">
                <a:solidFill>
                  <a:srgbClr val="2E2E2E"/>
                </a:solidFill>
                <a:latin typeface="Calibri"/>
              </a:rPr>
              <a:t>   Malaysia</a:t>
            </a:r>
          </a:p>
          <a:p>
            <a:pPr>
              <a:spcBef>
                <a:spcPts val="500"/>
              </a:spcBef>
            </a:pPr>
            <a:r>
              <a:rPr sz="900">
                <a:solidFill>
                  <a:srgbClr val="808080"/>
                </a:solidFill>
                <a:latin typeface="Calibri"/>
              </a:rPr>
              <a:t>■  </a:t>
            </a:r>
            <a:r>
              <a:rPr sz="750">
                <a:solidFill>
                  <a:srgbClr val="2E2E2E"/>
                </a:solidFill>
                <a:latin typeface="Calibri"/>
              </a:rPr>
              <a:t>   Singapore</a:t>
            </a:r>
          </a:p>
          <a:p>
            <a:pPr>
              <a:spcBef>
                <a:spcPts val="500"/>
              </a:spcBef>
            </a:pPr>
            <a:r>
              <a:rPr sz="900">
                <a:solidFill>
                  <a:srgbClr val="0B2E4A"/>
                </a:solidFill>
                <a:latin typeface="Calibri"/>
              </a:rPr>
              <a:t>■  </a:t>
            </a:r>
            <a:r>
              <a:rPr sz="750">
                <a:solidFill>
                  <a:srgbClr val="2E2E2E"/>
                </a:solidFill>
                <a:latin typeface="Calibri"/>
              </a:rPr>
              <a:t>   New Zealand</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Hair Styling Products Market Top 8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South Asia &amp; Pacific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by country  ·  2036 (US$ Mn)  ·  tile size = market value</a:t>
            </a:r>
          </a:p>
        </p:txBody>
      </p:sp>
      <p:sp>
        <p:nvSpPr>
          <p:cNvPr id="13" name="Rectangle 12"/>
          <p:cNvSpPr/>
          <p:nvPr/>
        </p:nvSpPr>
        <p:spPr>
          <a:xfrm>
            <a:off x="238125" y="1266825"/>
            <a:ext cx="4034364"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1,190</a:t>
            </a:r>
          </a:p>
        </p:txBody>
      </p:sp>
      <p:sp>
        <p:nvSpPr>
          <p:cNvPr id="14" name="Rectangle 13"/>
          <p:cNvSpPr/>
          <p:nvPr/>
        </p:nvSpPr>
        <p:spPr>
          <a:xfrm>
            <a:off x="4272489" y="1266825"/>
            <a:ext cx="4168881" cy="312668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725</a:t>
            </a:r>
          </a:p>
        </p:txBody>
      </p:sp>
      <p:sp>
        <p:nvSpPr>
          <p:cNvPr id="15" name="Rectangle 14"/>
          <p:cNvSpPr/>
          <p:nvPr/>
        </p:nvSpPr>
        <p:spPr>
          <a:xfrm>
            <a:off x="4272489" y="4393514"/>
            <a:ext cx="4168881" cy="217873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505</a:t>
            </a:r>
          </a:p>
        </p:txBody>
      </p:sp>
      <p:sp>
        <p:nvSpPr>
          <p:cNvPr id="16" name="Rectangle 15"/>
          <p:cNvSpPr/>
          <p:nvPr/>
        </p:nvSpPr>
        <p:spPr>
          <a:xfrm>
            <a:off x="8441370" y="1266825"/>
            <a:ext cx="1967814" cy="278511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305</a:t>
            </a:r>
          </a:p>
        </p:txBody>
      </p:sp>
      <p:sp>
        <p:nvSpPr>
          <p:cNvPr id="17" name="Rectangle 16"/>
          <p:cNvSpPr/>
          <p:nvPr/>
        </p:nvSpPr>
        <p:spPr>
          <a:xfrm>
            <a:off x="10409184" y="1266825"/>
            <a:ext cx="1544691" cy="2785115"/>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239</a:t>
            </a:r>
          </a:p>
        </p:txBody>
      </p:sp>
      <p:sp>
        <p:nvSpPr>
          <p:cNvPr id="18" name="Rectangle 17"/>
          <p:cNvSpPr/>
          <p:nvPr/>
        </p:nvSpPr>
        <p:spPr>
          <a:xfrm>
            <a:off x="8441370" y="4051940"/>
            <a:ext cx="1350524" cy="2520310"/>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189</a:t>
            </a:r>
          </a:p>
        </p:txBody>
      </p:sp>
      <p:sp>
        <p:nvSpPr>
          <p:cNvPr id="19" name="Rectangle 18"/>
          <p:cNvSpPr/>
          <p:nvPr/>
        </p:nvSpPr>
        <p:spPr>
          <a:xfrm>
            <a:off x="9791894" y="4051940"/>
            <a:ext cx="2161981" cy="1507183"/>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181</a:t>
            </a:r>
          </a:p>
        </p:txBody>
      </p:sp>
      <p:sp>
        <p:nvSpPr>
          <p:cNvPr id="20" name="Rectangle 19"/>
          <p:cNvSpPr/>
          <p:nvPr/>
        </p:nvSpPr>
        <p:spPr>
          <a:xfrm>
            <a:off x="9791894" y="5559123"/>
            <a:ext cx="2161981" cy="10131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122</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319.8</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702.4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314.4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652.8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229.4</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566.6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222.3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498.3</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56 BPS and accounting for 18.6%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1.1X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18% of 2026 value · 8.2%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18% of 2026 value · 7.6%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Sticks and Balms: </a:t>
            </a:r>
            <a:r>
              <a:rPr sz="1100" b="0">
                <a:solidFill>
                  <a:srgbClr val="2E2E2E"/>
                </a:solidFill>
                <a:latin typeface="Calibri"/>
              </a:rPr>
              <a:t>13% of 2026 value · 9.5%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Creams and Lotions: </a:t>
            </a:r>
            <a:r>
              <a:rPr sz="1100" b="0">
                <a:solidFill>
                  <a:srgbClr val="2E2E2E"/>
                </a:solidFill>
                <a:latin typeface="Calibri"/>
              </a:rPr>
              <a:t>13% of 2026 value · 8.4%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7.9%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197.3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337.4</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190.2</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372.0</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173.4</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413.8</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9.1%</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124.0</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228.5</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11% of 2026 value · 5.5%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11%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9.1%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6.3%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South Asia &amp; Pacific hair styling products market in terms of value over the forecast period. Styling serums and oils and waxes, clays, pastes and pomades exhibit a CAGR index of 104.2 and 96.5 and a market share index of 144.5 and 142.0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1.1X higher value than waxes, clays, pastes and pomades segment in 2036. Among hair styling products by product format, sticks and balms segment is expected to witness the highest CAGR of 9.5%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56 BPS and accounting for 18.6% share by 2036. The sprays and mists segment is expected to lose 220 BPS over the forecast period to account for 8.9%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973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49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87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0686"/>
            <a:ext cx="514350" cy="123825"/>
          </a:xfrm>
          <a:prstGeom prst="rect">
            <a:avLst/>
          </a:prstGeom>
          <a:noFill/>
        </p:spPr>
        <p:txBody>
          <a:bodyPr wrap="none" lIns="0" rIns="0" tIns="0" bIns="0" anchor="ctr">
            <a:spAutoFit/>
          </a:bodyPr>
          <a:lstStyle/>
          <a:p>
            <a:pPr algn="r"/>
            <a:r>
              <a:rPr sz="900" b="1">
                <a:solidFill>
                  <a:srgbClr val="E44D3A"/>
                </a:solidFill>
                <a:latin typeface="Calibri"/>
              </a:rPr>
              <a:t>-94</a:t>
            </a:r>
          </a:p>
        </p:txBody>
      </p:sp>
      <p:sp>
        <p:nvSpPr>
          <p:cNvPr id="20" name="FMI Legend Chip"/>
          <p:cNvSpPr/>
          <p:nvPr/>
        </p:nvSpPr>
        <p:spPr>
          <a:xfrm>
            <a:off x="4928997" y="215274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79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17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3" name="BPS Value 2"/>
          <p:cNvSpPr txBox="1"/>
          <p:nvPr/>
        </p:nvSpPr>
        <p:spPr>
          <a:xfrm>
            <a:off x="6896100" y="2133690"/>
            <a:ext cx="514350" cy="123825"/>
          </a:xfrm>
          <a:prstGeom prst="rect">
            <a:avLst/>
          </a:prstGeom>
          <a:noFill/>
        </p:spPr>
        <p:txBody>
          <a:bodyPr wrap="none" lIns="0" rIns="0" tIns="0" bIns="0" anchor="ctr">
            <a:spAutoFit/>
          </a:bodyPr>
          <a:lstStyle/>
          <a:p>
            <a:pPr algn="r"/>
            <a:r>
              <a:rPr sz="900" b="1">
                <a:solidFill>
                  <a:srgbClr val="E44D3A"/>
                </a:solidFill>
                <a:latin typeface="Calibri"/>
              </a:rPr>
              <a:t>-220</a:t>
            </a:r>
          </a:p>
        </p:txBody>
      </p:sp>
      <p:sp>
        <p:nvSpPr>
          <p:cNvPr id="24" name="FMI Legend Chip"/>
          <p:cNvSpPr/>
          <p:nvPr/>
        </p:nvSpPr>
        <p:spPr>
          <a:xfrm>
            <a:off x="4928997" y="258276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79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17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7" name="BPS Value 3"/>
          <p:cNvSpPr txBox="1"/>
          <p:nvPr/>
        </p:nvSpPr>
        <p:spPr>
          <a:xfrm>
            <a:off x="6896100" y="2563710"/>
            <a:ext cx="514350" cy="123825"/>
          </a:xfrm>
          <a:prstGeom prst="rect">
            <a:avLst/>
          </a:prstGeom>
          <a:noFill/>
        </p:spPr>
        <p:txBody>
          <a:bodyPr wrap="none" lIns="0" rIns="0" tIns="0" bIns="0" anchor="ctr">
            <a:spAutoFit/>
          </a:bodyPr>
          <a:lstStyle/>
          <a:p>
            <a:pPr algn="r"/>
            <a:r>
              <a:rPr sz="900" b="1">
                <a:solidFill>
                  <a:srgbClr val="E44D3A"/>
                </a:solidFill>
                <a:latin typeface="Calibri"/>
              </a:rPr>
              <a:t>-88</a:t>
            </a:r>
          </a:p>
        </p:txBody>
      </p:sp>
      <p:sp>
        <p:nvSpPr>
          <p:cNvPr id="28" name="FMI Legend Chip"/>
          <p:cNvSpPr/>
          <p:nvPr/>
        </p:nvSpPr>
        <p:spPr>
          <a:xfrm>
            <a:off x="4928997" y="305906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543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781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40015"/>
            <a:ext cx="514350" cy="123825"/>
          </a:xfrm>
          <a:prstGeom prst="rect">
            <a:avLst/>
          </a:prstGeom>
          <a:noFill/>
        </p:spPr>
        <p:txBody>
          <a:bodyPr wrap="none" lIns="0" rIns="0" tIns="0" bIns="0" anchor="ctr">
            <a:spAutoFit/>
          </a:bodyPr>
          <a:lstStyle/>
          <a:p>
            <a:pPr algn="r"/>
            <a:r>
              <a:rPr sz="900" b="1">
                <a:solidFill>
                  <a:srgbClr val="2E7D32"/>
                </a:solidFill>
                <a:latin typeface="Calibri"/>
              </a:rPr>
              <a:t>+118</a:t>
            </a:r>
          </a:p>
        </p:txBody>
      </p:sp>
      <p:sp>
        <p:nvSpPr>
          <p:cNvPr id="32" name="FMI Legend Chip"/>
          <p:cNvSpPr/>
          <p:nvPr/>
        </p:nvSpPr>
        <p:spPr>
          <a:xfrm>
            <a:off x="4928997" y="36119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6071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309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92865"/>
            <a:ext cx="514350" cy="123825"/>
          </a:xfrm>
          <a:prstGeom prst="rect">
            <a:avLst/>
          </a:prstGeom>
          <a:noFill/>
        </p:spPr>
        <p:txBody>
          <a:bodyPr wrap="none" lIns="0" rIns="0" tIns="0" bIns="0" anchor="ctr">
            <a:spAutoFit/>
          </a:bodyPr>
          <a:lstStyle/>
          <a:p>
            <a:pPr algn="r"/>
            <a:r>
              <a:rPr sz="900" b="1">
                <a:solidFill>
                  <a:srgbClr val="2E7D32"/>
                </a:solidFill>
                <a:latin typeface="Calibri"/>
              </a:rPr>
              <a:t>+66</a:t>
            </a:r>
          </a:p>
        </p:txBody>
      </p:sp>
      <p:sp>
        <p:nvSpPr>
          <p:cNvPr id="36" name="FMI Legend Chip"/>
          <p:cNvSpPr/>
          <p:nvPr/>
        </p:nvSpPr>
        <p:spPr>
          <a:xfrm>
            <a:off x="4928997" y="425740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526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764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238350"/>
            <a:ext cx="514350" cy="123825"/>
          </a:xfrm>
          <a:prstGeom prst="rect">
            <a:avLst/>
          </a:prstGeom>
          <a:noFill/>
        </p:spPr>
        <p:txBody>
          <a:bodyPr wrap="none" lIns="0" rIns="0" tIns="0" bIns="0" anchor="ctr">
            <a:spAutoFit/>
          </a:bodyPr>
          <a:lstStyle/>
          <a:p>
            <a:pPr algn="r"/>
            <a:r>
              <a:rPr sz="900" b="1">
                <a:solidFill>
                  <a:srgbClr val="2E7D32"/>
                </a:solidFill>
                <a:latin typeface="Calibri"/>
              </a:rPr>
              <a:t>+207</a:t>
            </a:r>
          </a:p>
        </p:txBody>
      </p:sp>
      <p:sp>
        <p:nvSpPr>
          <p:cNvPr id="40" name="FMI Legend Chip"/>
          <p:cNvSpPr/>
          <p:nvPr/>
        </p:nvSpPr>
        <p:spPr>
          <a:xfrm>
            <a:off x="4928997" y="4996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917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9155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77468"/>
            <a:ext cx="514350" cy="123825"/>
          </a:xfrm>
          <a:prstGeom prst="rect">
            <a:avLst/>
          </a:prstGeom>
          <a:noFill/>
        </p:spPr>
        <p:txBody>
          <a:bodyPr wrap="none" lIns="0" rIns="0" tIns="0" bIns="0" anchor="ctr">
            <a:spAutoFit/>
          </a:bodyPr>
          <a:lstStyle/>
          <a:p>
            <a:pPr algn="r"/>
            <a:r>
              <a:rPr sz="900" b="1">
                <a:solidFill>
                  <a:srgbClr val="E44D3A"/>
                </a:solidFill>
                <a:latin typeface="Calibri"/>
              </a:rPr>
              <a:t>-45</a:t>
            </a:r>
          </a:p>
        </p:txBody>
      </p:sp>
      <p:sp>
        <p:nvSpPr>
          <p:cNvPr id="44" name="FMI Legend Chip"/>
          <p:cNvSpPr/>
          <p:nvPr/>
        </p:nvSpPr>
        <p:spPr>
          <a:xfrm>
            <a:off x="4928997" y="581791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8131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7369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98866"/>
            <a:ext cx="514350" cy="123825"/>
          </a:xfrm>
          <a:prstGeom prst="rect">
            <a:avLst/>
          </a:prstGeom>
          <a:noFill/>
        </p:spPr>
        <p:txBody>
          <a:bodyPr wrap="none" lIns="0" rIns="0" tIns="0" bIns="0" anchor="ctr">
            <a:spAutoFit/>
          </a:bodyPr>
          <a:lstStyle/>
          <a:p>
            <a:pPr algn="r"/>
            <a:r>
              <a:rPr sz="900" b="1">
                <a:solidFill>
                  <a:srgbClr val="2E7D32"/>
                </a:solidFill>
                <a:latin typeface="Calibri"/>
              </a:rPr>
              <a:t>+56</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9.5% over the forecast period. In terms of value share by product format, the styling serums and oils segment is expected to dominate the market, gaining 56 BPS and accounting for 18.6% share by 2036.</a:t>
            </a:r>
          </a:p>
          <a:p>
            <a:pPr algn="l">
              <a:lnSpc>
                <a:spcPct val="110000"/>
              </a:lnSpc>
              <a:spcBef>
                <a:spcPts val="0"/>
              </a:spcBef>
              <a:spcAft>
                <a:spcPts val="500"/>
              </a:spcAft>
            </a:pPr>
            <a:r>
              <a:rPr sz="1150" b="0">
                <a:solidFill>
                  <a:srgbClr val="2E2E2E"/>
                </a:solidFill>
                <a:latin typeface="Calibri"/>
              </a:rPr>
              <a:t>The sprays and mists segment is expected to lose 220 BPS over the forecast period to account for 8.9%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409.0</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869.7</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382.1</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772.6</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346.5</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811.3</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8.9%</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324.3</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627.5</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309.0</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690.6</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8.4%</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8.9% over the forecast period. In terms of value share by hold level, the medium hold segment is expected to dominate the market, maintaining its share and accounting for 23.1% share by 2036.</a:t>
            </a:r>
          </a:p>
          <a:p>
            <a:pPr algn="l">
              <a:lnSpc>
                <a:spcPct val="110000"/>
              </a:lnSpc>
              <a:spcBef>
                <a:spcPts val="0"/>
              </a:spcBef>
              <a:spcAft>
                <a:spcPts val="500"/>
              </a:spcAft>
            </a:pPr>
            <a:r>
              <a:rPr sz="1100" b="0">
                <a:solidFill>
                  <a:srgbClr val="2E2E2E"/>
                </a:solidFill>
                <a:latin typeface="Calibri"/>
              </a:rPr>
              <a:t>Medium hold segment is projected to register 1.1X higher value than light or flexible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23% of 2026 value · 7.8%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22%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8.9%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Extra-strong Hold: </a:t>
            </a:r>
            <a:r>
              <a:rPr sz="1100" b="0">
                <a:solidFill>
                  <a:srgbClr val="2E2E2E"/>
                </a:solidFill>
                <a:latin typeface="Calibri"/>
              </a:rPr>
              <a:t>18% of 2026 value · 6.8%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No Hold: </a:t>
            </a:r>
            <a:r>
              <a:rPr sz="1100" b="0">
                <a:solidFill>
                  <a:srgbClr val="2E2E2E"/>
                </a:solidFill>
                <a:latin typeface="Calibri"/>
              </a:rPr>
              <a:t>17% of 2026 value · 8.4%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7.9%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Medium hold followed by light or flexible hold are expected to be the two most attractive hold level segments in the South Asia &amp; Pacific hair styling products market in terms of value over the forecast period. Medium hold and light or flexible hold exhibit a CAGR index of 99.8 and 113.1 and a market share index of 115.5 and 97.8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No Hold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Strong Hold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US$ 464.8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US$ 460.7 Mn for the overall hair styling products market from 2026 to 2036. The strong hold segment is expected to create an incremental opportunity of US$ 390.6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Medium hold segment is projected to register 1.1X higher value than light or flexible hold segment in 2036. Among hair styling products by hold level, light or flexible hold segment is expected to witness the highest CAGR of 8.9% over the forecast period.</a:t>
            </a:r>
          </a:p>
          <a:p>
            <a:pPr algn="l">
              <a:lnSpc>
                <a:spcPct val="110000"/>
              </a:lnSpc>
              <a:spcBef>
                <a:spcPts val="0"/>
              </a:spcBef>
              <a:spcAft>
                <a:spcPts val="500"/>
              </a:spcAft>
            </a:pPr>
            <a:r>
              <a:rPr sz="1150" b="0">
                <a:solidFill>
                  <a:srgbClr val="2E2E2E"/>
                </a:solidFill>
                <a:latin typeface="Calibri"/>
              </a:rPr>
              <a:t>In terms of value share by hold level, the medium hold segment is expected to dominate the market, maintaining its share and accounting for 23.1% share by 2036. The extra-strong hold segment is expected to lose 167 BPS over the forecast period to account for 16.6%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161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684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7064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32560"/>
            <a:ext cx="514350" cy="123825"/>
          </a:xfrm>
          <a:prstGeom prst="rect">
            <a:avLst/>
          </a:prstGeom>
          <a:noFill/>
        </p:spPr>
        <p:txBody>
          <a:bodyPr wrap="none" lIns="0" rIns="0" tIns="0" bIns="0" anchor="ctr">
            <a:spAutoFit/>
          </a:bodyPr>
          <a:lstStyle/>
          <a:p>
            <a:pPr algn="r"/>
            <a:r>
              <a:rPr sz="900" b="1">
                <a:solidFill>
                  <a:srgbClr val="E44D3A"/>
                </a:solidFill>
                <a:latin typeface="Calibri"/>
              </a:rPr>
              <a:t>-167</a:t>
            </a:r>
          </a:p>
        </p:txBody>
      </p:sp>
      <p:sp>
        <p:nvSpPr>
          <p:cNvPr id="20" name="FMI Legend Chip"/>
          <p:cNvSpPr/>
          <p:nvPr/>
        </p:nvSpPr>
        <p:spPr>
          <a:xfrm>
            <a:off x="4928997" y="28505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457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95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831509"/>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24" name="FMI Legend Chip"/>
          <p:cNvSpPr/>
          <p:nvPr/>
        </p:nvSpPr>
        <p:spPr>
          <a:xfrm>
            <a:off x="4928997" y="373747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7327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565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718423"/>
            <a:ext cx="514350" cy="123825"/>
          </a:xfrm>
          <a:prstGeom prst="rect">
            <a:avLst/>
          </a:prstGeom>
          <a:noFill/>
        </p:spPr>
        <p:txBody>
          <a:bodyPr wrap="none" lIns="0" rIns="0" tIns="0" bIns="0" anchor="ctr">
            <a:spAutoFit/>
          </a:bodyPr>
          <a:lstStyle/>
          <a:p>
            <a:pPr algn="r"/>
            <a:r>
              <a:rPr sz="900" b="1">
                <a:solidFill>
                  <a:srgbClr val="E44D3A"/>
                </a:solidFill>
                <a:latin typeface="Calibri"/>
              </a:rPr>
              <a:t>-109</a:t>
            </a:r>
          </a:p>
        </p:txBody>
      </p:sp>
      <p:sp>
        <p:nvSpPr>
          <p:cNvPr id="28" name="FMI Legend Chip"/>
          <p:cNvSpPr/>
          <p:nvPr/>
        </p:nvSpPr>
        <p:spPr>
          <a:xfrm>
            <a:off x="4928997" y="469754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6927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165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1" name="BPS Value 4"/>
          <p:cNvSpPr txBox="1"/>
          <p:nvPr/>
        </p:nvSpPr>
        <p:spPr>
          <a:xfrm>
            <a:off x="6896100" y="4678496"/>
            <a:ext cx="514350" cy="123825"/>
          </a:xfrm>
          <a:prstGeom prst="rect">
            <a:avLst/>
          </a:prstGeom>
          <a:noFill/>
        </p:spPr>
        <p:txBody>
          <a:bodyPr wrap="none" lIns="0" rIns="0" tIns="0" bIns="0" anchor="ctr">
            <a:spAutoFit/>
          </a:bodyPr>
          <a:lstStyle/>
          <a:p>
            <a:pPr algn="r"/>
            <a:r>
              <a:rPr sz="900" b="1">
                <a:solidFill>
                  <a:srgbClr val="2E7D32"/>
                </a:solidFill>
                <a:latin typeface="Calibri"/>
              </a:rPr>
              <a:t>+194</a:t>
            </a:r>
          </a:p>
        </p:txBody>
      </p:sp>
      <p:sp>
        <p:nvSpPr>
          <p:cNvPr id="32" name="FMI Legend Chip"/>
          <p:cNvSpPr/>
          <p:nvPr/>
        </p:nvSpPr>
        <p:spPr>
          <a:xfrm>
            <a:off x="4928997" y="571646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7117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355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5" name="BPS Value 5"/>
          <p:cNvSpPr txBox="1"/>
          <p:nvPr/>
        </p:nvSpPr>
        <p:spPr>
          <a:xfrm>
            <a:off x="6896100" y="5697419"/>
            <a:ext cx="514350" cy="123825"/>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8.9% over the forecast period. In terms of value share by hold level, the medium hold segment is expected to dominate the market, maintaining its share and accounting for 23.1% share by 2036.</a:t>
            </a:r>
          </a:p>
          <a:p>
            <a:pPr algn="l">
              <a:lnSpc>
                <a:spcPct val="110000"/>
              </a:lnSpc>
              <a:spcBef>
                <a:spcPts val="0"/>
              </a:spcBef>
              <a:spcAft>
                <a:spcPts val="500"/>
              </a:spcAft>
            </a:pPr>
            <a:r>
              <a:rPr sz="1150" b="0">
                <a:solidFill>
                  <a:srgbClr val="2E2E2E"/>
                </a:solidFill>
                <a:latin typeface="Calibri"/>
              </a:rPr>
              <a:t>The extra-strong hold segment is expected to lose 167 BPS over the forecast period to account for 16.6%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605.4</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1,215</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584.5</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1,328</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581.1</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1,229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8.6% over the forecast period. In terms of value share by finish, the glossy or wet-look segment is expected to dominate the market, gaining 221 BPS and accounting for 35.2% share by 2036.</a:t>
            </a:r>
          </a:p>
          <a:p>
            <a:pPr algn="l">
              <a:lnSpc>
                <a:spcPct val="110000"/>
              </a:lnSpc>
              <a:spcBef>
                <a:spcPts val="0"/>
              </a:spcBef>
              <a:spcAft>
                <a:spcPts val="500"/>
              </a:spcAft>
            </a:pPr>
            <a:r>
              <a:rPr sz="1100" b="0">
                <a:solidFill>
                  <a:srgbClr val="2E2E2E"/>
                </a:solidFill>
                <a:latin typeface="Calibri"/>
              </a:rPr>
              <a:t>Glossy or wet-look segment is projected to register 1.1X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Natural: </a:t>
            </a:r>
            <a:r>
              <a:rPr sz="1100" b="0">
                <a:solidFill>
                  <a:srgbClr val="2E2E2E"/>
                </a:solidFill>
                <a:latin typeface="Calibri"/>
              </a:rPr>
              <a:t>34% of 2026 value · 7.2%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Glossy or Wet-look: </a:t>
            </a:r>
            <a:r>
              <a:rPr sz="1100" b="0">
                <a:solidFill>
                  <a:srgbClr val="2E2E2E"/>
                </a:solidFill>
                <a:latin typeface="Calibri"/>
              </a:rPr>
              <a:t>33% of 2026 value · 8.6%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33% of 2026 value · 7.8%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7.9%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South Asia &amp; Pacific hair styling products market in terms of value over the forecast period. Glossy or wet-look and matte exhibit a CAGR index of 108.9 and 99.0 and a market share index of 99.0 and 98.4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Natural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Finish</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2.3X in terms of value as compared to 2026. The glossy or wet-look segment is expected to create an incremental opportunity of US$ 743.5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US$ 647.6 Mn for the overall hair styling products market from 2026 to 2036. The natural segment is expected to create an incremental opportunity of US$ 609.7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1.1X higher value than matte segment in 2036. Among hair styling products by finish, glossy or wet-look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221 BPS and accounting for 35.2% share by 2036. The natural segment is expected to lose 197 BPS over the forecast period to account for 32.2%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0776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0300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268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88714"/>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88903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842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8080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69981"/>
            <a:ext cx="514350" cy="123825"/>
          </a:xfrm>
          <a:prstGeom prst="rect">
            <a:avLst/>
          </a:prstGeom>
          <a:noFill/>
        </p:spPr>
        <p:txBody>
          <a:bodyPr wrap="none" lIns="0" rIns="0" tIns="0" bIns="0" anchor="ctr">
            <a:spAutoFit/>
          </a:bodyPr>
          <a:lstStyle/>
          <a:p>
            <a:pPr algn="r"/>
            <a:r>
              <a:rPr sz="900" b="1">
                <a:solidFill>
                  <a:srgbClr val="E44D3A"/>
                </a:solidFill>
                <a:latin typeface="Calibri"/>
              </a:rPr>
              <a:t>-24</a:t>
            </a:r>
          </a:p>
        </p:txBody>
      </p:sp>
      <p:sp>
        <p:nvSpPr>
          <p:cNvPr id="24" name="FMI Legend Chip"/>
          <p:cNvSpPr/>
          <p:nvPr/>
        </p:nvSpPr>
        <p:spPr>
          <a:xfrm>
            <a:off x="4928997" y="543871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3395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577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419664"/>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8.6% over the forecast period. In terms of value share by finish, the glossy or wet-look segment is expected to dominate the market, gaining 221 BPS and accounting for 35.2% share by 2036.</a:t>
            </a:r>
          </a:p>
          <a:p>
            <a:pPr algn="l">
              <a:lnSpc>
                <a:spcPct val="110000"/>
              </a:lnSpc>
              <a:spcBef>
                <a:spcPts val="0"/>
              </a:spcBef>
              <a:spcAft>
                <a:spcPts val="500"/>
              </a:spcAft>
            </a:pPr>
            <a:r>
              <a:rPr sz="1150" b="0">
                <a:solidFill>
                  <a:srgbClr val="2E2E2E"/>
                </a:solidFill>
                <a:latin typeface="Calibri"/>
              </a:rPr>
              <a:t>The natural segment is expected to lose 197 BPS over the forecast period to account for 32.2%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394.6</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753.7</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329.3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795.4</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9.2%</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311.2</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640.5</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9.2% over the forecast period. In terms of value share by distribution channel, the online marketplaces segment is expected to dominate the market, gaining 250 BPS and accounting for 21.1% share by 2036.</a:t>
            </a:r>
          </a:p>
          <a:p>
            <a:pPr algn="l">
              <a:lnSpc>
                <a:spcPct val="110000"/>
              </a:lnSpc>
              <a:spcBef>
                <a:spcPts val="0"/>
              </a:spcBef>
              <a:spcAft>
                <a:spcPts val="500"/>
              </a:spcAft>
            </a:pPr>
            <a:r>
              <a:rPr sz="1100" b="0">
                <a:solidFill>
                  <a:srgbClr val="2E2E2E"/>
                </a:solidFill>
                <a:latin typeface="Calibri"/>
              </a:rPr>
              <a:t>Online marketplaces segment is projected to register 1.1X higher value than mass retail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22% of 2026 value · 6.7%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Online Marketplaces: </a:t>
            </a:r>
            <a:r>
              <a:rPr sz="1100" b="0">
                <a:solidFill>
                  <a:srgbClr val="2E2E2E"/>
                </a:solidFill>
                <a:latin typeface="Calibri"/>
              </a:rPr>
              <a:t>19% of 2026 value · 9.2%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Salon and Professional Distribution: </a:t>
            </a:r>
            <a:r>
              <a:rPr sz="1100" b="0">
                <a:solidFill>
                  <a:srgbClr val="2E2E2E"/>
                </a:solidFill>
                <a:latin typeface="Calibri"/>
              </a:rPr>
              <a:t>18%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7.9%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264.6</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579.7</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8.2%</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258.6</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510.6</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7.0%</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212.7</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491.8</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8.7%</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15% of 2026 value · 8.2%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15% of 2026 value · 7.0%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12% of 2026 value · 8.7%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mass retail are expected to be the two most attractive distribution channel segments in the South Asia &amp; Pacific hair styling products market in terms of value over the forecast period. Online marketplaces and mass retail exhibit a CAGR index of 117.4 and 85.1 and a market share index of 111.6 and 133.7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Mass Retail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US$ 466.2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mass retail segment is expected to create an incremental opportunity of US$ 359.1 Mn for the overall hair styling products market from 2026 to 2036. The salon and professional distribution segment is expected to create an incremental opportunity of US$ 329.4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Online marketplaces segment is projected to register 1.1X higher value than mass retail segment in 2036. Among hair styling products by distribution channel, online marketplaces segment is expected to witness the highest CAGR of 9.2%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online marketplaces segment is expected to dominate the market, gaining 250 BPS and accounting for 21.1% share by 2036. The mass retail segment is expected to lose 230 BPS over the forecast period to account for 20.0%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6936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646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884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19" name="BPS Value 1"/>
          <p:cNvSpPr txBox="1"/>
          <p:nvPr/>
        </p:nvSpPr>
        <p:spPr>
          <a:xfrm>
            <a:off x="6896100" y="1950319"/>
            <a:ext cx="514350" cy="123825"/>
          </a:xfrm>
          <a:prstGeom prst="rect">
            <a:avLst/>
          </a:prstGeom>
          <a:noFill/>
        </p:spPr>
        <p:txBody>
          <a:bodyPr wrap="none" lIns="0" rIns="0" tIns="0" bIns="0" anchor="ctr">
            <a:spAutoFit/>
          </a:bodyPr>
          <a:lstStyle/>
          <a:p>
            <a:pPr algn="r"/>
            <a:r>
              <a:rPr sz="900" b="1">
                <a:solidFill>
                  <a:srgbClr val="2E7D32"/>
                </a:solidFill>
                <a:latin typeface="Calibri"/>
              </a:rPr>
              <a:t>+103</a:t>
            </a:r>
          </a:p>
        </p:txBody>
      </p:sp>
      <p:sp>
        <p:nvSpPr>
          <p:cNvPr id="20" name="FMI Legend Chip"/>
          <p:cNvSpPr/>
          <p:nvPr/>
        </p:nvSpPr>
        <p:spPr>
          <a:xfrm>
            <a:off x="4928997" y="257697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722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960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23" name="BPS Value 2"/>
          <p:cNvSpPr txBox="1"/>
          <p:nvPr/>
        </p:nvSpPr>
        <p:spPr>
          <a:xfrm>
            <a:off x="6896100" y="2557924"/>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24" name="FMI Legend Chip"/>
          <p:cNvSpPr/>
          <p:nvPr/>
        </p:nvSpPr>
        <p:spPr>
          <a:xfrm>
            <a:off x="4928997" y="323780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330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568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18759"/>
            <a:ext cx="514350" cy="123825"/>
          </a:xfrm>
          <a:prstGeom prst="rect">
            <a:avLst/>
          </a:prstGeom>
          <a:noFill/>
        </p:spPr>
        <p:txBody>
          <a:bodyPr wrap="none" lIns="0" rIns="0" tIns="0" bIns="0" anchor="ctr">
            <a:spAutoFit/>
          </a:bodyPr>
          <a:lstStyle/>
          <a:p>
            <a:pPr algn="r"/>
            <a:r>
              <a:rPr sz="900" b="1">
                <a:solidFill>
                  <a:srgbClr val="2E7D32"/>
                </a:solidFill>
                <a:latin typeface="Calibri"/>
              </a:rPr>
              <a:t>+43</a:t>
            </a:r>
          </a:p>
        </p:txBody>
      </p:sp>
      <p:sp>
        <p:nvSpPr>
          <p:cNvPr id="28" name="FMI Legend Chip"/>
          <p:cNvSpPr/>
          <p:nvPr/>
        </p:nvSpPr>
        <p:spPr>
          <a:xfrm>
            <a:off x="4928997" y="39773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9726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8964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1" name="BPS Value 4"/>
          <p:cNvSpPr txBox="1"/>
          <p:nvPr/>
        </p:nvSpPr>
        <p:spPr>
          <a:xfrm>
            <a:off x="6896100" y="3958343"/>
            <a:ext cx="514350" cy="123825"/>
          </a:xfrm>
          <a:prstGeom prst="rect">
            <a:avLst/>
          </a:prstGeom>
          <a:noFill/>
        </p:spPr>
        <p:txBody>
          <a:bodyPr wrap="none" lIns="0" rIns="0" tIns="0" bIns="0" anchor="ctr">
            <a:spAutoFit/>
          </a:bodyPr>
          <a:lstStyle/>
          <a:p>
            <a:pPr algn="r"/>
            <a:r>
              <a:rPr sz="900" b="1">
                <a:solidFill>
                  <a:srgbClr val="E44D3A"/>
                </a:solidFill>
                <a:latin typeface="Calibri"/>
              </a:rPr>
              <a:t>-59</a:t>
            </a:r>
          </a:p>
        </p:txBody>
      </p:sp>
      <p:sp>
        <p:nvSpPr>
          <p:cNvPr id="32" name="FMI Legend Chip"/>
          <p:cNvSpPr/>
          <p:nvPr/>
        </p:nvSpPr>
        <p:spPr>
          <a:xfrm>
            <a:off x="4928997" y="48224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8177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7415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5" name="BPS Value 5"/>
          <p:cNvSpPr txBox="1"/>
          <p:nvPr/>
        </p:nvSpPr>
        <p:spPr>
          <a:xfrm>
            <a:off x="6896100" y="4803443"/>
            <a:ext cx="514350" cy="123825"/>
          </a:xfrm>
          <a:prstGeom prst="rect">
            <a:avLst/>
          </a:prstGeom>
          <a:noFill/>
        </p:spPr>
        <p:txBody>
          <a:bodyPr wrap="none" lIns="0" rIns="0" tIns="0" bIns="0" anchor="ctr">
            <a:spAutoFit/>
          </a:bodyPr>
          <a:lstStyle/>
          <a:p>
            <a:pPr algn="r"/>
            <a:r>
              <a:rPr sz="900" b="1">
                <a:solidFill>
                  <a:srgbClr val="E44D3A"/>
                </a:solidFill>
                <a:latin typeface="Calibri"/>
              </a:rPr>
              <a:t>-230</a:t>
            </a:r>
          </a:p>
        </p:txBody>
      </p:sp>
      <p:sp>
        <p:nvSpPr>
          <p:cNvPr id="36" name="FMI Legend Chip"/>
          <p:cNvSpPr/>
          <p:nvPr/>
        </p:nvSpPr>
        <p:spPr>
          <a:xfrm>
            <a:off x="4928997" y="576149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7567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6805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9" name="BPS Value 6"/>
          <p:cNvSpPr txBox="1"/>
          <p:nvPr/>
        </p:nvSpPr>
        <p:spPr>
          <a:xfrm>
            <a:off x="6896100" y="5742445"/>
            <a:ext cx="514350" cy="123825"/>
          </a:xfrm>
          <a:prstGeom prst="rect">
            <a:avLst/>
          </a:prstGeom>
          <a:noFill/>
        </p:spPr>
        <p:txBody>
          <a:bodyPr wrap="none" lIns="0" rIns="0" tIns="0" bIns="0" anchor="ctr">
            <a:spAutoFit/>
          </a:bodyPr>
          <a:lstStyle/>
          <a:p>
            <a:pPr algn="r"/>
            <a:r>
              <a:rPr sz="900" b="1">
                <a:solidFill>
                  <a:srgbClr val="2E7D32"/>
                </a:solidFill>
                <a:latin typeface="Calibri"/>
              </a:rPr>
              <a:t>+250</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Distribution Channel</a:t>
            </a:r>
          </a:p>
        </p:txBody>
      </p:sp>
      <p:sp>
        <p:nvSpPr>
          <p:cNvPr id="42" name="Rectangle 41"/>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9.2% over the forecast period. In terms of value share by distribution channel, the online marketplaces segment is expected to dominate the market, gaining 250 BPS and accounting for 21.1% share by 2036.</a:t>
            </a:r>
          </a:p>
          <a:p>
            <a:pPr algn="l">
              <a:lnSpc>
                <a:spcPct val="110000"/>
              </a:lnSpc>
              <a:spcBef>
                <a:spcPts val="0"/>
              </a:spcBef>
              <a:spcAft>
                <a:spcPts val="500"/>
              </a:spcAft>
            </a:pPr>
            <a:r>
              <a:rPr sz="1150" b="0">
                <a:solidFill>
                  <a:srgbClr val="2E2E2E"/>
                </a:solidFill>
                <a:latin typeface="Calibri"/>
              </a:rPr>
              <a:t>The mass retail segment is expected to lose 230 BPS over the forecast period to account for 20.0%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295.0</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542.1</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283.0</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634.6</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8.4%</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256.1</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631.2</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9.4%</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246.0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572.1</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8.8%</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243.2</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512.4</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7.7%</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242.9</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486.4</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7.2%</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204.6</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392.9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6.7%</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9.4% over the forecast period. In terms of value share by primary styling benefit, the smoothing and frizz control segment is expected to dominate the market, gaining 84 BPS and accounting for 16.8%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Hold and Shape: </a:t>
            </a:r>
            <a:r>
              <a:rPr sz="1100" b="0">
                <a:solidFill>
                  <a:srgbClr val="2E2E2E"/>
                </a:solidFill>
                <a:latin typeface="Calibri"/>
              </a:rPr>
              <a:t>17% of 2026 value · 6.3%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Smoothing and Frizz Control: </a:t>
            </a:r>
            <a:r>
              <a:rPr sz="1100" b="0">
                <a:solidFill>
                  <a:srgbClr val="2E2E2E"/>
                </a:solidFill>
                <a:latin typeface="Calibri"/>
              </a:rPr>
              <a:t>16% of 2026 value · 8.4%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14% of 2026 value · 9.4%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8.8%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14% of 2026 value · 7.7%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14% of 2026 value · 7.2%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6.7%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7.9%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South Asia &amp; Pacific hair styling products market in terms of value over the forecast period. Curl definition and smoothing and frizz control exhibit a CAGR index of 120.2 and 107.1 and a market share index of 101.2 and 111.9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2.5X in terms of value as compared to 2026. The curl definition segment is expected to create an incremental opportunity of US$ 375.2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US$ 351.6 Mn for the overall hair styling products market from 2026 to 2036. The heat styling support segment is expected to create an incremental opportunity of US$ 326.0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9.4%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84 BPS and accounting for 16.8% share by 2036. The hold and shape segment is expected to lose 229 BPS over the forecast period to account for 14.4%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940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046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84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890359"/>
            <a:ext cx="514350" cy="123825"/>
          </a:xfrm>
          <a:prstGeom prst="rect">
            <a:avLst/>
          </a:prstGeom>
          <a:noFill/>
        </p:spPr>
        <p:txBody>
          <a:bodyPr wrap="none" lIns="0" rIns="0" tIns="0" bIns="0" anchor="ctr">
            <a:spAutoFit/>
          </a:bodyPr>
          <a:lstStyle/>
          <a:p>
            <a:pPr algn="r"/>
            <a:r>
              <a:rPr sz="900" b="1">
                <a:solidFill>
                  <a:srgbClr val="E44D3A"/>
                </a:solidFill>
                <a:latin typeface="Calibri"/>
              </a:rPr>
              <a:t>-114</a:t>
            </a:r>
          </a:p>
        </p:txBody>
      </p:sp>
      <p:sp>
        <p:nvSpPr>
          <p:cNvPr id="20" name="FMI Legend Chip"/>
          <p:cNvSpPr/>
          <p:nvPr/>
        </p:nvSpPr>
        <p:spPr>
          <a:xfrm>
            <a:off x="4928997" y="244240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376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14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23350"/>
            <a:ext cx="514350" cy="123825"/>
          </a:xfrm>
          <a:prstGeom prst="rect">
            <a:avLst/>
          </a:prstGeom>
          <a:noFill/>
        </p:spPr>
        <p:txBody>
          <a:bodyPr wrap="none" lIns="0" rIns="0" tIns="0" bIns="0" anchor="ctr">
            <a:spAutoFit/>
          </a:bodyPr>
          <a:lstStyle/>
          <a:p>
            <a:pPr algn="r"/>
            <a:r>
              <a:rPr sz="900" b="1">
                <a:solidFill>
                  <a:srgbClr val="E44D3A"/>
                </a:solidFill>
                <a:latin typeface="Calibri"/>
              </a:rPr>
              <a:t>-82</a:t>
            </a:r>
          </a:p>
        </p:txBody>
      </p:sp>
      <p:sp>
        <p:nvSpPr>
          <p:cNvPr id="24" name="FMI Legend Chip"/>
          <p:cNvSpPr/>
          <p:nvPr/>
        </p:nvSpPr>
        <p:spPr>
          <a:xfrm>
            <a:off x="4928997" y="304782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4306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68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27" name="BPS Value 3"/>
          <p:cNvSpPr txBox="1"/>
          <p:nvPr/>
        </p:nvSpPr>
        <p:spPr>
          <a:xfrm>
            <a:off x="6896100" y="3028773"/>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28" name="FMI Legend Chip"/>
          <p:cNvSpPr/>
          <p:nvPr/>
        </p:nvSpPr>
        <p:spPr>
          <a:xfrm>
            <a:off x="4928997" y="368700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822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6060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31" name="BPS Value 4"/>
          <p:cNvSpPr txBox="1"/>
          <p:nvPr/>
        </p:nvSpPr>
        <p:spPr>
          <a:xfrm>
            <a:off x="6896100" y="3667959"/>
            <a:ext cx="514350" cy="123825"/>
          </a:xfrm>
          <a:prstGeom prst="rect">
            <a:avLst/>
          </a:prstGeom>
          <a:noFill/>
        </p:spPr>
        <p:txBody>
          <a:bodyPr wrap="none" lIns="0" rIns="0" tIns="0" bIns="0" anchor="ctr">
            <a:spAutoFit/>
          </a:bodyPr>
          <a:lstStyle/>
          <a:p>
            <a:pPr algn="r"/>
            <a:r>
              <a:rPr sz="900" b="1">
                <a:solidFill>
                  <a:srgbClr val="E44D3A"/>
                </a:solidFill>
                <a:latin typeface="Calibri"/>
              </a:rPr>
              <a:t>-229</a:t>
            </a:r>
          </a:p>
        </p:txBody>
      </p:sp>
      <p:sp>
        <p:nvSpPr>
          <p:cNvPr id="32" name="FMI Legend Chip"/>
          <p:cNvSpPr/>
          <p:nvPr/>
        </p:nvSpPr>
        <p:spPr>
          <a:xfrm>
            <a:off x="4928997" y="436235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5759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813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343305"/>
            <a:ext cx="514350" cy="123825"/>
          </a:xfrm>
          <a:prstGeom prst="rect">
            <a:avLst/>
          </a:prstGeom>
          <a:noFill/>
        </p:spPr>
        <p:txBody>
          <a:bodyPr wrap="none" lIns="0" rIns="0" tIns="0" bIns="0" anchor="ctr">
            <a:spAutoFit/>
          </a:bodyPr>
          <a:lstStyle/>
          <a:p>
            <a:pPr algn="r"/>
            <a:r>
              <a:rPr sz="900" b="1">
                <a:solidFill>
                  <a:srgbClr val="2E7D32"/>
                </a:solidFill>
                <a:latin typeface="Calibri"/>
              </a:rPr>
              <a:t>+127</a:t>
            </a:r>
          </a:p>
        </p:txBody>
      </p:sp>
      <p:sp>
        <p:nvSpPr>
          <p:cNvPr id="36" name="FMI Legend Chip"/>
          <p:cNvSpPr/>
          <p:nvPr/>
        </p:nvSpPr>
        <p:spPr>
          <a:xfrm>
            <a:off x="4928997" y="50917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8695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0107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72665"/>
            <a:ext cx="514350" cy="123825"/>
          </a:xfrm>
          <a:prstGeom prst="rect">
            <a:avLst/>
          </a:prstGeom>
          <a:noFill/>
        </p:spPr>
        <p:txBody>
          <a:bodyPr wrap="none" lIns="0" rIns="0" tIns="0" bIns="0" anchor="ctr">
            <a:spAutoFit/>
          </a:bodyPr>
          <a:lstStyle/>
          <a:p>
            <a:pPr algn="r"/>
            <a:r>
              <a:rPr sz="900" b="1">
                <a:solidFill>
                  <a:srgbClr val="2E7D32"/>
                </a:solidFill>
                <a:latin typeface="Calibri"/>
              </a:rPr>
              <a:t>+228</a:t>
            </a:r>
          </a:p>
        </p:txBody>
      </p:sp>
      <p:sp>
        <p:nvSpPr>
          <p:cNvPr id="40" name="FMI Legend Chip"/>
          <p:cNvSpPr/>
          <p:nvPr/>
        </p:nvSpPr>
        <p:spPr>
          <a:xfrm>
            <a:off x="4928997" y="585898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542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780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39934"/>
            <a:ext cx="514350" cy="123825"/>
          </a:xfrm>
          <a:prstGeom prst="rect">
            <a:avLst/>
          </a:prstGeom>
          <a:noFill/>
        </p:spPr>
        <p:txBody>
          <a:bodyPr wrap="none" lIns="0" rIns="0" tIns="0" bIns="0" anchor="ctr">
            <a:spAutoFit/>
          </a:bodyPr>
          <a:lstStyle/>
          <a:p>
            <a:pPr algn="r"/>
            <a:r>
              <a:rPr sz="900" b="1">
                <a:solidFill>
                  <a:srgbClr val="2E7D32"/>
                </a:solidFill>
                <a:latin typeface="Calibri"/>
              </a:rPr>
              <a:t>+84</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Primary Styling Benefit</a:t>
            </a:r>
          </a:p>
        </p:txBody>
      </p:sp>
      <p:sp>
        <p:nvSpPr>
          <p:cNvPr id="46" name="Rectangle 45"/>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9.4% over the forecast period. In terms of value share by primary styling benefit, the smoothing and frizz control segment is expected to dominate the market, gaining 84 BPS and accounting for 16.8% share by 2036.</a:t>
            </a:r>
          </a:p>
          <a:p>
            <a:pPr algn="l">
              <a:lnSpc>
                <a:spcPct val="110000"/>
              </a:lnSpc>
              <a:spcBef>
                <a:spcPts val="0"/>
              </a:spcBef>
              <a:spcAft>
                <a:spcPts val="500"/>
              </a:spcAft>
            </a:pPr>
            <a:r>
              <a:rPr sz="1150" b="0">
                <a:solidFill>
                  <a:srgbClr val="2E2E2E"/>
                </a:solidFill>
                <a:latin typeface="Calibri"/>
              </a:rPr>
              <a:t>The hold and shape segment is expected to lose 229 BPS over the forecast period to account for 14.4%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376.8</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728.1</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6.8%</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376.4</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760.3</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359.2</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761.2</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336.9</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763.4</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321.6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758.9</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9.0%</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9.0% over the forecast period. In terms of value share by hair type targeted, the curly hair segment is expected to dominate the market, gaining 122 BPS and accounting for 20.2% share by 2036.</a:t>
            </a:r>
          </a:p>
          <a:p>
            <a:pPr algn="l">
              <a:lnSpc>
                <a:spcPct val="110000"/>
              </a:lnSpc>
              <a:spcBef>
                <a:spcPts val="0"/>
              </a:spcBef>
              <a:spcAft>
                <a:spcPts val="500"/>
              </a:spcAft>
            </a:pPr>
            <a:r>
              <a:rPr sz="1100" b="0">
                <a:solidFill>
                  <a:srgbClr val="2E2E2E"/>
                </a:solidFill>
                <a:latin typeface="Calibri"/>
              </a:rPr>
              <a:t>Curly hair segment is projected to register 1.0X higher value than wavy hair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Straight Hair: </a:t>
            </a:r>
            <a:r>
              <a:rPr sz="1100" b="0">
                <a:solidFill>
                  <a:srgbClr val="2E2E2E"/>
                </a:solidFill>
                <a:latin typeface="Calibri"/>
              </a:rPr>
              <a:t>21% of 2026 value · 6.8%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All Hair Types: </a:t>
            </a:r>
            <a:r>
              <a:rPr sz="1100" b="0">
                <a:solidFill>
                  <a:srgbClr val="2E2E2E"/>
                </a:solidFill>
                <a:latin typeface="Calibri"/>
              </a:rPr>
              <a:t>21%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7.8%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Curly Hair: </a:t>
            </a:r>
            <a:r>
              <a:rPr sz="1100" b="0">
                <a:solidFill>
                  <a:srgbClr val="2E2E2E"/>
                </a:solidFill>
                <a:latin typeface="Calibri"/>
              </a:rPr>
              <a:t>19% of 2026 value · 8.5%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Coily Hair: </a:t>
            </a:r>
            <a:r>
              <a:rPr sz="1100" b="0">
                <a:solidFill>
                  <a:srgbClr val="2E2E2E"/>
                </a:solidFill>
                <a:latin typeface="Calibri"/>
              </a:rPr>
              <a:t>18% of 2026 value · 9.0% CAGR grows fastest.</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7.9%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South Asia &amp; Pacific hair styling products market in terms of value over the forecast period. Coily hair and curly hair exhibit a CAGR index of 114.1 and 108.6 and a market share index of 90.8 and 95.1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Straight Hair</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Wavy Hair</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Curly Hair</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Coily Hair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2.4X in terms of value as compared to 2026. The coily hair segment is expected to create an incremental opportunity of US$ 437.2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US$ 426.6 Mn for the overall hair styling products market from 2026 to 2036. The wavy hair segment is expected to create an incremental opportunity of US$ 401.9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Curly hair segment is projected to register 1.0X higher value than wavy hair segment in 2036. Among hair styling products by hair type targeted, coily hair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curly hair segment is expected to dominate the market, gaining 122 BPS and accounting for 20.2% share by 2036. The straight hair segment is expected to lose 197 BPS over the forecast period to account for 19.3%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25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078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16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93530"/>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01386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091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329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23" name="BPS Value 2"/>
          <p:cNvSpPr txBox="1"/>
          <p:nvPr/>
        </p:nvSpPr>
        <p:spPr>
          <a:xfrm>
            <a:off x="6896100" y="2994817"/>
            <a:ext cx="514350" cy="123825"/>
          </a:xfrm>
          <a:prstGeom prst="rect">
            <a:avLst/>
          </a:prstGeom>
          <a:noFill/>
        </p:spPr>
        <p:txBody>
          <a:bodyPr wrap="none" lIns="0" rIns="0" tIns="0" bIns="0" anchor="ctr">
            <a:spAutoFit/>
          </a:bodyPr>
          <a:lstStyle/>
          <a:p>
            <a:pPr algn="r"/>
            <a:r>
              <a:rPr sz="900" b="1">
                <a:solidFill>
                  <a:srgbClr val="2E7D32"/>
                </a:solidFill>
                <a:latin typeface="Calibri"/>
              </a:rPr>
              <a:t>+196</a:t>
            </a:r>
          </a:p>
        </p:txBody>
      </p:sp>
      <p:sp>
        <p:nvSpPr>
          <p:cNvPr id="24" name="FMI Legend Chip"/>
          <p:cNvSpPr/>
          <p:nvPr/>
        </p:nvSpPr>
        <p:spPr>
          <a:xfrm>
            <a:off x="4928997" y="393464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298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536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27" name="BPS Value 3"/>
          <p:cNvSpPr txBox="1"/>
          <p:nvPr/>
        </p:nvSpPr>
        <p:spPr>
          <a:xfrm>
            <a:off x="6896100" y="3915594"/>
            <a:ext cx="514350" cy="123825"/>
          </a:xfrm>
          <a:prstGeom prst="rect">
            <a:avLst/>
          </a:prstGeom>
          <a:noFill/>
        </p:spPr>
        <p:txBody>
          <a:bodyPr wrap="none" lIns="0" rIns="0" tIns="0" bIns="0" anchor="ctr">
            <a:spAutoFit/>
          </a:bodyPr>
          <a:lstStyle/>
          <a:p>
            <a:pPr algn="r"/>
            <a:r>
              <a:rPr sz="900" b="1">
                <a:solidFill>
                  <a:srgbClr val="E44D3A"/>
                </a:solidFill>
                <a:latin typeface="Calibri"/>
              </a:rPr>
              <a:t>-110</a:t>
            </a:r>
          </a:p>
        </p:txBody>
      </p:sp>
      <p:sp>
        <p:nvSpPr>
          <p:cNvPr id="28" name="FMI Legend Chip"/>
          <p:cNvSpPr/>
          <p:nvPr/>
        </p:nvSpPr>
        <p:spPr>
          <a:xfrm>
            <a:off x="4928997" y="485682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8520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758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31" name="BPS Value 4"/>
          <p:cNvSpPr txBox="1"/>
          <p:nvPr/>
        </p:nvSpPr>
        <p:spPr>
          <a:xfrm>
            <a:off x="6896100" y="4837771"/>
            <a:ext cx="514350" cy="123825"/>
          </a:xfrm>
          <a:prstGeom prst="rect">
            <a:avLst/>
          </a:prstGeom>
          <a:noFill/>
        </p:spPr>
        <p:txBody>
          <a:bodyPr wrap="none" lIns="0" rIns="0" tIns="0" bIns="0" anchor="ctr">
            <a:spAutoFit/>
          </a:bodyPr>
          <a:lstStyle/>
          <a:p>
            <a:pPr algn="r"/>
            <a:r>
              <a:rPr sz="900" b="1">
                <a:solidFill>
                  <a:srgbClr val="E44D3A"/>
                </a:solidFill>
                <a:latin typeface="Calibri"/>
              </a:rPr>
              <a:t>-10</a:t>
            </a:r>
          </a:p>
        </p:txBody>
      </p:sp>
      <p:sp>
        <p:nvSpPr>
          <p:cNvPr id="32" name="FMI Legend Chip"/>
          <p:cNvSpPr/>
          <p:nvPr/>
        </p:nvSpPr>
        <p:spPr>
          <a:xfrm>
            <a:off x="4928997" y="57809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761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999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35" name="BPS Value 5"/>
          <p:cNvSpPr txBox="1"/>
          <p:nvPr/>
        </p:nvSpPr>
        <p:spPr>
          <a:xfrm>
            <a:off x="6896100" y="5761861"/>
            <a:ext cx="514350" cy="123825"/>
          </a:xfrm>
          <a:prstGeom prst="rect">
            <a:avLst/>
          </a:prstGeom>
          <a:noFill/>
        </p:spPr>
        <p:txBody>
          <a:bodyPr wrap="none" lIns="0" rIns="0" tIns="0" bIns="0" anchor="ctr">
            <a:spAutoFit/>
          </a:bodyPr>
          <a:lstStyle/>
          <a:p>
            <a:pPr algn="r"/>
            <a:r>
              <a:rPr sz="900" b="1">
                <a:solidFill>
                  <a:srgbClr val="2E7D32"/>
                </a:solidFill>
                <a:latin typeface="Calibri"/>
              </a:rPr>
              <a:t>+122</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Hair Type Targeted</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9.0% over the forecast period. In terms of value share by hair type targeted, the curly hair segment is expected to dominate the market, gaining 122 BPS and accounting for 20.2% share by 2036.</a:t>
            </a:r>
          </a:p>
          <a:p>
            <a:pPr algn="l">
              <a:lnSpc>
                <a:spcPct val="110000"/>
              </a:lnSpc>
              <a:spcBef>
                <a:spcPts val="0"/>
              </a:spcBef>
              <a:spcAft>
                <a:spcPts val="500"/>
              </a:spcAft>
            </a:pPr>
            <a:r>
              <a:rPr sz="1150" b="0">
                <a:solidFill>
                  <a:srgbClr val="2E2E2E"/>
                </a:solidFill>
                <a:latin typeface="Calibri"/>
              </a:rPr>
              <a:t>The straight hair segment is expected to lose 197 BPS over the forecast period to account for 19.3%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459.9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905.2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445.4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981.4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441.9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906.5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423.7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978.7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8.7% over the forecast period. In terms of value share by ingredient technology, the texture and volume additives segment is expected to dominate the market, gaining 87 BPS and accounting for 26.0% share by 2036.</a:t>
            </a:r>
          </a:p>
          <a:p>
            <a:pPr algn="l">
              <a:lnSpc>
                <a:spcPct val="110000"/>
              </a:lnSpc>
              <a:spcBef>
                <a:spcPts val="0"/>
              </a:spcBef>
              <a:spcAft>
                <a:spcPts val="500"/>
              </a:spcAft>
            </a:pPr>
            <a:r>
              <a:rPr sz="1100" b="0">
                <a:solidFill>
                  <a:srgbClr val="2E2E2E"/>
                </a:solidFill>
                <a:latin typeface="Calibri"/>
              </a:rPr>
              <a:t>Texture and volume additives segment is projected to register 1.0X higher value than waxes and structuring agents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8.2%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8.7%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7.9%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South Asia &amp; Pacific hair styling products market in terms of value over the forecast period. Waxes and structuring agents and texture and volume additives exhibit a CAGR index of 111.2 and 104.7 and a market share index of 95.7 and 100.6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Texture and volume additives segment is projected to register 1.0X higher value than waxes and structuring agents segment in 2036. Among hair styling products by ingredient technology, waxes and structuring agents segment is expected to witness the highest CAGR of 8.7%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texture and volume additives segment is expected to dominate the market, gaining 87 BPS and accounting for 26.0% share by 2036. The film-forming and fixative polymers segment is expected to lose 197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993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517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89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19" name="BPS Value 1"/>
          <p:cNvSpPr txBox="1"/>
          <p:nvPr/>
        </p:nvSpPr>
        <p:spPr>
          <a:xfrm>
            <a:off x="6896100" y="2200888"/>
            <a:ext cx="514350" cy="123825"/>
          </a:xfrm>
          <a:prstGeom prst="rect">
            <a:avLst/>
          </a:prstGeom>
          <a:noFill/>
        </p:spPr>
        <p:txBody>
          <a:bodyPr wrap="none" lIns="0" rIns="0" tIns="0" bIns="0" anchor="ctr">
            <a:spAutoFit/>
          </a:bodyPr>
          <a:lstStyle/>
          <a:p>
            <a:pPr algn="r"/>
            <a:r>
              <a:rPr sz="900" b="1">
                <a:solidFill>
                  <a:srgbClr val="E44D3A"/>
                </a:solidFill>
                <a:latin typeface="Calibri"/>
              </a:rPr>
              <a:t>-197</a:t>
            </a:r>
          </a:p>
        </p:txBody>
      </p:sp>
      <p:sp>
        <p:nvSpPr>
          <p:cNvPr id="20" name="FMI Legend Chip"/>
          <p:cNvSpPr/>
          <p:nvPr/>
        </p:nvSpPr>
        <p:spPr>
          <a:xfrm>
            <a:off x="4928997" y="331807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33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71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23" name="BPS Value 2"/>
          <p:cNvSpPr txBox="1"/>
          <p:nvPr/>
        </p:nvSpPr>
        <p:spPr>
          <a:xfrm>
            <a:off x="6896100" y="3299027"/>
            <a:ext cx="514350" cy="123825"/>
          </a:xfrm>
          <a:prstGeom prst="rect">
            <a:avLst/>
          </a:prstGeom>
          <a:noFill/>
        </p:spPr>
        <p:txBody>
          <a:bodyPr wrap="none" lIns="0" rIns="0" tIns="0" bIns="0" anchor="ctr">
            <a:spAutoFit/>
          </a:bodyPr>
          <a:lstStyle/>
          <a:p>
            <a:pPr algn="r"/>
            <a:r>
              <a:rPr sz="900" b="1">
                <a:solidFill>
                  <a:srgbClr val="E44D3A"/>
                </a:solidFill>
                <a:latin typeface="Calibri"/>
              </a:rPr>
              <a:t>-92</a:t>
            </a:r>
          </a:p>
        </p:txBody>
      </p:sp>
      <p:sp>
        <p:nvSpPr>
          <p:cNvPr id="24" name="FMI Legend Chip"/>
          <p:cNvSpPr/>
          <p:nvPr/>
        </p:nvSpPr>
        <p:spPr>
          <a:xfrm>
            <a:off x="4928997" y="446073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59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97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27" name="BPS Value 3"/>
          <p:cNvSpPr txBox="1"/>
          <p:nvPr/>
        </p:nvSpPr>
        <p:spPr>
          <a:xfrm>
            <a:off x="6896100" y="4441683"/>
            <a:ext cx="514350" cy="123825"/>
          </a:xfrm>
          <a:prstGeom prst="rect">
            <a:avLst/>
          </a:prstGeom>
          <a:noFill/>
        </p:spPr>
        <p:txBody>
          <a:bodyPr wrap="none" lIns="0" rIns="0" tIns="0" bIns="0" anchor="ctr">
            <a:spAutoFit/>
          </a:bodyPr>
          <a:lstStyle/>
          <a:p>
            <a:pPr algn="r"/>
            <a:r>
              <a:rPr sz="900" b="1">
                <a:solidFill>
                  <a:srgbClr val="2E7D32"/>
                </a:solidFill>
                <a:latin typeface="Calibri"/>
              </a:rPr>
              <a:t>+202</a:t>
            </a:r>
          </a:p>
        </p:txBody>
      </p:sp>
      <p:sp>
        <p:nvSpPr>
          <p:cNvPr id="28" name="FMI Legend Chip"/>
          <p:cNvSpPr/>
          <p:nvPr/>
        </p:nvSpPr>
        <p:spPr>
          <a:xfrm>
            <a:off x="4928997" y="56487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40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78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31" name="BPS Value 4"/>
          <p:cNvSpPr txBox="1"/>
          <p:nvPr/>
        </p:nvSpPr>
        <p:spPr>
          <a:xfrm>
            <a:off x="6896100" y="5629735"/>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Ingredient Technology</a:t>
            </a:r>
          </a:p>
        </p:txBody>
      </p:sp>
      <p:sp>
        <p:nvSpPr>
          <p:cNvPr id="34" name="Rectangle 33"/>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8.7% over the forecast period. In terms of value share by ingredient technology, the texture and volume additives segment is expected to dominate the market, gaining 87 BPS and accounting for 26.0%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197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3228975"/>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80721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112010"/>
            <a:ext cx="7239000" cy="971550"/>
          </a:xfrm>
          <a:prstGeom prst="rect">
            <a:avLst/>
          </a:prstGeom>
          <a:noFill/>
        </p:spPr>
        <p:txBody>
          <a:bodyPr wrap="square" lIns="0" rIns="0" tIns="0">
            <a:spAutoFit/>
          </a:bodyPr>
          <a:lstStyle/>
          <a:p>
            <a:r>
              <a:rPr sz="3000" b="1" cap="all" spc="400">
                <a:solidFill>
                  <a:srgbClr val="FFFFFF"/>
                </a:solidFill>
                <a:latin typeface="Calibri"/>
              </a:rPr>
              <a:t>Middle East &amp; Africa Market Outlook</a:t>
            </a:r>
          </a:p>
        </p:txBody>
      </p:sp>
      <p:sp>
        <p:nvSpPr>
          <p:cNvPr id="7" name="TextBox 6"/>
          <p:cNvSpPr txBox="1"/>
          <p:nvPr/>
        </p:nvSpPr>
        <p:spPr>
          <a:xfrm>
            <a:off x="914400" y="3274060"/>
            <a:ext cx="7124700" cy="32054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Middle East &amp; Africa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Middle East &amp; Africa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By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(MN UNITS)</a:t>
            </a:r>
          </a:p>
          <a:p>
            <a:pPr algn="ctr">
              <a:lnSpc>
                <a:spcPct val="95000"/>
              </a:lnSpc>
            </a:pPr>
            <a:r>
              <a:rPr sz="1500" b="1">
                <a:solidFill>
                  <a:srgbClr val="0E72AE"/>
                </a:solidFill>
                <a:latin typeface="Calibri"/>
              </a:rPr>
              <a:t>581.3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1,045</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4.6%</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Middle East &amp; Africa hair styling products market is projected to register 1.9X increase in volume by the end of forecast period, 2036. Middle East &amp; Africa hair styling products market volume stood at 554.3 Mn Units in 2025 and is expected to reach 1,045 Mn Units by 2036 end, at a CAGR of 6.0%.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GCC'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'Creams and Lotions'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Format  ·  range across 2021–2036 (US$/Units)</a:t>
            </a:r>
          </a:p>
        </p:txBody>
      </p:sp>
      <p:cxnSp>
        <p:nvCxnSpPr>
          <p:cNvPr id="13" name="Connector 12"/>
          <p:cNvCxnSpPr/>
          <p:nvPr/>
        </p:nvCxnSpPr>
        <p:spPr>
          <a:xfrm>
            <a:off x="657225" y="310071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68877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27683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86488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64777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10071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6887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2768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86488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03404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0.778</a:t>
            </a:r>
          </a:p>
        </p:txBody>
      </p:sp>
      <p:sp>
        <p:nvSpPr>
          <p:cNvPr id="25" name="FMI Scale tick"/>
          <p:cNvSpPr txBox="1"/>
          <p:nvPr/>
        </p:nvSpPr>
        <p:spPr>
          <a:xfrm>
            <a:off x="219075" y="2210155"/>
            <a:ext cx="381000" cy="133350"/>
          </a:xfrm>
          <a:prstGeom prst="rect">
            <a:avLst/>
          </a:prstGeom>
          <a:noFill/>
        </p:spPr>
        <p:txBody>
          <a:bodyPr wrap="none" lIns="0" rIns="0" tIns="0" bIns="0" anchor="ctr">
            <a:spAutoFit/>
          </a:bodyPr>
          <a:lstStyle/>
          <a:p>
            <a:pPr algn="r"/>
            <a:r>
              <a:rPr sz="1100" b="0">
                <a:solidFill>
                  <a:srgbClr val="6C7A89"/>
                </a:solidFill>
                <a:latin typeface="Calibri"/>
              </a:rPr>
              <a:t>2.09</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3.39</a:t>
            </a:r>
          </a:p>
        </p:txBody>
      </p:sp>
      <p:cxnSp>
        <p:nvCxnSpPr>
          <p:cNvPr id="27" name="Connector 26"/>
          <p:cNvCxnSpPr/>
          <p:nvPr/>
        </p:nvCxnSpPr>
        <p:spPr>
          <a:xfrm flipV="1">
            <a:off x="1095375" y="2417598"/>
            <a:ext cx="0" cy="16086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963930" y="257846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63930" y="241759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876300" y="2483878"/>
            <a:ext cx="438150" cy="8344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876300" y="253408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6519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1.68</a:t>
            </a:r>
          </a:p>
        </p:txBody>
      </p:sp>
      <p:cxnSp>
        <p:nvCxnSpPr>
          <p:cNvPr id="33" name="Connector 32"/>
          <p:cNvCxnSpPr/>
          <p:nvPr/>
        </p:nvCxnSpPr>
        <p:spPr>
          <a:xfrm flipV="1">
            <a:off x="1971675" y="2803364"/>
            <a:ext cx="0" cy="10623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840230" y="29095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1840230" y="280336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752600" y="2847163"/>
            <a:ext cx="438150" cy="5458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1752600" y="287976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1533525" y="265096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1.13</a:t>
            </a:r>
          </a:p>
        </p:txBody>
      </p:sp>
      <p:cxnSp>
        <p:nvCxnSpPr>
          <p:cNvPr id="39" name="Connector 38"/>
          <p:cNvCxnSpPr/>
          <p:nvPr/>
        </p:nvCxnSpPr>
        <p:spPr>
          <a:xfrm flipV="1">
            <a:off x="2847975" y="2823521"/>
            <a:ext cx="0" cy="8706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2716530" y="291058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2716530" y="282352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628900" y="2859029"/>
            <a:ext cx="438150" cy="4529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2628900" y="28858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409825" y="267112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1.12</a:t>
            </a:r>
          </a:p>
        </p:txBody>
      </p:sp>
      <p:cxnSp>
        <p:nvCxnSpPr>
          <p:cNvPr id="45" name="Connector 44"/>
          <p:cNvCxnSpPr/>
          <p:nvPr/>
        </p:nvCxnSpPr>
        <p:spPr>
          <a:xfrm flipV="1">
            <a:off x="3724275" y="2481041"/>
            <a:ext cx="0" cy="13973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592830" y="26207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592830" y="248104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3505200" y="2540309"/>
            <a:ext cx="438150" cy="7102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3505200" y="25824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286125" y="232864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1.60</a:t>
            </a:r>
          </a:p>
        </p:txBody>
      </p:sp>
      <p:cxnSp>
        <p:nvCxnSpPr>
          <p:cNvPr id="51" name="Connector 50"/>
          <p:cNvCxnSpPr/>
          <p:nvPr/>
        </p:nvCxnSpPr>
        <p:spPr>
          <a:xfrm flipV="1">
            <a:off x="4600575" y="2109461"/>
            <a:ext cx="0" cy="23305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469130" y="234251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4469130" y="210946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4381500" y="2202964"/>
            <a:ext cx="438150" cy="12199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5" name="Connector 54"/>
          <p:cNvCxnSpPr/>
          <p:nvPr/>
        </p:nvCxnSpPr>
        <p:spPr>
          <a:xfrm>
            <a:off x="4381500" y="227400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4162425" y="1957061"/>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2.09</a:t>
            </a:r>
          </a:p>
        </p:txBody>
      </p:sp>
      <p:cxnSp>
        <p:nvCxnSpPr>
          <p:cNvPr id="57" name="Connector 56"/>
          <p:cNvCxnSpPr/>
          <p:nvPr/>
        </p:nvCxnSpPr>
        <p:spPr>
          <a:xfrm flipV="1">
            <a:off x="5476875" y="2312533"/>
            <a:ext cx="0" cy="1511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345430" y="24637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345430" y="23125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257800" y="2370829"/>
            <a:ext cx="438150" cy="7964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5257800" y="241683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5038725" y="216013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1.86</a:t>
            </a:r>
          </a:p>
        </p:txBody>
      </p:sp>
      <p:cxnSp>
        <p:nvCxnSpPr>
          <p:cNvPr id="63" name="Connector 62"/>
          <p:cNvCxnSpPr/>
          <p:nvPr/>
        </p:nvCxnSpPr>
        <p:spPr>
          <a:xfrm flipV="1">
            <a:off x="6353175" y="1643073"/>
            <a:ext cx="0" cy="23831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6221730" y="188138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6221730" y="16430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134100" y="1740935"/>
            <a:ext cx="438150" cy="12150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6134100" y="181311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5915025" y="1490673"/>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2.82</a:t>
            </a:r>
          </a:p>
        </p:txBody>
      </p:sp>
      <p:cxnSp>
        <p:nvCxnSpPr>
          <p:cNvPr id="69" name="Connector 68"/>
          <p:cNvCxnSpPr/>
          <p:nvPr/>
        </p:nvCxnSpPr>
        <p:spPr>
          <a:xfrm flipV="1">
            <a:off x="7229475" y="1932575"/>
            <a:ext cx="0" cy="21563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7098030" y="214821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7098030" y="193257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7010400" y="2017603"/>
            <a:ext cx="438150" cy="11354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7010400" y="208289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791325" y="1780175"/>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2.39</a:t>
            </a:r>
          </a:p>
        </p:txBody>
      </p:sp>
      <p:sp>
        <p:nvSpPr>
          <p:cNvPr id="75" name="TextBox 74"/>
          <p:cNvSpPr txBox="1"/>
          <p:nvPr/>
        </p:nvSpPr>
        <p:spPr>
          <a:xfrm>
            <a:off x="6572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sp>
        <p:nvSpPr>
          <p:cNvPr id="76" name="TextBox 75"/>
          <p:cNvSpPr txBox="1"/>
          <p:nvPr/>
        </p:nvSpPr>
        <p:spPr>
          <a:xfrm>
            <a:off x="15335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sp>
        <p:nvSpPr>
          <p:cNvPr id="77" name="TextBox 76"/>
          <p:cNvSpPr txBox="1"/>
          <p:nvPr/>
        </p:nvSpPr>
        <p:spPr>
          <a:xfrm>
            <a:off x="24098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sp>
        <p:nvSpPr>
          <p:cNvPr id="78" name="TextBox 77"/>
          <p:cNvSpPr txBox="1"/>
          <p:nvPr/>
        </p:nvSpPr>
        <p:spPr>
          <a:xfrm>
            <a:off x="32861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sp>
        <p:nvSpPr>
          <p:cNvPr id="79" name="TextBox 78"/>
          <p:cNvSpPr txBox="1"/>
          <p:nvPr/>
        </p:nvSpPr>
        <p:spPr>
          <a:xfrm>
            <a:off x="41624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sp>
        <p:nvSpPr>
          <p:cNvPr id="80" name="TextBox 79"/>
          <p:cNvSpPr txBox="1"/>
          <p:nvPr/>
        </p:nvSpPr>
        <p:spPr>
          <a:xfrm>
            <a:off x="50387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sp>
        <p:nvSpPr>
          <p:cNvPr id="81" name="TextBox 80"/>
          <p:cNvSpPr txBox="1"/>
          <p:nvPr/>
        </p:nvSpPr>
        <p:spPr>
          <a:xfrm>
            <a:off x="59150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sp>
        <p:nvSpPr>
          <p:cNvPr id="82" name="TextBox 81"/>
          <p:cNvSpPr txBox="1"/>
          <p:nvPr/>
        </p:nvSpPr>
        <p:spPr>
          <a:xfrm>
            <a:off x="6791325" y="3129290"/>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83" name="Rounded Rectangle 82"/>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Middle East &amp; Africa  ·  2026–2036</a:t>
            </a:r>
          </a:p>
        </p:txBody>
      </p:sp>
      <p:cxnSp>
        <p:nvCxnSpPr>
          <p:cNvPr id="85" name="Connector 84"/>
          <p:cNvCxnSpPr/>
          <p:nvPr/>
        </p:nvCxnSpPr>
        <p:spPr>
          <a:xfrm>
            <a:off x="619125" y="43260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619125" y="475959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8" name="Connector 87"/>
          <p:cNvCxnSpPr/>
          <p:nvPr/>
        </p:nvCxnSpPr>
        <p:spPr>
          <a:xfrm>
            <a:off x="619125" y="562664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619125" y="60601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619125" y="4326066"/>
            <a:ext cx="0" cy="173410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590550" y="43260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590550" y="475959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590550" y="562664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590550" y="60601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96" name="FMI Scale tick"/>
          <p:cNvSpPr txBox="1"/>
          <p:nvPr/>
        </p:nvSpPr>
        <p:spPr>
          <a:xfrm>
            <a:off x="219075" y="4259391"/>
            <a:ext cx="361950" cy="133350"/>
          </a:xfrm>
          <a:prstGeom prst="rect">
            <a:avLst/>
          </a:prstGeom>
          <a:noFill/>
        </p:spPr>
        <p:txBody>
          <a:bodyPr wrap="none" lIns="0" rIns="0" tIns="0" bIns="0" anchor="ctr">
            <a:spAutoFit/>
          </a:bodyPr>
          <a:lstStyle/>
          <a:p>
            <a:pPr algn="r"/>
            <a:r>
              <a:rPr sz="1100" b="0">
                <a:solidFill>
                  <a:srgbClr val="6C7A89"/>
                </a:solidFill>
                <a:latin typeface="Calibri"/>
              </a:rPr>
              <a:t>+71%</a:t>
            </a:r>
          </a:p>
        </p:txBody>
      </p:sp>
      <p:sp>
        <p:nvSpPr>
          <p:cNvPr id="97" name="FMI Scale tick"/>
          <p:cNvSpPr txBox="1"/>
          <p:nvPr/>
        </p:nvSpPr>
        <p:spPr>
          <a:xfrm>
            <a:off x="219075" y="4692916"/>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98"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Middle East &amp; Africa</a:t>
            </a:r>
          </a:p>
        </p:txBody>
      </p:sp>
      <p:sp>
        <p:nvSpPr>
          <p:cNvPr id="99" name="FMI Scale tick"/>
          <p:cNvSpPr txBox="1"/>
          <p:nvPr/>
        </p:nvSpPr>
        <p:spPr>
          <a:xfrm>
            <a:off x="219075" y="5559966"/>
            <a:ext cx="361950" cy="133350"/>
          </a:xfrm>
          <a:prstGeom prst="rect">
            <a:avLst/>
          </a:prstGeom>
          <a:noFill/>
        </p:spPr>
        <p:txBody>
          <a:bodyPr wrap="none" lIns="0" rIns="0" tIns="0" bIns="0" anchor="ctr">
            <a:spAutoFit/>
          </a:bodyPr>
          <a:lstStyle/>
          <a:p>
            <a:pPr algn="r"/>
            <a:r>
              <a:rPr sz="1100" b="0">
                <a:solidFill>
                  <a:srgbClr val="6C7A89"/>
                </a:solidFill>
                <a:latin typeface="Calibri"/>
              </a:rPr>
              <a:t>-35%</a:t>
            </a:r>
          </a:p>
        </p:txBody>
      </p:sp>
      <p:sp>
        <p:nvSpPr>
          <p:cNvPr id="100" name="FMI Scale tick"/>
          <p:cNvSpPr txBox="1"/>
          <p:nvPr/>
        </p:nvSpPr>
        <p:spPr>
          <a:xfrm>
            <a:off x="219075" y="5993491"/>
            <a:ext cx="361950" cy="133350"/>
          </a:xfrm>
          <a:prstGeom prst="rect">
            <a:avLst/>
          </a:prstGeom>
          <a:noFill/>
        </p:spPr>
        <p:txBody>
          <a:bodyPr wrap="none" lIns="0" rIns="0" tIns="0" bIns="0" anchor="ctr">
            <a:spAutoFit/>
          </a:bodyPr>
          <a:lstStyle/>
          <a:p>
            <a:pPr algn="r"/>
            <a:r>
              <a:rPr sz="1100" b="0">
                <a:solidFill>
                  <a:srgbClr val="6C7A89"/>
                </a:solidFill>
                <a:latin typeface="Calibri"/>
              </a:rPr>
              <a:t>-71%</a:t>
            </a:r>
          </a:p>
        </p:txBody>
      </p:sp>
      <p:cxnSp>
        <p:nvCxnSpPr>
          <p:cNvPr id="101" name="Connector 100"/>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893989" y="4569279"/>
            <a:ext cx="457200" cy="62383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MI Data Label"/>
          <p:cNvSpPr txBox="1"/>
          <p:nvPr/>
        </p:nvSpPr>
        <p:spPr>
          <a:xfrm>
            <a:off x="619125" y="442640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+50.9%</a:t>
            </a:r>
          </a:p>
        </p:txBody>
      </p:sp>
      <p:sp>
        <p:nvSpPr>
          <p:cNvPr id="104" name="Rectangle 103"/>
          <p:cNvSpPr/>
          <p:nvPr/>
        </p:nvSpPr>
        <p:spPr>
          <a:xfrm>
            <a:off x="1900918" y="4808600"/>
            <a:ext cx="457200" cy="3845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MI Data Label"/>
          <p:cNvSpPr txBox="1"/>
          <p:nvPr/>
        </p:nvSpPr>
        <p:spPr>
          <a:xfrm>
            <a:off x="1626054" y="466572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+31.4%</a:t>
            </a:r>
          </a:p>
        </p:txBody>
      </p:sp>
      <p:sp>
        <p:nvSpPr>
          <p:cNvPr id="106" name="Rectangle 105"/>
          <p:cNvSpPr/>
          <p:nvPr/>
        </p:nvSpPr>
        <p:spPr>
          <a:xfrm>
            <a:off x="2907846" y="5193116"/>
            <a:ext cx="457200" cy="29854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MI Data Label"/>
          <p:cNvSpPr txBox="1"/>
          <p:nvPr/>
        </p:nvSpPr>
        <p:spPr>
          <a:xfrm>
            <a:off x="2632982" y="5501184"/>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-24.4%</a:t>
            </a:r>
          </a:p>
        </p:txBody>
      </p:sp>
      <p:sp>
        <p:nvSpPr>
          <p:cNvPr id="108" name="Rectangle 107"/>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MI Data Label"/>
          <p:cNvSpPr txBox="1"/>
          <p:nvPr/>
        </p:nvSpPr>
        <p:spPr>
          <a:xfrm>
            <a:off x="3639911" y="4294412"/>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+61.7%</a:t>
            </a:r>
          </a:p>
        </p:txBody>
      </p:sp>
      <p:sp>
        <p:nvSpPr>
          <p:cNvPr id="110" name="Rectangle 109"/>
          <p:cNvSpPr/>
          <p:nvPr/>
        </p:nvSpPr>
        <p:spPr>
          <a:xfrm>
            <a:off x="4921704" y="4823548"/>
            <a:ext cx="457200" cy="36956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MI Data Label"/>
          <p:cNvSpPr txBox="1"/>
          <p:nvPr/>
        </p:nvSpPr>
        <p:spPr>
          <a:xfrm>
            <a:off x="4646839" y="4680673"/>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+30.2%</a:t>
            </a:r>
          </a:p>
        </p:txBody>
      </p:sp>
      <p:sp>
        <p:nvSpPr>
          <p:cNvPr id="112" name="Rectangle 111"/>
          <p:cNvSpPr/>
          <p:nvPr/>
        </p:nvSpPr>
        <p:spPr>
          <a:xfrm>
            <a:off x="5928632" y="5193116"/>
            <a:ext cx="457200" cy="8935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MI Data Label"/>
          <p:cNvSpPr txBox="1"/>
          <p:nvPr/>
        </p:nvSpPr>
        <p:spPr>
          <a:xfrm>
            <a:off x="5653768" y="5291991"/>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-7.3%</a:t>
            </a:r>
          </a:p>
        </p:txBody>
      </p:sp>
      <p:sp>
        <p:nvSpPr>
          <p:cNvPr id="114" name="Rectangle 113"/>
          <p:cNvSpPr/>
          <p:nvPr/>
        </p:nvSpPr>
        <p:spPr>
          <a:xfrm>
            <a:off x="6935561" y="5193116"/>
            <a:ext cx="457200" cy="33460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MI Data Label"/>
          <p:cNvSpPr txBox="1"/>
          <p:nvPr/>
        </p:nvSpPr>
        <p:spPr>
          <a:xfrm>
            <a:off x="6660696" y="5537245"/>
            <a:ext cx="1006929" cy="133350"/>
          </a:xfrm>
          <a:prstGeom prst="rect">
            <a:avLst/>
          </a:prstGeom>
          <a:noFill/>
        </p:spPr>
        <p:txBody>
          <a:bodyPr wrap="square" lIns="28575" rIns="28575" tIns="9525" bIns="9525">
            <a:spAutoFit/>
          </a:bodyPr>
          <a:lstStyle/>
          <a:p>
            <a:pPr algn="ctr"/>
            <a:r>
              <a:rPr sz="1100" b="1">
                <a:solidFill>
                  <a:srgbClr val="2E2E2E"/>
                </a:solidFill>
                <a:latin typeface="Calibri"/>
              </a:rPr>
              <a:t>-27.3%</a:t>
            </a:r>
          </a:p>
        </p:txBody>
      </p:sp>
      <p:sp>
        <p:nvSpPr>
          <p:cNvPr id="116" name="TextBox 115"/>
          <p:cNvSpPr txBox="1"/>
          <p:nvPr/>
        </p:nvSpPr>
        <p:spPr>
          <a:xfrm>
            <a:off x="619125"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UAE</a:t>
            </a:r>
          </a:p>
        </p:txBody>
      </p:sp>
      <p:sp>
        <p:nvSpPr>
          <p:cNvPr id="117" name="TextBox 116"/>
          <p:cNvSpPr txBox="1"/>
          <p:nvPr/>
        </p:nvSpPr>
        <p:spPr>
          <a:xfrm>
            <a:off x="1626054"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Saudi Arabia</a:t>
            </a:r>
          </a:p>
        </p:txBody>
      </p:sp>
      <p:sp>
        <p:nvSpPr>
          <p:cNvPr id="118" name="TextBox 117"/>
          <p:cNvSpPr txBox="1"/>
          <p:nvPr/>
        </p:nvSpPr>
        <p:spPr>
          <a:xfrm>
            <a:off x="2632982"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Turkey</a:t>
            </a:r>
          </a:p>
        </p:txBody>
      </p:sp>
      <p:sp>
        <p:nvSpPr>
          <p:cNvPr id="119" name="TextBox 118"/>
          <p:cNvSpPr txBox="1"/>
          <p:nvPr/>
        </p:nvSpPr>
        <p:spPr>
          <a:xfrm>
            <a:off x="3639911"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Israel</a:t>
            </a:r>
          </a:p>
        </p:txBody>
      </p:sp>
      <p:sp>
        <p:nvSpPr>
          <p:cNvPr id="120" name="TextBox 119"/>
          <p:cNvSpPr txBox="1"/>
          <p:nvPr/>
        </p:nvSpPr>
        <p:spPr>
          <a:xfrm>
            <a:off x="4646839"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GCC</a:t>
            </a:r>
          </a:p>
        </p:txBody>
      </p:sp>
      <p:sp>
        <p:nvSpPr>
          <p:cNvPr id="121" name="TextBox 120"/>
          <p:cNvSpPr txBox="1"/>
          <p:nvPr/>
        </p:nvSpPr>
        <p:spPr>
          <a:xfrm>
            <a:off x="5653768"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South Africa</a:t>
            </a:r>
          </a:p>
        </p:txBody>
      </p:sp>
      <p:sp>
        <p:nvSpPr>
          <p:cNvPr id="122" name="TextBox 121"/>
          <p:cNvSpPr txBox="1"/>
          <p:nvPr/>
        </p:nvSpPr>
        <p:spPr>
          <a:xfrm>
            <a:off x="6660696" y="6242060"/>
            <a:ext cx="1006929" cy="247650"/>
          </a:xfrm>
          <a:prstGeom prst="rect">
            <a:avLst/>
          </a:prstGeom>
          <a:noFill/>
        </p:spPr>
        <p:txBody>
          <a:bodyPr wrap="square" lIns="28575" rIns="28575" tIns="9525" bIns="9525">
            <a:spAutoFit/>
          </a:bodyPr>
          <a:lstStyle/>
          <a:p>
            <a:pPr algn="ctr"/>
            <a:r>
              <a:rPr sz="1100" b="0">
                <a:solidFill>
                  <a:srgbClr val="2E2E2E"/>
                </a:solidFill>
                <a:latin typeface="Calibri"/>
              </a:rPr>
              <a:t>Rest of MEA</a:t>
            </a:r>
          </a:p>
        </p:txBody>
      </p:sp>
      <p:sp>
        <p:nvSpPr>
          <p:cNvPr id="123" name="Rounded Rectangle 12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25" name="Rectangle 12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US$ 3.09 per Unit in 2036. Average selling price of hair styling products is estimated at US$ 1.75 per Unit in 2025 and is projected to increase to US$ 2.03 per Unit by 2036.</a:t>
            </a:r>
          </a:p>
          <a:p>
            <a:pPr algn="l">
              <a:lnSpc>
                <a:spcPct val="110000"/>
              </a:lnSpc>
              <a:spcBef>
                <a:spcPts val="0"/>
              </a:spcBef>
              <a:spcAft>
                <a:spcPts val="500"/>
              </a:spcAft>
            </a:pPr>
            <a:r>
              <a:rPr sz="1150" b="0">
                <a:solidFill>
                  <a:srgbClr val="2E2E2E"/>
                </a:solidFill>
                <a:latin typeface="Calibri"/>
              </a:rPr>
              <a:t>Israel is the highest-priced country, while Turkey is the most price-competitive market. Against the Middle East &amp; Africa price of 1.90 US$/Units, 4 of 7 countries price above and 3 below.</a:t>
            </a:r>
          </a:p>
          <a:p>
            <a:pPr algn="l">
              <a:lnSpc>
                <a:spcPct val="110000"/>
              </a:lnSpc>
              <a:spcBef>
                <a:spcPts val="0"/>
              </a:spcBef>
              <a:spcAft>
                <a:spcPts val="500"/>
              </a:spcAft>
            </a:pPr>
            <a:r>
              <a:rPr sz="1150" b="0">
                <a:solidFill>
                  <a:srgbClr val="2E2E2E"/>
                </a:solidFill>
                <a:latin typeface="Calibri"/>
              </a:rPr>
              <a:t>'Israel' is the dearest at +61.7% versus Middle East &amp; Africa, 'Rest of MEA' the cheapest at -27.3% pointing to premiumisation headroom in the lower-priced countries.</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Middle East &amp; Africa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1,026</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2,122</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Hair styling products market value in Middle East &amp; Africa is expected to increase 2.2X between 2025 and 2036. In 2025, the hair styling products market in Middle East &amp; Africa was valued at US$ 969.3 Mn and is estimated to account for US$ 1,026 Mn by the end of 2026, reflecting a Y-o-Y growth rate of 5.8%.</a:t>
            </a:r>
          </a:p>
          <a:p>
            <a:pPr algn="l">
              <a:lnSpc>
                <a:spcPct val="100000"/>
              </a:lnSpc>
              <a:spcBef>
                <a:spcPts val="0"/>
              </a:spcBef>
              <a:spcAft>
                <a:spcPts val="300"/>
              </a:spcAft>
            </a:pPr>
            <a:r>
              <a:rPr sz="1100" b="0">
                <a:solidFill>
                  <a:srgbClr val="2E2E2E"/>
                </a:solidFill>
                <a:latin typeface="Calibri"/>
              </a:rPr>
              <a:t>The market in Middle East &amp; Africa is expected to account for US$ 2,122 Mn by 2036 at a CAGR of 7.5% over the forecast period. Middle East &amp; Africa is expected to create an incremental opportunity of US$ 1,153 Mn for the overall hair styling products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US$ 56.3 Mn.</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leads regional growth at 8.7%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'Styling Serums and Oils' within Product Format.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Middle East &amp; Africa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5.0%</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7.5%</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419.4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1,096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Hair styling products market value in Middle East &amp; Africa is expected to increase 2.2X between 2025 and 2036. In 2025, the hair styling products market in Middle East &amp; Africa was valued at US$ 969.3 Mn and is estimated to account for US$ 1,026 Mn by the end of 2026, reflecting a Y-o-Y growth rate of 5.8%. The market in Middle East &amp; Africa is expected to account for US$ 2,122 Mn by 2036 at a CAGR of 7.5% over the forecast period.</a:t>
            </a:r>
          </a:p>
          <a:p>
            <a:pPr algn="l">
              <a:lnSpc>
                <a:spcPct val="110000"/>
              </a:lnSpc>
              <a:spcBef>
                <a:spcPts val="0"/>
              </a:spcBef>
              <a:spcAft>
                <a:spcPts val="500"/>
              </a:spcAft>
            </a:pPr>
            <a:r>
              <a:rPr sz="1150" b="0">
                <a:solidFill>
                  <a:srgbClr val="2E2E2E"/>
                </a:solidFill>
                <a:latin typeface="Calibri"/>
              </a:rPr>
              <a:t>Middle East &amp; Africa is expected to create an incremental opportunity of US$ 1,153 Mn for the overall hair styling products market from 2025 to 2036. Absolute $ value for 2026 is estimated to be US$ 56.3 Mn. Middle East &amp; Africa hair styling products market is projected to register 1.9X increase in volume by the end of forecast period, 2036.</a:t>
            </a:r>
          </a:p>
          <a:p>
            <a:pPr algn="l">
              <a:lnSpc>
                <a:spcPct val="110000"/>
              </a:lnSpc>
              <a:spcBef>
                <a:spcPts val="0"/>
              </a:spcBef>
              <a:spcAft>
                <a:spcPts val="500"/>
              </a:spcAft>
            </a:pPr>
            <a:r>
              <a:rPr sz="1150" b="0">
                <a:solidFill>
                  <a:srgbClr val="2E2E2E"/>
                </a:solidFill>
                <a:latin typeface="Calibri"/>
              </a:rPr>
              <a:t>Middle East &amp; Africa hair styling products market volume stood at 554.3 Mn Units in 2025 and is expected to reach 1,045 Mn Units by 2036 end, at a CAGR of 6.0%.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26891"/>
                <a:gridCol w="965533"/>
                <a:gridCol w="658971"/>
                <a:gridCol w="126338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South Africa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1923094" cy="2521620"/>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431</a:t>
            </a:r>
          </a:p>
        </p:txBody>
      </p:sp>
      <p:sp>
        <p:nvSpPr>
          <p:cNvPr id="19" name="Rectangle 18"/>
          <p:cNvSpPr/>
          <p:nvPr/>
        </p:nvSpPr>
        <p:spPr>
          <a:xfrm>
            <a:off x="6133144" y="1293011"/>
            <a:ext cx="1820231" cy="252162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408</a:t>
            </a:r>
          </a:p>
        </p:txBody>
      </p:sp>
      <p:sp>
        <p:nvSpPr>
          <p:cNvPr id="20" name="Rectangle 19"/>
          <p:cNvSpPr/>
          <p:nvPr/>
        </p:nvSpPr>
        <p:spPr>
          <a:xfrm>
            <a:off x="4210050" y="3814631"/>
            <a:ext cx="1310900" cy="2063978"/>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241</a:t>
            </a:r>
          </a:p>
        </p:txBody>
      </p:sp>
      <p:sp>
        <p:nvSpPr>
          <p:cNvPr id="21" name="Rectangle 20"/>
          <p:cNvSpPr/>
          <p:nvPr/>
        </p:nvSpPr>
        <p:spPr>
          <a:xfrm>
            <a:off x="5520950" y="3814631"/>
            <a:ext cx="1253288" cy="2063978"/>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230</a:t>
            </a:r>
          </a:p>
        </p:txBody>
      </p:sp>
      <p:sp>
        <p:nvSpPr>
          <p:cNvPr id="22" name="Rectangle 21"/>
          <p:cNvSpPr/>
          <p:nvPr/>
        </p:nvSpPr>
        <p:spPr>
          <a:xfrm>
            <a:off x="6774237" y="3814631"/>
            <a:ext cx="1179138" cy="206397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216</a:t>
            </a:r>
          </a:p>
        </p:txBody>
      </p:sp>
      <p:sp>
        <p:nvSpPr>
          <p:cNvPr id="23" name="Rounded Rectangle 22"/>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5" name="Chart 24"/>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6" name="Rounded Rectangle 25"/>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7" name="Table 26"/>
          <p:cNvGraphicFramePr>
            <a:graphicFrameLocks noGrp="1"/>
          </p:cNvGraphicFramePr>
          <p:nvPr/>
        </p:nvGraphicFramePr>
        <p:xfrm>
          <a:off x="8096250" y="3547710"/>
          <a:ext cx="3914775" cy="2159450"/>
        </p:xfrm>
        <a:graphic>
          <a:graphicData uri="http://schemas.openxmlformats.org/drawingml/2006/table">
            <a:tbl>
              <a:tblPr>
                <a:tableStyleId>{5C22544A-7EE6-4342-B048-85BDC9FD1C3A}</a:tableStyleId>
              </a:tblPr>
              <a:tblGrid>
                <a:gridCol w="967699"/>
                <a:gridCol w="1135531"/>
                <a:gridCol w="620987"/>
                <a:gridCol w="1190558"/>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Turkey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Israel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r>
            </a:tbl>
          </a:graphicData>
        </a:graphic>
      </p:graphicFrame>
      <p:sp>
        <p:nvSpPr>
          <p:cNvPr id="28" name="TextBox 27"/>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9" name="Rounded Rectangle 28"/>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hair styling products market is projected to register 1.1X higher value than Turkey in 2036. Turkey posts the highest CAGR Index (104), growing at 7.9% against the Middle East &amp; Africa benchmark, while Saudi Arabia offers the largest absolute opportunity 222.3 US$ Mn of incremental market between 2026 and 2036 (20% of the Middle East &amp; Africa increment).</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hair styling products market is expected to witness 2.2X increase in revenue by 2036 end. Global hair styling products market accounted for US$ 969.3 Mn in 2025, which is expected to increase to US$ 2,122 Mn in 2036 at a CAGR of 7.5%.</a:t>
            </a:r>
          </a:p>
          <a:p>
            <a:pPr algn="l">
              <a:lnSpc>
                <a:spcPct val="110000"/>
              </a:lnSpc>
              <a:spcBef>
                <a:spcPts val="0"/>
              </a:spcBef>
              <a:spcAft>
                <a:spcPts val="500"/>
              </a:spcAft>
            </a:pPr>
            <a:r>
              <a:rPr sz="1150" b="0">
                <a:solidFill>
                  <a:srgbClr val="2E2E2E"/>
                </a:solidFill>
                <a:latin typeface="Calibri"/>
              </a:rPr>
              <a:t>The global hair styling products market has been analysed on the basis of product format, hold level, finish and distribution channel across the globe. Saudi Arabia is expected to remain the largest market for hair styling products, while demand in Turkey is projected to increase at the highest CAGR of 7.9%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format category 'Styling Serums and Oils' holds 20.4%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7 countries and 7 segmentation lenses (8 product format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is the largest country market at 20.4%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'Sticks and Balms' (9.1%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Rest of MEA (8.7%).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Online Marketplaces within distribution channel (9.0%).</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'Sprays and Mists' (5.7%).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'Styling Serums and Oils'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'Sticks and Balms'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outpacing the Middle East &amp; Africa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8 product format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'Sticks and Balms' and in Rest of MEA,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format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Rest of MEA, which accounts for 20.4% of 2036 value.</a:t>
            </a:r>
          </a:p>
        </p:txBody>
      </p:sp>
      <p:sp>
        <p:nvSpPr>
          <p:cNvPr id="14" name="Rounded Rectangle 13"/>
          <p:cNvSpPr/>
          <p:nvPr/>
        </p:nvSpPr>
        <p:spPr>
          <a:xfrm>
            <a:off x="6172200" y="981075"/>
            <a:ext cx="5876925"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430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Market value rises from 1,026 US$ Mn in 2026 to 2,122 US$ Mn in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forecast CAGR is 7.5% over 2026-2036.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'Styling Serums and Oils' is the lead product format category with 20.4%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Rest of MEA is the lead country with 20.4% of 2036 value.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incremental opportunity over 2026-2036 is 1,096 US$ Mn.</a:t>
            </a:r>
          </a:p>
        </p:txBody>
      </p:sp>
      <p:sp>
        <p:nvSpPr>
          <p:cNvPr id="18" name="Rounded Rectangle 17"/>
          <p:cNvSpPr/>
          <p:nvPr/>
        </p:nvSpPr>
        <p:spPr>
          <a:xfrm>
            <a:off x="142875"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152775"/>
            <a:ext cx="5610225" cy="1228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'Sticks and Balms', the fastest-growing product format category at 9.1%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Rest of MEA (8.7% CAGR) is a priority country for new capacity and distribution.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are anchoring their portfolios around 'Styling Serums and Oils', which holds 20.4% share.</a:t>
            </a:r>
          </a:p>
        </p:txBody>
      </p:sp>
      <p:sp>
        <p:nvSpPr>
          <p:cNvPr id="22" name="Rounded Rectangle 21"/>
          <p:cNvSpPr/>
          <p:nvPr/>
        </p:nvSpPr>
        <p:spPr>
          <a:xfrm>
            <a:off x="6172200" y="2743200"/>
            <a:ext cx="5876925" cy="1714500"/>
          </a:xfrm>
          <a:prstGeom prst="roundRect">
            <a:avLst>
              <a:gd name="adj" fmla="val 444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289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0670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152775"/>
            <a:ext cx="5610225" cy="12287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programmes are focused on product design, premium formats and sustainable materials, in line with the migration toward 'Sticks and Balms'.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is targeting the product format categories that gain share through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7.5% forecast CAGR by sustaining both volume growth and price realisation.</a:t>
            </a:r>
          </a:p>
        </p:txBody>
      </p:sp>
      <p:sp>
        <p:nvSpPr>
          <p:cNvPr id="26" name="Rounded Rectangle 25"/>
          <p:cNvSpPr/>
          <p:nvPr/>
        </p:nvSpPr>
        <p:spPr>
          <a:xfrm>
            <a:off x="142875" y="4591050"/>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648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Format Share (2036)</a:t>
            </a:r>
          </a:p>
        </p:txBody>
      </p:sp>
      <p:graphicFrame>
        <p:nvGraphicFramePr>
          <p:cNvPr id="28" name="Chart 27"/>
          <p:cNvGraphicFramePr>
            <a:graphicFrameLocks noGrp="1"/>
          </p:cNvGraphicFramePr>
          <p:nvPr/>
        </p:nvGraphicFramePr>
        <p:xfrm>
          <a:off x="238125" y="4876800"/>
          <a:ext cx="11715750" cy="1685925"/>
        </p:xfrm>
        <a:graphic>
          <a:graphicData uri="http://schemas.openxmlformats.org/drawingml/2006/chart">
            <c:chart xmlns:c="http://schemas.openxmlformats.org/drawingml/2006/chart" r:id="rId3"/>
          </a:graphicData>
        </a:graphic>
      </p:graphicFrame>
      <p:sp>
        <p:nvSpPr>
          <p:cNvPr id="29" name="TextBox 28"/>
          <p:cNvSpPr txBox="1"/>
          <p:nvPr/>
        </p:nvSpPr>
        <p:spPr>
          <a:xfrm>
            <a:off x="3935364" y="5605462"/>
            <a:ext cx="806547"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'Styling Serums and Oils' with targeted growth in 'Sticks and Balms' to capture the 7.5% CAGR trajectory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adds 1,096 US$ Mn of demand to 2036, a 2.1x expansion on the 2026 base.</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'Sticks and Balms' category and the 'Online Marketplaces' distribution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'Sticks and Balms' (9.1% CAGR) for growth, while 'Styling Serums and Oils' anchors 20.4% of value and funds the portfolio.</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Rest of MEA, which holds 20.4% of value and grows fastest at 8.7% CAGR, while building positions in the next-largest countries.</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'Styling Serums and Oils'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quality certification and brand trust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2,559 US$ Mn</a:t>
            </a:r>
          </a:p>
          <a:p>
            <a:pPr algn="ctr">
              <a:lnSpc>
                <a:spcPct val="95000"/>
              </a:lnSpc>
            </a:pPr>
            <a:r>
              <a:rPr sz="1100" b="0">
                <a:solidFill>
                  <a:srgbClr val="6C7A89"/>
                </a:solidFill>
                <a:latin typeface="Calibri"/>
              </a:rPr>
              <a:t>CAGR 9.1%</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2,122 US$ Mn</a:t>
            </a:r>
          </a:p>
          <a:p>
            <a:pPr algn="ctr">
              <a:lnSpc>
                <a:spcPct val="95000"/>
              </a:lnSpc>
            </a:pPr>
            <a:r>
              <a:rPr sz="1100" b="0">
                <a:solidFill>
                  <a:srgbClr val="6C7A89"/>
                </a:solidFill>
                <a:latin typeface="Calibri"/>
              </a:rPr>
              <a:t>CAGR 7.5%</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1,754 US$ Mn</a:t>
            </a:r>
          </a:p>
          <a:p>
            <a:pPr algn="ctr">
              <a:lnSpc>
                <a:spcPct val="95000"/>
              </a:lnSpc>
            </a:pPr>
            <a:r>
              <a:rPr sz="1100" b="0">
                <a:solidFill>
                  <a:srgbClr val="6C7A89"/>
                </a:solidFill>
                <a:latin typeface="Calibri"/>
              </a:rPr>
              <a:t>CAGR 5.5%</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Hair Styling Products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17492"/>
            <a:ext cx="635826" cy="61635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18780"/>
            <a:ext cx="635826" cy="111507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84568"/>
            <a:ext cx="635826" cy="1349282"/>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543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065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5.5%</a:t>
            </a:r>
          </a:p>
        </p:txBody>
      </p:sp>
      <p:cxnSp>
        <p:nvCxnSpPr>
          <p:cNvPr id="22" name="Connector 21"/>
          <p:cNvCxnSpPr/>
          <p:nvPr/>
        </p:nvCxnSpPr>
        <p:spPr>
          <a:xfrm>
            <a:off x="1456468" y="262825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348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7.5%</a:t>
            </a:r>
          </a:p>
        </p:txBody>
      </p:sp>
      <p:cxnSp>
        <p:nvCxnSpPr>
          <p:cNvPr id="24" name="Connector 23"/>
          <p:cNvCxnSpPr/>
          <p:nvPr/>
        </p:nvCxnSpPr>
        <p:spPr>
          <a:xfrm>
            <a:off x="1456468" y="237108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630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9.1%</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Hair Styling Products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the market reaches 2,559 US$ Mn by 2036 at 9.1% CAGR, assuming faster adoption and stronger price realisation.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the market reaches 2,122 US$ Mn by 2036 at 7.5%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the market reaches 1,754 US$ Mn by 2036 at 5.5% CAGR, assuming slower adoption and tighter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plus or minus 25% across 2026-2036.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gap between the optimistic and conservative outcomes is 805.6 US$ Mn in 2036, which frames the planning range for capacity and investment decisions.</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Middle East &amp; Africa Hair Styling Products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7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Middle East &amp; Africa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Saudi Arabia</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208.9</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431.2</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Turkey</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191.4</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408.1</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MEA</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187.5</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433.7</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Africa</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132.8</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240.6</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6.1%</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UAE</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118.9</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230.0</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6.8%</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Israel</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116.1</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216.4</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6.4%</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GCC</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70.1</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161.9</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8.7%</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0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Saudi Arabia: </a:t>
            </a:r>
            <a:r>
              <a:rPr sz="1100" b="0">
                <a:solidFill>
                  <a:srgbClr val="2E2E2E"/>
                </a:solidFill>
                <a:latin typeface="Calibri"/>
              </a:rPr>
              <a:t>20% of 2026 value · 7.5%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Turkey: </a:t>
            </a:r>
            <a:r>
              <a:rPr sz="1100" b="0">
                <a:solidFill>
                  <a:srgbClr val="2E2E2E"/>
                </a:solidFill>
                <a:latin typeface="Calibri"/>
              </a:rPr>
              <a:t>19% of 2026 value · 7.9%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Rest of MEA: </a:t>
            </a:r>
            <a:r>
              <a:rPr sz="1100" b="0">
                <a:solidFill>
                  <a:srgbClr val="2E2E2E"/>
                </a:solidFill>
                <a:latin typeface="Calibri"/>
              </a:rPr>
              <a:t>18% of 2026 value · 8.7%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South Africa: </a:t>
            </a:r>
            <a:r>
              <a:rPr sz="1100" b="0">
                <a:solidFill>
                  <a:srgbClr val="2E2E2E"/>
                </a:solidFill>
                <a:latin typeface="Calibri"/>
              </a:rPr>
              <a:t>13% of 2026 value · 6.1%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UAE: </a:t>
            </a:r>
            <a:r>
              <a:rPr sz="1100" b="0">
                <a:solidFill>
                  <a:srgbClr val="2E2E2E"/>
                </a:solidFill>
                <a:latin typeface="Calibri"/>
              </a:rPr>
              <a:t>12% of 2026 value · 6.8%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Israel: </a:t>
            </a:r>
            <a:r>
              <a:rPr sz="1100" b="0">
                <a:solidFill>
                  <a:srgbClr val="2E2E2E"/>
                </a:solidFill>
                <a:latin typeface="Calibri"/>
              </a:rPr>
              <a:t>11% of 2026 value · 6.4% CAGR a smaller market.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Rest of GCC: </a:t>
            </a:r>
            <a:r>
              <a:rPr sz="1100" b="0">
                <a:solidFill>
                  <a:srgbClr val="2E2E2E"/>
                </a:solidFill>
                <a:latin typeface="Calibri"/>
              </a:rPr>
              <a:t>7% of 2026 value · 8.7% CAGR a smaller market.</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Middle East &amp; Africa market is projected to grow at a CAGR of 7.5%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6845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636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8749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19" name="BPS Value 1"/>
          <p:cNvSpPr txBox="1"/>
          <p:nvPr/>
        </p:nvSpPr>
        <p:spPr>
          <a:xfrm>
            <a:off x="6305550" y="1549406"/>
            <a:ext cx="514350" cy="123825"/>
          </a:xfrm>
          <a:prstGeom prst="rect">
            <a:avLst/>
          </a:prstGeom>
          <a:noFill/>
        </p:spPr>
        <p:txBody>
          <a:bodyPr wrap="none" lIns="0" rIns="0" tIns="0" bIns="0" anchor="ctr">
            <a:spAutoFit/>
          </a:bodyPr>
          <a:lstStyle/>
          <a:p>
            <a:pPr algn="r"/>
            <a:r>
              <a:rPr sz="900" b="1">
                <a:solidFill>
                  <a:srgbClr val="2E7D32"/>
                </a:solidFill>
                <a:latin typeface="Calibri"/>
              </a:rPr>
              <a:t>+46</a:t>
            </a:r>
          </a:p>
        </p:txBody>
      </p:sp>
      <p:sp>
        <p:nvSpPr>
          <p:cNvPr id="20" name="FMI Legend Chip"/>
          <p:cNvSpPr/>
          <p:nvPr/>
        </p:nvSpPr>
        <p:spPr>
          <a:xfrm>
            <a:off x="4551045" y="178965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7848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0868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23" name="BPS Value 2"/>
          <p:cNvSpPr txBox="1"/>
          <p:nvPr/>
        </p:nvSpPr>
        <p:spPr>
          <a:xfrm>
            <a:off x="6305550" y="1770601"/>
            <a:ext cx="514350" cy="123825"/>
          </a:xfrm>
          <a:prstGeom prst="rect">
            <a:avLst/>
          </a:prstGeom>
          <a:noFill/>
        </p:spPr>
        <p:txBody>
          <a:bodyPr wrap="none" lIns="0" rIns="0" tIns="0" bIns="0" anchor="ctr">
            <a:spAutoFit/>
          </a:bodyPr>
          <a:lstStyle/>
          <a:p>
            <a:pPr algn="r"/>
            <a:r>
              <a:rPr sz="900" b="1">
                <a:solidFill>
                  <a:srgbClr val="E44D3A"/>
                </a:solidFill>
                <a:latin typeface="Calibri"/>
              </a:rPr>
              <a:t>-77</a:t>
            </a:r>
          </a:p>
        </p:txBody>
      </p:sp>
      <p:sp>
        <p:nvSpPr>
          <p:cNvPr id="24" name="FMI Legend Chip"/>
          <p:cNvSpPr/>
          <p:nvPr/>
        </p:nvSpPr>
        <p:spPr>
          <a:xfrm>
            <a:off x="4551045" y="203637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03161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5541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27" name="BPS Value 3"/>
          <p:cNvSpPr txBox="1"/>
          <p:nvPr/>
        </p:nvSpPr>
        <p:spPr>
          <a:xfrm>
            <a:off x="6305550" y="2017328"/>
            <a:ext cx="514350" cy="123825"/>
          </a:xfrm>
          <a:prstGeom prst="rect">
            <a:avLst/>
          </a:prstGeom>
          <a:noFill/>
        </p:spPr>
        <p:txBody>
          <a:bodyPr wrap="none" lIns="0" rIns="0" tIns="0" bIns="0" anchor="ctr">
            <a:spAutoFit/>
          </a:bodyPr>
          <a:lstStyle/>
          <a:p>
            <a:pPr algn="r"/>
            <a:r>
              <a:rPr sz="900" b="1">
                <a:solidFill>
                  <a:srgbClr val="E44D3A"/>
                </a:solidFill>
                <a:latin typeface="Calibri"/>
              </a:rPr>
              <a:t>-47</a:t>
            </a:r>
          </a:p>
        </p:txBody>
      </p:sp>
      <p:sp>
        <p:nvSpPr>
          <p:cNvPr id="28" name="FMI Legend Chip"/>
          <p:cNvSpPr/>
          <p:nvPr/>
        </p:nvSpPr>
        <p:spPr>
          <a:xfrm>
            <a:off x="4551045" y="238957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3848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30861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31" name="BPS Value 4"/>
          <p:cNvSpPr txBox="1"/>
          <p:nvPr/>
        </p:nvSpPr>
        <p:spPr>
          <a:xfrm>
            <a:off x="6305550" y="2370526"/>
            <a:ext cx="514350" cy="123825"/>
          </a:xfrm>
          <a:prstGeom prst="rect">
            <a:avLst/>
          </a:prstGeom>
          <a:noFill/>
        </p:spPr>
        <p:txBody>
          <a:bodyPr wrap="none" lIns="0" rIns="0" tIns="0" bIns="0" anchor="ctr">
            <a:spAutoFit/>
          </a:bodyPr>
          <a:lstStyle/>
          <a:p>
            <a:pPr algn="r"/>
            <a:r>
              <a:rPr sz="900" b="1">
                <a:solidFill>
                  <a:srgbClr val="E44D3A"/>
                </a:solidFill>
                <a:latin typeface="Calibri"/>
              </a:rPr>
              <a:t>-205</a:t>
            </a:r>
          </a:p>
        </p:txBody>
      </p:sp>
      <p:sp>
        <p:nvSpPr>
          <p:cNvPr id="32" name="FMI Legend Chip"/>
          <p:cNvSpPr/>
          <p:nvPr/>
        </p:nvSpPr>
        <p:spPr>
          <a:xfrm>
            <a:off x="4551045" y="28935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88877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8125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5" name="BPS Value 5"/>
          <p:cNvSpPr txBox="1"/>
          <p:nvPr/>
        </p:nvSpPr>
        <p:spPr>
          <a:xfrm>
            <a:off x="6305550" y="2874484"/>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36" name="FMI Legend Chip"/>
          <p:cNvSpPr/>
          <p:nvPr/>
        </p:nvSpPr>
        <p:spPr>
          <a:xfrm>
            <a:off x="4551045" y="364380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36390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56283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39" name="BPS Value 6"/>
          <p:cNvSpPr txBox="1"/>
          <p:nvPr/>
        </p:nvSpPr>
        <p:spPr>
          <a:xfrm>
            <a:off x="6305550" y="3624751"/>
            <a:ext cx="514350" cy="123825"/>
          </a:xfrm>
          <a:prstGeom prst="rect">
            <a:avLst/>
          </a:prstGeom>
          <a:noFill/>
        </p:spPr>
        <p:txBody>
          <a:bodyPr wrap="none" lIns="0" rIns="0" tIns="0" bIns="0" anchor="ctr">
            <a:spAutoFit/>
          </a:bodyPr>
          <a:lstStyle/>
          <a:p>
            <a:pPr algn="r"/>
            <a:r>
              <a:rPr sz="900" b="1">
                <a:solidFill>
                  <a:srgbClr val="2E7D32"/>
                </a:solidFill>
                <a:latin typeface="Calibri"/>
              </a:rPr>
              <a:t>+82</a:t>
            </a:r>
          </a:p>
        </p:txBody>
      </p:sp>
      <p:sp>
        <p:nvSpPr>
          <p:cNvPr id="40" name="FMI Legend Chip"/>
          <p:cNvSpPr/>
          <p:nvPr/>
        </p:nvSpPr>
        <p:spPr>
          <a:xfrm>
            <a:off x="4551045" y="46203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461554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53934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43" name="BPS Value 7"/>
          <p:cNvSpPr txBox="1"/>
          <p:nvPr/>
        </p:nvSpPr>
        <p:spPr>
          <a:xfrm>
            <a:off x="6305550" y="4601261"/>
            <a:ext cx="514350" cy="123825"/>
          </a:xfrm>
          <a:prstGeom prst="rect">
            <a:avLst/>
          </a:prstGeom>
          <a:noFill/>
        </p:spPr>
        <p:txBody>
          <a:bodyPr wrap="none" lIns="0" rIns="0" tIns="0" bIns="0" anchor="ctr">
            <a:spAutoFit/>
          </a:bodyPr>
          <a:lstStyle/>
          <a:p>
            <a:pPr algn="r"/>
            <a:r>
              <a:rPr sz="900" b="1">
                <a:solidFill>
                  <a:srgbClr val="2E7D32"/>
                </a:solidFill>
                <a:latin typeface="Calibri"/>
              </a:rPr>
              <a:t>+217</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hair styling products market is projected to register 1.7X higher volume than Saudi Arabia in 2036. Among hair styling products by country, Turkey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gaining 265 BPS and accounting for 38.4% share by 2036. South Africa is expected to lose 227 BPS over the forecast period to account for 18.2% share by 2036.</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(MN UNITS)</a:t>
            </a:r>
          </a:p>
          <a:p>
            <a:pPr algn="ctr">
              <a:lnSpc>
                <a:spcPct val="95000"/>
              </a:lnSpc>
            </a:pPr>
            <a:r>
              <a:rPr sz="2000" b="1">
                <a:solidFill>
                  <a:srgbClr val="0E72AE"/>
                </a:solidFill>
                <a:latin typeface="Calibri"/>
              </a:rPr>
              <a:t>581.3</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(MN UNITS)</a:t>
            </a:r>
          </a:p>
          <a:p>
            <a:pPr algn="ctr">
              <a:lnSpc>
                <a:spcPct val="95000"/>
              </a:lnSpc>
            </a:pPr>
            <a:r>
              <a:rPr sz="2000" b="1">
                <a:solidFill>
                  <a:srgbClr val="0E72AE"/>
                </a:solidFill>
                <a:latin typeface="Calibri"/>
              </a:rPr>
              <a:t>1,045</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6.0%</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0202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972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2106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GCC</a:t>
            </a:r>
          </a:p>
        </p:txBody>
      </p:sp>
      <p:sp>
        <p:nvSpPr>
          <p:cNvPr id="19" name="BPS Value 1"/>
          <p:cNvSpPr txBox="1"/>
          <p:nvPr/>
        </p:nvSpPr>
        <p:spPr>
          <a:xfrm>
            <a:off x="6305550" y="1582973"/>
            <a:ext cx="514350" cy="123825"/>
          </a:xfrm>
          <a:prstGeom prst="rect">
            <a:avLst/>
          </a:prstGeom>
          <a:noFill/>
        </p:spPr>
        <p:txBody>
          <a:bodyPr wrap="none" lIns="0" rIns="0" tIns="0" bIns="0" anchor="ctr">
            <a:spAutoFit/>
          </a:bodyPr>
          <a:lstStyle/>
          <a:p>
            <a:pPr algn="r"/>
            <a:r>
              <a:rPr sz="900" b="1">
                <a:solidFill>
                  <a:srgbClr val="2E7D32"/>
                </a:solidFill>
                <a:latin typeface="Calibri"/>
              </a:rPr>
              <a:t>+80</a:t>
            </a:r>
          </a:p>
        </p:txBody>
      </p:sp>
      <p:sp>
        <p:nvSpPr>
          <p:cNvPr id="20" name="FMI Legend Chip"/>
          <p:cNvSpPr/>
          <p:nvPr/>
        </p:nvSpPr>
        <p:spPr>
          <a:xfrm>
            <a:off x="4551045" y="192894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9241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479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Israel</a:t>
            </a:r>
          </a:p>
        </p:txBody>
      </p:sp>
      <p:sp>
        <p:nvSpPr>
          <p:cNvPr id="23" name="BPS Value 2"/>
          <p:cNvSpPr txBox="1"/>
          <p:nvPr/>
        </p:nvSpPr>
        <p:spPr>
          <a:xfrm>
            <a:off x="6305550" y="1909896"/>
            <a:ext cx="514350" cy="123825"/>
          </a:xfrm>
          <a:prstGeom prst="rect">
            <a:avLst/>
          </a:prstGeom>
          <a:noFill/>
        </p:spPr>
        <p:txBody>
          <a:bodyPr wrap="none" lIns="0" rIns="0" tIns="0" bIns="0" anchor="ctr">
            <a:spAutoFit/>
          </a:bodyPr>
          <a:lstStyle/>
          <a:p>
            <a:pPr algn="r"/>
            <a:r>
              <a:rPr sz="900" b="1">
                <a:solidFill>
                  <a:srgbClr val="E44D3A"/>
                </a:solidFill>
                <a:latin typeface="Calibri"/>
              </a:rPr>
              <a:t>-112</a:t>
            </a:r>
          </a:p>
        </p:txBody>
      </p:sp>
      <p:sp>
        <p:nvSpPr>
          <p:cNvPr id="24" name="FMI Legend Chip"/>
          <p:cNvSpPr/>
          <p:nvPr/>
        </p:nvSpPr>
        <p:spPr>
          <a:xfrm>
            <a:off x="4551045" y="231468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3099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2337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UAE</a:t>
            </a:r>
          </a:p>
        </p:txBody>
      </p:sp>
      <p:sp>
        <p:nvSpPr>
          <p:cNvPr id="27" name="BPS Value 3"/>
          <p:cNvSpPr txBox="1"/>
          <p:nvPr/>
        </p:nvSpPr>
        <p:spPr>
          <a:xfrm>
            <a:off x="6305550" y="2295630"/>
            <a:ext cx="514350" cy="123825"/>
          </a:xfrm>
          <a:prstGeom prst="rect">
            <a:avLst/>
          </a:prstGeom>
          <a:noFill/>
        </p:spPr>
        <p:txBody>
          <a:bodyPr wrap="none" lIns="0" rIns="0" tIns="0" bIns="0" anchor="ctr">
            <a:spAutoFit/>
          </a:bodyPr>
          <a:lstStyle/>
          <a:p>
            <a:pPr algn="r"/>
            <a:r>
              <a:rPr sz="900" b="1">
                <a:solidFill>
                  <a:srgbClr val="E44D3A"/>
                </a:solidFill>
                <a:latin typeface="Calibri"/>
              </a:rPr>
              <a:t>-76</a:t>
            </a:r>
          </a:p>
        </p:txBody>
      </p:sp>
      <p:sp>
        <p:nvSpPr>
          <p:cNvPr id="28" name="FMI Legend Chip"/>
          <p:cNvSpPr/>
          <p:nvPr/>
        </p:nvSpPr>
        <p:spPr>
          <a:xfrm>
            <a:off x="4551045" y="272130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16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034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Africa</a:t>
            </a:r>
          </a:p>
        </p:txBody>
      </p:sp>
      <p:sp>
        <p:nvSpPr>
          <p:cNvPr id="31" name="BPS Value 4"/>
          <p:cNvSpPr txBox="1"/>
          <p:nvPr/>
        </p:nvSpPr>
        <p:spPr>
          <a:xfrm>
            <a:off x="6305550" y="2702258"/>
            <a:ext cx="514350" cy="123825"/>
          </a:xfrm>
          <a:prstGeom prst="rect">
            <a:avLst/>
          </a:prstGeom>
          <a:noFill/>
        </p:spPr>
        <p:txBody>
          <a:bodyPr wrap="none" lIns="0" rIns="0" tIns="0" bIns="0" anchor="ctr">
            <a:spAutoFit/>
          </a:bodyPr>
          <a:lstStyle/>
          <a:p>
            <a:pPr algn="r"/>
            <a:r>
              <a:rPr sz="900" b="1">
                <a:solidFill>
                  <a:srgbClr val="E44D3A"/>
                </a:solidFill>
                <a:latin typeface="Calibri"/>
              </a:rPr>
              <a:t>-161</a:t>
            </a:r>
          </a:p>
        </p:txBody>
      </p:sp>
      <p:sp>
        <p:nvSpPr>
          <p:cNvPr id="32" name="FMI Legend Chip"/>
          <p:cNvSpPr/>
          <p:nvPr/>
        </p:nvSpPr>
        <p:spPr>
          <a:xfrm>
            <a:off x="4551045" y="32818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27708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20088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Turkey</a:t>
            </a:r>
          </a:p>
        </p:txBody>
      </p:sp>
      <p:sp>
        <p:nvSpPr>
          <p:cNvPr id="35" name="BPS Value 5"/>
          <p:cNvSpPr txBox="1"/>
          <p:nvPr/>
        </p:nvSpPr>
        <p:spPr>
          <a:xfrm>
            <a:off x="6305550" y="3262796"/>
            <a:ext cx="514350" cy="123825"/>
          </a:xfrm>
          <a:prstGeom prst="rect">
            <a:avLst/>
          </a:prstGeom>
          <a:noFill/>
        </p:spPr>
        <p:txBody>
          <a:bodyPr wrap="none" lIns="0" rIns="0" tIns="0" bIns="0" anchor="ctr">
            <a:spAutoFit/>
          </a:bodyPr>
          <a:lstStyle/>
          <a:p>
            <a:pPr algn="r"/>
            <a:r>
              <a:rPr sz="900" b="1">
                <a:solidFill>
                  <a:srgbClr val="2E7D32"/>
                </a:solidFill>
                <a:latin typeface="Calibri"/>
              </a:rPr>
              <a:t>+57</a:t>
            </a:r>
          </a:p>
        </p:txBody>
      </p:sp>
      <p:sp>
        <p:nvSpPr>
          <p:cNvPr id="36" name="FMI Legend Chip"/>
          <p:cNvSpPr/>
          <p:nvPr/>
        </p:nvSpPr>
        <p:spPr>
          <a:xfrm>
            <a:off x="4551045" y="400708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00232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392612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Saudi Arabia</a:t>
            </a:r>
          </a:p>
        </p:txBody>
      </p:sp>
      <p:sp>
        <p:nvSpPr>
          <p:cNvPr id="39" name="BPS Value 6"/>
          <p:cNvSpPr txBox="1"/>
          <p:nvPr/>
        </p:nvSpPr>
        <p:spPr>
          <a:xfrm>
            <a:off x="6305550" y="3988035"/>
            <a:ext cx="514350" cy="123825"/>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40" name="FMI Legend Chip"/>
          <p:cNvSpPr/>
          <p:nvPr/>
        </p:nvSpPr>
        <p:spPr>
          <a:xfrm>
            <a:off x="4551045" y="475444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47496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467347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MEA</a:t>
            </a:r>
          </a:p>
        </p:txBody>
      </p:sp>
      <p:sp>
        <p:nvSpPr>
          <p:cNvPr id="43" name="BPS Value 7"/>
          <p:cNvSpPr txBox="1"/>
          <p:nvPr/>
        </p:nvSpPr>
        <p:spPr>
          <a:xfrm>
            <a:off x="6305550" y="4735390"/>
            <a:ext cx="514350" cy="123825"/>
          </a:xfrm>
          <a:prstGeom prst="rect">
            <a:avLst/>
          </a:prstGeom>
          <a:noFill/>
        </p:spPr>
        <p:txBody>
          <a:bodyPr wrap="none" lIns="0" rIns="0" tIns="0" bIns="0" anchor="ctr">
            <a:spAutoFit/>
          </a:bodyPr>
          <a:lstStyle/>
          <a:p>
            <a:pPr algn="r"/>
            <a:r>
              <a:rPr sz="900" b="1">
                <a:solidFill>
                  <a:srgbClr val="2E7D32"/>
                </a:solidFill>
                <a:latin typeface="Calibri"/>
              </a:rPr>
              <a:t>+216</a:t>
            </a:r>
          </a:p>
        </p:txBody>
      </p:sp>
      <p:sp>
        <p:nvSpPr>
          <p:cNvPr id="44" name="Rounded Rectangle 4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6" name="Rectangle 4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48" name="Rounded Rectangle 4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1,026</a:t>
            </a:r>
          </a:p>
        </p:txBody>
      </p:sp>
      <p:sp>
        <p:nvSpPr>
          <p:cNvPr id="49" name="Rounded Rectangle 4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2,122</a:t>
            </a:r>
          </a:p>
        </p:txBody>
      </p:sp>
      <p:sp>
        <p:nvSpPr>
          <p:cNvPr id="50" name="Rounded Rectangle 4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7.5%</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Share Analysis, By Country Volume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(Mn Units)</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Volume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Turkey hair styling products market is projected to register 1.7X higher volume than Saudi Arabia in 2036. Among hair styling products by country, Turkey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volume share by country, Turkey is expected to dominate the market, gaining 265 BPS and accounting for 38.4% share by 2036. South Africa is expected to lose 227 BPS over the forecast period to account for 18.2%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Size, By Country (US$ Mn)</a:t>
            </a:r>
          </a:p>
        </p:txBody>
      </p:sp>
      <p:graphicFrame>
        <p:nvGraphicFramePr>
          <p:cNvPr id="13" name="Table 12"/>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998157"/>
                <a:gridCol w="640532"/>
                <a:gridCol w="640532"/>
                <a:gridCol w="640532"/>
                <a:gridCol w="640532"/>
                <a:gridCol w="640532"/>
                <a:gridCol w="640532"/>
                <a:gridCol w="640532"/>
                <a:gridCol w="640532"/>
                <a:gridCol w="640532"/>
                <a:gridCol w="640532"/>
                <a:gridCol w="640532"/>
                <a:gridCol w="640532"/>
                <a:gridCol w="640532"/>
                <a:gridCol w="640532"/>
                <a:gridCol w="640532"/>
                <a:gridCol w="640532"/>
                <a:gridCol w="64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Israel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GCC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South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Share Read-out, By Country</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Saudi Arabia hair styling products market is projected to register 1.1X higher value than Turkey in 2036. Among hair styling products by country, Turkey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value share by country, Saudi Arabia is expected to dominate the market, gaining 106 BPS and accounting for 28.3% share by 2036. South Africa is expected to lose 152 BPS over the forecast period to account for 15.8%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Volume By Country (Mn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Rest of MEA</a:t>
            </a:r>
          </a:p>
          <a:p>
            <a:pPr>
              <a:spcBef>
                <a:spcPts val="500"/>
              </a:spcBef>
            </a:pPr>
            <a:r>
              <a:rPr sz="900">
                <a:solidFill>
                  <a:srgbClr val="9E7E0A"/>
                </a:solidFill>
                <a:latin typeface="Calibri"/>
              </a:rPr>
              <a:t>■  </a:t>
            </a:r>
            <a:r>
              <a:rPr sz="750">
                <a:solidFill>
                  <a:srgbClr val="2E2E2E"/>
                </a:solidFill>
                <a:latin typeface="Calibri"/>
              </a:rPr>
              <a:t>   Turkey</a:t>
            </a:r>
          </a:p>
          <a:p>
            <a:pPr>
              <a:spcBef>
                <a:spcPts val="500"/>
              </a:spcBef>
            </a:pPr>
            <a:r>
              <a:rPr sz="900">
                <a:solidFill>
                  <a:srgbClr val="008189"/>
                </a:solidFill>
                <a:latin typeface="Calibri"/>
              </a:rPr>
              <a:t>■  </a:t>
            </a:r>
            <a:r>
              <a:rPr sz="750">
                <a:solidFill>
                  <a:srgbClr val="2E2E2E"/>
                </a:solidFill>
                <a:latin typeface="Calibri"/>
              </a:rPr>
              <a:t>   Saudi Arabia</a:t>
            </a:r>
          </a:p>
          <a:p>
            <a:pPr>
              <a:spcBef>
                <a:spcPts val="500"/>
              </a:spcBef>
            </a:pPr>
            <a:r>
              <a:rPr sz="900">
                <a:solidFill>
                  <a:srgbClr val="40315E"/>
                </a:solidFill>
                <a:latin typeface="Calibri"/>
              </a:rPr>
              <a:t>■  </a:t>
            </a:r>
            <a:r>
              <a:rPr sz="750">
                <a:solidFill>
                  <a:srgbClr val="2E2E2E"/>
                </a:solidFill>
                <a:latin typeface="Calibri"/>
              </a:rPr>
              <a:t>   South Africa</a:t>
            </a:r>
          </a:p>
          <a:p>
            <a:pPr>
              <a:spcBef>
                <a:spcPts val="500"/>
              </a:spcBef>
            </a:pPr>
            <a:r>
              <a:rPr sz="900">
                <a:solidFill>
                  <a:srgbClr val="A35313"/>
                </a:solidFill>
                <a:latin typeface="Calibri"/>
              </a:rPr>
              <a:t>■  </a:t>
            </a:r>
            <a:r>
              <a:rPr sz="750">
                <a:solidFill>
                  <a:srgbClr val="2E2E2E"/>
                </a:solidFill>
                <a:latin typeface="Calibri"/>
              </a:rPr>
              <a:t>   UAE</a:t>
            </a:r>
          </a:p>
          <a:p>
            <a:pPr>
              <a:spcBef>
                <a:spcPts val="500"/>
              </a:spcBef>
            </a:pPr>
            <a:r>
              <a:rPr sz="900">
                <a:solidFill>
                  <a:srgbClr val="808080"/>
                </a:solidFill>
                <a:latin typeface="Calibri"/>
              </a:rPr>
              <a:t>■  </a:t>
            </a:r>
            <a:r>
              <a:rPr sz="750">
                <a:solidFill>
                  <a:srgbClr val="2E2E2E"/>
                </a:solidFill>
                <a:latin typeface="Calibri"/>
              </a:rPr>
              <a:t>   Israel</a:t>
            </a:r>
          </a:p>
          <a:p>
            <a:pPr>
              <a:spcBef>
                <a:spcPts val="500"/>
              </a:spcBef>
            </a:pPr>
            <a:r>
              <a:rPr sz="900">
                <a:solidFill>
                  <a:srgbClr val="0E72AE"/>
                </a:solidFill>
                <a:latin typeface="Calibri"/>
              </a:rPr>
              <a:t>■  </a:t>
            </a:r>
            <a:r>
              <a:rPr sz="750">
                <a:solidFill>
                  <a:srgbClr val="2E2E2E"/>
                </a:solidFill>
                <a:latin typeface="Calibri"/>
              </a:rPr>
              <a:t>   Rest of GCC</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008189"/>
                </a:solidFill>
                <a:latin typeface="Calibri"/>
              </a:rPr>
              <a:t>■  </a:t>
            </a:r>
            <a:r>
              <a:rPr sz="750">
                <a:solidFill>
                  <a:srgbClr val="2E2E2E"/>
                </a:solidFill>
                <a:latin typeface="Calibri"/>
              </a:rPr>
              <a:t>   Rest of MEA</a:t>
            </a:r>
          </a:p>
          <a:p>
            <a:pPr>
              <a:spcBef>
                <a:spcPts val="500"/>
              </a:spcBef>
            </a:pPr>
            <a:r>
              <a:rPr sz="900">
                <a:solidFill>
                  <a:srgbClr val="3D85C6"/>
                </a:solidFill>
                <a:latin typeface="Calibri"/>
              </a:rPr>
              <a:t>■  </a:t>
            </a:r>
            <a:r>
              <a:rPr sz="750">
                <a:solidFill>
                  <a:srgbClr val="2E2E2E"/>
                </a:solidFill>
                <a:latin typeface="Calibri"/>
              </a:rPr>
              <a:t>   Saudi Arabia</a:t>
            </a:r>
          </a:p>
          <a:p>
            <a:pPr>
              <a:spcBef>
                <a:spcPts val="500"/>
              </a:spcBef>
            </a:pPr>
            <a:r>
              <a:rPr sz="900">
                <a:solidFill>
                  <a:srgbClr val="9E7E0A"/>
                </a:solidFill>
                <a:latin typeface="Calibri"/>
              </a:rPr>
              <a:t>■  </a:t>
            </a:r>
            <a:r>
              <a:rPr sz="750">
                <a:solidFill>
                  <a:srgbClr val="2E2E2E"/>
                </a:solidFill>
                <a:latin typeface="Calibri"/>
              </a:rPr>
              <a:t>   Turkey</a:t>
            </a:r>
          </a:p>
          <a:p>
            <a:pPr>
              <a:spcBef>
                <a:spcPts val="500"/>
              </a:spcBef>
            </a:pPr>
            <a:r>
              <a:rPr sz="900">
                <a:solidFill>
                  <a:srgbClr val="40315E"/>
                </a:solidFill>
                <a:latin typeface="Calibri"/>
              </a:rPr>
              <a:t>■  </a:t>
            </a:r>
            <a:r>
              <a:rPr sz="750">
                <a:solidFill>
                  <a:srgbClr val="2E2E2E"/>
                </a:solidFill>
                <a:latin typeface="Calibri"/>
              </a:rPr>
              <a:t>   South Africa</a:t>
            </a:r>
          </a:p>
          <a:p>
            <a:pPr>
              <a:spcBef>
                <a:spcPts val="500"/>
              </a:spcBef>
            </a:pPr>
            <a:r>
              <a:rPr sz="900">
                <a:solidFill>
                  <a:srgbClr val="A35313"/>
                </a:solidFill>
                <a:latin typeface="Calibri"/>
              </a:rPr>
              <a:t>■  </a:t>
            </a:r>
            <a:r>
              <a:rPr sz="750">
                <a:solidFill>
                  <a:srgbClr val="2E2E2E"/>
                </a:solidFill>
                <a:latin typeface="Calibri"/>
              </a:rPr>
              <a:t>   UAE</a:t>
            </a:r>
          </a:p>
          <a:p>
            <a:pPr>
              <a:spcBef>
                <a:spcPts val="500"/>
              </a:spcBef>
            </a:pPr>
            <a:r>
              <a:rPr sz="900">
                <a:solidFill>
                  <a:srgbClr val="808080"/>
                </a:solidFill>
                <a:latin typeface="Calibri"/>
              </a:rPr>
              <a:t>■  </a:t>
            </a:r>
            <a:r>
              <a:rPr sz="750">
                <a:solidFill>
                  <a:srgbClr val="2E2E2E"/>
                </a:solidFill>
                <a:latin typeface="Calibri"/>
              </a:rPr>
              <a:t>   Israel</a:t>
            </a:r>
          </a:p>
          <a:p>
            <a:pPr>
              <a:spcBef>
                <a:spcPts val="500"/>
              </a:spcBef>
            </a:pPr>
            <a:r>
              <a:rPr sz="900">
                <a:solidFill>
                  <a:srgbClr val="0E72AE"/>
                </a:solidFill>
                <a:latin typeface="Calibri"/>
              </a:rPr>
              <a:t>■  </a:t>
            </a:r>
            <a:r>
              <a:rPr sz="750">
                <a:solidFill>
                  <a:srgbClr val="2E2E2E"/>
                </a:solidFill>
                <a:latin typeface="Calibri"/>
              </a:rPr>
              <a:t>   Rest of GCC</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Hair Styling Products Market Top 5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Middle East &amp; Africa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market by country  ·  2036 (US$ Mn)  ·  tile size = market value</a:t>
            </a:r>
          </a:p>
        </p:txBody>
      </p:sp>
      <p:sp>
        <p:nvSpPr>
          <p:cNvPr id="13" name="Rectangle 12"/>
          <p:cNvSpPr/>
          <p:nvPr/>
        </p:nvSpPr>
        <p:spPr>
          <a:xfrm>
            <a:off x="238125" y="1266825"/>
            <a:ext cx="330975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Saudi Arabia</a:t>
            </a:r>
          </a:p>
          <a:p>
            <a:pPr algn="ctr"/>
            <a:r>
              <a:rPr sz="1100" b="0">
                <a:solidFill>
                  <a:srgbClr val="FFFFFF"/>
                </a:solidFill>
                <a:latin typeface="Calibri"/>
              </a:rPr>
              <a:t>431</a:t>
            </a:r>
          </a:p>
        </p:txBody>
      </p:sp>
      <p:sp>
        <p:nvSpPr>
          <p:cNvPr id="14" name="Rectangle 13"/>
          <p:cNvSpPr/>
          <p:nvPr/>
        </p:nvSpPr>
        <p:spPr>
          <a:xfrm>
            <a:off x="3547882" y="1266825"/>
            <a:ext cx="313274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408</a:t>
            </a:r>
          </a:p>
        </p:txBody>
      </p:sp>
      <p:sp>
        <p:nvSpPr>
          <p:cNvPr id="15" name="Rectangle 14"/>
          <p:cNvSpPr/>
          <p:nvPr/>
        </p:nvSpPr>
        <p:spPr>
          <a:xfrm>
            <a:off x="6680622" y="1266825"/>
            <a:ext cx="2695866" cy="3634230"/>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Africa</a:t>
            </a:r>
          </a:p>
          <a:p>
            <a:pPr algn="ctr"/>
            <a:r>
              <a:rPr sz="1100" b="0">
                <a:solidFill>
                  <a:srgbClr val="FFFFFF"/>
                </a:solidFill>
                <a:latin typeface="Calibri"/>
              </a:rPr>
              <a:t>241</a:t>
            </a:r>
          </a:p>
        </p:txBody>
      </p:sp>
      <p:sp>
        <p:nvSpPr>
          <p:cNvPr id="16" name="Rectangle 15"/>
          <p:cNvSpPr/>
          <p:nvPr/>
        </p:nvSpPr>
        <p:spPr>
          <a:xfrm>
            <a:off x="9376488" y="1266825"/>
            <a:ext cx="2577387" cy="3634230"/>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230</a:t>
            </a:r>
          </a:p>
        </p:txBody>
      </p:sp>
      <p:sp>
        <p:nvSpPr>
          <p:cNvPr id="17" name="Rectangle 16"/>
          <p:cNvSpPr/>
          <p:nvPr/>
        </p:nvSpPr>
        <p:spPr>
          <a:xfrm>
            <a:off x="6680622" y="4901055"/>
            <a:ext cx="5273253" cy="1671195"/>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Israel</a:t>
            </a:r>
          </a:p>
          <a:p>
            <a:pPr algn="ctr"/>
            <a:r>
              <a:rPr sz="1100" b="0">
                <a:solidFill>
                  <a:srgbClr val="FFFFFF"/>
                </a:solidFill>
                <a:latin typeface="Calibri"/>
              </a:rPr>
              <a:t>216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Middle East &amp; Africa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Serums and Oils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200.3</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432.8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Clays, Pastes and Pomades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173.8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355.3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7.4%</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Creams and Lotions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130.8</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274.1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Sticks and Balms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127.8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306.4</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9.1%</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product format, sticks and balms segment is expected to witness the highest CAGR of 9.1% over the forecast period. In terms of value share by product format, the styling serums and oils segment is expected to dominate the market, gaining 86 BPS and accounting for 20.4% share by 2036.</a:t>
            </a:r>
          </a:p>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Styling Serums and Oils: </a:t>
            </a:r>
            <a:r>
              <a:rPr sz="1100" b="0">
                <a:solidFill>
                  <a:srgbClr val="2E2E2E"/>
                </a:solidFill>
                <a:latin typeface="Calibri"/>
              </a:rPr>
              <a:t>20% of 2026 value · 8.0%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Waxes, Clays, Pastes and Pomades: </a:t>
            </a:r>
            <a:r>
              <a:rPr sz="1100" b="0">
                <a:solidFill>
                  <a:srgbClr val="2E2E2E"/>
                </a:solidFill>
                <a:latin typeface="Calibri"/>
              </a:rPr>
              <a:t>17% of 2026 value · 7.4%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Creams and Lotions: </a:t>
            </a:r>
            <a:r>
              <a:rPr sz="1100" b="0">
                <a:solidFill>
                  <a:srgbClr val="2E2E2E"/>
                </a:solidFill>
                <a:latin typeface="Calibri"/>
              </a:rPr>
              <a:t>13% of 2026 value · 7.7%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Sticks and Balms: </a:t>
            </a:r>
            <a:r>
              <a:rPr sz="1100" b="0">
                <a:solidFill>
                  <a:srgbClr val="2E2E2E"/>
                </a:solidFill>
                <a:latin typeface="Calibri"/>
              </a:rPr>
              <a:t>12% of 2026 value · 9.1%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Format split shows how demand is distributed across product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Format segment is projected to grow at a CAGR of 7.5%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Format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Product Format,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Format segment categorizes the market by product format.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Sprays and Mists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120.3</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209.1</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5.7%</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Gels and Jellies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101.3</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189.3</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6.5%</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99.8</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226.3</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8.5%</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Mousses and Foams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71.6</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128.7</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Sprays and Mists: </a:t>
            </a:r>
            <a:r>
              <a:rPr sz="1100" b="0">
                <a:solidFill>
                  <a:srgbClr val="2E2E2E"/>
                </a:solidFill>
                <a:latin typeface="Calibri"/>
              </a:rPr>
              <a:t>12% of 2026 value · 5.7%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Gels and Jellies: </a:t>
            </a:r>
            <a:r>
              <a:rPr sz="1100" b="0">
                <a:solidFill>
                  <a:srgbClr val="2E2E2E"/>
                </a:solidFill>
                <a:latin typeface="Calibri"/>
              </a:rPr>
              <a:t>10% of 2026 value · 6.5%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Styling Powders: </a:t>
            </a:r>
            <a:r>
              <a:rPr sz="1100" b="0">
                <a:solidFill>
                  <a:srgbClr val="2E2E2E"/>
                </a:solidFill>
                <a:latin typeface="Calibri"/>
              </a:rPr>
              <a:t>10% of 2026 value · 8.5%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Mousses and Foams: </a:t>
            </a:r>
            <a:r>
              <a:rPr sz="1100" b="0">
                <a:solidFill>
                  <a:srgbClr val="2E2E2E"/>
                </a:solidFill>
                <a:latin typeface="Calibri"/>
              </a:rPr>
              <a:t>7% of 2026 value · 6.0% CAGR serves a niche.</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Product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Styling serums and oils followed by waxes, clays, pastes and pomades are expected to be the two most attractive product format segments in the Middle East &amp; Africa hair styling products market in terms of value over the forecast period. Styling serums and oils and waxes, clays, pastes and pomades exhibit a CAGR index of 106.2 and 98.3 and a market share index of 156.3 and 135.5 respectively, against the segment average of 100. The mousses and foams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Product Format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Sprays and Mists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Mousses and Foams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Gels and Jellies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Creams and Lotions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Product Format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Format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Waxes, Clays, Pastes and Pomades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Styling Powders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Styling Serums and Oils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Sticks and Balms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Product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Product Format (US$ Mn)</a:t>
            </a:r>
          </a:p>
        </p:txBody>
      </p:sp>
      <p:graphicFrame>
        <p:nvGraphicFramePr>
          <p:cNvPr id="13" name="Table 12"/>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248275"/>
            <a:ext cx="11906250" cy="1381125"/>
          </a:xfrm>
          <a:prstGeom prst="roundRect">
            <a:avLst>
              <a:gd name="adj" fmla="val 55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3340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Product Format</a:t>
            </a:r>
          </a:p>
        </p:txBody>
      </p:sp>
      <p:sp>
        <p:nvSpPr>
          <p:cNvPr id="17" name="Rectangle 16"/>
          <p:cNvSpPr/>
          <p:nvPr/>
        </p:nvSpPr>
        <p:spPr>
          <a:xfrm>
            <a:off x="276225" y="5572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657850"/>
            <a:ext cx="11639550" cy="895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Styling serums and oils segment is projected to register 1.2X higher value than waxes, clays, pastes and pomades segment in 2036. Among hair styling products by product format, sticks and balms segment is expected to witness the highest CAGR of 9.1% over the forecast period.</a:t>
            </a:r>
          </a:p>
          <a:p>
            <a:pPr algn="l">
              <a:lnSpc>
                <a:spcPct val="110000"/>
              </a:lnSpc>
              <a:spcBef>
                <a:spcPts val="0"/>
              </a:spcBef>
              <a:spcAft>
                <a:spcPts val="500"/>
              </a:spcAft>
            </a:pPr>
            <a:r>
              <a:rPr sz="1100" b="0">
                <a:solidFill>
                  <a:srgbClr val="2E2E2E"/>
                </a:solidFill>
                <a:latin typeface="Calibri"/>
              </a:rPr>
              <a:t>In terms of value share by product format, the styling serums and oils segment is expected to dominate the market, gaining 86 BPS and accounting for 20.4% share by 2036. The sprays and mists segment is expected to lose 187 BPS over the forecast period to account for 9.9%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Product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994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51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89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Mousses and Foams</a:t>
            </a:r>
          </a:p>
        </p:txBody>
      </p:sp>
      <p:sp>
        <p:nvSpPr>
          <p:cNvPr id="19" name="BPS Value 1"/>
          <p:cNvSpPr txBox="1"/>
          <p:nvPr/>
        </p:nvSpPr>
        <p:spPr>
          <a:xfrm>
            <a:off x="6896100" y="1790892"/>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0" name="FMI Legend Chip"/>
          <p:cNvSpPr/>
          <p:nvPr/>
        </p:nvSpPr>
        <p:spPr>
          <a:xfrm>
            <a:off x="4928997" y="215256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478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716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Gels and Jellies</a:t>
            </a:r>
          </a:p>
        </p:txBody>
      </p:sp>
      <p:sp>
        <p:nvSpPr>
          <p:cNvPr id="23" name="BPS Value 2"/>
          <p:cNvSpPr txBox="1"/>
          <p:nvPr/>
        </p:nvSpPr>
        <p:spPr>
          <a:xfrm>
            <a:off x="6896100" y="2133519"/>
            <a:ext cx="514350" cy="123825"/>
          </a:xfrm>
          <a:prstGeom prst="rect">
            <a:avLst/>
          </a:prstGeom>
          <a:noFill/>
        </p:spPr>
        <p:txBody>
          <a:bodyPr wrap="none" lIns="0" rIns="0" tIns="0" bIns="0" anchor="ctr">
            <a:spAutoFit/>
          </a:bodyPr>
          <a:lstStyle/>
          <a:p>
            <a:pPr algn="r"/>
            <a:r>
              <a:rPr sz="900" b="1">
                <a:solidFill>
                  <a:srgbClr val="E44D3A"/>
                </a:solidFill>
                <a:latin typeface="Calibri"/>
              </a:rPr>
              <a:t>-96</a:t>
            </a:r>
          </a:p>
        </p:txBody>
      </p:sp>
      <p:sp>
        <p:nvSpPr>
          <p:cNvPr id="24" name="FMI Legend Chip"/>
          <p:cNvSpPr/>
          <p:nvPr/>
        </p:nvSpPr>
        <p:spPr>
          <a:xfrm>
            <a:off x="4928997" y="25817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70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008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Sprays and Mists</a:t>
            </a:r>
          </a:p>
        </p:txBody>
      </p:sp>
      <p:sp>
        <p:nvSpPr>
          <p:cNvPr id="27" name="BPS Value 3"/>
          <p:cNvSpPr txBox="1"/>
          <p:nvPr/>
        </p:nvSpPr>
        <p:spPr>
          <a:xfrm>
            <a:off x="6896100" y="2562732"/>
            <a:ext cx="514350" cy="123825"/>
          </a:xfrm>
          <a:prstGeom prst="rect">
            <a:avLst/>
          </a:prstGeom>
          <a:noFill/>
        </p:spPr>
        <p:txBody>
          <a:bodyPr wrap="none" lIns="0" rIns="0" tIns="0" bIns="0" anchor="ctr">
            <a:spAutoFit/>
          </a:bodyPr>
          <a:lstStyle/>
          <a:p>
            <a:pPr algn="r"/>
            <a:r>
              <a:rPr sz="900" b="1">
                <a:solidFill>
                  <a:srgbClr val="E44D3A"/>
                </a:solidFill>
                <a:latin typeface="Calibri"/>
              </a:rPr>
              <a:t>-187</a:t>
            </a:r>
          </a:p>
        </p:txBody>
      </p:sp>
      <p:sp>
        <p:nvSpPr>
          <p:cNvPr id="28" name="FMI Legend Chip"/>
          <p:cNvSpPr/>
          <p:nvPr/>
        </p:nvSpPr>
        <p:spPr>
          <a:xfrm>
            <a:off x="4928997" y="305084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0460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698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Powders</a:t>
            </a:r>
          </a:p>
        </p:txBody>
      </p:sp>
      <p:sp>
        <p:nvSpPr>
          <p:cNvPr id="31" name="BPS Value 4"/>
          <p:cNvSpPr txBox="1"/>
          <p:nvPr/>
        </p:nvSpPr>
        <p:spPr>
          <a:xfrm>
            <a:off x="6896100" y="3031795"/>
            <a:ext cx="514350" cy="123825"/>
          </a:xfrm>
          <a:prstGeom prst="rect">
            <a:avLst/>
          </a:prstGeom>
          <a:noFill/>
        </p:spPr>
        <p:txBody>
          <a:bodyPr wrap="none" lIns="0" rIns="0" tIns="0" bIns="0" anchor="ctr">
            <a:spAutoFit/>
          </a:bodyPr>
          <a:lstStyle/>
          <a:p>
            <a:pPr algn="r"/>
            <a:r>
              <a:rPr sz="900" b="1">
                <a:solidFill>
                  <a:srgbClr val="2E7D32"/>
                </a:solidFill>
                <a:latin typeface="Calibri"/>
              </a:rPr>
              <a:t>+93</a:t>
            </a:r>
          </a:p>
        </p:txBody>
      </p:sp>
      <p:sp>
        <p:nvSpPr>
          <p:cNvPr id="32" name="FMI Legend Chip"/>
          <p:cNvSpPr/>
          <p:nvPr/>
        </p:nvSpPr>
        <p:spPr>
          <a:xfrm>
            <a:off x="4928997" y="358992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5851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5089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Creams and Lotions</a:t>
            </a:r>
          </a:p>
        </p:txBody>
      </p:sp>
      <p:sp>
        <p:nvSpPr>
          <p:cNvPr id="35" name="BPS Value 5"/>
          <p:cNvSpPr txBox="1"/>
          <p:nvPr/>
        </p:nvSpPr>
        <p:spPr>
          <a:xfrm>
            <a:off x="6896100" y="3570871"/>
            <a:ext cx="514350" cy="123825"/>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36" name="FMI Legend Chip"/>
          <p:cNvSpPr/>
          <p:nvPr/>
        </p:nvSpPr>
        <p:spPr>
          <a:xfrm>
            <a:off x="4928997" y="42153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2105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1343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Sticks and Balms</a:t>
            </a:r>
          </a:p>
        </p:txBody>
      </p:sp>
      <p:sp>
        <p:nvSpPr>
          <p:cNvPr id="39" name="BPS Value 6"/>
          <p:cNvSpPr txBox="1"/>
          <p:nvPr/>
        </p:nvSpPr>
        <p:spPr>
          <a:xfrm>
            <a:off x="6896100" y="4196254"/>
            <a:ext cx="514350" cy="123825"/>
          </a:xfrm>
          <a:prstGeom prst="rect">
            <a:avLst/>
          </a:prstGeom>
          <a:noFill/>
        </p:spPr>
        <p:txBody>
          <a:bodyPr wrap="none" lIns="0" rIns="0" tIns="0" bIns="0" anchor="ctr">
            <a:spAutoFit/>
          </a:bodyPr>
          <a:lstStyle/>
          <a:p>
            <a:pPr algn="r"/>
            <a:r>
              <a:rPr sz="900" b="1">
                <a:solidFill>
                  <a:srgbClr val="2E7D32"/>
                </a:solidFill>
                <a:latin typeface="Calibri"/>
              </a:rPr>
              <a:t>+198</a:t>
            </a:r>
          </a:p>
        </p:txBody>
      </p:sp>
      <p:sp>
        <p:nvSpPr>
          <p:cNvPr id="40" name="FMI Legend Chip"/>
          <p:cNvSpPr/>
          <p:nvPr/>
        </p:nvSpPr>
        <p:spPr>
          <a:xfrm>
            <a:off x="4928997" y="49281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49234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8472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Clays, Pastes and Pomades</a:t>
            </a:r>
          </a:p>
        </p:txBody>
      </p:sp>
      <p:sp>
        <p:nvSpPr>
          <p:cNvPr id="43" name="BPS Value 7"/>
          <p:cNvSpPr txBox="1"/>
          <p:nvPr/>
        </p:nvSpPr>
        <p:spPr>
          <a:xfrm>
            <a:off x="6896100" y="490914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44" name="FMI Legend Chip"/>
          <p:cNvSpPr/>
          <p:nvPr/>
        </p:nvSpPr>
        <p:spPr>
          <a:xfrm>
            <a:off x="4928997" y="57773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725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963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Serums and Oils</a:t>
            </a:r>
          </a:p>
        </p:txBody>
      </p:sp>
      <p:sp>
        <p:nvSpPr>
          <p:cNvPr id="47" name="BPS Value 8"/>
          <p:cNvSpPr txBox="1"/>
          <p:nvPr/>
        </p:nvSpPr>
        <p:spPr>
          <a:xfrm>
            <a:off x="6896100" y="5758260"/>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Product Format</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product format, sticks and balms segment is expected to witness the highest CAGR of 9.1% over the forecast period. In terms of value share by product format, the styling serums and oils segment is expected to dominate the market, gaining 86 BPS and accounting for 20.4% share by 2036.</a:t>
            </a:r>
          </a:p>
          <a:p>
            <a:pPr algn="l">
              <a:lnSpc>
                <a:spcPct val="110000"/>
              </a:lnSpc>
              <a:spcBef>
                <a:spcPts val="0"/>
              </a:spcBef>
              <a:spcAft>
                <a:spcPts val="500"/>
              </a:spcAft>
            </a:pPr>
            <a:r>
              <a:rPr sz="1150" b="0">
                <a:solidFill>
                  <a:srgbClr val="2E2E2E"/>
                </a:solidFill>
                <a:latin typeface="Calibri"/>
              </a:rPr>
              <a:t>The sprays and mists segment is expected to lose 187 BPS over the forecast period to account for 9.9% share by 2036.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Format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Product Format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Format,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Product Format (%)  ·  light = lower, dark = higher growth</a:t>
            </a:r>
          </a:p>
        </p:txBody>
      </p:sp>
      <p:sp>
        <p:nvSpPr>
          <p:cNvPr id="12" name="TextBox 11"/>
          <p:cNvSpPr txBox="1"/>
          <p:nvPr/>
        </p:nvSpPr>
        <p:spPr>
          <a:xfrm>
            <a:off x="181886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4653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1178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5823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04695"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511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697610"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44067"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6990524"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36982"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83439"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29896"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76353"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2811"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69268" y="1266825"/>
            <a:ext cx="646457"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Sprays and Mists</a:t>
            </a:r>
          </a:p>
        </p:txBody>
      </p:sp>
      <p:sp>
        <p:nvSpPr>
          <p:cNvPr id="28" name="Rectangle 27"/>
          <p:cNvSpPr/>
          <p:nvPr/>
        </p:nvSpPr>
        <p:spPr>
          <a:xfrm>
            <a:off x="1818866" y="140970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465324" y="140970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11781"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58238" y="1409700"/>
            <a:ext cx="646457" cy="344170"/>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04695" y="1409700"/>
            <a:ext cx="646457" cy="344170"/>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51153" y="1409700"/>
            <a:ext cx="646457" cy="34417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697610" y="140970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44067" y="1409700"/>
            <a:ext cx="646457" cy="344170"/>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6990524" y="140970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36982" y="140970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83439" y="140970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29896" y="140970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76353" y="1409700"/>
            <a:ext cx="646457" cy="344170"/>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2811" y="140970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69268" y="140970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538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Hairsprays</a:t>
            </a:r>
          </a:p>
        </p:txBody>
      </p:sp>
      <p:sp>
        <p:nvSpPr>
          <p:cNvPr id="44" name="Rectangle 43"/>
          <p:cNvSpPr/>
          <p:nvPr/>
        </p:nvSpPr>
        <p:spPr>
          <a:xfrm>
            <a:off x="1818866" y="1753870"/>
            <a:ext cx="646457" cy="34417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465324"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11781" y="1753870"/>
            <a:ext cx="646457" cy="34417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58238" y="1753870"/>
            <a:ext cx="646457" cy="34417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04695" y="1753870"/>
            <a:ext cx="646457" cy="34417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51153" y="1753870"/>
            <a:ext cx="646457" cy="34417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697610" y="1753870"/>
            <a:ext cx="646457" cy="34417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44067"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6990524" y="1753870"/>
            <a:ext cx="646457" cy="344170"/>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36982" y="1753870"/>
            <a:ext cx="646457" cy="344170"/>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83439" y="1753870"/>
            <a:ext cx="646457" cy="344170"/>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29896" y="1753870"/>
            <a:ext cx="646457" cy="34417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76353" y="175387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2811" y="1753870"/>
            <a:ext cx="646457" cy="34417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69268" y="1753870"/>
            <a:ext cx="646457" cy="344170"/>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980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Hairsprays</a:t>
            </a:r>
          </a:p>
        </p:txBody>
      </p:sp>
      <p:sp>
        <p:nvSpPr>
          <p:cNvPr id="60" name="Rectangle 59"/>
          <p:cNvSpPr/>
          <p:nvPr/>
        </p:nvSpPr>
        <p:spPr>
          <a:xfrm>
            <a:off x="1818866" y="2098040"/>
            <a:ext cx="646457" cy="344170"/>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465324" y="2098040"/>
            <a:ext cx="646457" cy="34417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11781" y="2098040"/>
            <a:ext cx="646457" cy="344170"/>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58238" y="209804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04695" y="209804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51153" y="20980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697610" y="209804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44067" y="209804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6990524" y="2098040"/>
            <a:ext cx="646457" cy="344170"/>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36982" y="2098040"/>
            <a:ext cx="646457" cy="34417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83439" y="209804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29896" y="2098040"/>
            <a:ext cx="646457" cy="344170"/>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76353" y="209804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2811" y="209804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69268" y="209804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4422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Texturizing Sprays</a:t>
            </a:r>
          </a:p>
        </p:txBody>
      </p:sp>
      <p:sp>
        <p:nvSpPr>
          <p:cNvPr id="76" name="Rectangle 75"/>
          <p:cNvSpPr/>
          <p:nvPr/>
        </p:nvSpPr>
        <p:spPr>
          <a:xfrm>
            <a:off x="1818866" y="244221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465324" y="2442210"/>
            <a:ext cx="646457" cy="344170"/>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11781" y="2442210"/>
            <a:ext cx="646457" cy="344170"/>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58238" y="2442210"/>
            <a:ext cx="646457" cy="344170"/>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04695" y="2442210"/>
            <a:ext cx="646457" cy="344170"/>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51153" y="244221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697610" y="244221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44067" y="244221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6990524"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36982" y="24422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83439" y="2442210"/>
            <a:ext cx="646457" cy="344170"/>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29896" y="244221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76353" y="244221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2811" y="2442210"/>
            <a:ext cx="646457" cy="344170"/>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69268" y="2442210"/>
            <a:ext cx="646457" cy="344170"/>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863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Sea-salt Sprays</a:t>
            </a:r>
          </a:p>
        </p:txBody>
      </p:sp>
      <p:sp>
        <p:nvSpPr>
          <p:cNvPr id="92" name="Rectangle 91"/>
          <p:cNvSpPr/>
          <p:nvPr/>
        </p:nvSpPr>
        <p:spPr>
          <a:xfrm>
            <a:off x="1818866" y="2786380"/>
            <a:ext cx="646457" cy="344170"/>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465324" y="2786380"/>
            <a:ext cx="646457" cy="34417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11781" y="2786380"/>
            <a:ext cx="646457" cy="34417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58238" y="2786380"/>
            <a:ext cx="646457" cy="344170"/>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04695" y="278638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51153" y="278638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697610" y="2786380"/>
            <a:ext cx="646457" cy="344170"/>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44067" y="2786380"/>
            <a:ext cx="646457" cy="344170"/>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6990524" y="278638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36982" y="2786380"/>
            <a:ext cx="646457" cy="344170"/>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83439" y="2786380"/>
            <a:ext cx="646457" cy="344170"/>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29896" y="278638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76353" y="2786380"/>
            <a:ext cx="646457" cy="34417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2811" y="2786380"/>
            <a:ext cx="646457" cy="34417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69268" y="2786380"/>
            <a:ext cx="646457" cy="344170"/>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13055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Volumizing Sprays</a:t>
            </a:r>
          </a:p>
        </p:txBody>
      </p:sp>
      <p:sp>
        <p:nvSpPr>
          <p:cNvPr id="108" name="Rectangle 107"/>
          <p:cNvSpPr/>
          <p:nvPr/>
        </p:nvSpPr>
        <p:spPr>
          <a:xfrm>
            <a:off x="1818866" y="3130550"/>
            <a:ext cx="646457" cy="34417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465324"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11781" y="3130550"/>
            <a:ext cx="646457" cy="34417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58238" y="3130550"/>
            <a:ext cx="646457" cy="344170"/>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04695" y="3130550"/>
            <a:ext cx="646457" cy="34417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51153" y="313055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697610" y="3130550"/>
            <a:ext cx="646457" cy="34417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44067" y="313055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6990524" y="3130550"/>
            <a:ext cx="646457" cy="34417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36982" y="313055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83439" y="3130550"/>
            <a:ext cx="646457" cy="344170"/>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29896" y="313055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76353" y="313055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2811" y="313055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69268" y="313055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47472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Mousses and Foams</a:t>
            </a:r>
          </a:p>
        </p:txBody>
      </p:sp>
      <p:sp>
        <p:nvSpPr>
          <p:cNvPr id="124" name="Rectangle 123"/>
          <p:cNvSpPr/>
          <p:nvPr/>
        </p:nvSpPr>
        <p:spPr>
          <a:xfrm>
            <a:off x="1818866" y="3474720"/>
            <a:ext cx="646457" cy="344170"/>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465324" y="347472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11781" y="3474720"/>
            <a:ext cx="646457" cy="344170"/>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58238" y="3474720"/>
            <a:ext cx="646457" cy="34417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04695" y="3474720"/>
            <a:ext cx="646457" cy="34417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51153" y="3474720"/>
            <a:ext cx="646457" cy="344170"/>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697610" y="3474720"/>
            <a:ext cx="646457" cy="344170"/>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44067" y="347472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6990524" y="3474720"/>
            <a:ext cx="646457" cy="344170"/>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36982" y="3474720"/>
            <a:ext cx="646457" cy="34417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83439" y="3474720"/>
            <a:ext cx="646457" cy="34417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29896" y="347472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76353" y="347472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2811" y="347472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69268" y="347472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81889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Aerosol Mousses</a:t>
            </a:r>
          </a:p>
        </p:txBody>
      </p:sp>
      <p:sp>
        <p:nvSpPr>
          <p:cNvPr id="140" name="Rectangle 139"/>
          <p:cNvSpPr/>
          <p:nvPr/>
        </p:nvSpPr>
        <p:spPr>
          <a:xfrm>
            <a:off x="1818866" y="3818890"/>
            <a:ext cx="646457" cy="344170"/>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465324" y="3818890"/>
            <a:ext cx="646457" cy="34417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11781" y="3818890"/>
            <a:ext cx="646457" cy="344170"/>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58238" y="3818890"/>
            <a:ext cx="646457" cy="344170"/>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04695" y="3818890"/>
            <a:ext cx="646457" cy="344170"/>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51153" y="3818890"/>
            <a:ext cx="646457" cy="344170"/>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697610" y="3818890"/>
            <a:ext cx="646457" cy="34417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44067" y="3818890"/>
            <a:ext cx="646457" cy="344170"/>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6990524" y="3818890"/>
            <a:ext cx="646457" cy="34417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36982" y="3818890"/>
            <a:ext cx="646457" cy="34417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83439" y="3818890"/>
            <a:ext cx="646457" cy="344170"/>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29896" y="381889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76353"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2811" y="3818890"/>
            <a:ext cx="646457" cy="344170"/>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69268" y="3818890"/>
            <a:ext cx="646457" cy="34417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16306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 Non-aerosol Foams</a:t>
            </a:r>
          </a:p>
        </p:txBody>
      </p:sp>
      <p:sp>
        <p:nvSpPr>
          <p:cNvPr id="156" name="Rectangle 155"/>
          <p:cNvSpPr/>
          <p:nvPr/>
        </p:nvSpPr>
        <p:spPr>
          <a:xfrm>
            <a:off x="1818866" y="4163060"/>
            <a:ext cx="646457" cy="344170"/>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465324" y="416306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11781" y="4163060"/>
            <a:ext cx="646457" cy="344170"/>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58238" y="4163060"/>
            <a:ext cx="646457" cy="344170"/>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04695" y="416306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51153" y="4163060"/>
            <a:ext cx="646457" cy="344170"/>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697610" y="4163060"/>
            <a:ext cx="646457" cy="344170"/>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44067" y="416306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990524" y="4163060"/>
            <a:ext cx="646457" cy="34417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36982" y="4163060"/>
            <a:ext cx="646457" cy="344170"/>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83439" y="4163060"/>
            <a:ext cx="646457" cy="344170"/>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29896" y="4163060"/>
            <a:ext cx="646457" cy="344170"/>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76353" y="416306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2811" y="4163060"/>
            <a:ext cx="646457" cy="344170"/>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69268" y="4163060"/>
            <a:ext cx="646457" cy="344170"/>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50723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Gels and Jellies</a:t>
            </a:r>
          </a:p>
        </p:txBody>
      </p:sp>
      <p:sp>
        <p:nvSpPr>
          <p:cNvPr id="172" name="Rectangle 171"/>
          <p:cNvSpPr/>
          <p:nvPr/>
        </p:nvSpPr>
        <p:spPr>
          <a:xfrm>
            <a:off x="1818866" y="4507230"/>
            <a:ext cx="646457" cy="344170"/>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465324" y="4507230"/>
            <a:ext cx="646457" cy="344170"/>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11781" y="4507230"/>
            <a:ext cx="646457" cy="34417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58238" y="4507230"/>
            <a:ext cx="646457" cy="344170"/>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04695" y="4507230"/>
            <a:ext cx="646457" cy="344170"/>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51153" y="4507230"/>
            <a:ext cx="646457" cy="34417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697610" y="4507230"/>
            <a:ext cx="646457" cy="344170"/>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44067" y="4507230"/>
            <a:ext cx="646457" cy="34417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6990524" y="4507230"/>
            <a:ext cx="646457" cy="344170"/>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36982" y="4507230"/>
            <a:ext cx="646457" cy="344170"/>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83439"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29896" y="4507230"/>
            <a:ext cx="646457" cy="344170"/>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76353" y="4507230"/>
            <a:ext cx="646457" cy="344170"/>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2811" y="4507230"/>
            <a:ext cx="646457" cy="344170"/>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69268" y="4507230"/>
            <a:ext cx="646457" cy="344170"/>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85140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Creams and Lotions</a:t>
            </a:r>
          </a:p>
        </p:txBody>
      </p:sp>
      <p:sp>
        <p:nvSpPr>
          <p:cNvPr id="188" name="Rectangle 187"/>
          <p:cNvSpPr/>
          <p:nvPr/>
        </p:nvSpPr>
        <p:spPr>
          <a:xfrm>
            <a:off x="1818866" y="4851400"/>
            <a:ext cx="646457" cy="344170"/>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465324" y="4851400"/>
            <a:ext cx="646457" cy="34417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11781" y="4851400"/>
            <a:ext cx="646457" cy="34417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58238" y="4851400"/>
            <a:ext cx="646457" cy="344170"/>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04695" y="4851400"/>
            <a:ext cx="646457" cy="344170"/>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51153" y="4851400"/>
            <a:ext cx="646457" cy="34417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697610" y="485140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44067" y="4851400"/>
            <a:ext cx="646457" cy="344170"/>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6990524" y="4851400"/>
            <a:ext cx="646457" cy="344170"/>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36982" y="4851400"/>
            <a:ext cx="646457" cy="344170"/>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83439" y="4851400"/>
            <a:ext cx="646457" cy="34417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29896" y="4851400"/>
            <a:ext cx="646457" cy="344170"/>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76353" y="4851400"/>
            <a:ext cx="646457" cy="344170"/>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2811" y="4851400"/>
            <a:ext cx="646457" cy="344170"/>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69268" y="4851400"/>
            <a:ext cx="646457" cy="344170"/>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19557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Waxes, Clays, Pastes and Pomades</a:t>
            </a:r>
          </a:p>
        </p:txBody>
      </p:sp>
      <p:sp>
        <p:nvSpPr>
          <p:cNvPr id="204" name="Rectangle 203"/>
          <p:cNvSpPr/>
          <p:nvPr/>
        </p:nvSpPr>
        <p:spPr>
          <a:xfrm>
            <a:off x="1818866" y="5195570"/>
            <a:ext cx="646457" cy="34417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465324" y="5195570"/>
            <a:ext cx="646457" cy="34417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11781" y="5195570"/>
            <a:ext cx="646457" cy="34417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58238" y="5195570"/>
            <a:ext cx="646457" cy="34417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04695" y="5195570"/>
            <a:ext cx="646457" cy="344170"/>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51153" y="5195570"/>
            <a:ext cx="646457" cy="344170"/>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697610" y="5195570"/>
            <a:ext cx="646457" cy="34417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44067" y="5195570"/>
            <a:ext cx="646457" cy="344170"/>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6990524" y="5195570"/>
            <a:ext cx="646457" cy="344170"/>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36982" y="5195570"/>
            <a:ext cx="646457" cy="344170"/>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83439" y="5195570"/>
            <a:ext cx="646457" cy="344170"/>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29896" y="5195570"/>
            <a:ext cx="646457" cy="344170"/>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76353" y="5195570"/>
            <a:ext cx="646457" cy="34417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2811" y="5195570"/>
            <a:ext cx="646457" cy="34417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69268" y="5195570"/>
            <a:ext cx="646457" cy="344170"/>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53974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Powders</a:t>
            </a:r>
          </a:p>
        </p:txBody>
      </p:sp>
      <p:sp>
        <p:nvSpPr>
          <p:cNvPr id="220" name="Rectangle 219"/>
          <p:cNvSpPr/>
          <p:nvPr/>
        </p:nvSpPr>
        <p:spPr>
          <a:xfrm>
            <a:off x="1818866" y="5539740"/>
            <a:ext cx="646457" cy="34417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465324" y="5539740"/>
            <a:ext cx="646457" cy="344170"/>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11781" y="5539740"/>
            <a:ext cx="646457" cy="344170"/>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58238" y="5539740"/>
            <a:ext cx="646457" cy="34417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04695" y="5539740"/>
            <a:ext cx="646457" cy="34417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51153" y="5539740"/>
            <a:ext cx="646457" cy="344170"/>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697610" y="5539740"/>
            <a:ext cx="646457" cy="344170"/>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44067" y="5539740"/>
            <a:ext cx="646457" cy="344170"/>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6990524" y="5539740"/>
            <a:ext cx="646457" cy="34417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36982" y="5539740"/>
            <a:ext cx="646457" cy="34417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83439" y="5539740"/>
            <a:ext cx="646457" cy="344170"/>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29896" y="5539740"/>
            <a:ext cx="646457" cy="344170"/>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76353" y="5539740"/>
            <a:ext cx="646457" cy="344170"/>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2811" y="5539740"/>
            <a:ext cx="646457" cy="344170"/>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69268" y="5539740"/>
            <a:ext cx="646457" cy="344170"/>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88391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Styling Serums and Oils</a:t>
            </a:r>
          </a:p>
        </p:txBody>
      </p:sp>
      <p:sp>
        <p:nvSpPr>
          <p:cNvPr id="236" name="Rectangle 235"/>
          <p:cNvSpPr/>
          <p:nvPr/>
        </p:nvSpPr>
        <p:spPr>
          <a:xfrm>
            <a:off x="1818866" y="5883910"/>
            <a:ext cx="646457" cy="344170"/>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465324" y="5883910"/>
            <a:ext cx="646457" cy="344170"/>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11781"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58238" y="5883910"/>
            <a:ext cx="646457" cy="344170"/>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04695" y="588391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51153" y="5883910"/>
            <a:ext cx="646457" cy="344170"/>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697610" y="5883910"/>
            <a:ext cx="646457" cy="344170"/>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44067" y="5883910"/>
            <a:ext cx="646457" cy="344170"/>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6990524" y="5883910"/>
            <a:ext cx="646457" cy="344170"/>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36982" y="5883910"/>
            <a:ext cx="646457" cy="344170"/>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83439" y="5883910"/>
            <a:ext cx="646457" cy="344170"/>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29896" y="5883910"/>
            <a:ext cx="646457" cy="344170"/>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76353" y="5883910"/>
            <a:ext cx="646457" cy="34417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2811" y="5883910"/>
            <a:ext cx="646457" cy="344170"/>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69268" y="5883910"/>
            <a:ext cx="646457" cy="34417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6228080"/>
            <a:ext cx="1552166" cy="344170"/>
          </a:xfrm>
          <a:prstGeom prst="rect">
            <a:avLst/>
          </a:prstGeom>
          <a:noFill/>
        </p:spPr>
        <p:txBody>
          <a:bodyPr wrap="square" lIns="28575" rIns="28575" tIns="9525" bIns="9525" anchor="ctr">
            <a:spAutoFit/>
          </a:bodyPr>
          <a:lstStyle/>
          <a:p>
            <a:pPr algn="l"/>
            <a:r>
              <a:rPr sz="1100" b="0">
                <a:solidFill>
                  <a:srgbClr val="2E2E2E"/>
                </a:solidFill>
                <a:latin typeface="Calibri"/>
              </a:rPr>
              <a:t>Sticks and Balms</a:t>
            </a:r>
          </a:p>
        </p:txBody>
      </p:sp>
      <p:sp>
        <p:nvSpPr>
          <p:cNvPr id="252" name="Rectangle 251"/>
          <p:cNvSpPr/>
          <p:nvPr/>
        </p:nvSpPr>
        <p:spPr>
          <a:xfrm>
            <a:off x="1818866" y="6228080"/>
            <a:ext cx="646457" cy="34417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465324" y="6228080"/>
            <a:ext cx="646457" cy="344170"/>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11781" y="6228080"/>
            <a:ext cx="646457" cy="344170"/>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58238" y="6228080"/>
            <a:ext cx="646457" cy="344170"/>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04695" y="6228080"/>
            <a:ext cx="646457" cy="344170"/>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51153" y="6228080"/>
            <a:ext cx="646457" cy="344170"/>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697610" y="6228080"/>
            <a:ext cx="646457" cy="34417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44067" y="6228080"/>
            <a:ext cx="646457" cy="344170"/>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6990524" y="6228080"/>
            <a:ext cx="646457" cy="344170"/>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36982" y="6228080"/>
            <a:ext cx="646457" cy="344170"/>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83439" y="6228080"/>
            <a:ext cx="646457" cy="344170"/>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29896" y="6228080"/>
            <a:ext cx="646457" cy="34417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76353" y="6228080"/>
            <a:ext cx="646457" cy="34417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2811" y="6228080"/>
            <a:ext cx="646457" cy="344170"/>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69268" y="6228080"/>
            <a:ext cx="646457" cy="344170"/>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309" name="TextBox 30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10" name="TextBox 30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11" name="TextBox 3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Hold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Hold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Hold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Hold Level segment categorizes the market by hold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 Hold</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226.3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464.4</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Strong Hold</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219.7</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429.5</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Light or Flexible Hold</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205.4</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468.1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8.6%</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No Hold</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188.7</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412.8</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8.1%</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Extra-strong Hold</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185.6</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347.0</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hold level, light or flexible hold segment is expected to witness the highest CAGR of 8.6% over the forecast period. In terms of value share by hold level, the light or flexible hold segment is expected to dominate the market, gaining 203 BPS and accounting for 22.1% share by 2036.</a:t>
            </a:r>
          </a:p>
          <a:p>
            <a:pPr algn="l">
              <a:lnSpc>
                <a:spcPct val="110000"/>
              </a:lnSpc>
              <a:spcBef>
                <a:spcPts val="0"/>
              </a:spcBef>
              <a:spcAft>
                <a:spcPts val="500"/>
              </a:spcAft>
            </a:pPr>
            <a:r>
              <a:rPr sz="1100" b="0">
                <a:solidFill>
                  <a:srgbClr val="2E2E2E"/>
                </a:solidFill>
                <a:latin typeface="Calibri"/>
              </a:rPr>
              <a:t>Light or flexible hold segment is projected to register 1.0X higher value than medium hold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 Hold: </a:t>
            </a:r>
            <a:r>
              <a:rPr sz="1100" b="0">
                <a:solidFill>
                  <a:srgbClr val="2E2E2E"/>
                </a:solidFill>
                <a:latin typeface="Calibri"/>
              </a:rPr>
              <a:t>22%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Strong Hold: </a:t>
            </a:r>
            <a:r>
              <a:rPr sz="1100" b="0">
                <a:solidFill>
                  <a:srgbClr val="2E2E2E"/>
                </a:solidFill>
                <a:latin typeface="Calibri"/>
              </a:rPr>
              <a:t>21% of 2026 value · 6.9%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Light or Flexible Hold: </a:t>
            </a:r>
            <a:r>
              <a:rPr sz="1100" b="0">
                <a:solidFill>
                  <a:srgbClr val="2E2E2E"/>
                </a:solidFill>
                <a:latin typeface="Calibri"/>
              </a:rPr>
              <a:t>20% of 2026 value · 8.6%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No Hold: </a:t>
            </a:r>
            <a:r>
              <a:rPr sz="1100" b="0">
                <a:solidFill>
                  <a:srgbClr val="2E2E2E"/>
                </a:solidFill>
                <a:latin typeface="Calibri"/>
              </a:rPr>
              <a:t>18% of 2026 value · 8.1%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Extra-strong Hold: </a:t>
            </a:r>
            <a:r>
              <a:rPr sz="1100" b="0">
                <a:solidFill>
                  <a:srgbClr val="2E2E2E"/>
                </a:solidFill>
                <a:latin typeface="Calibri"/>
              </a:rPr>
              <a:t>18% of 2026 value · 6.5%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Hold Level split shows how demand is distributed across hold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Hold Level segment is projected to grow at a CAGR of 7.5%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Hold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Hold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Hold Level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Light or flexible hold followed by medium hold are expected to be the two most attractive hold level segments in the Middle East &amp; Africa hair styling products market in terms of value over the forecast period. Light or flexible hold and medium hold exhibit a CAGR index of 113.9 and 98.9 and a market share index of 100.1 and 110.3 respectively, against the segment average of 100. The extra-strong hold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Hold Level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No Hold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Light or Flexible Hold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Medium Hold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Strong Hold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Hold Level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Hold Level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Extra-strong Hold</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Hold Level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light or flexible hold segment is anticipated to witness an increase of 2.3X in terms of value as compared to 2026. The light or flexible hold segment is expected to create an incremental opportunity of US$ 262.7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medium hold segment is expected to create an incremental opportunity of US$ 238.1 Mn for the overall hair styling products market from 2026 to 2036. The no hold segment is expected to create an incremental opportunity of US$ 224.1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Hold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Hold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Hold Level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Hold Level</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Light or flexible hold segment is projected to register 1.0X higher value than medium hold segment in 2036. Among hair styling products by hold level, light or flexible hold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hold level, the light or flexible hold segment is expected to dominate the market, gaining 203 BPS and accounting for 22.1% share by 2036. The extra-strong hold segment is expected to lose 174 BPS over the forecast period to account for 16.4%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Hold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Hold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515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039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41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Extra-strong Hold</a:t>
            </a:r>
          </a:p>
        </p:txBody>
      </p:sp>
      <p:sp>
        <p:nvSpPr>
          <p:cNvPr id="19" name="BPS Value 1"/>
          <p:cNvSpPr txBox="1"/>
          <p:nvPr/>
        </p:nvSpPr>
        <p:spPr>
          <a:xfrm>
            <a:off x="6896100" y="2026103"/>
            <a:ext cx="514350" cy="123825"/>
          </a:xfrm>
          <a:prstGeom prst="rect">
            <a:avLst/>
          </a:prstGeom>
          <a:noFill/>
        </p:spPr>
        <p:txBody>
          <a:bodyPr wrap="none" lIns="0" rIns="0" tIns="0" bIns="0" anchor="ctr">
            <a:spAutoFit/>
          </a:bodyPr>
          <a:lstStyle/>
          <a:p>
            <a:pPr algn="r"/>
            <a:r>
              <a:rPr sz="900" b="1">
                <a:solidFill>
                  <a:srgbClr val="E44D3A"/>
                </a:solidFill>
                <a:latin typeface="Calibri"/>
              </a:rPr>
              <a:t>-174</a:t>
            </a:r>
          </a:p>
        </p:txBody>
      </p:sp>
      <p:sp>
        <p:nvSpPr>
          <p:cNvPr id="20" name="FMI Legend Chip"/>
          <p:cNvSpPr/>
          <p:nvPr/>
        </p:nvSpPr>
        <p:spPr>
          <a:xfrm>
            <a:off x="4928997" y="286382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90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828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 Hold</a:t>
            </a:r>
          </a:p>
        </p:txBody>
      </p:sp>
      <p:sp>
        <p:nvSpPr>
          <p:cNvPr id="23" name="BPS Value 2"/>
          <p:cNvSpPr txBox="1"/>
          <p:nvPr/>
        </p:nvSpPr>
        <p:spPr>
          <a:xfrm>
            <a:off x="6896100" y="2844770"/>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24" name="FMI Legend Chip"/>
          <p:cNvSpPr/>
          <p:nvPr/>
        </p:nvSpPr>
        <p:spPr>
          <a:xfrm>
            <a:off x="4928997" y="37713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7665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6903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Strong Hold</a:t>
            </a:r>
          </a:p>
        </p:txBody>
      </p:sp>
      <p:sp>
        <p:nvSpPr>
          <p:cNvPr id="27" name="BPS Value 3"/>
          <p:cNvSpPr txBox="1"/>
          <p:nvPr/>
        </p:nvSpPr>
        <p:spPr>
          <a:xfrm>
            <a:off x="6896100" y="3752312"/>
            <a:ext cx="514350" cy="123825"/>
          </a:xfrm>
          <a:prstGeom prst="rect">
            <a:avLst/>
          </a:prstGeom>
          <a:noFill/>
        </p:spPr>
        <p:txBody>
          <a:bodyPr wrap="none" lIns="0" rIns="0" tIns="0" bIns="0" anchor="ctr">
            <a:spAutoFit/>
          </a:bodyPr>
          <a:lstStyle/>
          <a:p>
            <a:pPr algn="r"/>
            <a:r>
              <a:rPr sz="900" b="1">
                <a:solidFill>
                  <a:srgbClr val="E44D3A"/>
                </a:solidFill>
                <a:latin typeface="Calibri"/>
              </a:rPr>
              <a:t>-117</a:t>
            </a:r>
          </a:p>
        </p:txBody>
      </p:sp>
      <p:sp>
        <p:nvSpPr>
          <p:cNvPr id="28" name="FMI Legend Chip"/>
          <p:cNvSpPr/>
          <p:nvPr/>
        </p:nvSpPr>
        <p:spPr>
          <a:xfrm>
            <a:off x="4928997" y="473449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2973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6535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 Hold</a:t>
            </a:r>
          </a:p>
        </p:txBody>
      </p:sp>
      <p:sp>
        <p:nvSpPr>
          <p:cNvPr id="31" name="BPS Value 4"/>
          <p:cNvSpPr txBox="1"/>
          <p:nvPr/>
        </p:nvSpPr>
        <p:spPr>
          <a:xfrm>
            <a:off x="6896100" y="4715448"/>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32" name="FMI Legend Chip"/>
          <p:cNvSpPr/>
          <p:nvPr/>
        </p:nvSpPr>
        <p:spPr>
          <a:xfrm>
            <a:off x="4928997" y="573924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344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582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Light or Flexible Hold</a:t>
            </a:r>
          </a:p>
        </p:txBody>
      </p:sp>
      <p:sp>
        <p:nvSpPr>
          <p:cNvPr id="35" name="BPS Value 5"/>
          <p:cNvSpPr txBox="1"/>
          <p:nvPr/>
        </p:nvSpPr>
        <p:spPr>
          <a:xfrm>
            <a:off x="6896100" y="5720199"/>
            <a:ext cx="514350" cy="123825"/>
          </a:xfrm>
          <a:prstGeom prst="rect">
            <a:avLst/>
          </a:prstGeom>
          <a:noFill/>
        </p:spPr>
        <p:txBody>
          <a:bodyPr wrap="none" lIns="0" rIns="0" tIns="0" bIns="0" anchor="ctr">
            <a:spAutoFit/>
          </a:bodyPr>
          <a:lstStyle/>
          <a:p>
            <a:pPr algn="r"/>
            <a:r>
              <a:rPr sz="900" b="1">
                <a:solidFill>
                  <a:srgbClr val="2E7D32"/>
                </a:solidFill>
                <a:latin typeface="Calibri"/>
              </a:rPr>
              <a:t>+203</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Hold Level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hold level, light or flexible hold segment is expected to witness the highest CAGR of 8.6% over the forecast period. In terms of value share by hold level, the light or flexible hold segment is expected to dominate the market, gaining 203 BPS and accounting for 22.1% share by 2036.</a:t>
            </a:r>
          </a:p>
          <a:p>
            <a:pPr algn="l">
              <a:lnSpc>
                <a:spcPct val="110000"/>
              </a:lnSpc>
              <a:spcBef>
                <a:spcPts val="0"/>
              </a:spcBef>
              <a:spcAft>
                <a:spcPts val="500"/>
              </a:spcAft>
            </a:pPr>
            <a:r>
              <a:rPr sz="1150" b="0">
                <a:solidFill>
                  <a:srgbClr val="2E2E2E"/>
                </a:solidFill>
                <a:latin typeface="Calibri"/>
              </a:rPr>
              <a:t>The extra-strong hold segment is expected to lose 174 BPS over the forecast period to account for 16.4%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Hold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Hold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Hold Level (%)  ·  light = lower, dark = higher growth</a:t>
            </a:r>
          </a:p>
        </p:txBody>
      </p:sp>
      <p:sp>
        <p:nvSpPr>
          <p:cNvPr id="17" name="TextBox 16"/>
          <p:cNvSpPr txBox="1"/>
          <p:nvPr/>
        </p:nvSpPr>
        <p:spPr>
          <a:xfrm>
            <a:off x="12532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193743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6215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305762"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3989925"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674089"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35825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042416"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726580"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410743"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094907"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77907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463234"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147398"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31561" y="3162300"/>
            <a:ext cx="684164"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No Hold</a:t>
            </a:r>
          </a:p>
        </p:txBody>
      </p:sp>
      <p:sp>
        <p:nvSpPr>
          <p:cNvPr id="33" name="Rectangle 32"/>
          <p:cNvSpPr/>
          <p:nvPr/>
        </p:nvSpPr>
        <p:spPr>
          <a:xfrm>
            <a:off x="1253271" y="3305175"/>
            <a:ext cx="684164" cy="65341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937435" y="3305175"/>
            <a:ext cx="684164"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621598" y="3305175"/>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305762" y="3305175"/>
            <a:ext cx="684164"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89925" y="3305175"/>
            <a:ext cx="684164"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74089" y="3305175"/>
            <a:ext cx="684164" cy="65341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358253" y="3305175"/>
            <a:ext cx="684164" cy="653415"/>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042416" y="3305175"/>
            <a:ext cx="684164" cy="65341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726580" y="3305175"/>
            <a:ext cx="684164" cy="653415"/>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410743" y="3305175"/>
            <a:ext cx="684164" cy="65341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94907" y="3305175"/>
            <a:ext cx="684164" cy="653415"/>
          </a:xfrm>
          <a:prstGeom prst="rect">
            <a:avLst/>
          </a:prstGeom>
          <a:solidFill>
            <a:srgbClr val="0E67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79071" y="3305175"/>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63234" y="3305175"/>
            <a:ext cx="684164" cy="6534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47398" y="3305175"/>
            <a:ext cx="684164" cy="6534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31561" y="3305175"/>
            <a:ext cx="684164" cy="653415"/>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Light or Flexible Hold</a:t>
            </a:r>
          </a:p>
        </p:txBody>
      </p:sp>
      <p:sp>
        <p:nvSpPr>
          <p:cNvPr id="49" name="Rectangle 48"/>
          <p:cNvSpPr/>
          <p:nvPr/>
        </p:nvSpPr>
        <p:spPr>
          <a:xfrm>
            <a:off x="1253271" y="3958590"/>
            <a:ext cx="684164"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937435" y="3958590"/>
            <a:ext cx="684164"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621598" y="3958590"/>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305762" y="395859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89925" y="3958590"/>
            <a:ext cx="684164" cy="653415"/>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74089" y="3958590"/>
            <a:ext cx="684164"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358253" y="395859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42416" y="3958590"/>
            <a:ext cx="684164" cy="653415"/>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726580" y="3958590"/>
            <a:ext cx="684164" cy="653415"/>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410743" y="3958590"/>
            <a:ext cx="684164" cy="65341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94907" y="3958590"/>
            <a:ext cx="684164"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79071" y="3958590"/>
            <a:ext cx="684164" cy="65341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63234" y="3958590"/>
            <a:ext cx="684164" cy="65341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47398" y="3958590"/>
            <a:ext cx="684164" cy="65341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31561" y="3958590"/>
            <a:ext cx="684164" cy="65341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Medium Hold</a:t>
            </a:r>
          </a:p>
        </p:txBody>
      </p:sp>
      <p:sp>
        <p:nvSpPr>
          <p:cNvPr id="65" name="Rectangle 64"/>
          <p:cNvSpPr/>
          <p:nvPr/>
        </p:nvSpPr>
        <p:spPr>
          <a:xfrm>
            <a:off x="1253271" y="4612005"/>
            <a:ext cx="684164" cy="653415"/>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37435" y="4612005"/>
            <a:ext cx="684164" cy="65341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621598" y="4612005"/>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305762" y="4612005"/>
            <a:ext cx="684164" cy="65341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89925" y="4612005"/>
            <a:ext cx="684164" cy="653415"/>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74089" y="4612005"/>
            <a:ext cx="684164" cy="653415"/>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358253" y="4612005"/>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042416" y="4612005"/>
            <a:ext cx="684164" cy="653415"/>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726580" y="4612005"/>
            <a:ext cx="684164" cy="6534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410743" y="4612005"/>
            <a:ext cx="684164" cy="6534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94907" y="4612005"/>
            <a:ext cx="684164" cy="6534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79071" y="4612005"/>
            <a:ext cx="684164" cy="65341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63234" y="4612005"/>
            <a:ext cx="684164" cy="65341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47398" y="4612005"/>
            <a:ext cx="684164" cy="65341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31561" y="4612005"/>
            <a:ext cx="684164" cy="6534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Strong Hold</a:t>
            </a:r>
          </a:p>
        </p:txBody>
      </p:sp>
      <p:sp>
        <p:nvSpPr>
          <p:cNvPr id="81" name="Rectangle 80"/>
          <p:cNvSpPr/>
          <p:nvPr/>
        </p:nvSpPr>
        <p:spPr>
          <a:xfrm>
            <a:off x="1253271" y="5265420"/>
            <a:ext cx="684164" cy="65341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37435" y="5265420"/>
            <a:ext cx="684164" cy="65341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621598" y="5265420"/>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305762" y="5265420"/>
            <a:ext cx="684164" cy="65341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989925" y="5265420"/>
            <a:ext cx="684164" cy="65341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674089" y="5265420"/>
            <a:ext cx="684164" cy="653415"/>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358253" y="5265420"/>
            <a:ext cx="684164" cy="653415"/>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042416" y="5265420"/>
            <a:ext cx="684164" cy="65341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726580" y="5265420"/>
            <a:ext cx="684164" cy="653415"/>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410743" y="5265420"/>
            <a:ext cx="684164" cy="6534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094907" y="5265420"/>
            <a:ext cx="684164" cy="65341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779071" y="5265420"/>
            <a:ext cx="684164"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463234" y="5265420"/>
            <a:ext cx="684164" cy="65341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47398" y="5265420"/>
            <a:ext cx="684164" cy="65341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31561" y="5265420"/>
            <a:ext cx="684164" cy="65341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986571" cy="653415"/>
          </a:xfrm>
          <a:prstGeom prst="rect">
            <a:avLst/>
          </a:prstGeom>
          <a:noFill/>
        </p:spPr>
        <p:txBody>
          <a:bodyPr wrap="square" lIns="28575" rIns="28575" tIns="9525" bIns="9525" anchor="ctr">
            <a:spAutoFit/>
          </a:bodyPr>
          <a:lstStyle/>
          <a:p>
            <a:pPr algn="l"/>
            <a:r>
              <a:rPr sz="1100" b="0">
                <a:solidFill>
                  <a:srgbClr val="2E2E2E"/>
                </a:solidFill>
                <a:latin typeface="Calibri"/>
              </a:rPr>
              <a:t>Extra-strong Hold</a:t>
            </a:r>
          </a:p>
        </p:txBody>
      </p:sp>
      <p:sp>
        <p:nvSpPr>
          <p:cNvPr id="97" name="Rectangle 96"/>
          <p:cNvSpPr/>
          <p:nvPr/>
        </p:nvSpPr>
        <p:spPr>
          <a:xfrm>
            <a:off x="1253271" y="5918835"/>
            <a:ext cx="684164" cy="65341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937435" y="5918835"/>
            <a:ext cx="684164" cy="65341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621598" y="5918835"/>
            <a:ext cx="684164" cy="65341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305762" y="5918835"/>
            <a:ext cx="684164" cy="6534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989925" y="5918835"/>
            <a:ext cx="684164"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674089" y="5918835"/>
            <a:ext cx="684164" cy="65341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358253" y="5918835"/>
            <a:ext cx="684164" cy="65341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042416" y="5918835"/>
            <a:ext cx="684164" cy="6534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726580" y="5918835"/>
            <a:ext cx="684164"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410743" y="5918835"/>
            <a:ext cx="684164" cy="65341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094907" y="5918835"/>
            <a:ext cx="684164" cy="6534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779071" y="5918835"/>
            <a:ext cx="684164" cy="65341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463234" y="5918835"/>
            <a:ext cx="684164" cy="65341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47398"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31561" y="5918835"/>
            <a:ext cx="684164" cy="6534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Finish segment categorizes the market by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Glossy or Wet-look</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352.5</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771.4</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Natural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337.5</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659.7</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Matte</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335.6</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690.8</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finish, glossy or wet-look segment is expected to witness the highest CAGR of 8.1% over the forecast period. In terms of value share by finish, the glossy or wet-look segment is expected to dominate the market, gaining 199 BPS and accounting for 36.4% share by 2036.</a:t>
            </a:r>
          </a:p>
          <a:p>
            <a:pPr algn="l">
              <a:lnSpc>
                <a:spcPct val="110000"/>
              </a:lnSpc>
              <a:spcBef>
                <a:spcPts val="0"/>
              </a:spcBef>
              <a:spcAft>
                <a:spcPts val="500"/>
              </a:spcAft>
            </a:pPr>
            <a:r>
              <a:rPr sz="1100" b="0">
                <a:solidFill>
                  <a:srgbClr val="2E2E2E"/>
                </a:solidFill>
                <a:latin typeface="Calibri"/>
              </a:rPr>
              <a:t>Glossy or wet-look segment is projected to register 1.1X higher value than matte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Glossy or Wet-look: </a:t>
            </a:r>
            <a:r>
              <a:rPr sz="1100" b="0">
                <a:solidFill>
                  <a:srgbClr val="2E2E2E"/>
                </a:solidFill>
                <a:latin typeface="Calibri"/>
              </a:rPr>
              <a:t>34%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Natural: </a:t>
            </a:r>
            <a:r>
              <a:rPr sz="1100" b="0">
                <a:solidFill>
                  <a:srgbClr val="2E2E2E"/>
                </a:solidFill>
                <a:latin typeface="Calibri"/>
              </a:rPr>
              <a:t>33% of 2026 value · 6.9%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Matte: </a:t>
            </a:r>
            <a:r>
              <a:rPr sz="1100" b="0">
                <a:solidFill>
                  <a:srgbClr val="2E2E2E"/>
                </a:solidFill>
                <a:latin typeface="Calibri"/>
              </a:rPr>
              <a:t>33% of 2026 value · 7.5%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Finish split shows how demand is distributed across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Finish segment is projected to grow at a CAGR of 7.5%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Finish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Glossy or wet-look followed by matte are expected to be the two most attractive finish segments in the Middle East &amp; Africa hair styling products market in terms of value over the forecast period. Glossy or wet-look and matte exhibit a CAGR index of 108.0 and 99.3 and a market share index of 103.1 and 98.2 respectively, against the segment average of 100. The natural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Matte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Natural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Glossy or Wet-look</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Finish</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glossy or wet-look segment is anticipated to witness an increase of 2.2X in terms of value as compared to 2026. The glossy or wet-look segment is expected to create an incremental opportunity of US$ 418.9 Mn for the overall hair styling products market from 2026 to 2036.</a:t>
            </a:r>
          </a:p>
          <a:p>
            <a:pPr algn="l">
              <a:lnSpc>
                <a:spcPct val="110000"/>
              </a:lnSpc>
              <a:spcBef>
                <a:spcPts val="0"/>
              </a:spcBef>
              <a:spcAft>
                <a:spcPts val="500"/>
              </a:spcAft>
            </a:pPr>
            <a:r>
              <a:rPr sz="1150" b="0">
                <a:solidFill>
                  <a:srgbClr val="2E2E2E"/>
                </a:solidFill>
                <a:latin typeface="Calibri"/>
              </a:rPr>
              <a:t>The matte segment is expected to create an incremental opportunity of US$ 355.2 Mn for the overall hair styling products market from 2026 to 2036. The natural segment is expected to create an incremental opportunity of US$ 322.2 Mn for the overall hair styling products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Finish (US$ Mn)</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Finish</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Glossy or wet-look segment is projected to register 1.1X higher value than matte segment in 2036. Among hair styling products by finish, glossy or wet-look segment is expected to witness the highest CAGR of 8.1% over the forecast period.</a:t>
            </a:r>
          </a:p>
          <a:p>
            <a:pPr algn="l">
              <a:lnSpc>
                <a:spcPct val="110000"/>
              </a:lnSpc>
              <a:spcBef>
                <a:spcPts val="0"/>
              </a:spcBef>
              <a:spcAft>
                <a:spcPts val="500"/>
              </a:spcAft>
            </a:pPr>
            <a:r>
              <a:rPr sz="1150" b="0">
                <a:solidFill>
                  <a:srgbClr val="2E2E2E"/>
                </a:solidFill>
                <a:latin typeface="Calibri"/>
              </a:rPr>
              <a:t>In terms of value share by finish, the glossy or wet-look segment is expected to dominate the market, gaining 199 BPS and accounting for 36.4% share by 2036. The natural segment is expected to lose 182 BPS over the forecast period to account for 31.1%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198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72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1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Natural</a:t>
            </a:r>
          </a:p>
        </p:txBody>
      </p:sp>
      <p:sp>
        <p:nvSpPr>
          <p:cNvPr id="19" name="BPS Value 1"/>
          <p:cNvSpPr txBox="1"/>
          <p:nvPr/>
        </p:nvSpPr>
        <p:spPr>
          <a:xfrm>
            <a:off x="6896100" y="2362938"/>
            <a:ext cx="514350" cy="123825"/>
          </a:xfrm>
          <a:prstGeom prst="rect">
            <a:avLst/>
          </a:prstGeom>
          <a:noFill/>
        </p:spPr>
        <p:txBody>
          <a:bodyPr wrap="none" lIns="0" rIns="0" tIns="0" bIns="0" anchor="ctr">
            <a:spAutoFit/>
          </a:bodyPr>
          <a:lstStyle/>
          <a:p>
            <a:pPr algn="r"/>
            <a:r>
              <a:rPr sz="900" b="1">
                <a:solidFill>
                  <a:srgbClr val="E44D3A"/>
                </a:solidFill>
                <a:latin typeface="Calibri"/>
              </a:rPr>
              <a:t>-182</a:t>
            </a:r>
          </a:p>
        </p:txBody>
      </p:sp>
      <p:sp>
        <p:nvSpPr>
          <p:cNvPr id="20" name="FMI Legend Chip"/>
          <p:cNvSpPr/>
          <p:nvPr/>
        </p:nvSpPr>
        <p:spPr>
          <a:xfrm>
            <a:off x="4928997" y="38370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3226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5606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Matte</a:t>
            </a:r>
          </a:p>
        </p:txBody>
      </p:sp>
      <p:sp>
        <p:nvSpPr>
          <p:cNvPr id="23" name="BPS Value 2"/>
          <p:cNvSpPr txBox="1"/>
          <p:nvPr/>
        </p:nvSpPr>
        <p:spPr>
          <a:xfrm>
            <a:off x="6896100" y="3817982"/>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24" name="FMI Legend Chip"/>
          <p:cNvSpPr/>
          <p:nvPr/>
        </p:nvSpPr>
        <p:spPr>
          <a:xfrm>
            <a:off x="4928997" y="541249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077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315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Glossy or Wet-look</a:t>
            </a:r>
          </a:p>
        </p:txBody>
      </p:sp>
      <p:sp>
        <p:nvSpPr>
          <p:cNvPr id="27" name="BPS Value 3"/>
          <p:cNvSpPr txBox="1"/>
          <p:nvPr/>
        </p:nvSpPr>
        <p:spPr>
          <a:xfrm>
            <a:off x="6896100" y="5393440"/>
            <a:ext cx="514350" cy="123825"/>
          </a:xfrm>
          <a:prstGeom prst="rect">
            <a:avLst/>
          </a:prstGeom>
          <a:noFill/>
        </p:spPr>
        <p:txBody>
          <a:bodyPr wrap="none" lIns="0" rIns="0" tIns="0" bIns="0" anchor="ctr">
            <a:spAutoFit/>
          </a:bodyPr>
          <a:lstStyle/>
          <a:p>
            <a:pPr algn="r"/>
            <a:r>
              <a:rPr sz="900" b="1">
                <a:solidFill>
                  <a:srgbClr val="2E7D32"/>
                </a:solidFill>
                <a:latin typeface="Calibri"/>
              </a:rPr>
              <a:t>+199</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Finish</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finish, glossy or wet-look segment is expected to witness the highest CAGR of 8.1% over the forecast period. In terms of value share by finish, the glossy or wet-look segment is expected to dominate the market, gaining 199 BPS and accounting for 36.4% share by 2036.</a:t>
            </a:r>
          </a:p>
          <a:p>
            <a:pPr algn="l">
              <a:lnSpc>
                <a:spcPct val="110000"/>
              </a:lnSpc>
              <a:spcBef>
                <a:spcPts val="0"/>
              </a:spcBef>
              <a:spcAft>
                <a:spcPts val="500"/>
              </a:spcAft>
            </a:pPr>
            <a:r>
              <a:rPr sz="1150" b="0">
                <a:solidFill>
                  <a:srgbClr val="2E2E2E"/>
                </a:solidFill>
                <a:latin typeface="Calibri"/>
              </a:rPr>
              <a:t>The natural segment is expected to lose 182 BPS over the forecast period to account for 31.1%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Finish (%)  ·  light = lower, dark = higher growth</a:t>
            </a:r>
          </a:p>
        </p:txBody>
      </p:sp>
      <p:sp>
        <p:nvSpPr>
          <p:cNvPr id="17" name="TextBox 16"/>
          <p:cNvSpPr txBox="1"/>
          <p:nvPr/>
        </p:nvSpPr>
        <p:spPr>
          <a:xfrm>
            <a:off x="115183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84276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53368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22461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91553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60646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29739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98831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67924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37016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8061095"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752021"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442947"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33873"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24799" y="2733675"/>
            <a:ext cx="690926"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Matte</a:t>
            </a:r>
          </a:p>
        </p:txBody>
      </p:sp>
      <p:sp>
        <p:nvSpPr>
          <p:cNvPr id="33" name="Rectangle 32"/>
          <p:cNvSpPr/>
          <p:nvPr/>
        </p:nvSpPr>
        <p:spPr>
          <a:xfrm>
            <a:off x="1151835" y="2876550"/>
            <a:ext cx="690926" cy="1231900"/>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842761" y="2876550"/>
            <a:ext cx="690926" cy="1231900"/>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533687" y="2876550"/>
            <a:ext cx="690926" cy="12319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224613" y="2876550"/>
            <a:ext cx="690926" cy="1231900"/>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915539" y="2876550"/>
            <a:ext cx="690926" cy="1231900"/>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606465" y="2876550"/>
            <a:ext cx="690926" cy="12319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297391" y="2876550"/>
            <a:ext cx="690926" cy="1231900"/>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988317" y="2876550"/>
            <a:ext cx="690926" cy="1231900"/>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679243"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370169" y="2876550"/>
            <a:ext cx="690926" cy="12319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061095" y="2876550"/>
            <a:ext cx="690926" cy="1231900"/>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752021" y="2876550"/>
            <a:ext cx="690926" cy="12319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442947" y="2876550"/>
            <a:ext cx="690926" cy="1231900"/>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33873" y="2876550"/>
            <a:ext cx="690926" cy="1231900"/>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24799" y="2876550"/>
            <a:ext cx="690926" cy="1231900"/>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Natural</a:t>
            </a:r>
          </a:p>
        </p:txBody>
      </p:sp>
      <p:sp>
        <p:nvSpPr>
          <p:cNvPr id="49" name="Rectangle 48"/>
          <p:cNvSpPr/>
          <p:nvPr/>
        </p:nvSpPr>
        <p:spPr>
          <a:xfrm>
            <a:off x="1151835" y="4108450"/>
            <a:ext cx="690926" cy="1231900"/>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842761" y="4108450"/>
            <a:ext cx="690926" cy="1231900"/>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533687" y="4108450"/>
            <a:ext cx="690926" cy="12319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224613" y="4108450"/>
            <a:ext cx="690926" cy="12319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915539" y="4108450"/>
            <a:ext cx="690926" cy="1231900"/>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606465" y="4108450"/>
            <a:ext cx="690926" cy="1231900"/>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297391" y="4108450"/>
            <a:ext cx="690926" cy="1231900"/>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988317" y="4108450"/>
            <a:ext cx="690926" cy="1231900"/>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679243" y="4108450"/>
            <a:ext cx="690926" cy="1231900"/>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370169" y="4108450"/>
            <a:ext cx="690926" cy="12319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061095" y="4108450"/>
            <a:ext cx="690926" cy="1231900"/>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752021" y="4108450"/>
            <a:ext cx="690926" cy="1231900"/>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442947" y="4108450"/>
            <a:ext cx="690926" cy="1231900"/>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33873" y="4108450"/>
            <a:ext cx="690926" cy="1231900"/>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24799" y="4108450"/>
            <a:ext cx="690926" cy="1231900"/>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885135" cy="1231900"/>
          </a:xfrm>
          <a:prstGeom prst="rect">
            <a:avLst/>
          </a:prstGeom>
          <a:noFill/>
        </p:spPr>
        <p:txBody>
          <a:bodyPr wrap="square" lIns="28575" rIns="28575" tIns="9525" bIns="9525" anchor="ctr">
            <a:spAutoFit/>
          </a:bodyPr>
          <a:lstStyle/>
          <a:p>
            <a:pPr algn="l"/>
            <a:r>
              <a:rPr sz="1100" b="0">
                <a:solidFill>
                  <a:srgbClr val="2E2E2E"/>
                </a:solidFill>
                <a:latin typeface="Calibri"/>
              </a:rPr>
              <a:t>Glossy or Wet-look</a:t>
            </a:r>
          </a:p>
        </p:txBody>
      </p:sp>
      <p:sp>
        <p:nvSpPr>
          <p:cNvPr id="65" name="Rectangle 64"/>
          <p:cNvSpPr/>
          <p:nvPr/>
        </p:nvSpPr>
        <p:spPr>
          <a:xfrm>
            <a:off x="1151835" y="5340350"/>
            <a:ext cx="690926"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842761"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533687" y="5340350"/>
            <a:ext cx="690926"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224613" y="5340350"/>
            <a:ext cx="690926" cy="1231900"/>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915539" y="5340350"/>
            <a:ext cx="690926" cy="1231900"/>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606465" y="5340350"/>
            <a:ext cx="690926" cy="12319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297391" y="5340350"/>
            <a:ext cx="690926" cy="1231900"/>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988317" y="5340350"/>
            <a:ext cx="690926" cy="1231900"/>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679243" y="5340350"/>
            <a:ext cx="690926" cy="12319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370169" y="5340350"/>
            <a:ext cx="690926" cy="1231900"/>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061095" y="5340350"/>
            <a:ext cx="690926" cy="1231900"/>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752021" y="5340350"/>
            <a:ext cx="690926" cy="1231900"/>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442947" y="5340350"/>
            <a:ext cx="690926"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33873" y="5340350"/>
            <a:ext cx="690926" cy="1231900"/>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24799" y="5340350"/>
            <a:ext cx="690926" cy="1231900"/>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Mass 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217.7</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396.8</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Salon and Professional Distributi…</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198.3</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400.7</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Marketplaces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165.5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389.9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distribution channel, online marketplaces segment is expected to witness the highest CAGR of 9.0% over the forecast period. In terms of value share by distribution channel, the salon and professional distribution segment is expected to dominate the market, losing 45 BPS and accounting for 18.9% share by 2036.</a:t>
            </a:r>
          </a:p>
          <a:p>
            <a:pPr algn="l">
              <a:lnSpc>
                <a:spcPct val="110000"/>
              </a:lnSpc>
              <a:spcBef>
                <a:spcPts val="0"/>
              </a:spcBef>
              <a:spcAft>
                <a:spcPts val="500"/>
              </a:spcAft>
            </a:pPr>
            <a:r>
              <a:rPr sz="1100" b="0">
                <a:solidFill>
                  <a:srgbClr val="2E2E2E"/>
                </a:solidFill>
                <a:latin typeface="Calibri"/>
              </a:rPr>
              <a:t>Salon and professional distribution segment is projected to register 1.0X higher value than mass retail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Mass Retail: </a:t>
            </a:r>
            <a:r>
              <a:rPr sz="1100" b="0">
                <a:solidFill>
                  <a:srgbClr val="2E2E2E"/>
                </a:solidFill>
                <a:latin typeface="Calibri"/>
              </a:rPr>
              <a:t>21% of 2026 value · 6.2%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Salon and Professional Distribution: </a:t>
            </a:r>
            <a:r>
              <a:rPr sz="1100" b="0">
                <a:solidFill>
                  <a:srgbClr val="2E2E2E"/>
                </a:solidFill>
                <a:latin typeface="Calibri"/>
              </a:rPr>
              <a:t>19% of 2026 value · 7.3%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Marketplaces: </a:t>
            </a:r>
            <a:r>
              <a:rPr sz="1100" b="0">
                <a:solidFill>
                  <a:srgbClr val="2E2E2E"/>
                </a:solidFill>
                <a:latin typeface="Calibri"/>
              </a:rPr>
              <a:t>16% of 2026 value · 9.0%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7.5%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Beauty Specialty Retail</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159.7</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344.2</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25" name="Oval 24"/>
          <p:cNvSpPr/>
          <p:nvPr/>
        </p:nvSpPr>
        <p:spPr>
          <a:xfrm>
            <a:off x="33337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26" name="Rounded Rectangle 25"/>
          <p:cNvSpPr/>
          <p:nvPr/>
        </p:nvSpPr>
        <p:spPr>
          <a:xfrm>
            <a:off x="523875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Pharmacies and Drugstores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148.2</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283.9</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6.7%</a:t>
            </a:r>
          </a:p>
        </p:txBody>
      </p:sp>
      <p:sp>
        <p:nvSpPr>
          <p:cNvPr id="32" name="Oval 31"/>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33" name="Rounded Rectangle 32"/>
          <p:cNvSpPr/>
          <p:nvPr/>
        </p:nvSpPr>
        <p:spPr>
          <a:xfrm>
            <a:off x="861060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Brand-owned Online Stores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136.3</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306.4</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8.4%</a:t>
            </a:r>
          </a:p>
        </p:txBody>
      </p:sp>
      <p:sp>
        <p:nvSpPr>
          <p:cNvPr id="39" name="Oval 38"/>
          <p:cNvSpPr/>
          <p:nvPr/>
        </p:nvSpPr>
        <p:spPr>
          <a:xfrm>
            <a:off x="100774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Beauty Specialty Retail: </a:t>
            </a:r>
            <a:r>
              <a:rPr sz="1100" b="0">
                <a:solidFill>
                  <a:srgbClr val="2E2E2E"/>
                </a:solidFill>
                <a:latin typeface="Calibri"/>
              </a:rPr>
              <a:t>16% of 2026 value · 8.0%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Pharmacies and Drugstores: </a:t>
            </a:r>
            <a:r>
              <a:rPr sz="1100" b="0">
                <a:solidFill>
                  <a:srgbClr val="2E2E2E"/>
                </a:solidFill>
                <a:latin typeface="Calibri"/>
              </a:rPr>
              <a:t>14% of 2026 value · 6.7%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Brand-owned Online Stores: </a:t>
            </a:r>
            <a:r>
              <a:rPr sz="1100" b="0">
                <a:solidFill>
                  <a:srgbClr val="2E2E2E"/>
                </a:solidFill>
                <a:latin typeface="Calibri"/>
              </a:rPr>
              <a:t>13% of 2026 value · 8.4%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Online marketplaces followed by salon and professional distribution are expected to be the two most attractive distribution channel segments in the Middle East &amp; Africa hair styling products market in terms of value over the forecast period. Online marketplaces and salon and professional distribution exhibit a CAGR index of 118.7 and 96.7 and a market share index of 96.8 and 116.0 respectively, against the segment average of 100. The pharmacies and drugstores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Mass Retail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Beauty Specialty Retail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Salon and Professional Distribution</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Pharmacies and Drugstores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Online Marketplaces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Brand-owned Online Stores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Distribution Channel</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online marketplaces segment is anticipated to witness an increase of 2.4X in terms of value as compared to 2026. The online marketplaces segment is expected to create an incremental opportunity of US$ 224.5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salon and professional distribution segment is expected to create an incremental opportunity of US$ 202.4 Mn for the overall hair styling products market from 2026 to 2036. The beauty specialty retail segment is expected to create an incremental opportunity of US$ 184.4 Mn for the overall hair styling products market from 2026 to 2036.</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Distribution Channel (US$ Mn)</a:t>
            </a:r>
          </a:p>
        </p:txBody>
      </p:sp>
      <p:graphicFrame>
        <p:nvGraphicFramePr>
          <p:cNvPr id="13" name="Table 12"/>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Distribution Channel</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Salon and professional distribution segment is projected to register 1.0X higher value than mass retail segment in 2036. Among hair styling products by distribution channel, online marketplaces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salon and professional distribution segment is expected to dominate the market, losing 45 BPS and accounting for 18.9% share by 2036. The mass retail segment is expected to lose 252 BPS over the forecast period to account for 18.7%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771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723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6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Pharmacies and Drugstores</a:t>
            </a:r>
          </a:p>
        </p:txBody>
      </p:sp>
      <p:sp>
        <p:nvSpPr>
          <p:cNvPr id="19" name="BPS Value 1"/>
          <p:cNvSpPr txBox="1"/>
          <p:nvPr/>
        </p:nvSpPr>
        <p:spPr>
          <a:xfrm>
            <a:off x="6896100" y="1958079"/>
            <a:ext cx="514350" cy="123825"/>
          </a:xfrm>
          <a:prstGeom prst="rect">
            <a:avLst/>
          </a:prstGeom>
          <a:noFill/>
        </p:spPr>
        <p:txBody>
          <a:bodyPr wrap="none" lIns="0" rIns="0" tIns="0" bIns="0" anchor="ctr">
            <a:spAutoFit/>
          </a:bodyPr>
          <a:lstStyle/>
          <a:p>
            <a:pPr algn="r"/>
            <a:r>
              <a:rPr sz="900" b="1">
                <a:solidFill>
                  <a:srgbClr val="E44D3A"/>
                </a:solidFill>
                <a:latin typeface="Calibri"/>
              </a:rPr>
              <a:t>-107</a:t>
            </a:r>
          </a:p>
        </p:txBody>
      </p:sp>
      <p:sp>
        <p:nvSpPr>
          <p:cNvPr id="20" name="FMI Legend Chip"/>
          <p:cNvSpPr/>
          <p:nvPr/>
        </p:nvSpPr>
        <p:spPr>
          <a:xfrm>
            <a:off x="4928997" y="26131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6083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5321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Brand-owned Online Stores</a:t>
            </a:r>
          </a:p>
        </p:txBody>
      </p:sp>
      <p:sp>
        <p:nvSpPr>
          <p:cNvPr id="23" name="BPS Value 2"/>
          <p:cNvSpPr txBox="1"/>
          <p:nvPr/>
        </p:nvSpPr>
        <p:spPr>
          <a:xfrm>
            <a:off x="6896100" y="2594082"/>
            <a:ext cx="514350" cy="123825"/>
          </a:xfrm>
          <a:prstGeom prst="rect">
            <a:avLst/>
          </a:prstGeom>
          <a:noFill/>
        </p:spPr>
        <p:txBody>
          <a:bodyPr wrap="none" lIns="0" rIns="0" tIns="0" bIns="0" anchor="ctr">
            <a:spAutoFit/>
          </a:bodyPr>
          <a:lstStyle/>
          <a:p>
            <a:pPr algn="r"/>
            <a:r>
              <a:rPr sz="900" b="1">
                <a:solidFill>
                  <a:srgbClr val="2E7D32"/>
                </a:solidFill>
                <a:latin typeface="Calibri"/>
              </a:rPr>
              <a:t>+115</a:t>
            </a:r>
          </a:p>
        </p:txBody>
      </p:sp>
      <p:sp>
        <p:nvSpPr>
          <p:cNvPr id="24" name="FMI Legend Chip"/>
          <p:cNvSpPr/>
          <p:nvPr/>
        </p:nvSpPr>
        <p:spPr>
          <a:xfrm>
            <a:off x="4928997" y="33140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3093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33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Beauty Specialty Retail</a:t>
            </a:r>
          </a:p>
        </p:txBody>
      </p:sp>
      <p:sp>
        <p:nvSpPr>
          <p:cNvPr id="27" name="BPS Value 3"/>
          <p:cNvSpPr txBox="1"/>
          <p:nvPr/>
        </p:nvSpPr>
        <p:spPr>
          <a:xfrm>
            <a:off x="6896100" y="3295020"/>
            <a:ext cx="514350" cy="123825"/>
          </a:xfrm>
          <a:prstGeom prst="rect">
            <a:avLst/>
          </a:prstGeom>
          <a:noFill/>
        </p:spPr>
        <p:txBody>
          <a:bodyPr wrap="none" lIns="0" rIns="0" tIns="0" bIns="0" anchor="ctr">
            <a:spAutoFit/>
          </a:bodyPr>
          <a:lstStyle/>
          <a:p>
            <a:pPr algn="r"/>
            <a:r>
              <a:rPr sz="900" b="1">
                <a:solidFill>
                  <a:srgbClr val="2E7D32"/>
                </a:solidFill>
                <a:latin typeface="Calibri"/>
              </a:rPr>
              <a:t>+65</a:t>
            </a:r>
          </a:p>
        </p:txBody>
      </p:sp>
      <p:sp>
        <p:nvSpPr>
          <p:cNvPr id="28" name="FMI Legend Chip"/>
          <p:cNvSpPr/>
          <p:nvPr/>
        </p:nvSpPr>
        <p:spPr>
          <a:xfrm>
            <a:off x="4928997" y="410498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1002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0240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Marketplaces</a:t>
            </a:r>
          </a:p>
        </p:txBody>
      </p:sp>
      <p:sp>
        <p:nvSpPr>
          <p:cNvPr id="31" name="BPS Value 4"/>
          <p:cNvSpPr txBox="1"/>
          <p:nvPr/>
        </p:nvSpPr>
        <p:spPr>
          <a:xfrm>
            <a:off x="6896100" y="4085935"/>
            <a:ext cx="514350" cy="123825"/>
          </a:xfrm>
          <a:prstGeom prst="rect">
            <a:avLst/>
          </a:prstGeom>
          <a:noFill/>
        </p:spPr>
        <p:txBody>
          <a:bodyPr wrap="none" lIns="0" rIns="0" tIns="0" bIns="0" anchor="ctr">
            <a:spAutoFit/>
          </a:bodyPr>
          <a:lstStyle/>
          <a:p>
            <a:pPr algn="r"/>
            <a:r>
              <a:rPr sz="900" b="1">
                <a:solidFill>
                  <a:srgbClr val="2E7D32"/>
                </a:solidFill>
                <a:latin typeface="Calibri"/>
              </a:rPr>
              <a:t>+224</a:t>
            </a:r>
          </a:p>
        </p:txBody>
      </p:sp>
      <p:sp>
        <p:nvSpPr>
          <p:cNvPr id="32" name="FMI Legend Chip"/>
          <p:cNvSpPr/>
          <p:nvPr/>
        </p:nvSpPr>
        <p:spPr>
          <a:xfrm>
            <a:off x="4928997" y="49526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9478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8716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Mass Retail</a:t>
            </a:r>
          </a:p>
        </p:txBody>
      </p:sp>
      <p:sp>
        <p:nvSpPr>
          <p:cNvPr id="35" name="BPS Value 5"/>
          <p:cNvSpPr txBox="1"/>
          <p:nvPr/>
        </p:nvSpPr>
        <p:spPr>
          <a:xfrm>
            <a:off x="6896100" y="4933550"/>
            <a:ext cx="514350" cy="123825"/>
          </a:xfrm>
          <a:prstGeom prst="rect">
            <a:avLst/>
          </a:prstGeom>
          <a:noFill/>
        </p:spPr>
        <p:txBody>
          <a:bodyPr wrap="none" lIns="0" rIns="0" tIns="0" bIns="0" anchor="ctr">
            <a:spAutoFit/>
          </a:bodyPr>
          <a:lstStyle/>
          <a:p>
            <a:pPr algn="r"/>
            <a:r>
              <a:rPr sz="900" b="1">
                <a:solidFill>
                  <a:srgbClr val="E44D3A"/>
                </a:solidFill>
                <a:latin typeface="Calibri"/>
              </a:rPr>
              <a:t>-252</a:t>
            </a:r>
          </a:p>
        </p:txBody>
      </p:sp>
      <p:sp>
        <p:nvSpPr>
          <p:cNvPr id="36" name="FMI Legend Chip"/>
          <p:cNvSpPr/>
          <p:nvPr/>
        </p:nvSpPr>
        <p:spPr>
          <a:xfrm>
            <a:off x="4928997" y="58118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580710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7309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Salon and Professional Distribution</a:t>
            </a:r>
          </a:p>
        </p:txBody>
      </p:sp>
      <p:sp>
        <p:nvSpPr>
          <p:cNvPr id="39" name="BPS Value 6"/>
          <p:cNvSpPr txBox="1"/>
          <p:nvPr/>
        </p:nvSpPr>
        <p:spPr>
          <a:xfrm>
            <a:off x="6896100" y="5792822"/>
            <a:ext cx="514350" cy="123825"/>
          </a:xfrm>
          <a:prstGeom prst="rect">
            <a:avLst/>
          </a:prstGeom>
          <a:noFill/>
        </p:spPr>
        <p:txBody>
          <a:bodyPr wrap="none" lIns="0" rIns="0" tIns="0" bIns="0" anchor="ctr">
            <a:spAutoFit/>
          </a:bodyPr>
          <a:lstStyle/>
          <a:p>
            <a:pPr algn="r"/>
            <a:r>
              <a:rPr sz="900" b="1">
                <a:solidFill>
                  <a:srgbClr val="E44D3A"/>
                </a:solidFill>
                <a:latin typeface="Calibri"/>
              </a:rPr>
              <a:t>-45</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Distribution Channel</a:t>
            </a:r>
          </a:p>
        </p:txBody>
      </p:sp>
      <p:sp>
        <p:nvSpPr>
          <p:cNvPr id="42" name="Rectangle 41"/>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distribution channel, online marketplaces segment is expected to witness the highest CAGR of 9.0% over the forecast period. In terms of value share by distribution channel, the salon and professional distribution segment is expected to dominate the market, losing 45 BPS and accounting for 18.9% share by 2036.</a:t>
            </a:r>
          </a:p>
          <a:p>
            <a:pPr algn="l">
              <a:lnSpc>
                <a:spcPct val="110000"/>
              </a:lnSpc>
              <a:spcBef>
                <a:spcPts val="0"/>
              </a:spcBef>
              <a:spcAft>
                <a:spcPts val="500"/>
              </a:spcAft>
            </a:pPr>
            <a:r>
              <a:rPr sz="1150" b="0">
                <a:solidFill>
                  <a:srgbClr val="2E2E2E"/>
                </a:solidFill>
                <a:latin typeface="Calibri"/>
              </a:rPr>
              <a:t>The mass retail segment is expected to lose 252 BPS over the forecast period to account for 18.7% share by 2036.</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527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Distribution Channel (%)  ·  light = lower, dark = higher growth</a:t>
            </a:r>
          </a:p>
        </p:txBody>
      </p:sp>
      <p:sp>
        <p:nvSpPr>
          <p:cNvPr id="17" name="TextBox 16"/>
          <p:cNvSpPr txBox="1"/>
          <p:nvPr/>
        </p:nvSpPr>
        <p:spPr>
          <a:xfrm>
            <a:off x="185233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49655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078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501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2923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346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1768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1915"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6141"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0367"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4594"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38820"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3046"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272"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499" y="3381375"/>
            <a:ext cx="64422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52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Mass Retail</a:t>
            </a:r>
          </a:p>
        </p:txBody>
      </p:sp>
      <p:sp>
        <p:nvSpPr>
          <p:cNvPr id="33" name="Rectangle 32"/>
          <p:cNvSpPr/>
          <p:nvPr/>
        </p:nvSpPr>
        <p:spPr>
          <a:xfrm>
            <a:off x="1852331"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496557" y="3524250"/>
            <a:ext cx="644226" cy="5080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0784" y="3524250"/>
            <a:ext cx="644226" cy="5080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5010" y="3524250"/>
            <a:ext cx="644226" cy="5080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29236" y="3524250"/>
            <a:ext cx="644226" cy="508000"/>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3462" y="352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17689" y="3524250"/>
            <a:ext cx="644226" cy="508000"/>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1915" y="3524250"/>
            <a:ext cx="644226" cy="508000"/>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6141" y="3524250"/>
            <a:ext cx="644226" cy="508000"/>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0367" y="3524250"/>
            <a:ext cx="644226" cy="508000"/>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4594" y="3524250"/>
            <a:ext cx="644226" cy="508000"/>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38820" y="3524250"/>
            <a:ext cx="644226" cy="508000"/>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3046" y="3524250"/>
            <a:ext cx="644226" cy="5080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272" y="3524250"/>
            <a:ext cx="644226" cy="5080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499" y="3524250"/>
            <a:ext cx="644226" cy="508000"/>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32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Beauty Specialty Retail</a:t>
            </a:r>
          </a:p>
        </p:txBody>
      </p:sp>
      <p:sp>
        <p:nvSpPr>
          <p:cNvPr id="49" name="Rectangle 48"/>
          <p:cNvSpPr/>
          <p:nvPr/>
        </p:nvSpPr>
        <p:spPr>
          <a:xfrm>
            <a:off x="1852331" y="4032250"/>
            <a:ext cx="644226" cy="5080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496557" y="4032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0784" y="4032250"/>
            <a:ext cx="644226" cy="5080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5010" y="4032250"/>
            <a:ext cx="644226" cy="5080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29236" y="4032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3462" y="4032250"/>
            <a:ext cx="644226" cy="508000"/>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17689" y="4032250"/>
            <a:ext cx="644226" cy="508000"/>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1915" y="4032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6141" y="4032250"/>
            <a:ext cx="644226" cy="508000"/>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0367" y="4032250"/>
            <a:ext cx="644226" cy="508000"/>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4594" y="4032250"/>
            <a:ext cx="644226" cy="508000"/>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38820" y="4032250"/>
            <a:ext cx="644226" cy="508000"/>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3046" y="4032250"/>
            <a:ext cx="644226" cy="5080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272" y="4032250"/>
            <a:ext cx="644226" cy="508000"/>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499" y="4032250"/>
            <a:ext cx="644226" cy="508000"/>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0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Salon and Professional Distribution</a:t>
            </a:r>
          </a:p>
        </p:txBody>
      </p:sp>
      <p:sp>
        <p:nvSpPr>
          <p:cNvPr id="65" name="Rectangle 64"/>
          <p:cNvSpPr/>
          <p:nvPr/>
        </p:nvSpPr>
        <p:spPr>
          <a:xfrm>
            <a:off x="1852331" y="4540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496557" y="4540250"/>
            <a:ext cx="644226" cy="508000"/>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0784" y="4540250"/>
            <a:ext cx="644226" cy="508000"/>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5010" y="4540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29236" y="4540250"/>
            <a:ext cx="644226" cy="508000"/>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3462" y="4540250"/>
            <a:ext cx="644226" cy="508000"/>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17689" y="4540250"/>
            <a:ext cx="644226" cy="508000"/>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1915" y="4540250"/>
            <a:ext cx="644226" cy="508000"/>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6141" y="4540250"/>
            <a:ext cx="644226" cy="508000"/>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0367" y="4540250"/>
            <a:ext cx="644226" cy="50800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4594" y="4540250"/>
            <a:ext cx="644226" cy="508000"/>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38820" y="4540250"/>
            <a:ext cx="644226" cy="5080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3046" y="4540250"/>
            <a:ext cx="644226" cy="508000"/>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272" y="4540250"/>
            <a:ext cx="644226" cy="508000"/>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499" y="4540250"/>
            <a:ext cx="644226" cy="508000"/>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48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Pharmacies and Drugstores</a:t>
            </a:r>
          </a:p>
        </p:txBody>
      </p:sp>
      <p:sp>
        <p:nvSpPr>
          <p:cNvPr id="81" name="Rectangle 80"/>
          <p:cNvSpPr/>
          <p:nvPr/>
        </p:nvSpPr>
        <p:spPr>
          <a:xfrm>
            <a:off x="1852331" y="5048250"/>
            <a:ext cx="644226" cy="508000"/>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496557" y="5048250"/>
            <a:ext cx="644226" cy="508000"/>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0784" y="5048250"/>
            <a:ext cx="644226" cy="5080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5010" y="5048250"/>
            <a:ext cx="644226" cy="50800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29236" y="5048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3462" y="5048250"/>
            <a:ext cx="644226" cy="508000"/>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17689" y="5048250"/>
            <a:ext cx="644226" cy="508000"/>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1915" y="5048250"/>
            <a:ext cx="644226" cy="508000"/>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6141" y="5048250"/>
            <a:ext cx="644226" cy="508000"/>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0367" y="5048250"/>
            <a:ext cx="644226" cy="508000"/>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4594" y="5048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38820"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3046" y="5048250"/>
            <a:ext cx="644226" cy="508000"/>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272" y="5048250"/>
            <a:ext cx="644226" cy="508000"/>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499" y="5048250"/>
            <a:ext cx="644226" cy="508000"/>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556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Online Marketplaces</a:t>
            </a:r>
          </a:p>
        </p:txBody>
      </p:sp>
      <p:sp>
        <p:nvSpPr>
          <p:cNvPr id="97" name="Rectangle 96"/>
          <p:cNvSpPr/>
          <p:nvPr/>
        </p:nvSpPr>
        <p:spPr>
          <a:xfrm>
            <a:off x="1852331" y="5556250"/>
            <a:ext cx="644226" cy="5080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496557" y="5556250"/>
            <a:ext cx="644226" cy="5080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0784" y="5556250"/>
            <a:ext cx="644226" cy="508000"/>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5010" y="5556250"/>
            <a:ext cx="644226" cy="508000"/>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29236" y="5556250"/>
            <a:ext cx="644226" cy="508000"/>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3462" y="5556250"/>
            <a:ext cx="644226" cy="508000"/>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17689" y="5556250"/>
            <a:ext cx="644226" cy="508000"/>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1915" y="5556250"/>
            <a:ext cx="644226" cy="508000"/>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6141" y="5556250"/>
            <a:ext cx="644226" cy="508000"/>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0367" y="5556250"/>
            <a:ext cx="644226" cy="508000"/>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4594" y="5556250"/>
            <a:ext cx="644226" cy="5080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38820" y="5556250"/>
            <a:ext cx="644226" cy="508000"/>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3046" y="5556250"/>
            <a:ext cx="644226" cy="508000"/>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272" y="5556250"/>
            <a:ext cx="644226" cy="508000"/>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499" y="5556250"/>
            <a:ext cx="644226" cy="508000"/>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64250"/>
            <a:ext cx="1585631" cy="508000"/>
          </a:xfrm>
          <a:prstGeom prst="rect">
            <a:avLst/>
          </a:prstGeom>
          <a:noFill/>
        </p:spPr>
        <p:txBody>
          <a:bodyPr wrap="square" lIns="28575" rIns="28575" tIns="9525" bIns="9525" anchor="ctr">
            <a:spAutoFit/>
          </a:bodyPr>
          <a:lstStyle/>
          <a:p>
            <a:pPr algn="l"/>
            <a:r>
              <a:rPr sz="1100" b="0">
                <a:solidFill>
                  <a:srgbClr val="2E2E2E"/>
                </a:solidFill>
                <a:latin typeface="Calibri"/>
              </a:rPr>
              <a:t>Brand-owned Online Stores</a:t>
            </a:r>
          </a:p>
        </p:txBody>
      </p:sp>
      <p:sp>
        <p:nvSpPr>
          <p:cNvPr id="113" name="Rectangle 112"/>
          <p:cNvSpPr/>
          <p:nvPr/>
        </p:nvSpPr>
        <p:spPr>
          <a:xfrm>
            <a:off x="1852331" y="6064250"/>
            <a:ext cx="644226" cy="508000"/>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496557" y="6064250"/>
            <a:ext cx="644226" cy="508000"/>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0784" y="6064250"/>
            <a:ext cx="644226" cy="508000"/>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5010" y="6064250"/>
            <a:ext cx="644226" cy="508000"/>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29236" y="6064250"/>
            <a:ext cx="644226" cy="508000"/>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3462" y="6064250"/>
            <a:ext cx="644226" cy="508000"/>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17689" y="6064250"/>
            <a:ext cx="644226" cy="508000"/>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1915" y="6064250"/>
            <a:ext cx="644226" cy="508000"/>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6141" y="6064250"/>
            <a:ext cx="644226" cy="508000"/>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0367" y="6064250"/>
            <a:ext cx="644226" cy="508000"/>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4594" y="6064250"/>
            <a:ext cx="644226" cy="508000"/>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38820" y="6064250"/>
            <a:ext cx="644226" cy="508000"/>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3046" y="6064250"/>
            <a:ext cx="644226" cy="508000"/>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272" y="6064250"/>
            <a:ext cx="644226" cy="508000"/>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499" y="6064250"/>
            <a:ext cx="644226" cy="508000"/>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562350"/>
            <a:ext cx="104775" cy="8191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636645"/>
            <a:ext cx="104775" cy="8191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710940"/>
            <a:ext cx="104775" cy="8191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785235"/>
            <a:ext cx="104775" cy="8191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3859530"/>
            <a:ext cx="104775" cy="8191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3933825"/>
            <a:ext cx="104775" cy="8191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008120"/>
            <a:ext cx="104775" cy="8191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082415"/>
            <a:ext cx="104775" cy="8191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156710"/>
            <a:ext cx="104775" cy="8191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231005"/>
            <a:ext cx="104775" cy="8191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305300"/>
            <a:ext cx="104775" cy="8191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379595"/>
            <a:ext cx="104775" cy="8191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453890"/>
            <a:ext cx="104775" cy="8191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528185"/>
            <a:ext cx="104775" cy="8191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602480"/>
            <a:ext cx="104775" cy="8191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676775"/>
            <a:ext cx="104775" cy="8191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751070"/>
            <a:ext cx="104775" cy="8191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825365"/>
            <a:ext cx="104775" cy="8191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899660"/>
            <a:ext cx="104775" cy="8191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973955"/>
            <a:ext cx="104775" cy="8191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048250"/>
            <a:ext cx="104775" cy="8191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122545"/>
            <a:ext cx="104775" cy="8191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196840"/>
            <a:ext cx="104775" cy="8191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271135"/>
            <a:ext cx="104775" cy="8191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345430"/>
            <a:ext cx="104775" cy="8191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19725"/>
            <a:ext cx="104775" cy="8191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494020"/>
            <a:ext cx="104775" cy="8191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568315"/>
            <a:ext cx="104775" cy="8191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642610"/>
            <a:ext cx="104775" cy="8191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16905"/>
            <a:ext cx="104775" cy="8191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791200"/>
            <a:ext cx="104775" cy="8191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865495"/>
            <a:ext cx="104775" cy="8191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39790"/>
            <a:ext cx="104775" cy="8191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14085"/>
            <a:ext cx="104775" cy="8191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088380"/>
            <a:ext cx="104775" cy="8191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62675"/>
            <a:ext cx="104775" cy="8191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36970"/>
            <a:ext cx="104775" cy="8191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11265"/>
            <a:ext cx="104775" cy="8191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85560"/>
            <a:ext cx="104775" cy="8191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59855"/>
            <a:ext cx="104775" cy="8191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562350"/>
            <a:ext cx="104775" cy="29718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4956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70" name="TextBox 169"/>
          <p:cNvSpPr txBox="1"/>
          <p:nvPr/>
        </p:nvSpPr>
        <p:spPr>
          <a:xfrm>
            <a:off x="11687175" y="49815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Styling Benefit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Styling Benefit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Primary Styling Benefit,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Styling Benefit segment categorizes the market by primary styling benefit.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Smoothing and Frizz Control</a:t>
            </a:r>
          </a:p>
        </p:txBody>
      </p:sp>
      <p:sp>
        <p:nvSpPr>
          <p:cNvPr id="23" name="Rectangle 22"/>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169.2</a:t>
            </a:r>
          </a:p>
        </p:txBody>
      </p:sp>
      <p:sp>
        <p:nvSpPr>
          <p:cNvPr id="24" name="Rectangle 23"/>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368.5</a:t>
            </a:r>
          </a:p>
        </p:txBody>
      </p:sp>
      <p:sp>
        <p:nvSpPr>
          <p:cNvPr id="25" name="Rectangle 24"/>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8.1%</a:t>
            </a:r>
          </a:p>
        </p:txBody>
      </p:sp>
      <p:sp>
        <p:nvSpPr>
          <p:cNvPr id="26" name="Oval 25"/>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Hold and Shape</a:t>
            </a:r>
          </a:p>
        </p:txBody>
      </p:sp>
      <p:sp>
        <p:nvSpPr>
          <p:cNvPr id="30" name="Rectangle 29"/>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156.6</a:t>
            </a:r>
          </a:p>
        </p:txBody>
      </p:sp>
      <p:sp>
        <p:nvSpPr>
          <p:cNvPr id="31" name="Rectangle 30"/>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276.7</a:t>
            </a:r>
          </a:p>
        </p:txBody>
      </p:sp>
      <p:sp>
        <p:nvSpPr>
          <p:cNvPr id="32" name="Rectangle 31"/>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5.9%</a:t>
            </a:r>
          </a:p>
        </p:txBody>
      </p:sp>
      <p:sp>
        <p:nvSpPr>
          <p:cNvPr id="33" name="Oval 32"/>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Curl Definition</a:t>
            </a:r>
          </a:p>
        </p:txBody>
      </p:sp>
      <p:sp>
        <p:nvSpPr>
          <p:cNvPr id="37" name="Rectangle 36"/>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152.2</a:t>
            </a:r>
          </a:p>
        </p:txBody>
      </p:sp>
      <p:sp>
        <p:nvSpPr>
          <p:cNvPr id="38" name="Rectangle 37"/>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361.8</a:t>
            </a:r>
          </a:p>
        </p:txBody>
      </p:sp>
      <p:sp>
        <p:nvSpPr>
          <p:cNvPr id="39" name="Rectangle 38"/>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9.0%</a:t>
            </a:r>
          </a:p>
        </p:txBody>
      </p:sp>
      <p:sp>
        <p:nvSpPr>
          <p:cNvPr id="40" name="Oval 39"/>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Heat Styling Support</a:t>
            </a:r>
          </a:p>
        </p:txBody>
      </p:sp>
      <p:sp>
        <p:nvSpPr>
          <p:cNvPr id="44" name="Rectangle 43"/>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148.0</a:t>
            </a:r>
          </a:p>
        </p:txBody>
      </p:sp>
      <p:sp>
        <p:nvSpPr>
          <p:cNvPr id="45" name="Rectangle 44"/>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334.4</a:t>
            </a:r>
          </a:p>
        </p:txBody>
      </p:sp>
      <p:sp>
        <p:nvSpPr>
          <p:cNvPr id="46" name="Rectangle 45"/>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Separation</a:t>
            </a:r>
          </a:p>
        </p:txBody>
      </p:sp>
      <p:sp>
        <p:nvSpPr>
          <p:cNvPr id="51" name="Rectangle 50"/>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138.1</a:t>
            </a:r>
          </a:p>
        </p:txBody>
      </p:sp>
      <p:sp>
        <p:nvSpPr>
          <p:cNvPr id="52" name="Rectangle 51"/>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282.3</a:t>
            </a:r>
          </a:p>
        </p:txBody>
      </p:sp>
      <p:sp>
        <p:nvSpPr>
          <p:cNvPr id="53" name="Rectangle 52"/>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7.4%</a:t>
            </a:r>
          </a:p>
        </p:txBody>
      </p:sp>
      <p:sp>
        <p:nvSpPr>
          <p:cNvPr id="54" name="Oval 53"/>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Volume and Root Lift</a:t>
            </a:r>
          </a:p>
        </p:txBody>
      </p:sp>
      <p:sp>
        <p:nvSpPr>
          <p:cNvPr id="58" name="Rectangle 57"/>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137.9</a:t>
            </a:r>
          </a:p>
        </p:txBody>
      </p:sp>
      <p:sp>
        <p:nvSpPr>
          <p:cNvPr id="59" name="Rectangle 58"/>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267.9</a:t>
            </a:r>
          </a:p>
        </p:txBody>
      </p:sp>
      <p:sp>
        <p:nvSpPr>
          <p:cNvPr id="60" name="Rectangle 59"/>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6.9%</a:t>
            </a:r>
          </a:p>
        </p:txBody>
      </p:sp>
      <p:sp>
        <p:nvSpPr>
          <p:cNvPr id="61" name="Oval 60"/>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Sleek Styling and Edge Control</a:t>
            </a:r>
          </a:p>
        </p:txBody>
      </p:sp>
      <p:sp>
        <p:nvSpPr>
          <p:cNvPr id="65" name="Rectangle 64"/>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123.7</a:t>
            </a:r>
          </a:p>
        </p:txBody>
      </p:sp>
      <p:sp>
        <p:nvSpPr>
          <p:cNvPr id="66" name="Rectangle 65"/>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230.3</a:t>
            </a:r>
          </a:p>
        </p:txBody>
      </p:sp>
      <p:sp>
        <p:nvSpPr>
          <p:cNvPr id="67" name="Rectangle 66"/>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6.4%</a:t>
            </a:r>
          </a:p>
        </p:txBody>
      </p:sp>
      <p:sp>
        <p:nvSpPr>
          <p:cNvPr id="68" name="Oval 67"/>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1" name="Rectangle 70"/>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primary styling benefit, curl definition segment is expected to witness the highest CAGR of 9.0% over the forecast period. In terms of value share by primary styling benefit, the smoothing and frizz control segment is expected to dominate the market, gaining 86 BPS and accounting for 17.4% share by 2036.</a:t>
            </a:r>
          </a:p>
          <a:p>
            <a:pPr algn="l">
              <a:lnSpc>
                <a:spcPct val="110000"/>
              </a:lnSpc>
              <a:spcBef>
                <a:spcPts val="0"/>
              </a:spcBef>
              <a:spcAft>
                <a:spcPts val="500"/>
              </a:spcAft>
            </a:pPr>
            <a:r>
              <a:rPr sz="1100" b="0">
                <a:solidFill>
                  <a:srgbClr val="2E2E2E"/>
                </a:solidFill>
                <a:latin typeface="Calibri"/>
              </a:rPr>
              <a:t>Smoothing and frizz control segment is projected to register 1.0X higher value than curl definition segment in 2036.</a:t>
            </a:r>
          </a:p>
        </p:txBody>
      </p:sp>
      <p:sp>
        <p:nvSpPr>
          <p:cNvPr id="73" name="Rounded Rectangle 72"/>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5" name="Rectangle 74"/>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Smoothing and Frizz Control: </a:t>
            </a:r>
            <a:r>
              <a:rPr sz="1100" b="0">
                <a:solidFill>
                  <a:srgbClr val="2E2E2E"/>
                </a:solidFill>
                <a:latin typeface="Calibri"/>
              </a:rPr>
              <a:t>17% of 2026 value · 8.1%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Hold and Shape: </a:t>
            </a:r>
            <a:r>
              <a:rPr sz="1100" b="0">
                <a:solidFill>
                  <a:srgbClr val="2E2E2E"/>
                </a:solidFill>
                <a:latin typeface="Calibri"/>
              </a:rPr>
              <a:t>15% of 2026 value · 5.9%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Curl Definition: </a:t>
            </a:r>
            <a:r>
              <a:rPr sz="1100" b="0">
                <a:solidFill>
                  <a:srgbClr val="2E2E2E"/>
                </a:solidFill>
                <a:latin typeface="Calibri"/>
              </a:rPr>
              <a:t>15% of 2026 value · 9.0%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Heat Styling Support: </a:t>
            </a:r>
            <a:r>
              <a:rPr sz="1100" b="0">
                <a:solidFill>
                  <a:srgbClr val="2E2E2E"/>
                </a:solidFill>
                <a:latin typeface="Calibri"/>
              </a:rPr>
              <a:t>14% of 2026 value · 8.5%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Texture and Separation: </a:t>
            </a:r>
            <a:r>
              <a:rPr sz="1100" b="0">
                <a:solidFill>
                  <a:srgbClr val="2E2E2E"/>
                </a:solidFill>
                <a:latin typeface="Calibri"/>
              </a:rPr>
              <a:t>13% of 2026 value · 7.4%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Volume and Root Lift: </a:t>
            </a:r>
            <a:r>
              <a:rPr sz="1100" b="0">
                <a:solidFill>
                  <a:srgbClr val="2E2E2E"/>
                </a:solidFill>
                <a:latin typeface="Calibri"/>
              </a:rPr>
              <a:t>13% of 2026 value · 6.9%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Sleek Styling and Edge Control: </a:t>
            </a:r>
            <a:r>
              <a:rPr sz="1100" b="0">
                <a:solidFill>
                  <a:srgbClr val="2E2E2E"/>
                </a:solidFill>
                <a:latin typeface="Calibri"/>
              </a:rPr>
              <a:t>12% of 2026 value · 6.4% CAGR serves a niche.</a:t>
            </a:r>
          </a:p>
        </p:txBody>
      </p:sp>
      <p:sp>
        <p:nvSpPr>
          <p:cNvPr id="77" name="Rounded Rectangle 76"/>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9" name="Rectangle 78"/>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Styling Benefit split shows how demand is distributed across primary styling benefit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1" name="Rectangle 80"/>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Primary Styling Benefit segment is projected to grow at a CAGR of 7.5% from 2026 to 2036.</a:t>
            </a:r>
          </a:p>
        </p:txBody>
      </p:sp>
      <p:sp>
        <p:nvSpPr>
          <p:cNvPr id="83" name="TextBox 82"/>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Primary Styling Benefit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Styling Benefit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Styling Benefit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Curl definition followed by smoothing and frizz control are expected to be the two most attractive primary styling benefit segments in the Middle East &amp; Africa hair styling products market in terms of value over the forecast period. Curl definition and smoothing and frizz control exhibit a CAGR index of 119.9 and 107.3 and a market share index of 103.9 and 115.5 respectively, against the segment average of 100. The sleek styling and edge control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Primary Styling Benefit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Hold and Shape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Curl Definition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Volume and Root Lift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Texture and Separation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Primary Styling Benefit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Styling Benefit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Smoothing and Frizz Control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Sleek Styling and Edge Control</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Heat Styling Support</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Primary Styling Benefit</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curl definition segment is anticipated to witness an increase of 2.4X in terms of value as compared to 2026. The curl definition segment is expected to create an incremental opportunity of US$ 209.6 Mn for the overall hair styling products market from 2026 to 2036.</a:t>
            </a:r>
          </a:p>
          <a:p>
            <a:pPr algn="l">
              <a:lnSpc>
                <a:spcPct val="110000"/>
              </a:lnSpc>
              <a:spcBef>
                <a:spcPts val="0"/>
              </a:spcBef>
              <a:spcAft>
                <a:spcPts val="500"/>
              </a:spcAft>
            </a:pPr>
            <a:r>
              <a:rPr sz="1150" b="0">
                <a:solidFill>
                  <a:srgbClr val="2E2E2E"/>
                </a:solidFill>
                <a:latin typeface="Calibri"/>
              </a:rPr>
              <a:t>The smoothing and frizz control segment is expected to create an incremental opportunity of US$ 199.2 Mn for the overall hair styling products market from 2026 to 2036. The heat styling support segment is expected to create an incremental opportunity of US$ 186.5 Mn for the overall hair styling products market from 2026 to 2036.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Primary Styling Benefit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Styling Benefit,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Primary Styling Benefit (US$ Mn)</a:t>
            </a:r>
          </a:p>
        </p:txBody>
      </p:sp>
      <p:graphicFrame>
        <p:nvGraphicFramePr>
          <p:cNvPr id="13" name="Table 12"/>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0997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Primary Styling Benefit</a:t>
            </a:r>
          </a:p>
        </p:txBody>
      </p:sp>
      <p:sp>
        <p:nvSpPr>
          <p:cNvPr id="17" name="Rectangle 16"/>
          <p:cNvSpPr/>
          <p:nvPr/>
        </p:nvSpPr>
        <p:spPr>
          <a:xfrm>
            <a:off x="276225" y="3848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33825"/>
            <a:ext cx="11639550" cy="2619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Smoothing and frizz control segment is projected to register 1.0X higher value than curl definition segment in 2036. Among hair styling products by primary styling benefit, curl definition segment is expected to witness the highest CAGR of 9.0% over the forecast period.</a:t>
            </a:r>
          </a:p>
          <a:p>
            <a:pPr algn="l">
              <a:lnSpc>
                <a:spcPct val="110000"/>
              </a:lnSpc>
              <a:spcBef>
                <a:spcPts val="0"/>
              </a:spcBef>
              <a:spcAft>
                <a:spcPts val="500"/>
              </a:spcAft>
            </a:pPr>
            <a:r>
              <a:rPr sz="1150" b="0">
                <a:solidFill>
                  <a:srgbClr val="2E2E2E"/>
                </a:solidFill>
                <a:latin typeface="Calibri"/>
              </a:rPr>
              <a:t>In terms of value share by primary styling benefit, the smoothing and frizz control segment is expected to dominate the market, gaining 86 BPS and accounting for 17.4% share by 2036. The hold and shape segment is expected to lose 222 BPS over the forecast period to account for 13.0%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Styling Benefit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Primary Styling Benefit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1938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146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84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Sleek Styling and Edge Control</a:t>
            </a:r>
          </a:p>
        </p:txBody>
      </p:sp>
      <p:sp>
        <p:nvSpPr>
          <p:cNvPr id="19" name="BPS Value 1"/>
          <p:cNvSpPr txBox="1"/>
          <p:nvPr/>
        </p:nvSpPr>
        <p:spPr>
          <a:xfrm>
            <a:off x="6896100" y="1900338"/>
            <a:ext cx="514350" cy="123825"/>
          </a:xfrm>
          <a:prstGeom prst="rect">
            <a:avLst/>
          </a:prstGeom>
          <a:noFill/>
        </p:spPr>
        <p:txBody>
          <a:bodyPr wrap="none" lIns="0" rIns="0" tIns="0" bIns="0" anchor="ctr">
            <a:spAutoFit/>
          </a:bodyPr>
          <a:lstStyle/>
          <a:p>
            <a:pPr algn="r"/>
            <a:r>
              <a:rPr sz="900" b="1">
                <a:solidFill>
                  <a:srgbClr val="E44D3A"/>
                </a:solidFill>
                <a:latin typeface="Calibri"/>
              </a:rPr>
              <a:t>-121</a:t>
            </a:r>
          </a:p>
        </p:txBody>
      </p:sp>
      <p:sp>
        <p:nvSpPr>
          <p:cNvPr id="20" name="FMI Legend Chip"/>
          <p:cNvSpPr/>
          <p:nvPr/>
        </p:nvSpPr>
        <p:spPr>
          <a:xfrm>
            <a:off x="4928997" y="245619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514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752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Volume and Root Lift</a:t>
            </a:r>
          </a:p>
        </p:txBody>
      </p:sp>
      <p:sp>
        <p:nvSpPr>
          <p:cNvPr id="23" name="BPS Value 2"/>
          <p:cNvSpPr txBox="1"/>
          <p:nvPr/>
        </p:nvSpPr>
        <p:spPr>
          <a:xfrm>
            <a:off x="6896100" y="2437149"/>
            <a:ext cx="514350" cy="123825"/>
          </a:xfrm>
          <a:prstGeom prst="rect">
            <a:avLst/>
          </a:prstGeom>
          <a:noFill/>
        </p:spPr>
        <p:txBody>
          <a:bodyPr wrap="none" lIns="0" rIns="0" tIns="0" bIns="0" anchor="ctr">
            <a:spAutoFit/>
          </a:bodyPr>
          <a:lstStyle/>
          <a:p>
            <a:pPr algn="r"/>
            <a:r>
              <a:rPr sz="900" b="1">
                <a:solidFill>
                  <a:srgbClr val="E44D3A"/>
                </a:solidFill>
                <a:latin typeface="Calibri"/>
              </a:rPr>
              <a:t>-82</a:t>
            </a:r>
          </a:p>
        </p:txBody>
      </p:sp>
      <p:sp>
        <p:nvSpPr>
          <p:cNvPr id="24" name="FMI Legend Chip"/>
          <p:cNvSpPr/>
          <p:nvPr/>
        </p:nvSpPr>
        <p:spPr>
          <a:xfrm>
            <a:off x="4928997" y="304299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0382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620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Hold and Shape</a:t>
            </a:r>
          </a:p>
        </p:txBody>
      </p:sp>
      <p:sp>
        <p:nvSpPr>
          <p:cNvPr id="27" name="BPS Value 3"/>
          <p:cNvSpPr txBox="1"/>
          <p:nvPr/>
        </p:nvSpPr>
        <p:spPr>
          <a:xfrm>
            <a:off x="6896100" y="3023949"/>
            <a:ext cx="514350" cy="123825"/>
          </a:xfrm>
          <a:prstGeom prst="rect">
            <a:avLst/>
          </a:prstGeom>
          <a:noFill/>
        </p:spPr>
        <p:txBody>
          <a:bodyPr wrap="none" lIns="0" rIns="0" tIns="0" bIns="0" anchor="ctr">
            <a:spAutoFit/>
          </a:bodyPr>
          <a:lstStyle/>
          <a:p>
            <a:pPr algn="r"/>
            <a:r>
              <a:rPr sz="900" b="1">
                <a:solidFill>
                  <a:srgbClr val="E44D3A"/>
                </a:solidFill>
                <a:latin typeface="Calibri"/>
              </a:rPr>
              <a:t>-222</a:t>
            </a:r>
          </a:p>
        </p:txBody>
      </p:sp>
      <p:sp>
        <p:nvSpPr>
          <p:cNvPr id="28" name="FMI Legend Chip"/>
          <p:cNvSpPr/>
          <p:nvPr/>
        </p:nvSpPr>
        <p:spPr>
          <a:xfrm>
            <a:off x="4928997" y="364525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6404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564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Separation</a:t>
            </a:r>
          </a:p>
        </p:txBody>
      </p:sp>
      <p:sp>
        <p:nvSpPr>
          <p:cNvPr id="31" name="BPS Value 4"/>
          <p:cNvSpPr txBox="1"/>
          <p:nvPr/>
        </p:nvSpPr>
        <p:spPr>
          <a:xfrm>
            <a:off x="6896100" y="3626201"/>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32" name="FMI Legend Chip"/>
          <p:cNvSpPr/>
          <p:nvPr/>
        </p:nvSpPr>
        <p:spPr>
          <a:xfrm>
            <a:off x="4928997" y="43097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43049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42287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Heat Styling Support</a:t>
            </a:r>
          </a:p>
        </p:txBody>
      </p:sp>
      <p:sp>
        <p:nvSpPr>
          <p:cNvPr id="35" name="BPS Value 5"/>
          <p:cNvSpPr txBox="1"/>
          <p:nvPr/>
        </p:nvSpPr>
        <p:spPr>
          <a:xfrm>
            <a:off x="6896100" y="4290651"/>
            <a:ext cx="514350" cy="123825"/>
          </a:xfrm>
          <a:prstGeom prst="rect">
            <a:avLst/>
          </a:prstGeom>
          <a:noFill/>
        </p:spPr>
        <p:txBody>
          <a:bodyPr wrap="none" lIns="0" rIns="0" tIns="0" bIns="0" anchor="ctr">
            <a:spAutoFit/>
          </a:bodyPr>
          <a:lstStyle/>
          <a:p>
            <a:pPr algn="r"/>
            <a:r>
              <a:rPr sz="900" b="1">
                <a:solidFill>
                  <a:srgbClr val="2E7D32"/>
                </a:solidFill>
                <a:latin typeface="Calibri"/>
              </a:rPr>
              <a:t>+133</a:t>
            </a:r>
          </a:p>
        </p:txBody>
      </p:sp>
      <p:sp>
        <p:nvSpPr>
          <p:cNvPr id="36" name="FMI Legend Chip"/>
          <p:cNvSpPr/>
          <p:nvPr/>
        </p:nvSpPr>
        <p:spPr>
          <a:xfrm>
            <a:off x="4928997" y="505982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0550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9788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 Definition</a:t>
            </a:r>
          </a:p>
        </p:txBody>
      </p:sp>
      <p:sp>
        <p:nvSpPr>
          <p:cNvPr id="39" name="BPS Value 6"/>
          <p:cNvSpPr txBox="1"/>
          <p:nvPr/>
        </p:nvSpPr>
        <p:spPr>
          <a:xfrm>
            <a:off x="6896100" y="5040778"/>
            <a:ext cx="514350" cy="123825"/>
          </a:xfrm>
          <a:prstGeom prst="rect">
            <a:avLst/>
          </a:prstGeom>
          <a:noFill/>
        </p:spPr>
        <p:txBody>
          <a:bodyPr wrap="none" lIns="0" rIns="0" tIns="0" bIns="0" anchor="ctr">
            <a:spAutoFit/>
          </a:bodyPr>
          <a:lstStyle/>
          <a:p>
            <a:pPr algn="r"/>
            <a:r>
              <a:rPr sz="900" b="1">
                <a:solidFill>
                  <a:srgbClr val="2E7D32"/>
                </a:solidFill>
                <a:latin typeface="Calibri"/>
              </a:rPr>
              <a:t>+221</a:t>
            </a:r>
          </a:p>
        </p:txBody>
      </p:sp>
      <p:sp>
        <p:nvSpPr>
          <p:cNvPr id="40" name="FMI Legend Chip"/>
          <p:cNvSpPr/>
          <p:nvPr/>
        </p:nvSpPr>
        <p:spPr>
          <a:xfrm>
            <a:off x="4928997" y="584663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8418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7656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Smoothing and Frizz Control</a:t>
            </a:r>
          </a:p>
        </p:txBody>
      </p:sp>
      <p:sp>
        <p:nvSpPr>
          <p:cNvPr id="43" name="BPS Value 7"/>
          <p:cNvSpPr txBox="1"/>
          <p:nvPr/>
        </p:nvSpPr>
        <p:spPr>
          <a:xfrm>
            <a:off x="6896100" y="5827588"/>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Primary Styling Benefit</a:t>
            </a:r>
          </a:p>
        </p:txBody>
      </p:sp>
      <p:sp>
        <p:nvSpPr>
          <p:cNvPr id="46" name="Rectangle 45"/>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primary styling benefit, curl definition segment is expected to witness the highest CAGR of 9.0% over the forecast period. In terms of value share by primary styling benefit, the smoothing and frizz control segment is expected to dominate the market, gaining 86 BPS and accounting for 17.4% share by 2036.</a:t>
            </a:r>
          </a:p>
          <a:p>
            <a:pPr algn="l">
              <a:lnSpc>
                <a:spcPct val="110000"/>
              </a:lnSpc>
              <a:spcBef>
                <a:spcPts val="0"/>
              </a:spcBef>
              <a:spcAft>
                <a:spcPts val="500"/>
              </a:spcAft>
            </a:pPr>
            <a:r>
              <a:rPr sz="1150" b="0">
                <a:solidFill>
                  <a:srgbClr val="2E2E2E"/>
                </a:solidFill>
                <a:latin typeface="Calibri"/>
              </a:rPr>
              <a:t>The hold and shape segment is expected to lose 222 BPS over the forecast period to account for 13.0% share by 2036.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Primary Styling Benefit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Styling Benefit,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Primary Styling Benefit (%)  ·  light = lower, dark = higher growth</a:t>
            </a:r>
          </a:p>
        </p:txBody>
      </p:sp>
      <p:sp>
        <p:nvSpPr>
          <p:cNvPr id="17" name="TextBox 16"/>
          <p:cNvSpPr txBox="1"/>
          <p:nvPr/>
        </p:nvSpPr>
        <p:spPr>
          <a:xfrm>
            <a:off x="166143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1838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297534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32294"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28924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46199"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0315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6010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1705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7401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3096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887915"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44867"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1820"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58772" y="3590925"/>
            <a:ext cx="65695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Hold and Shape</a:t>
            </a:r>
          </a:p>
        </p:txBody>
      </p:sp>
      <p:sp>
        <p:nvSpPr>
          <p:cNvPr id="33" name="Rectangle 32"/>
          <p:cNvSpPr/>
          <p:nvPr/>
        </p:nvSpPr>
        <p:spPr>
          <a:xfrm>
            <a:off x="1661437"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18389" y="3733800"/>
            <a:ext cx="656953" cy="40549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975342" y="3733800"/>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32294" y="3733800"/>
            <a:ext cx="656953" cy="40549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289247" y="3733800"/>
            <a:ext cx="656953" cy="40549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46199" y="3733800"/>
            <a:ext cx="656953" cy="40549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03152" y="3733800"/>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60105" y="3733800"/>
            <a:ext cx="656953" cy="40549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17057" y="3733800"/>
            <a:ext cx="656953" cy="40549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74010" y="3733800"/>
            <a:ext cx="656953" cy="40549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30962" y="3733800"/>
            <a:ext cx="656953" cy="40549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887915" y="3733800"/>
            <a:ext cx="656953" cy="40549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44867" y="3733800"/>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1820" y="3733800"/>
            <a:ext cx="656953" cy="40549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58772" y="3733800"/>
            <a:ext cx="656953" cy="40549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39293"/>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Curl Definition</a:t>
            </a:r>
          </a:p>
        </p:txBody>
      </p:sp>
      <p:sp>
        <p:nvSpPr>
          <p:cNvPr id="49" name="Rectangle 48"/>
          <p:cNvSpPr/>
          <p:nvPr/>
        </p:nvSpPr>
        <p:spPr>
          <a:xfrm>
            <a:off x="1661437" y="4139293"/>
            <a:ext cx="656953" cy="405493"/>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18389" y="4139293"/>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975342" y="4139293"/>
            <a:ext cx="656953" cy="405493"/>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32294" y="4139293"/>
            <a:ext cx="656953" cy="40549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289247" y="4139293"/>
            <a:ext cx="656953" cy="40549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46199" y="4139293"/>
            <a:ext cx="656953" cy="405493"/>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03152" y="4139293"/>
            <a:ext cx="656953" cy="40549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60105" y="4139293"/>
            <a:ext cx="656953" cy="40549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17057" y="4139293"/>
            <a:ext cx="656953" cy="40549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74010" y="4139293"/>
            <a:ext cx="656953" cy="405493"/>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30962" y="4139293"/>
            <a:ext cx="656953" cy="40549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887915" y="4139293"/>
            <a:ext cx="656953" cy="405493"/>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44867" y="4139293"/>
            <a:ext cx="656953" cy="40549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1820" y="4139293"/>
            <a:ext cx="656953" cy="405493"/>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58772" y="4139293"/>
            <a:ext cx="656953" cy="40549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544786"/>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Volume and Root Lift</a:t>
            </a:r>
          </a:p>
        </p:txBody>
      </p:sp>
      <p:sp>
        <p:nvSpPr>
          <p:cNvPr id="65" name="Rectangle 64"/>
          <p:cNvSpPr/>
          <p:nvPr/>
        </p:nvSpPr>
        <p:spPr>
          <a:xfrm>
            <a:off x="1661437" y="4544786"/>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18389" y="4544786"/>
            <a:ext cx="656953" cy="40549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975342" y="4544786"/>
            <a:ext cx="656953" cy="40549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32294" y="4544786"/>
            <a:ext cx="656953" cy="40549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289247" y="4544786"/>
            <a:ext cx="656953" cy="405493"/>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46199" y="4544786"/>
            <a:ext cx="656953" cy="40549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03152" y="4544786"/>
            <a:ext cx="656953" cy="40549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60105" y="4544786"/>
            <a:ext cx="656953" cy="40549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17057" y="4544786"/>
            <a:ext cx="656953" cy="405493"/>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74010" y="4544786"/>
            <a:ext cx="656953" cy="40549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30962"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887915" y="4544786"/>
            <a:ext cx="656953" cy="40549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44867" y="4544786"/>
            <a:ext cx="656953" cy="40549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1820" y="4544786"/>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58772" y="4544786"/>
            <a:ext cx="656953" cy="40549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50279"/>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Texture and Separation</a:t>
            </a:r>
          </a:p>
        </p:txBody>
      </p:sp>
      <p:sp>
        <p:nvSpPr>
          <p:cNvPr id="81" name="Rectangle 80"/>
          <p:cNvSpPr/>
          <p:nvPr/>
        </p:nvSpPr>
        <p:spPr>
          <a:xfrm>
            <a:off x="1661437" y="4950279"/>
            <a:ext cx="656953" cy="40549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18389" y="4950279"/>
            <a:ext cx="656953" cy="40549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975342" y="4950279"/>
            <a:ext cx="656953" cy="405493"/>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32294" y="4950279"/>
            <a:ext cx="656953" cy="40549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289247" y="4950279"/>
            <a:ext cx="656953" cy="405493"/>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46199" y="4950279"/>
            <a:ext cx="656953" cy="40549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03152" y="4950279"/>
            <a:ext cx="656953" cy="40549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60105" y="4950279"/>
            <a:ext cx="656953" cy="40549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17057" y="4950279"/>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74010" y="4950279"/>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30962" y="4950279"/>
            <a:ext cx="656953" cy="40549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887915" y="4950279"/>
            <a:ext cx="656953" cy="40549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44867" y="4950279"/>
            <a:ext cx="656953" cy="40549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1820" y="4950279"/>
            <a:ext cx="656953" cy="40549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58772" y="4950279"/>
            <a:ext cx="656953" cy="40549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55771"/>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Smoothing and Frizz Control</a:t>
            </a:r>
          </a:p>
        </p:txBody>
      </p:sp>
      <p:sp>
        <p:nvSpPr>
          <p:cNvPr id="97" name="Rectangle 96"/>
          <p:cNvSpPr/>
          <p:nvPr/>
        </p:nvSpPr>
        <p:spPr>
          <a:xfrm>
            <a:off x="1661437" y="5355771"/>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18389" y="5355771"/>
            <a:ext cx="656953" cy="40549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975342"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32294" y="5355771"/>
            <a:ext cx="656953" cy="40549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289247" y="5355771"/>
            <a:ext cx="656953" cy="40549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46199" y="5355771"/>
            <a:ext cx="656953" cy="40549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03152" y="5355771"/>
            <a:ext cx="656953" cy="40549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60105" y="5355771"/>
            <a:ext cx="656953" cy="40549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17057" y="5355771"/>
            <a:ext cx="656953" cy="40549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74010" y="5355771"/>
            <a:ext cx="656953" cy="40549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30962" y="5355771"/>
            <a:ext cx="656953" cy="405493"/>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887915" y="5355771"/>
            <a:ext cx="656953" cy="40549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44867" y="5355771"/>
            <a:ext cx="656953" cy="40549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1820" y="5355771"/>
            <a:ext cx="656953" cy="40549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58772" y="5355771"/>
            <a:ext cx="656953" cy="40549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761264"/>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Sleek Styling and Edge Control</a:t>
            </a:r>
          </a:p>
        </p:txBody>
      </p:sp>
      <p:sp>
        <p:nvSpPr>
          <p:cNvPr id="113" name="Rectangle 112"/>
          <p:cNvSpPr/>
          <p:nvPr/>
        </p:nvSpPr>
        <p:spPr>
          <a:xfrm>
            <a:off x="1661437" y="5761264"/>
            <a:ext cx="656953" cy="40549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18389" y="5761264"/>
            <a:ext cx="656953" cy="40549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2975342" y="5761264"/>
            <a:ext cx="656953" cy="40549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32294" y="5761264"/>
            <a:ext cx="656953" cy="40549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289247" y="5761264"/>
            <a:ext cx="656953" cy="40549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46199" y="5761264"/>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03152" y="5761264"/>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60105" y="5761264"/>
            <a:ext cx="656953" cy="40549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17057" y="5761264"/>
            <a:ext cx="656953" cy="40549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74010" y="5761264"/>
            <a:ext cx="656953" cy="40549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30962" y="5761264"/>
            <a:ext cx="656953" cy="40549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887915" y="5761264"/>
            <a:ext cx="656953" cy="405493"/>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44867" y="5761264"/>
            <a:ext cx="656953" cy="40549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1820" y="5761264"/>
            <a:ext cx="656953" cy="40549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58772" y="5761264"/>
            <a:ext cx="656953" cy="40549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166757"/>
            <a:ext cx="1394737" cy="405493"/>
          </a:xfrm>
          <a:prstGeom prst="rect">
            <a:avLst/>
          </a:prstGeom>
          <a:noFill/>
        </p:spPr>
        <p:txBody>
          <a:bodyPr wrap="square" lIns="28575" rIns="28575" tIns="9525" bIns="9525" anchor="ctr">
            <a:spAutoFit/>
          </a:bodyPr>
          <a:lstStyle/>
          <a:p>
            <a:pPr algn="l"/>
            <a:r>
              <a:rPr sz="1100" b="0">
                <a:solidFill>
                  <a:srgbClr val="2E2E2E"/>
                </a:solidFill>
                <a:latin typeface="Calibri"/>
              </a:rPr>
              <a:t>Heat Styling Support</a:t>
            </a:r>
          </a:p>
        </p:txBody>
      </p:sp>
      <p:sp>
        <p:nvSpPr>
          <p:cNvPr id="129" name="Rectangle 128"/>
          <p:cNvSpPr/>
          <p:nvPr/>
        </p:nvSpPr>
        <p:spPr>
          <a:xfrm>
            <a:off x="1661437" y="6166757"/>
            <a:ext cx="656953" cy="40549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18389" y="6166757"/>
            <a:ext cx="656953" cy="40549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2975342" y="6166757"/>
            <a:ext cx="656953" cy="40549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32294" y="6166757"/>
            <a:ext cx="656953" cy="40549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289247" y="6166757"/>
            <a:ext cx="656953" cy="40549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46199" y="6166757"/>
            <a:ext cx="656953" cy="40549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03152" y="6166757"/>
            <a:ext cx="656953" cy="405493"/>
          </a:xfrm>
          <a:prstGeom prst="rect">
            <a:avLst/>
          </a:prstGeom>
          <a:solidFill>
            <a:srgbClr val="89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60105" y="6166757"/>
            <a:ext cx="656953" cy="40549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17057" y="6166757"/>
            <a:ext cx="656953" cy="40549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74010" y="6166757"/>
            <a:ext cx="656953" cy="40549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30962" y="6166757"/>
            <a:ext cx="656953" cy="40549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887915" y="6166757"/>
            <a:ext cx="656953" cy="40549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44867" y="6166757"/>
            <a:ext cx="656953" cy="40549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1820" y="6166757"/>
            <a:ext cx="656953" cy="40549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58772" y="6166757"/>
            <a:ext cx="656953" cy="405493"/>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Hair Type Targeted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Hair Type Targeted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Hair Type Targeted,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Hair Type Targeted segment categorizes the market by hair type targeted.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All Hair Types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218.3</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429.1</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Straight Hair</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210.1</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393.0</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Wavy Hair</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202.0</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415.1</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Coily Hair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200.1</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457.6</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Curly Hair</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195.2</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427.1</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8.1%</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206 BPS and accounting for 21.6% share by 2036.</a:t>
            </a:r>
          </a:p>
          <a:p>
            <a:pPr algn="l">
              <a:lnSpc>
                <a:spcPct val="110000"/>
              </a:lnSpc>
              <a:spcBef>
                <a:spcPts val="0"/>
              </a:spcBef>
              <a:spcAft>
                <a:spcPts val="500"/>
              </a:spcAft>
            </a:pPr>
            <a:r>
              <a:rPr sz="1100" b="0">
                <a:solidFill>
                  <a:srgbClr val="2E2E2E"/>
                </a:solidFill>
                <a:latin typeface="Calibri"/>
              </a:rPr>
              <a:t>Coily hair segment is projected to register 1.1X higher value than all hair types segment in 2036.</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All Hair Types: </a:t>
            </a:r>
            <a:r>
              <a:rPr sz="1100" b="0">
                <a:solidFill>
                  <a:srgbClr val="2E2E2E"/>
                </a:solidFill>
                <a:latin typeface="Calibri"/>
              </a:rPr>
              <a:t>21% of 2026 value · 7.0%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Straight Hair: </a:t>
            </a:r>
            <a:r>
              <a:rPr sz="1100" b="0">
                <a:solidFill>
                  <a:srgbClr val="2E2E2E"/>
                </a:solidFill>
                <a:latin typeface="Calibri"/>
              </a:rPr>
              <a:t>20% of 2026 value · 6.5%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Wavy Hair: </a:t>
            </a:r>
            <a:r>
              <a:rPr sz="1100" b="0">
                <a:solidFill>
                  <a:srgbClr val="2E2E2E"/>
                </a:solidFill>
                <a:latin typeface="Calibri"/>
              </a:rPr>
              <a:t>20% of 2026 value · 7.5%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Coily Hair: </a:t>
            </a:r>
            <a:r>
              <a:rPr sz="1100" b="0">
                <a:solidFill>
                  <a:srgbClr val="2E2E2E"/>
                </a:solidFill>
                <a:latin typeface="Calibri"/>
              </a:rPr>
              <a:t>20% of 2026 value · 8.6%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Curly Hair: </a:t>
            </a:r>
            <a:r>
              <a:rPr sz="1100" b="0">
                <a:solidFill>
                  <a:srgbClr val="2E2E2E"/>
                </a:solidFill>
                <a:latin typeface="Calibri"/>
              </a:rPr>
              <a:t>19% of 2026 value · 8.1% CAGR serves a niche.</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Hair Type Targeted split shows how demand is distributed across hair type targeted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Hair Type Targeted segment is projected to grow at a CAGR of 7.5%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Hair Type Targeted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Hair Type Targeted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Hair Type Targeted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Coily hair followed by curly hair are expected to be the two most attractive hair type targeted segments in the Middle East &amp; Africa hair styling products market in terms of value over the forecast period. Coily hair and curly hair exhibit a CAGR index of 114.4 and 108.0 and a market share index of 97.5 and 95.2 respectively, against the segment average of 100. The straight hair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Hair Type Targeted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Straight Hair</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Wavy Hair</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Curly Hair</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Coily Hair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Hair Type Targeted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Hair Type Targeted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All Hair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Middle East &amp; Africa Absolute $ Opportunity Analysis, By Hair Type Targeted</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coily hair segment is anticipated to witness an increase of 2.3X in terms of value as compared to 2026. The coily hair segment is expected to create an incremental opportunity of US$ 257.5 Mn for the overall hair styling products market from 2026 to 2036.</a:t>
            </a:r>
          </a:p>
          <a:p>
            <a:pPr algn="l">
              <a:lnSpc>
                <a:spcPct val="110000"/>
              </a:lnSpc>
              <a:spcBef>
                <a:spcPts val="0"/>
              </a:spcBef>
              <a:spcAft>
                <a:spcPts val="500"/>
              </a:spcAft>
            </a:pPr>
            <a:r>
              <a:rPr sz="1150" b="0">
                <a:solidFill>
                  <a:srgbClr val="2E2E2E"/>
                </a:solidFill>
                <a:latin typeface="Calibri"/>
              </a:rPr>
              <a:t>The curly hair segment is expected to create an incremental opportunity of US$ 231.9 Mn for the overall hair styling products market from 2026 to 2036. The wavy hair segment is expected to create an incremental opportunity of US$ 213.1 Mn for the overall hair styling products market from 2026 to 2036.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Hair Type Targeted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Hair Type Targeted,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Hair Type Targeted (US$ Mn)</a:t>
            </a:r>
          </a:p>
        </p:txBody>
      </p:sp>
      <p:graphicFrame>
        <p:nvGraphicFramePr>
          <p:cNvPr id="13" name="Table 12"/>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Hair Type Targeted</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Coily hair segment is projected to register 1.1X higher value than all hair types segment in 2036. Among hair styling products by hair type targeted, coily hair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hair type targeted, the coily hair segment is expected to dominate the market, gaining 206 BPS and accounting for 21.6% share by 2036. The straight hair segment is expected to lose 196 BPS over the forecast period to account for 18.5%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Hair Type Targeted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Hair Type Targeted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9469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899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137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Straight Hair</a:t>
            </a:r>
          </a:p>
        </p:txBody>
      </p:sp>
      <p:sp>
        <p:nvSpPr>
          <p:cNvPr id="19" name="BPS Value 1"/>
          <p:cNvSpPr txBox="1"/>
          <p:nvPr/>
        </p:nvSpPr>
        <p:spPr>
          <a:xfrm>
            <a:off x="6896100" y="2075641"/>
            <a:ext cx="514350" cy="123825"/>
          </a:xfrm>
          <a:prstGeom prst="rect">
            <a:avLst/>
          </a:prstGeom>
          <a:noFill/>
        </p:spPr>
        <p:txBody>
          <a:bodyPr wrap="none" lIns="0" rIns="0" tIns="0" bIns="0" anchor="ctr">
            <a:spAutoFit/>
          </a:bodyPr>
          <a:lstStyle/>
          <a:p>
            <a:pPr algn="r"/>
            <a:r>
              <a:rPr sz="900" b="1">
                <a:solidFill>
                  <a:srgbClr val="E44D3A"/>
                </a:solidFill>
                <a:latin typeface="Calibri"/>
              </a:rPr>
              <a:t>-196</a:t>
            </a:r>
          </a:p>
        </p:txBody>
      </p:sp>
      <p:sp>
        <p:nvSpPr>
          <p:cNvPr id="20" name="FMI Legend Chip"/>
          <p:cNvSpPr/>
          <p:nvPr/>
        </p:nvSpPr>
        <p:spPr>
          <a:xfrm>
            <a:off x="4928997" y="296535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605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843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Wavy Hair</a:t>
            </a:r>
          </a:p>
        </p:txBody>
      </p:sp>
      <p:sp>
        <p:nvSpPr>
          <p:cNvPr id="23" name="BPS Value 2"/>
          <p:cNvSpPr txBox="1"/>
          <p:nvPr/>
        </p:nvSpPr>
        <p:spPr>
          <a:xfrm>
            <a:off x="6896100" y="2946302"/>
            <a:ext cx="514350" cy="123825"/>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24" name="FMI Legend Chip"/>
          <p:cNvSpPr/>
          <p:nvPr/>
        </p:nvSpPr>
        <p:spPr>
          <a:xfrm>
            <a:off x="4928997" y="38727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8680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7918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Curly Hair</a:t>
            </a:r>
          </a:p>
        </p:txBody>
      </p:sp>
      <p:sp>
        <p:nvSpPr>
          <p:cNvPr id="27" name="BPS Value 3"/>
          <p:cNvSpPr txBox="1"/>
          <p:nvPr/>
        </p:nvSpPr>
        <p:spPr>
          <a:xfrm>
            <a:off x="6896100" y="3853731"/>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28" name="FMI Legend Chip"/>
          <p:cNvSpPr/>
          <p:nvPr/>
        </p:nvSpPr>
        <p:spPr>
          <a:xfrm>
            <a:off x="4928997" y="479530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479054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143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All Hair Types</a:t>
            </a:r>
          </a:p>
        </p:txBody>
      </p:sp>
      <p:sp>
        <p:nvSpPr>
          <p:cNvPr id="31" name="BPS Value 4"/>
          <p:cNvSpPr txBox="1"/>
          <p:nvPr/>
        </p:nvSpPr>
        <p:spPr>
          <a:xfrm>
            <a:off x="6896100" y="4776257"/>
            <a:ext cx="514350" cy="123825"/>
          </a:xfrm>
          <a:prstGeom prst="rect">
            <a:avLst/>
          </a:prstGeom>
          <a:noFill/>
        </p:spPr>
        <p:txBody>
          <a:bodyPr wrap="none" lIns="0" rIns="0" tIns="0" bIns="0" anchor="ctr">
            <a:spAutoFit/>
          </a:bodyPr>
          <a:lstStyle/>
          <a:p>
            <a:pPr algn="r"/>
            <a:r>
              <a:rPr sz="900" b="1">
                <a:solidFill>
                  <a:srgbClr val="E44D3A"/>
                </a:solidFill>
                <a:latin typeface="Calibri"/>
              </a:rPr>
              <a:t>-106</a:t>
            </a:r>
          </a:p>
        </p:txBody>
      </p:sp>
      <p:sp>
        <p:nvSpPr>
          <p:cNvPr id="32" name="FMI Legend Chip"/>
          <p:cNvSpPr/>
          <p:nvPr/>
        </p:nvSpPr>
        <p:spPr>
          <a:xfrm>
            <a:off x="4928997" y="575063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57458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669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Coily Hair</a:t>
            </a:r>
          </a:p>
        </p:txBody>
      </p:sp>
      <p:sp>
        <p:nvSpPr>
          <p:cNvPr id="35" name="BPS Value 5"/>
          <p:cNvSpPr txBox="1"/>
          <p:nvPr/>
        </p:nvSpPr>
        <p:spPr>
          <a:xfrm>
            <a:off x="6896100" y="5731584"/>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Hair Type Targeted</a:t>
            </a:r>
          </a:p>
        </p:txBody>
      </p:sp>
      <p:sp>
        <p:nvSpPr>
          <p:cNvPr id="38" name="Rectangle 37"/>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hair type targeted, coily hair segment is expected to witness the highest CAGR of 8.6% over the forecast period. In terms of value share by hair type targeted, the coily hair segment is expected to dominate the market, gaining 206 BPS and accounting for 21.6% share by 2036.</a:t>
            </a:r>
          </a:p>
          <a:p>
            <a:pPr algn="l">
              <a:lnSpc>
                <a:spcPct val="110000"/>
              </a:lnSpc>
              <a:spcBef>
                <a:spcPts val="0"/>
              </a:spcBef>
              <a:spcAft>
                <a:spcPts val="500"/>
              </a:spcAft>
            </a:pPr>
            <a:r>
              <a:rPr sz="1150" b="0">
                <a:solidFill>
                  <a:srgbClr val="2E2E2E"/>
                </a:solidFill>
                <a:latin typeface="Calibri"/>
              </a:rPr>
              <a:t>The straight hair segment is expected to lose 196 BPS over the forecast period to account for 18.5% share by 2036.</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Hair Type Targeted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Hair Type Targeted,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Hair Type Targeted (%)  ·  light = lower, dark = higher growth</a:t>
            </a:r>
          </a:p>
        </p:txBody>
      </p:sp>
      <p:sp>
        <p:nvSpPr>
          <p:cNvPr id="17" name="TextBox 16"/>
          <p:cNvSpPr txBox="1"/>
          <p:nvPr/>
        </p:nvSpPr>
        <p:spPr>
          <a:xfrm>
            <a:off x="917783"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2022</a:t>
            </a:r>
          </a:p>
        </p:txBody>
      </p:sp>
      <p:sp>
        <p:nvSpPr>
          <p:cNvPr id="18" name="TextBox 17"/>
          <p:cNvSpPr txBox="1"/>
          <p:nvPr/>
        </p:nvSpPr>
        <p:spPr>
          <a:xfrm>
            <a:off x="162431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2023</a:t>
            </a:r>
          </a:p>
        </p:txBody>
      </p:sp>
      <p:sp>
        <p:nvSpPr>
          <p:cNvPr id="19" name="TextBox 18"/>
          <p:cNvSpPr txBox="1"/>
          <p:nvPr/>
        </p:nvSpPr>
        <p:spPr>
          <a:xfrm>
            <a:off x="2330842"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2024</a:t>
            </a:r>
          </a:p>
        </p:txBody>
      </p:sp>
      <p:sp>
        <p:nvSpPr>
          <p:cNvPr id="20" name="TextBox 19"/>
          <p:cNvSpPr txBox="1"/>
          <p:nvPr/>
        </p:nvSpPr>
        <p:spPr>
          <a:xfrm>
            <a:off x="303737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2025</a:t>
            </a:r>
          </a:p>
        </p:txBody>
      </p:sp>
      <p:sp>
        <p:nvSpPr>
          <p:cNvPr id="21" name="TextBox 20"/>
          <p:cNvSpPr txBox="1"/>
          <p:nvPr/>
        </p:nvSpPr>
        <p:spPr>
          <a:xfrm>
            <a:off x="3743901"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2026</a:t>
            </a:r>
          </a:p>
        </p:txBody>
      </p:sp>
      <p:sp>
        <p:nvSpPr>
          <p:cNvPr id="22" name="TextBox 21"/>
          <p:cNvSpPr txBox="1"/>
          <p:nvPr/>
        </p:nvSpPr>
        <p:spPr>
          <a:xfrm>
            <a:off x="445043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2027</a:t>
            </a:r>
          </a:p>
        </p:txBody>
      </p:sp>
      <p:sp>
        <p:nvSpPr>
          <p:cNvPr id="23" name="TextBox 22"/>
          <p:cNvSpPr txBox="1"/>
          <p:nvPr/>
        </p:nvSpPr>
        <p:spPr>
          <a:xfrm>
            <a:off x="5156960"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2028</a:t>
            </a:r>
          </a:p>
        </p:txBody>
      </p:sp>
      <p:sp>
        <p:nvSpPr>
          <p:cNvPr id="24" name="TextBox 23"/>
          <p:cNvSpPr txBox="1"/>
          <p:nvPr/>
        </p:nvSpPr>
        <p:spPr>
          <a:xfrm>
            <a:off x="586348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2029</a:t>
            </a:r>
          </a:p>
        </p:txBody>
      </p:sp>
      <p:sp>
        <p:nvSpPr>
          <p:cNvPr id="25" name="TextBox 24"/>
          <p:cNvSpPr txBox="1"/>
          <p:nvPr/>
        </p:nvSpPr>
        <p:spPr>
          <a:xfrm>
            <a:off x="6570019"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2030</a:t>
            </a:r>
          </a:p>
        </p:txBody>
      </p:sp>
      <p:sp>
        <p:nvSpPr>
          <p:cNvPr id="26" name="TextBox 25"/>
          <p:cNvSpPr txBox="1"/>
          <p:nvPr/>
        </p:nvSpPr>
        <p:spPr>
          <a:xfrm>
            <a:off x="727654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2031</a:t>
            </a:r>
          </a:p>
        </p:txBody>
      </p:sp>
      <p:sp>
        <p:nvSpPr>
          <p:cNvPr id="27" name="TextBox 26"/>
          <p:cNvSpPr txBox="1"/>
          <p:nvPr/>
        </p:nvSpPr>
        <p:spPr>
          <a:xfrm>
            <a:off x="7983078"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2032</a:t>
            </a:r>
          </a:p>
        </p:txBody>
      </p:sp>
      <p:sp>
        <p:nvSpPr>
          <p:cNvPr id="28" name="TextBox 27"/>
          <p:cNvSpPr txBox="1"/>
          <p:nvPr/>
        </p:nvSpPr>
        <p:spPr>
          <a:xfrm>
            <a:off x="868960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2033</a:t>
            </a:r>
          </a:p>
        </p:txBody>
      </p:sp>
      <p:sp>
        <p:nvSpPr>
          <p:cNvPr id="29" name="TextBox 28"/>
          <p:cNvSpPr txBox="1"/>
          <p:nvPr/>
        </p:nvSpPr>
        <p:spPr>
          <a:xfrm>
            <a:off x="9396137"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2034</a:t>
            </a:r>
          </a:p>
        </p:txBody>
      </p:sp>
      <p:sp>
        <p:nvSpPr>
          <p:cNvPr id="30" name="TextBox 29"/>
          <p:cNvSpPr txBox="1"/>
          <p:nvPr/>
        </p:nvSpPr>
        <p:spPr>
          <a:xfrm>
            <a:off x="1010266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2035</a:t>
            </a:r>
          </a:p>
        </p:txBody>
      </p:sp>
      <p:sp>
        <p:nvSpPr>
          <p:cNvPr id="31" name="TextBox 30"/>
          <p:cNvSpPr txBox="1"/>
          <p:nvPr/>
        </p:nvSpPr>
        <p:spPr>
          <a:xfrm>
            <a:off x="10809196" y="3162300"/>
            <a:ext cx="706529" cy="142875"/>
          </a:xfrm>
          <a:prstGeom prst="rect">
            <a:avLst/>
          </a:prstGeom>
          <a:noFill/>
        </p:spPr>
        <p:txBody>
          <a:bodyPr wrap="square" lIns="28575" rIns="28575" tIns="9525" bIns="9525" anchor="ctr">
            <a:spAutoFit/>
          </a:bodyPr>
          <a:lstStyle/>
          <a:p>
            <a:pPr algn="ctr"/>
            <a:r>
              <a:rPr sz="1100" b="1">
                <a:solidFill>
                  <a:srgbClr val="6C7A89"/>
                </a:solidFill>
                <a:latin typeface="Calibri"/>
              </a:rPr>
              <a:t>2036</a:t>
            </a:r>
          </a:p>
        </p:txBody>
      </p:sp>
      <p:sp>
        <p:nvSpPr>
          <p:cNvPr id="32" name="TextBox 31"/>
          <p:cNvSpPr txBox="1"/>
          <p:nvPr/>
        </p:nvSpPr>
        <p:spPr>
          <a:xfrm>
            <a:off x="238125" y="330517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Straight Hair</a:t>
            </a:r>
          </a:p>
        </p:txBody>
      </p:sp>
      <p:sp>
        <p:nvSpPr>
          <p:cNvPr id="33" name="Rectangle 32"/>
          <p:cNvSpPr/>
          <p:nvPr/>
        </p:nvSpPr>
        <p:spPr>
          <a:xfrm>
            <a:off x="917783"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1624312" y="3305175"/>
            <a:ext cx="706529" cy="65341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2330842" y="3305175"/>
            <a:ext cx="706529" cy="65341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037371" y="3305175"/>
            <a:ext cx="706529" cy="65341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3743901" y="3305175"/>
            <a:ext cx="706529" cy="65341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450430" y="3305175"/>
            <a:ext cx="706529" cy="65341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156960" y="3305175"/>
            <a:ext cx="706529" cy="65341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5863489" y="3305175"/>
            <a:ext cx="706529" cy="65341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570019" y="3305175"/>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27654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983078" y="3305175"/>
            <a:ext cx="706529" cy="6534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689607" y="3305175"/>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396137" y="3305175"/>
            <a:ext cx="706529" cy="6534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102666" y="3305175"/>
            <a:ext cx="706529" cy="65341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09196" y="3305175"/>
            <a:ext cx="706529" cy="653415"/>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859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Wavy Hair</a:t>
            </a:r>
          </a:p>
        </p:txBody>
      </p:sp>
      <p:sp>
        <p:nvSpPr>
          <p:cNvPr id="49" name="Rectangle 48"/>
          <p:cNvSpPr/>
          <p:nvPr/>
        </p:nvSpPr>
        <p:spPr>
          <a:xfrm>
            <a:off x="917783" y="3958590"/>
            <a:ext cx="706529" cy="653415"/>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1624312" y="3958590"/>
            <a:ext cx="706529" cy="65341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2330842" y="3958590"/>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037371" y="3958590"/>
            <a:ext cx="706529" cy="65341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3743901" y="3958590"/>
            <a:ext cx="706529" cy="6534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450430" y="3958590"/>
            <a:ext cx="706529" cy="65341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156960" y="3958590"/>
            <a:ext cx="706529" cy="6534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5863489" y="3958590"/>
            <a:ext cx="706529" cy="6534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570019" y="3958590"/>
            <a:ext cx="706529" cy="6534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276548" y="3958590"/>
            <a:ext cx="706529" cy="65341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7983078" y="3958590"/>
            <a:ext cx="706529" cy="6534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689607" y="3958590"/>
            <a:ext cx="706529" cy="6534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396137" y="3958590"/>
            <a:ext cx="706529" cy="653415"/>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102666" y="3958590"/>
            <a:ext cx="706529" cy="65341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09196" y="3958590"/>
            <a:ext cx="706529" cy="65341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1200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Curly Hair</a:t>
            </a:r>
          </a:p>
        </p:txBody>
      </p:sp>
      <p:sp>
        <p:nvSpPr>
          <p:cNvPr id="65" name="Rectangle 64"/>
          <p:cNvSpPr/>
          <p:nvPr/>
        </p:nvSpPr>
        <p:spPr>
          <a:xfrm>
            <a:off x="917783" y="4612005"/>
            <a:ext cx="706529" cy="6534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624312" y="4612005"/>
            <a:ext cx="706529" cy="65341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2330842" y="4612005"/>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037371" y="4612005"/>
            <a:ext cx="706529" cy="65341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3743901" y="4612005"/>
            <a:ext cx="706529" cy="65341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450430" y="4612005"/>
            <a:ext cx="706529" cy="65341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156960" y="4612005"/>
            <a:ext cx="706529" cy="6534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63489" y="4612005"/>
            <a:ext cx="706529" cy="653415"/>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570019" y="4612005"/>
            <a:ext cx="706529" cy="65341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276548" y="4612005"/>
            <a:ext cx="706529" cy="653415"/>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7983078" y="4612005"/>
            <a:ext cx="706529" cy="653415"/>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689607" y="4612005"/>
            <a:ext cx="706529" cy="653415"/>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396137" y="4612005"/>
            <a:ext cx="706529"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102666" y="4612005"/>
            <a:ext cx="706529" cy="65341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09196" y="4612005"/>
            <a:ext cx="706529" cy="653415"/>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265420"/>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Coily Hair</a:t>
            </a:r>
          </a:p>
        </p:txBody>
      </p:sp>
      <p:sp>
        <p:nvSpPr>
          <p:cNvPr id="81" name="Rectangle 80"/>
          <p:cNvSpPr/>
          <p:nvPr/>
        </p:nvSpPr>
        <p:spPr>
          <a:xfrm>
            <a:off x="917783" y="5265420"/>
            <a:ext cx="706529" cy="6534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624312" y="5265420"/>
            <a:ext cx="706529" cy="6534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2330842" y="5265420"/>
            <a:ext cx="706529" cy="65341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037371" y="5265420"/>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3743901" y="5265420"/>
            <a:ext cx="706529" cy="653415"/>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450430" y="5265420"/>
            <a:ext cx="706529" cy="65341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156960" y="5265420"/>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63489" y="5265420"/>
            <a:ext cx="706529" cy="65341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570019" y="5265420"/>
            <a:ext cx="706529" cy="653415"/>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276548" y="5265420"/>
            <a:ext cx="706529" cy="6534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7983078" y="5265420"/>
            <a:ext cx="706529" cy="6534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689607" y="5265420"/>
            <a:ext cx="706529" cy="65341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396137" y="5265420"/>
            <a:ext cx="706529" cy="65341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102666" y="5265420"/>
            <a:ext cx="706529" cy="653415"/>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09196" y="5265420"/>
            <a:ext cx="706529" cy="65341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18835"/>
            <a:ext cx="651083" cy="653415"/>
          </a:xfrm>
          <a:prstGeom prst="rect">
            <a:avLst/>
          </a:prstGeom>
          <a:noFill/>
        </p:spPr>
        <p:txBody>
          <a:bodyPr wrap="square" lIns="28575" rIns="28575" tIns="9525" bIns="9525" anchor="ctr">
            <a:spAutoFit/>
          </a:bodyPr>
          <a:lstStyle/>
          <a:p>
            <a:pPr algn="l"/>
            <a:r>
              <a:rPr sz="1100" b="0">
                <a:solidFill>
                  <a:srgbClr val="2E2E2E"/>
                </a:solidFill>
                <a:latin typeface="Calibri"/>
              </a:rPr>
              <a:t>All Hair Types</a:t>
            </a:r>
          </a:p>
        </p:txBody>
      </p:sp>
      <p:sp>
        <p:nvSpPr>
          <p:cNvPr id="97" name="Rectangle 96"/>
          <p:cNvSpPr/>
          <p:nvPr/>
        </p:nvSpPr>
        <p:spPr>
          <a:xfrm>
            <a:off x="917783"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624312" y="5918835"/>
            <a:ext cx="706529" cy="65341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330842" y="5918835"/>
            <a:ext cx="706529" cy="65341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037371" y="5918835"/>
            <a:ext cx="706529" cy="65341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3743901" y="5918835"/>
            <a:ext cx="706529" cy="65341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450430" y="5918835"/>
            <a:ext cx="706529" cy="653415"/>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156960" y="5918835"/>
            <a:ext cx="706529" cy="6534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5863489" y="5918835"/>
            <a:ext cx="706529" cy="6534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570019" y="5918835"/>
            <a:ext cx="706529" cy="65341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276548" y="5918835"/>
            <a:ext cx="706529" cy="653415"/>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7983078" y="5918835"/>
            <a:ext cx="706529" cy="6534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689607" y="5918835"/>
            <a:ext cx="706529" cy="6534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396137" y="5918835"/>
            <a:ext cx="706529" cy="6534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102666" y="5918835"/>
            <a:ext cx="706529" cy="6534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09196" y="5918835"/>
            <a:ext cx="706529" cy="6534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343275"/>
            <a:ext cx="104775" cy="8739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423047"/>
            <a:ext cx="104775" cy="8739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502819"/>
            <a:ext cx="104775" cy="8739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582591"/>
            <a:ext cx="104775" cy="8739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662362"/>
            <a:ext cx="104775" cy="8739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742134"/>
            <a:ext cx="104775" cy="8739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821906"/>
            <a:ext cx="104775" cy="8739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3901678"/>
            <a:ext cx="104775" cy="8739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981450"/>
            <a:ext cx="104775" cy="8739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061222"/>
            <a:ext cx="104775" cy="8739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140994"/>
            <a:ext cx="104775" cy="8739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220766"/>
            <a:ext cx="104775" cy="8739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300538"/>
            <a:ext cx="104775" cy="8739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380309"/>
            <a:ext cx="104775" cy="8739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460081"/>
            <a:ext cx="104775" cy="8739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539853"/>
            <a:ext cx="104775" cy="8739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619625"/>
            <a:ext cx="104775" cy="8739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699397"/>
            <a:ext cx="104775" cy="8739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779169"/>
            <a:ext cx="104775" cy="8739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858941"/>
            <a:ext cx="104775" cy="8739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938712"/>
            <a:ext cx="104775" cy="8739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018484"/>
            <a:ext cx="104775" cy="8739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098256"/>
            <a:ext cx="104775" cy="8739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178028"/>
            <a:ext cx="104775" cy="8739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257800"/>
            <a:ext cx="104775" cy="8739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337572"/>
            <a:ext cx="104775" cy="8739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17344"/>
            <a:ext cx="104775" cy="8739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497116"/>
            <a:ext cx="104775" cy="8739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576888"/>
            <a:ext cx="104775" cy="8739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656659"/>
            <a:ext cx="104775" cy="8739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36431"/>
            <a:ext cx="104775" cy="8739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16203"/>
            <a:ext cx="104775" cy="8739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895975"/>
            <a:ext cx="104775" cy="8739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5975747"/>
            <a:ext cx="104775" cy="8739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55519"/>
            <a:ext cx="104775" cy="8739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35291"/>
            <a:ext cx="104775" cy="8739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15062"/>
            <a:ext cx="104775" cy="8739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294834"/>
            <a:ext cx="104775" cy="8739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74606"/>
            <a:ext cx="104775" cy="8739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4378"/>
            <a:ext cx="104775" cy="8739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343275"/>
            <a:ext cx="104775" cy="31908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2766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87203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24.7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Ingredient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Ingredient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Ingredient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Ingredient Technology segment categorizes the market by ingredient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Film-forming and Fixative Polymers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266.4</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508.7</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Texture and Volume Additives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258.1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552.2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Conditioning and Smoothing Agents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255.9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507.6</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Waxes and Structuring Agents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245.2</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553.5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Among hair styling products by ingredient technology, waxes and structuring agents segment is expected to witness the highest CAGR of 8.5% over the forecast period. In terms of value share by ingredient technology, the waxes and structuring agents segment is expected to dominate the market, gaining 218 BPS and accounting for 26.1% share by 2036.</a:t>
            </a:r>
          </a:p>
          <a:p>
            <a:pPr algn="l">
              <a:lnSpc>
                <a:spcPct val="110000"/>
              </a:lnSpc>
              <a:spcBef>
                <a:spcPts val="0"/>
              </a:spcBef>
              <a:spcAft>
                <a:spcPts val="500"/>
              </a:spcAft>
            </a:pPr>
            <a:r>
              <a:rPr sz="1100" b="0">
                <a:solidFill>
                  <a:srgbClr val="2E2E2E"/>
                </a:solidFill>
                <a:latin typeface="Calibri"/>
              </a:rPr>
              <a:t>Waxes and structuring agents segment is projected to register 1.0X higher value than texture and volume additives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Film-forming and Fixative Polymers: </a:t>
            </a:r>
            <a:r>
              <a:rPr sz="1100" b="0">
                <a:solidFill>
                  <a:srgbClr val="2E2E2E"/>
                </a:solidFill>
                <a:latin typeface="Calibri"/>
              </a:rPr>
              <a:t>26% of 2026 value · 6.7%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Texture and Volume Additives: </a:t>
            </a:r>
            <a:r>
              <a:rPr sz="1100" b="0">
                <a:solidFill>
                  <a:srgbClr val="2E2E2E"/>
                </a:solidFill>
                <a:latin typeface="Calibri"/>
              </a:rPr>
              <a:t>25% of 2026 value · 7.9%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Conditioning and Smoothing Agents: </a:t>
            </a:r>
            <a:r>
              <a:rPr sz="1100" b="0">
                <a:solidFill>
                  <a:srgbClr val="2E2E2E"/>
                </a:solidFill>
                <a:latin typeface="Calibri"/>
              </a:rPr>
              <a:t>25% of 2026 value · 7.1%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Waxes and Structuring Agents: </a:t>
            </a:r>
            <a:r>
              <a:rPr sz="1100" b="0">
                <a:solidFill>
                  <a:srgbClr val="2E2E2E"/>
                </a:solidFill>
                <a:latin typeface="Calibri"/>
              </a:rPr>
              <a:t>24% of 2026 value · 8.5%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Ingredient Technology split shows how demand is distributed across ingredient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Ingredient Technology segment is projected to grow at a CAGR of 7.5%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Structure &amp; Attractiveness, By Ingredient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Ingredient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Ingredient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Waxes and structuring agents followed by texture and volume additives are expected to be the two most attractive ingredient technology segments in the Middle East &amp; Africa hair styling products market in terms of value over the forecast period. Waxes and structuring agents and texture and volume additives exhibit a CAGR index of 112.5 and 104.8 and a market share index of 95.6 and 100.7 respectively, against the segment average of 100. The film-forming and fixative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Absolute $ Opportunity Analysis,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Ingredient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Film-forming and Fixative Polymers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Texture and Volume Additives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Conditioning and Smoothing Agents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Incremental $ Opportunity (US$ Mn), 2026-2036, By Waxes and Structuring Agents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Analysis, By Ingredient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Ingredient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By Ingredient Technology (US$ Mn)</a:t>
            </a:r>
          </a:p>
        </p:txBody>
      </p:sp>
      <p:graphicFrame>
        <p:nvGraphicFramePr>
          <p:cNvPr id="13" name="Table 12"/>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Middle East &amp; Africa Value Analysis, By Ingredient Technology</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Waxes and structuring agents segment is projected to register 1.0X higher value than texture and volume additives segment in 2036. Among hair styling products by ingredient technology, waxes and structuring agents segment is expected to witness the highest CAGR of 8.5% over the forecast period.</a:t>
            </a:r>
          </a:p>
          <a:p>
            <a:pPr algn="l">
              <a:lnSpc>
                <a:spcPct val="110000"/>
              </a:lnSpc>
              <a:spcBef>
                <a:spcPts val="0"/>
              </a:spcBef>
              <a:spcAft>
                <a:spcPts val="500"/>
              </a:spcAft>
            </a:pPr>
            <a:r>
              <a:rPr sz="1150" b="0">
                <a:solidFill>
                  <a:srgbClr val="2E2E2E"/>
                </a:solidFill>
                <a:latin typeface="Calibri"/>
              </a:rPr>
              <a:t>In terms of value share by ingredient technology, the waxes and structuring agents segment is expected to dominate the market, gaining 218 BPS and accounting for 26.1% share by 2036. The film-forming and fixative polymers segment is expected to lose 200 BPS over the forecast period to account for 24.0%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Middle East &amp; Africa Market Value &amp; Share Shift, By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Ingredient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Composition, By Ingredient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1813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133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371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Conditioning and Smoothing Agents</a:t>
            </a:r>
          </a:p>
        </p:txBody>
      </p:sp>
      <p:sp>
        <p:nvSpPr>
          <p:cNvPr id="19" name="BPS Value 1"/>
          <p:cNvSpPr txBox="1"/>
          <p:nvPr/>
        </p:nvSpPr>
        <p:spPr>
          <a:xfrm>
            <a:off x="6896100" y="2199080"/>
            <a:ext cx="514350" cy="123825"/>
          </a:xfrm>
          <a:prstGeom prst="rect">
            <a:avLst/>
          </a:prstGeom>
          <a:noFill/>
        </p:spPr>
        <p:txBody>
          <a:bodyPr wrap="none" lIns="0" rIns="0" tIns="0" bIns="0" anchor="ctr">
            <a:spAutoFit/>
          </a:bodyPr>
          <a:lstStyle/>
          <a:p>
            <a:pPr algn="r"/>
            <a:r>
              <a:rPr sz="900" b="1">
                <a:solidFill>
                  <a:srgbClr val="E44D3A"/>
                </a:solidFill>
                <a:latin typeface="Calibri"/>
              </a:rPr>
              <a:t>-103</a:t>
            </a:r>
          </a:p>
        </p:txBody>
      </p:sp>
      <p:sp>
        <p:nvSpPr>
          <p:cNvPr id="20" name="FMI Legend Chip"/>
          <p:cNvSpPr/>
          <p:nvPr/>
        </p:nvSpPr>
        <p:spPr>
          <a:xfrm>
            <a:off x="4928997" y="331305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082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20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Film-forming and Fixative Polymers</a:t>
            </a:r>
          </a:p>
        </p:txBody>
      </p:sp>
      <p:sp>
        <p:nvSpPr>
          <p:cNvPr id="23" name="BPS Value 2"/>
          <p:cNvSpPr txBox="1"/>
          <p:nvPr/>
        </p:nvSpPr>
        <p:spPr>
          <a:xfrm>
            <a:off x="6896100" y="3294006"/>
            <a:ext cx="514350" cy="123825"/>
          </a:xfrm>
          <a:prstGeom prst="rect">
            <a:avLst/>
          </a:prstGeom>
          <a:noFill/>
        </p:spPr>
        <p:txBody>
          <a:bodyPr wrap="none" lIns="0" rIns="0" tIns="0" bIns="0" anchor="ctr">
            <a:spAutoFit/>
          </a:bodyPr>
          <a:lstStyle/>
          <a:p>
            <a:pPr algn="r"/>
            <a:r>
              <a:rPr sz="900" b="1">
                <a:solidFill>
                  <a:srgbClr val="E44D3A"/>
                </a:solidFill>
                <a:latin typeface="Calibri"/>
              </a:rPr>
              <a:t>-200</a:t>
            </a:r>
          </a:p>
        </p:txBody>
      </p:sp>
      <p:sp>
        <p:nvSpPr>
          <p:cNvPr id="24" name="FMI Legend Chip"/>
          <p:cNvSpPr/>
          <p:nvPr/>
        </p:nvSpPr>
        <p:spPr>
          <a:xfrm>
            <a:off x="4928997" y="445606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4513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37510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Texture and Volume Additives</a:t>
            </a:r>
          </a:p>
        </p:txBody>
      </p:sp>
      <p:sp>
        <p:nvSpPr>
          <p:cNvPr id="27" name="BPS Value 3"/>
          <p:cNvSpPr txBox="1"/>
          <p:nvPr/>
        </p:nvSpPr>
        <p:spPr>
          <a:xfrm>
            <a:off x="6896100" y="4437015"/>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28" name="FMI Legend Chip"/>
          <p:cNvSpPr/>
          <p:nvPr/>
        </p:nvSpPr>
        <p:spPr>
          <a:xfrm>
            <a:off x="4928997" y="56473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6425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5663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Waxes and Structuring Agents</a:t>
            </a:r>
          </a:p>
        </p:txBody>
      </p:sp>
      <p:sp>
        <p:nvSpPr>
          <p:cNvPr id="31" name="BPS Value 4"/>
          <p:cNvSpPr txBox="1"/>
          <p:nvPr/>
        </p:nvSpPr>
        <p:spPr>
          <a:xfrm>
            <a:off x="6896100" y="5628279"/>
            <a:ext cx="514350" cy="123825"/>
          </a:xfrm>
          <a:prstGeom prst="rect">
            <a:avLst/>
          </a:prstGeom>
          <a:noFill/>
        </p:spPr>
        <p:txBody>
          <a:bodyPr wrap="none" lIns="0" rIns="0" tIns="0" bIns="0" anchor="ctr">
            <a:spAutoFit/>
          </a:bodyPr>
          <a:lstStyle/>
          <a:p>
            <a:pPr algn="r"/>
            <a:r>
              <a:rPr sz="900" b="1">
                <a:solidFill>
                  <a:srgbClr val="2E7D32"/>
                </a:solidFill>
                <a:latin typeface="Calibri"/>
              </a:rPr>
              <a:t>+218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Middle East &amp; Africa Read-out, By Ingredient Technology</a:t>
            </a:r>
          </a:p>
        </p:txBody>
      </p:sp>
      <p:sp>
        <p:nvSpPr>
          <p:cNvPr id="34" name="Rectangle 33"/>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hair styling products by ingredient technology, waxes and structuring agents segment is expected to witness the highest CAGR of 8.5% over the forecast period. In terms of value share by ingredient technology, the waxes and structuring agents segment is expected to dominate the market, gaining 218 BPS and accounting for 26.1% share by 2036.</a:t>
            </a:r>
          </a:p>
          <a:p>
            <a:pPr algn="l">
              <a:lnSpc>
                <a:spcPct val="110000"/>
              </a:lnSpc>
              <a:spcBef>
                <a:spcPts val="0"/>
              </a:spcBef>
              <a:spcAft>
                <a:spcPts val="500"/>
              </a:spcAft>
            </a:pPr>
            <a:r>
              <a:rPr sz="1150" b="0">
                <a:solidFill>
                  <a:srgbClr val="2E2E2E"/>
                </a:solidFill>
                <a:latin typeface="Calibri"/>
              </a:rPr>
              <a:t>The film-forming and fixative polymers segment is expected to lose 200 BPS over the forecast period to account for 24.0%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Ingredient Technology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Middle East &amp; Africa</a:t>
            </a:r>
          </a:p>
        </p:txBody>
      </p:sp>
      <p:sp>
        <p:nvSpPr>
          <p:cNvPr id="11" name="Rounded Rectangle 10"/>
          <p:cNvSpPr/>
          <p:nvPr/>
        </p:nvSpPr>
        <p:spPr>
          <a:xfrm>
            <a:off x="142875" y="981075"/>
            <a:ext cx="11906250" cy="3695700"/>
          </a:xfrm>
          <a:prstGeom prst="roundRect">
            <a:avLst>
              <a:gd name="adj" fmla="val 20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Growth,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3228975"/>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Middle East &amp; Africa Market Value, By Ingredient Technology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Ingredient Technology,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Middle East &amp; Africa Value YoY Heatmap, By Ingredient Technology (%)  ·  light = lower, dark = higher growth</a:t>
            </a:r>
          </a:p>
        </p:txBody>
      </p:sp>
      <p:sp>
        <p:nvSpPr>
          <p:cNvPr id="12" name="TextBox 11"/>
          <p:cNvSpPr txBox="1"/>
          <p:nvPr/>
        </p:nvSpPr>
        <p:spPr>
          <a:xfrm>
            <a:off x="2178532"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80101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42349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4045971"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66845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90930"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91340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535889"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5836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80848"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40332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9025807"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4828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70766"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93245" y="1266825"/>
            <a:ext cx="62248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Film-forming and Fixative Polymers</a:t>
            </a:r>
          </a:p>
        </p:txBody>
      </p:sp>
      <p:sp>
        <p:nvSpPr>
          <p:cNvPr id="28" name="Rectangle 27"/>
          <p:cNvSpPr/>
          <p:nvPr/>
        </p:nvSpPr>
        <p:spPr>
          <a:xfrm>
            <a:off x="2178532" y="1409700"/>
            <a:ext cx="622480"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801011" y="1409700"/>
            <a:ext cx="622480"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423491" y="1409700"/>
            <a:ext cx="622480"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4045971" y="1409700"/>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668450" y="1409700"/>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90930" y="1409700"/>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409" y="1409700"/>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535889" y="1409700"/>
            <a:ext cx="622480"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58368" y="1409700"/>
            <a:ext cx="622480"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80848" y="1409700"/>
            <a:ext cx="622480"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403327" y="1409700"/>
            <a:ext cx="622480" cy="36875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9025807"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48286" y="1409700"/>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70766" y="1409700"/>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93245" y="1409700"/>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Polymers</a:t>
            </a:r>
          </a:p>
        </p:txBody>
      </p:sp>
      <p:sp>
        <p:nvSpPr>
          <p:cNvPr id="44" name="Rectangle 43"/>
          <p:cNvSpPr/>
          <p:nvPr/>
        </p:nvSpPr>
        <p:spPr>
          <a:xfrm>
            <a:off x="2178532" y="1778454"/>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801011" y="1778454"/>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423491" y="1778454"/>
            <a:ext cx="622480"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4045971" y="1778454"/>
            <a:ext cx="622480"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668450" y="1778454"/>
            <a:ext cx="622480"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90930" y="1778454"/>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913409" y="1778454"/>
            <a:ext cx="622480"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535889" y="1778454"/>
            <a:ext cx="622480"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58368" y="1778454"/>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80848" y="177845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403327" y="1778454"/>
            <a:ext cx="622480"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25807" y="1778454"/>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48286" y="1778454"/>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70766" y="1778454"/>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93245" y="1778454"/>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Bio-based Polymers</a:t>
            </a:r>
          </a:p>
        </p:txBody>
      </p:sp>
      <p:sp>
        <p:nvSpPr>
          <p:cNvPr id="60" name="Rectangle 59"/>
          <p:cNvSpPr/>
          <p:nvPr/>
        </p:nvSpPr>
        <p:spPr>
          <a:xfrm>
            <a:off x="2178532" y="2147207"/>
            <a:ext cx="622480"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01011" y="2147207"/>
            <a:ext cx="622480"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423491" y="2147207"/>
            <a:ext cx="622480"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4045971" y="2147207"/>
            <a:ext cx="622480"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668450" y="2147207"/>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90930" y="2147207"/>
            <a:ext cx="622480"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913409" y="2147207"/>
            <a:ext cx="622480"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535889" y="2147207"/>
            <a:ext cx="622480"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58368" y="2147207"/>
            <a:ext cx="622480"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80848" y="2147207"/>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403327" y="2147207"/>
            <a:ext cx="622480" cy="36875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9025807" y="2147207"/>
            <a:ext cx="622480"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4828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70766"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93245" y="2147207"/>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Biodegradable Polymers</a:t>
            </a:r>
          </a:p>
        </p:txBody>
      </p:sp>
      <p:sp>
        <p:nvSpPr>
          <p:cNvPr id="76" name="Rectangle 75"/>
          <p:cNvSpPr/>
          <p:nvPr/>
        </p:nvSpPr>
        <p:spPr>
          <a:xfrm>
            <a:off x="2178532" y="2515961"/>
            <a:ext cx="622480"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01011" y="2515961"/>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423491" y="2515961"/>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4045971" y="2515961"/>
            <a:ext cx="622480"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668450" y="2515961"/>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90930" y="2515961"/>
            <a:ext cx="622480"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913409" y="2515961"/>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535889" y="2515961"/>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58368" y="2515961"/>
            <a:ext cx="622480" cy="368754"/>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80848" y="251596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403327" y="2515961"/>
            <a:ext cx="622480"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9025807" y="2515961"/>
            <a:ext cx="622480" cy="36875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48286" y="251596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70766" y="2515961"/>
            <a:ext cx="622480" cy="36875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93245" y="2515961"/>
            <a:ext cx="622480"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Texture and Volume Additives</a:t>
            </a:r>
          </a:p>
        </p:txBody>
      </p:sp>
      <p:sp>
        <p:nvSpPr>
          <p:cNvPr id="92" name="Rectangle 91"/>
          <p:cNvSpPr/>
          <p:nvPr/>
        </p:nvSpPr>
        <p:spPr>
          <a:xfrm>
            <a:off x="2178532" y="2884714"/>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801011" y="2884714"/>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423491" y="2884714"/>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4045971" y="2884714"/>
            <a:ext cx="622480"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668450" y="2884714"/>
            <a:ext cx="622480"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90930" y="2884714"/>
            <a:ext cx="622480"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913409" y="2884714"/>
            <a:ext cx="622480"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535889" y="2884714"/>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58368" y="2884714"/>
            <a:ext cx="622480" cy="36875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80848" y="2884714"/>
            <a:ext cx="622480"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403327" y="2884714"/>
            <a:ext cx="622480" cy="36875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025807" y="2884714"/>
            <a:ext cx="622480" cy="36875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48286" y="2884714"/>
            <a:ext cx="622480" cy="36875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70766" y="2884714"/>
            <a:ext cx="622480" cy="368754"/>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93245" y="2884714"/>
            <a:ext cx="622480" cy="36875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Silica-based Additives</a:t>
            </a:r>
          </a:p>
        </p:txBody>
      </p:sp>
      <p:sp>
        <p:nvSpPr>
          <p:cNvPr id="108" name="Rectangle 107"/>
          <p:cNvSpPr/>
          <p:nvPr/>
        </p:nvSpPr>
        <p:spPr>
          <a:xfrm>
            <a:off x="2178532" y="3253468"/>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801011" y="3253468"/>
            <a:ext cx="622480"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423491" y="3253468"/>
            <a:ext cx="622480"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4045971" y="3253468"/>
            <a:ext cx="622480"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668450" y="3253468"/>
            <a:ext cx="622480"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90930" y="3253468"/>
            <a:ext cx="622480"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913409" y="3253468"/>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535889" y="3253468"/>
            <a:ext cx="622480" cy="36875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58368" y="3253468"/>
            <a:ext cx="622480" cy="36875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80848" y="3253468"/>
            <a:ext cx="622480"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403327" y="3253468"/>
            <a:ext cx="622480" cy="36875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9025807" y="3253468"/>
            <a:ext cx="622480"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48286" y="3253468"/>
            <a:ext cx="622480"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70766" y="3253468"/>
            <a:ext cx="622480"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93245" y="3253468"/>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Starch-based Additives</a:t>
            </a:r>
          </a:p>
        </p:txBody>
      </p:sp>
      <p:sp>
        <p:nvSpPr>
          <p:cNvPr id="124" name="Rectangle 123"/>
          <p:cNvSpPr/>
          <p:nvPr/>
        </p:nvSpPr>
        <p:spPr>
          <a:xfrm>
            <a:off x="2178532" y="3622221"/>
            <a:ext cx="622480"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801011" y="3622221"/>
            <a:ext cx="622480"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423491" y="3622221"/>
            <a:ext cx="622480" cy="36875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4045971" y="3622221"/>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668450" y="3622221"/>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90930" y="3622221"/>
            <a:ext cx="622480"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913409" y="3622221"/>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535889" y="3622221"/>
            <a:ext cx="622480"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58368" y="3622221"/>
            <a:ext cx="622480"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80848" y="3622221"/>
            <a:ext cx="622480"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403327" y="3622221"/>
            <a:ext cx="622480"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9025807" y="3622221"/>
            <a:ext cx="622480"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48286" y="3622221"/>
            <a:ext cx="622480"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70766" y="3622221"/>
            <a:ext cx="622480" cy="36875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93245" y="3622221"/>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Mineral and Plant-based Additives</a:t>
            </a:r>
          </a:p>
        </p:txBody>
      </p:sp>
      <p:sp>
        <p:nvSpPr>
          <p:cNvPr id="140" name="Rectangle 139"/>
          <p:cNvSpPr/>
          <p:nvPr/>
        </p:nvSpPr>
        <p:spPr>
          <a:xfrm>
            <a:off x="2178532" y="3990975"/>
            <a:ext cx="622480"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801011" y="3990975"/>
            <a:ext cx="622480" cy="36875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423491" y="3990975"/>
            <a:ext cx="622480"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4045971" y="3990975"/>
            <a:ext cx="622480"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668450" y="3990975"/>
            <a:ext cx="622480"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90930" y="3990975"/>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913409" y="3990975"/>
            <a:ext cx="622480" cy="368754"/>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535889" y="3990975"/>
            <a:ext cx="622480" cy="368754"/>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58368" y="3990975"/>
            <a:ext cx="622480" cy="36875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80848" y="3990975"/>
            <a:ext cx="622480" cy="36875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403327" y="3990975"/>
            <a:ext cx="622480" cy="36875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9025807" y="3990975"/>
            <a:ext cx="622480" cy="36875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48286" y="3990975"/>
            <a:ext cx="622480"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70766" y="3990975"/>
            <a:ext cx="622480" cy="36875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93245" y="3990975"/>
            <a:ext cx="622480" cy="36875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Conditioning and Smoothing Agents</a:t>
            </a:r>
          </a:p>
        </p:txBody>
      </p:sp>
      <p:sp>
        <p:nvSpPr>
          <p:cNvPr id="156" name="Rectangle 155"/>
          <p:cNvSpPr/>
          <p:nvPr/>
        </p:nvSpPr>
        <p:spPr>
          <a:xfrm>
            <a:off x="2178532" y="4359729"/>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801011" y="4359729"/>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423491" y="4359729"/>
            <a:ext cx="622480"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4045971" y="4359729"/>
            <a:ext cx="622480"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668450" y="4359729"/>
            <a:ext cx="622480"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90930" y="4359729"/>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913409" y="4359729"/>
            <a:ext cx="622480"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535889" y="4359729"/>
            <a:ext cx="622480" cy="36875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58368" y="4359729"/>
            <a:ext cx="622480" cy="368754"/>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80848" y="4359729"/>
            <a:ext cx="622480" cy="36875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403327" y="4359729"/>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9025807" y="4359729"/>
            <a:ext cx="622480"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48286" y="4359729"/>
            <a:ext cx="622480" cy="36875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70766" y="4359729"/>
            <a:ext cx="622480"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93245" y="4359729"/>
            <a:ext cx="622480" cy="368754"/>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Silicone-based</a:t>
            </a:r>
          </a:p>
        </p:txBody>
      </p:sp>
      <p:sp>
        <p:nvSpPr>
          <p:cNvPr id="172" name="Rectangle 171"/>
          <p:cNvSpPr/>
          <p:nvPr/>
        </p:nvSpPr>
        <p:spPr>
          <a:xfrm>
            <a:off x="2178532"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801011" y="4728482"/>
            <a:ext cx="622480"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423491" y="4728482"/>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4045971" y="4728482"/>
            <a:ext cx="622480"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668450" y="4728482"/>
            <a:ext cx="622480"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90930" y="4728482"/>
            <a:ext cx="622480"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913409" y="4728482"/>
            <a:ext cx="622480"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535889" y="4728482"/>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58368" y="4728482"/>
            <a:ext cx="622480"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80848" y="4728482"/>
            <a:ext cx="622480"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403327" y="4728482"/>
            <a:ext cx="622480" cy="36875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9025807" y="4728482"/>
            <a:ext cx="622480" cy="36875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48286" y="4728482"/>
            <a:ext cx="622480" cy="36875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70766" y="4728482"/>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93245" y="4728482"/>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Silicone-free</a:t>
            </a:r>
          </a:p>
        </p:txBody>
      </p:sp>
      <p:sp>
        <p:nvSpPr>
          <p:cNvPr id="188" name="Rectangle 187"/>
          <p:cNvSpPr/>
          <p:nvPr/>
        </p:nvSpPr>
        <p:spPr>
          <a:xfrm>
            <a:off x="2178532" y="5097236"/>
            <a:ext cx="622480"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801011" y="5097236"/>
            <a:ext cx="622480"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423491" y="5097236"/>
            <a:ext cx="622480"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4045971" y="5097236"/>
            <a:ext cx="622480"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668450" y="5097236"/>
            <a:ext cx="622480"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90930" y="5097236"/>
            <a:ext cx="622480" cy="368754"/>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913409" y="5097236"/>
            <a:ext cx="622480"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535889" y="5097236"/>
            <a:ext cx="622480"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58368" y="5097236"/>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80848" y="5097236"/>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403327" y="5097236"/>
            <a:ext cx="622480" cy="368754"/>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9025807" y="5097236"/>
            <a:ext cx="622480" cy="36875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48286" y="5097236"/>
            <a:ext cx="622480"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70766" y="5097236"/>
            <a:ext cx="622480"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93245" y="5097236"/>
            <a:ext cx="622480"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Waxes and Structuring Agents</a:t>
            </a:r>
          </a:p>
        </p:txBody>
      </p:sp>
      <p:sp>
        <p:nvSpPr>
          <p:cNvPr id="204" name="Rectangle 203"/>
          <p:cNvSpPr/>
          <p:nvPr/>
        </p:nvSpPr>
        <p:spPr>
          <a:xfrm>
            <a:off x="2178532" y="5465989"/>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801011" y="5465989"/>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423491" y="5465989"/>
            <a:ext cx="622480"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4045971" y="5465989"/>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668450" y="5465989"/>
            <a:ext cx="622480"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90930" y="5465989"/>
            <a:ext cx="622480"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913409" y="5465989"/>
            <a:ext cx="622480" cy="36875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535889" y="5465989"/>
            <a:ext cx="622480" cy="36875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58368" y="5465989"/>
            <a:ext cx="622480" cy="36875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80848" y="5465989"/>
            <a:ext cx="622480" cy="36875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403327" y="5465989"/>
            <a:ext cx="622480" cy="36875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9025807" y="5465989"/>
            <a:ext cx="622480" cy="36875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48286" y="5465989"/>
            <a:ext cx="622480" cy="36875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70766" y="5465989"/>
            <a:ext cx="622480" cy="36875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93245" y="5465989"/>
            <a:ext cx="622480" cy="36875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Synthetic Waxes</a:t>
            </a:r>
          </a:p>
        </p:txBody>
      </p:sp>
      <p:sp>
        <p:nvSpPr>
          <p:cNvPr id="220" name="Rectangle 219"/>
          <p:cNvSpPr/>
          <p:nvPr/>
        </p:nvSpPr>
        <p:spPr>
          <a:xfrm>
            <a:off x="2178532" y="5834743"/>
            <a:ext cx="622480"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801011" y="5834743"/>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423491" y="5834743"/>
            <a:ext cx="622480"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4045971" y="5834743"/>
            <a:ext cx="622480"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668450" y="5834743"/>
            <a:ext cx="622480"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90930" y="5834743"/>
            <a:ext cx="622480"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913409" y="5834743"/>
            <a:ext cx="622480" cy="368754"/>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535889" y="5834743"/>
            <a:ext cx="622480"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58368" y="5834743"/>
            <a:ext cx="622480"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80848" y="5834743"/>
            <a:ext cx="622480" cy="36875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403327" y="5834743"/>
            <a:ext cx="622480" cy="36875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9025807" y="5834743"/>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48286" y="5834743"/>
            <a:ext cx="622480" cy="36875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70766" y="5834743"/>
            <a:ext cx="622480" cy="36875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93245" y="5834743"/>
            <a:ext cx="622480" cy="36875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911832" cy="368754"/>
          </a:xfrm>
          <a:prstGeom prst="rect">
            <a:avLst/>
          </a:prstGeom>
          <a:noFill/>
        </p:spPr>
        <p:txBody>
          <a:bodyPr wrap="square" lIns="28575" rIns="28575" tIns="9525" bIns="9525" anchor="ctr">
            <a:spAutoFit/>
          </a:bodyPr>
          <a:lstStyle/>
          <a:p>
            <a:pPr algn="l"/>
            <a:r>
              <a:rPr sz="1100" b="0">
                <a:solidFill>
                  <a:srgbClr val="2E2E2E"/>
                </a:solidFill>
                <a:latin typeface="Calibri"/>
              </a:rPr>
              <a:t>– Plant-derived Waxes</a:t>
            </a:r>
          </a:p>
        </p:txBody>
      </p:sp>
      <p:sp>
        <p:nvSpPr>
          <p:cNvPr id="236" name="Rectangle 235"/>
          <p:cNvSpPr/>
          <p:nvPr/>
        </p:nvSpPr>
        <p:spPr>
          <a:xfrm>
            <a:off x="2178532" y="6203496"/>
            <a:ext cx="622480"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801011" y="6203496"/>
            <a:ext cx="622480"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423491" y="6203496"/>
            <a:ext cx="622480"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4045971" y="6203496"/>
            <a:ext cx="622480"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668450" y="6203496"/>
            <a:ext cx="622480"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90930" y="6203496"/>
            <a:ext cx="622480"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913409" y="6203496"/>
            <a:ext cx="622480" cy="368754"/>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535889" y="6203496"/>
            <a:ext cx="622480"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58368" y="6203496"/>
            <a:ext cx="622480" cy="368754"/>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80848" y="6203496"/>
            <a:ext cx="622480" cy="36875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403327" y="6203496"/>
            <a:ext cx="622480"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9025807" y="6203496"/>
            <a:ext cx="622480" cy="36875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48286" y="6203496"/>
            <a:ext cx="622480"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70766" y="6203496"/>
            <a:ext cx="622480" cy="36875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93245" y="6203496"/>
            <a:ext cx="622480" cy="36875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232660"/>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2537460"/>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242310"/>
            <a:ext cx="7124700" cy="28117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Hold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Primary Styling Benefit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Hair Type Targeted</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Ingredient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1,546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2,425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hair styling products market expands at 4.3% CAGR through 2036, trailing the North America benchmark of 4.3% by 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20.2% of the global and 90.9% of the North America hair styling products market in 2026; by 2036 those shares move to 18.4% and 90.3%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826.2 Mn Units between 2026 and 2036 the U.S.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4,373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8,171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hair styling products market expands at 6.0% CAGR through 2036, trailing the North America benchmark of 6.1%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28.4% of the global and 91.1% of the North America hair styling products market in 2026; by 2036 those shares move to 26.6% and 90.4%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U.S. is expected to account for US$ 8,171 Mn by 2036 at a CAGR of 6.0% over the forecast period. The U.S. is expected to create an incremental opportunity of US$ 3,799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4,571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870.1 US$ Mn (19% share), ahead of 'Waxes, Clays, Pastes and Pomades' (755.7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1,014 US$ Mn (22% share), ahead of 'Strong Hold' (955.8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1,560 US$ Mn (34% share), ahead of 'Matte' (1,519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4,571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882.7 US$ Mn (19% share), ahead of 'Mass Retail' (866.7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737.1 US$ Mn (16% share), ahead of 'Curl Definition' (719.6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972.2 US$ Mn (21% share), ahead of 'Coily Hair' (955.8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1,185 US$ Mn (26% share), ahead of 'Texture and Volume Additives' (1,149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Hold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Primary Styling Benefit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Hair Type Targeted</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Ingredient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Hold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Finish</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Primary Styling Benefit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Hair Type Targeted</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26.7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Ingredient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Canada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154.8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+64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Canada's hair styling products market expands at 5.0% CAGR through 2036, outpacing the North America benchmark of 4.3% by 64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2.0% of the global and 9.1% of the North America hair styling products market in 2026; by 2036 those shares move to 2.0% and 9.7%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100.3 Mn Units between 2026 and 2036 the Canada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426.8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868.6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Canada's hair styling products market expands at 6.8% CAGR through 2036, outpacing the North America benchmark of 6.1%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2.8% of the global and 8.9% of the North America hair styling products market in 2026; by 2036 those shares move to 2.8% and 9.6%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Canada is expected to account for US$ 868.6 Mn by 2036 at a CAGR of 6.8% over the forecast period. Canada is expected to create an incremental opportunity of US$ 441.8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Canada's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449.0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88.0 US$ Mn (20% share), ahead of 'Waxes, Clays, Pastes and Pomades' (71.5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99.7 US$ Mn (22% share), ahead of 'Strong Hold' (94.0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153.3 US$ Mn (34% share), ahead of 'Matte' (149.3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Canada's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449.0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87.4 US$ Mn (19% share), ahead of 'Online Marketplaces' (86.8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70.5 US$ Mn (16% share), ahead of 'Hold and Shape' (70.3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97.8 US$ Mn (22% share), ahead of 'Straight Hair' (94.4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116.6 US$ Mn (26% share), ahead of 'Texture and Volume Additives' (112.6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Canada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Brazil</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427.0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762.2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-45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Brazil's hair styling products market expands at 5.5% CAGR through 2036, trailing the Latin America benchmark of 6.0% by 45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5.6% of the global and 50.0% of the Latin America hair styling products market in 2026; by 2036 those shares move to 5.8% and 47.9%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316.4 Mn Units between 2026 and 2036 the Brazil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Brazil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693.7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1,477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-36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Brazil's hair styling products market expands at 7.3% CAGR through 2036, trailing the Latin America benchmark of 7.6% by 36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Brazil holds 4.5% of the global and 54.2% of the Latin America hair styling products market in 2026; by 2036 those shares move to 4.8% and 52.5%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Brazil is expected to account for US$ 1,477 Mn by 2036 at a CAGR of 7.3% over the forecast period. Brazil is expected to create an incremental opportunity of US$ 783.4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Brazil's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154.4 US$ Mn (21% share), ahead of 'Waxes, Clays, Pastes and Pomades' (111.2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162.6 US$ Mn (22% share), ahead of 'Strong Hold' (153.4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269.9 US$ Mn (37% share), ahead of 'Natural' (233.5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Brazil's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153.6 US$ Mn (21% share), ahead of 'Salon and Professional Distribution' (145.2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135.2 US$ Mn (18% share), ahead of 'Smoothing and Frizz Control' (131.7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174.4 US$ Mn (24% share), ahead of 'Curly Hair' (164.4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190.4 US$ Mn (26% share), ahead of 'Texture and Volume Additives' (184.1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Brazil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Brazil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Brazil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Brazil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Brazil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Mexico</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172.7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323.6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+2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Mexico's hair styling products market expands at 6.0% CAGR through 2036, outpacing the Latin America benchmark of 6.0%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2.3% of the global and 20.3% of the Latin America hair styling products market in 2026; by 2036 those shares move to 2.5% and 20.3%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142.5 Mn Units between 2026 and 2036 the Mexico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Mexico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255.1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559.2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 BPS</a:t>
            </a:r>
          </a:p>
          <a:p>
            <a:pPr algn="ctr"/>
            <a:r>
              <a:rPr sz="1100" b="0">
                <a:solidFill>
                  <a:srgbClr val="6C7A89"/>
                </a:solidFill>
                <a:latin typeface="Calibri"/>
              </a:rPr>
              <a:t>vs Latin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Mexico's hair styling products market expands at 7.6% CAGR through 2036, trailing the Latin America benchmark of 7.6% by 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Mexico holds 1.7% of the global and 20.0% of the Latin America hair styling products market in 2026; by 2036 those shares move to 1.8% and 19.9%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Mexico is expected to account for US$ 559.2 Mn by 2036 at a CAGR of 7.6% over the forecast period. Mexico is expected to create an incremental opportunity of US$ 304.1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Mexico's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270.0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46.6 US$ Mn (17% share), ahead of 'Waxes, Clays, Pastes and Pomades' (46.5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60.0 US$ Mn (22% share), ahead of 'Strong Hold' (56.6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95.9 US$ Mn (36% share), ahead of 'Natural' (88.3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Mexico's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270.0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62.8 US$ Mn (23% share), ahead of 'Salon and Professional Distribution' (46.5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48.5 US$ Mn (18% share), ahead of 'Heat Styling Support' (41.9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57.8 US$ Mn (21% share), ahead of 'Curly Hair' (55.7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70.2 US$ Mn (26% share), ahead of 'Texture and Volume Additives' (67.8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Mexico</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Mexico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Mexico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Mexico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Mexico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86004"/>
                <a:gridCol w="591350"/>
                <a:gridCol w="591350"/>
                <a:gridCol w="591350"/>
                <a:gridCol w="591350"/>
                <a:gridCol w="591350"/>
                <a:gridCol w="591350"/>
                <a:gridCol w="591350"/>
                <a:gridCol w="591350"/>
                <a:gridCol w="591350"/>
                <a:gridCol w="591350"/>
                <a:gridCol w="591350"/>
                <a:gridCol w="668331"/>
                <a:gridCol w="668331"/>
                <a:gridCol w="668331"/>
                <a:gridCol w="59135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Colombia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109.0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+98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Colombia's hair styling products market expands at 6.9% CAGR through 2036, outpacing the Latin America benchmark of 6.0% by 98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0.7% of the global and 6.2% of the Latin America hair styling products market in 2026; by 2036 those shares move to 0.8% and 6.9%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53.3 Mn Units between 2026 and 2036 the Colombia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Colombia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68.7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164.8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+82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Colombia's hair styling products market expands at 8.4% CAGR through 2036, outpacing the Latin America benchmark of 7.6% by 82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Colombia holds 0.5% of the global and 5.4% of the Latin America hair styling products market in 2026; by 2036 those shares move to 0.5% and 5.9%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Colombia is expected to account for US$ 164.8 Mn by 2036 at a CAGR of 8.4% over the forecast period. Colombia is expected to create an incremental opportunity of US$ 96.0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Colombia's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14.4 US$ Mn (20% share), ahead of 'Waxes, Clays, Pastes and Pomades' (11.3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16.3 US$ Mn (22% share), ahead of 'Strong Hold' (15.4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26.7 US$ Mn (36% share), ahead of 'Natural' (23.6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Colombia's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73.2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16.4 US$ Mn (22% share), ahead of 'Salon and Professional Distribution' (13.6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13.0 US$ Mn (18% share), ahead of 'Curl Definition' (12.5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15.9 US$ Mn (22% share), ahead of 'All Hair Types' (14.9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19.0 US$ Mn (26% share), ahead of 'Texture and Volume Additives' (18.4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Colombia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Colombia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Colombia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Colombia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Colombia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Latin America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198.2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395.3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+63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hair styling products market expands at 6.6% CAGR through 2036, outpacing the Latin America benchmark of 6.0% by 63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2.6% of the global and 23.4% of the Latin America hair styling products market in 2026; by 2036 those shares move to 3.0% and 24.9%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186.5 Mn Units between 2026 and 2036 the Rest of Latin America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Latin America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258.1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614.4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Latin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Latin America's hair styling products market expands at 8.4% CAGR through 2036, outpacing the Latin America benchmark of 7.6%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Latin America holds 1.7% of the global and 20.3% of the Latin America hair styling products market in 2026; by 2036 those shares move to 2.0% and 21.8%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Latin America is expected to account for US$ 614.4 Mn by 2036 at a CAGR of 8.4% over the forecast period. Rest of Latin America is expected to create an incremental opportunity of US$ 356.2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Latin America's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53.4 US$ Mn (19% share), ahead of 'Waxes, Clays, Pastes and Pomades' (43.0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61.1 US$ Mn (22% share), ahead of 'Strong Hold' (57.6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98.6 US$ Mn (36% share), ahead of 'Natural' (89.3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Latin America's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63.4 US$ Mn (23% share), ahead of 'Salon and Professional Distribution' (47.6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47.4 US$ Mn (17% share), ahead of 'Curl Definition' (46.0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57.5 US$ Mn (21% share), ahead of 'All Hair Types' (56.9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71.3 US$ Mn (26% share), ahead of 'Texture and Volume Additives' (69.1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Distribution Channel: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Primary Styling Benefit: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Primary Styling Benefit,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Hair Type Targeted: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segmental analysis by Ingredient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Latin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Latin America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Latin America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Latin America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Latin America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Germany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198.5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291.9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-101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Germany's hair styling products market expands at 3.6% CAGR through 2036, trailing the Europe benchmark of 4.6% by 101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2.6% of the global and 15.1% of the Europe hair styling products market in 2026; by 2036 those shares move to 2.2% and 13.7%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87.7 Mn Units between 2026 and 2036 the Germany market grows to 1.4×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406.1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693.2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-116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Germany's hair styling products market expands at 5.1% CAGR through 2036, trailing the Europe benchmark of 6.3% by 116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2.6% of the global and 15.0% of the Europe hair styling products market in 2026; by 2036 those shares move to 2.3% and 13.4%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Germany is expected to account for US$ 693.2 Mn by 2036 at a CAGR of 5.1% over the forecast period. Germany is expected to create an incremental opportunity of US$ 287.1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Germany's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421.8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72.6 US$ Mn (17% share), ahead of 'Sprays and Mists' (69.3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96.6 US$ Mn (23% share), ahead of 'Medium Hold' (90.6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143.8 US$ Mn (34% share), ahead of 'Matte' (140.1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Germany's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421.8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88.3 US$ Mn (21% share), ahead of 'Salon and Professional Distribution' (74.3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67.3 US$ Mn (16% share), ahead of 'Smoothing and Frizz Control' (66.8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91.8 US$ Mn (22% share), ahead of 'Straight Hair' (88.5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109.4 US$ Mn (26% share), ahead of 'Texture and Volume Additives' (106.0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Germany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U.K.</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193.3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302.2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-42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U.K.'s hair styling products market expands at 4.2% CAGR through 2036, trailing the Europe benchmark of 4.6% by 42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2.5% of the global and 14.8% of the Europe hair styling products market in 2026; by 2036 those shares move to 2.3% and 14.2%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102.4 Mn Units between 2026 and 2036 the U.K.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445.1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814.1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-49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U.K.'s hair styling products market expands at 5.8% CAGR through 2036, trailing the Europe benchmark of 6.3% by 49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2.9% of the global and 16.5% of the Europe hair styling products market in 2026; by 2036 those shares move to 2.7% and 15.8%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U.K. is expected to account for US$ 814.1 Mn by 2036 at a CAGR of 5.8% over the forecast period. The U.K. is expected to create an incremental opportunity of US$ 369.0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U.K.'s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464.7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85.5 US$ Mn (18% share), ahead of 'Styling Serums and Oils' (79.3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103.1 US$ Mn (22% share), ahead of 'Strong Hold' (97.2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175.4 US$ Mn (38% share), ahead of 'Natural' (147.4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U.K.'s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464.7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89.4 US$ Mn (19% share), ahead of 'Salon and Professional Distribution' (89.3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'Texture and Separation' leads at 77.4 US$ Mn (17% share), ahead of 'Hold and Shape' (71.8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101.2 US$ Mn (22% share), ahead of 'Straight Hair' (97.6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120.6 US$ Mn (26% share), ahead of 'Texture and Volume Additives' (116.6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U.K.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France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7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160.7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257.0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-20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France's hair styling products market expands at 4.4% CAGR through 2036, trailing the Europe benchmark of 4.6% by 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2.1% of the global and 12.3% of the Europe hair styling products market in 2026; by 2036 those shares move to 1.9% and 12.0%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90.7 Mn Units between 2026 and 2036 the France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371.9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715.4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France's hair styling products market expands at 6.3% CAGR through 2036, outpacing the Europe benchmark of 6.3% by 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2.4% of the global and 13.9% of the Europe hair styling products market in 2026; by 2036 those shares move to 2.3% and 13.9%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France is expected to account for US$ 715.4 Mn by 2036 at a CAGR of 6.3% over the forecast period. France is expected to create an incremental opportunity of US$ 343.5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France's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389.6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81.9 US$ Mn (21% share), ahead of 'Waxes, Clays, Pastes and Pomades' (60.5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86.5 US$ Mn (22% share), ahead of 'Strong Hold' (81.5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142.7 US$ Mn (37% share), ahead of 'Matte' (124.0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France's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389.6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82.3 US$ Mn (21% share), ahead of 'Mass Retail' (70.8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69.0 US$ Mn (18% share), ahead of 'Hold and Shape' (60.3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84.8 US$ Mn (22% share), ahead of 'Straight Hair' (81.8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100.9 US$ Mn (26% share), ahead of 'Texture and Volume Additives' (97.9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France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Italy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122.8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202.6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Italy's hair styling products market expands at 4.7% CAGR through 2036, outpacing the Europe benchmark of 4.6% by 10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1.6% of the global and 9.4% of the Europe hair styling products market in 2026; by 2036 those shares move to 1.5% and 9.5%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75.2 Mn Units between 2026 and 2036 the Italy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248.6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487.1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+19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Italy's hair styling products market expands at 6.4% CAGR through 2036, outpacing the Europe benchmark of 6.3% by 19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1.6% of the global and 9.3% of the Europe hair styling products market in 2026; by 2036 those shares move to 1.6% and 9.4%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Italy is expected to account for US$ 487.1 Mn by 2036 at a CAGR of 6.4% over the forecast period. Italy is expected to create an incremental opportunity of US$ 238.5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Italy's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260.9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48.6 US$ Mn (19% share), ahead of 'Waxes, Clays, Pastes and Pomades' (47.2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58.3 US$ Mn (22% share), ahead of 'Medium Hold' (56.6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97.1 US$ Mn (37% share), ahead of 'Natural' (82.8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Italy's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260.9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53.0 US$ Mn (20% share), ahead of 'Mass Retail' (49.5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44.9 US$ Mn (17% share), ahead of 'Hold and Shape' (40.6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56.8 US$ Mn (22% share), ahead of 'Straight Hair' (54.8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67.8 US$ Mn (26% share), ahead of 'Texture and Volume Additives' (65.5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Italy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Spain</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88.8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154.5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Spain's hair styling products market expands at 5.3% CAGR through 2036, outpacing the Europe benchmark of 4.6% by 61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1.2% of the global and 6.8% of the Europe hair styling products market in 2026; by 2036 those shares move to 1.2% and 7.2%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62.0 Mn Units between 2026 and 2036 the Spain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168.1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350.1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+79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Spain's hair styling products market expands at 7.0% CAGR through 2036, outpacing the Europe benchmark of 6.3% by 79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1.1% of the global and 6.3% of the Europe hair styling products market in 2026; by 2036 those shares move to 1.1% and 6.8%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Spain is expected to account for US$ 350.1 Mn by 2036 at a CAGR of 7.0% over the forecast period. Spain is expected to create an incremental opportunity of US$ 182.0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Spain's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177.2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33.1 US$ Mn (19% share), ahead of 'Waxes, Clays, Pastes and Pomades' (27.9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39.3 US$ Mn (22% share), ahead of 'Strong Hold' (37.1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63.7 US$ Mn (36% share), ahead of 'Natural' (57.5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Spain's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177.2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34.5 US$ Mn (19% share), ahead of 'Salon and Professional Distribution' (34.4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31.0 US$ Mn (17% share), ahead of 'Hold and Shape' (27.6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38.6 US$ Mn (22% share), ahead of 'Straight Hair' (37.2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46.0 US$ Mn (26% share), ahead of 'Texture and Volume Additives' (44.5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Spain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Belgium</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27.4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50.4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+114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Belgium's hair styling products market expands at 5.8% CAGR through 2036, outpacing the Europe benchmark of 4.6% by 114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0.4% of the global and 2.1% of the Europe hair styling products market in 2026; by 2036 those shares move to 0.4% and 2.4%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21.7 Mn Units between 2026 and 2036 the Belgium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59.6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130.0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+125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Belgium's hair styling products market expands at 7.5% CAGR through 2036, outpacing the Europe benchmark of 6.3% by 125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0.4% of the global and 2.2% of the Europe hair styling products market in 2026; by 2036 those shares move to 0.4% and 2.5%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Belgium is expected to account for US$ 130.0 Mn by 2036 at a CAGR of 7.5% over the forecast period. Belgium is expected to create an incremental opportunity of US$ 70.4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Belgium's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63.0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11.2 US$ Mn (18% share), ahead of 'Waxes, Clays, Pastes and Pomades' (10.2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14.0 US$ Mn (22% share), ahead of 'Strong Hold' (13.2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22.6 US$ Mn (36% share), ahead of 'Matte' (20.3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Belgium's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63.0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12.2 US$ Mn (19% share), ahead of 'Online Marketplaces' (11.9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10.1 US$ Mn (16% share), ahead of 'Smoothing and Frizz Control' (9.95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13.7 US$ Mn (22% share), ahead of 'Straight Hair' (13.3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16.4 US$ Mn (26% share), ahead of 'Texture and Volume Additives' (15.8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Belgium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68078"/>
                <a:gridCol w="587545"/>
                <a:gridCol w="587545"/>
                <a:gridCol w="587545"/>
                <a:gridCol w="587545"/>
                <a:gridCol w="587545"/>
                <a:gridCol w="587545"/>
                <a:gridCol w="587545"/>
                <a:gridCol w="587545"/>
                <a:gridCol w="587545"/>
                <a:gridCol w="587545"/>
                <a:gridCol w="664031"/>
                <a:gridCol w="664031"/>
                <a:gridCol w="664031"/>
                <a:gridCol w="664031"/>
                <a:gridCol w="58754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Netherlands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8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43.1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79.9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+122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Netherlands's hair styling products market expands at 5.9% CAGR through 2036, outpacing the Europe benchmark of 4.6% by 122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0.6% of the global and 3.3% of the Europe hair styling products market in 2026; by 2036 those shares move to 0.6% and 3.7%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34.7 Mn Units between 2026 and 2036 the Netherlands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214.3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+151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Netherlands's hair styling products market expands at 7.8% CAGR through 2036, outpacing the Europe benchmark of 6.3% by 151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0.6% of the global and 3.6% of the Europe hair styling products market in 2026; by 2036 those shares move to 0.7% and 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Netherlands is expected to account for US$ 214.3 Mn by 2036 at a CAGR of 7.8% over the forecast period. The Netherlands is expected to create an incremental opportunity of US$ 118.5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Netherlands's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101.5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18.5 US$ Mn (18% share), ahead of 'Waxes, Clays, Pastes and Pomades' (16.6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22.5 US$ Mn (22% share), ahead of 'Strong Hold' (21.3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35.9 US$ Mn (35% share), ahead of 'Natural' (33.5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Netherlands's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101.5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21.1 US$ Mn (21% share), ahead of 'Mass Retail' (18.9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16.2 US$ Mn (16% share), ahead of 'Smoothing and Frizz Control' (16.0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22.1 US$ Mn (22% share), ahead of 'Straight Hair' (21.3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26.3 US$ Mn (26% share), ahead of 'Texture and Volume Additives' (25.6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Netherlands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Nordic</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75.8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122.8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Nordic's hair styling products market expands at 4.6% CAGR through 2036, trailing the Europe benchmark of 4.6%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1.0% of the global and 5.8% of the Europe hair styling products market in 2026; by 2036 those shares move to 0.9% and 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44.3 Mn Units between 2026 and 2036 the Nordic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204.8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395.5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+4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Nordic's hair styling products market expands at 6.3% CAGR through 2036, outpacing the Europe benchmark of 6.3% by 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1.3% of the global and 7.6% of the Europe hair styling products market in 2026; by 2036 those shares move to 1.3% and 7.7%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Nordic is expected to account for US$ 395.5 Mn by 2036 at a CAGR of 6.3% over the forecast period. Nordic is expected to create an incremental opportunity of US$ 190.7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Nordic's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214.8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38.4 US$ Mn (18% share), ahead of 'Waxes, Clays, Pastes and Pomades' (34.8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47.7 US$ Mn (22% share), ahead of 'Strong Hold' (44.9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77.8 US$ Mn (36% share), ahead of 'Natural' (70.1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Nordic's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214.8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43.5 US$ Mn (20% share), ahead of 'Mass Retail' (41.2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34.3 US$ Mn (16% share), ahead of 'Smoothing and Frizz Control' (34.0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46.8 US$ Mn (22% share), ahead of 'Straight Hair' (45.1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55.8 US$ Mn (26% share), ahead of 'Texture and Volume Additives' (53.9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Nordic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Switzerland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28.7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44.2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-59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Switzerland's hair styling products market expands at 4.1% CAGR through 2036, trailing the Europe benchmark of 4.6% by 59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0.4% of the global and 2.2% of the Europe hair styling products market in 2026; by 2036 those shares move to 0.3% and 2.1%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14.5 Mn Units between 2026 and 2036 the Switzerland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99.9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-96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Switzerland's hair styling products market expands at 5.3% CAGR through 2036, trailing the Europe benchmark of 6.3% by 96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0.6% of the global and 3.7% of the Europe hair styling products market in 2026; by 2036 those shares move to 0.6% and 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Switzerland is expected to account for US$ 174.1 Mn by 2036 at a CAGR of 5.3% over the forecast period. Switzerland is expected to create an incremental opportunity of US$ 74.2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Switzerland's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103.9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22.3 US$ Mn (21% share), ahead of 'Waxes, Clays, Pastes and Pomades' (16.3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23.1 US$ Mn (22% share), ahead of 'Strong Hold' (21.7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38.0 US$ Mn (37% share), ahead of 'Matte' (33.1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Switzerland's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103.9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22.1 US$ Mn (21% share), ahead of 'Mass Retail' (18.8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16.6 US$ Mn (16% share), ahead of 'Smoothing and Frizz Control' (16.5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22.6 US$ Mn (22% share), ahead of 'Straight Hair' (21.8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27.0 US$ Mn (26% share), ahead of 'Texture and Volume Additives' (26.1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Switzerland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Russia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118.9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189.2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-25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Russia's hair styling products market expands at 4.4% CAGR through 2036, trailing the Europe benchmark of 4.6% by 25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1.6% of the global and 9.1% of the Europe hair styling products market in 2026; by 2036 those shares move to 1.4% and 8.9%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66.2 Mn Units between 2026 and 2036 the Russia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162.0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311.2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+0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Russia's hair styling products market expands at 6.3% CAGR through 2036, outpacing the Europe benchmark of 6.3% by 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1.1% of the global and 6.0% of the Europe hair styling products market in 2026; by 2036 those shares move to 1.0% and 6.0%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Russia is expected to account for US$ 311.2 Mn by 2036 at a CAGR of 6.3% over the forecast period. Russia is expected to create an incremental opportunity of US$ 149.2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Russia's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169.6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29.7 US$ Mn (18% share), ahead of 'Sprays and Mists' (27.0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40.4 US$ Mn (24% share), ahead of 'Medium Hold' (35.9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57.9 US$ Mn (34% share), ahead of 'Matte' (56.4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Russia's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169.6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38.9 US$ Mn (23% share), ahead of 'Salon and Professional Distribution' (29.0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27.1 US$ Mn (16% share), ahead of 'Smoothing and Frizz Control' (26.8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36.9 US$ Mn (22% share), ahead of 'Straight Hair' (35.6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44.0 US$ Mn (26% share), ahead of 'Texture and Volume Additives' (42.6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Russia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Poland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47.0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90.3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+157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Poland's hair styling products market expands at 6.2% CAGR through 2036, outpacing the Europe benchmark of 4.6% by 157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0.6% of the global and 3.6% of the Europe hair styling products market in 2026; by 2036 those shares move to 0.7% and 4.2%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40.9 Mn Units between 2026 and 2036 the Poland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72.4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161.5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+148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Poland's hair styling products market expands at 7.7% CAGR through 2036, outpacing the Europe benchmark of 6.3% by 148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0.5% of the global and 2.7% of the Europe hair styling products market in 2026; by 2036 those shares move to 0.5% and 3.1%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Poland is expected to account for US$ 161.5 Mn by 2036 at a CAGR of 7.7% over the forecast period. Poland is expected to create an incremental opportunity of US$ 89.2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Poland's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76.7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13.5 US$ Mn (18% share), ahead of 'Waxes, Clays, Pastes and Pomades' (12.3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17.6 US$ Mn (23% share), ahead of 'Medium Hold' (16.5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26.2 US$ Mn (34% share), ahead of 'Matte' (25.5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Poland's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76.7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18.2 US$ Mn (24% share), ahead of 'Salon and Professional Distribution' (12.8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12.3 US$ Mn (16% share), ahead of 'Smoothing and Frizz Control' (12.1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16.7 US$ Mn (22% share), ahead of 'Straight Hair' (16.1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19.9 US$ Mn (26% share), ahead of 'Texture and Volume Additives' (19.2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Poland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50382"/>
                <a:gridCol w="583789"/>
                <a:gridCol w="583789"/>
                <a:gridCol w="583789"/>
                <a:gridCol w="583789"/>
                <a:gridCol w="583789"/>
                <a:gridCol w="583789"/>
                <a:gridCol w="583789"/>
                <a:gridCol w="583789"/>
                <a:gridCol w="583789"/>
                <a:gridCol w="583789"/>
                <a:gridCol w="659786"/>
                <a:gridCol w="659786"/>
                <a:gridCol w="659786"/>
                <a:gridCol w="659786"/>
                <a:gridCol w="65978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Europe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201.1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348.2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+56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Europe's hair styling products market expands at 5.2% CAGR through 2036, outpacing the Europe benchmark of 4.6% by 56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2.6% of the global and 15.5% of the Europe hair styling products market in 2026; by 2036 those shares move to 2.6% and 16.3%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138.7 Mn Units between 2026 and 2036 the Rest of Europe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349.0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710.2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+56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Europe's hair styling products market expands at 6.8% CAGR through 2036, outpacing the Europe benchmark of 6.3% by 56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2.3% of the global and 13.1% of the Europe hair styling products market in 2026; by 2036 those shares move to 2.3% and 13.8%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Europe is expected to account for US$ 710.2 Mn by 2036 at a CAGR of 6.8% over the forecast period. Rest of Europe is expected to create an incremental opportunity of US$ 361.1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Europe's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367.3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66.0 US$ Mn (18% share), ahead of 'Waxes, Clays, Pastes and Pomades' (59.4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81.5 US$ Mn (22% share), ahead of 'Strong Hold' (76.9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125.5 US$ Mn (34% share), ahead of 'Matte' (122.2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Europe's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367.3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71.5 US$ Mn (19% share), ahead of 'Salon and Professional Distribution' (67.7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58.7 US$ Mn (16% share), ahead of 'Smoothing and Frizz Control' (58.0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80.0 US$ Mn (22% share), ahead of 'Straight Hair' (77.2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95.3 US$ Mn (26% share), ahead of 'Texture and Volume Additives' (92.3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Europe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China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1,315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2,311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+39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China's hair styling products market expands at 5.4% CAGR through 2036, outpacing the East Asia benchmark of 5.0% by 39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17.3% of the global and 64.8% of the East Asia hair styling products market in 2026; by 2036 those shares move to 17.5% and 67.3%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939.7 Mn Units between 2026 and 2036 the China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1,833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3,979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+93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China's hair styling products market expands at 7.5% CAGR through 2036, outpacing the East Asia benchmark of 6.5% by 93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12.0% of the global and 46.9% of the East Asia hair styling products market in 2026; by 2036 those shares move to 13.0% and 51.1%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China is expected to account for US$ 3,979 Mn by 2036 at a CAGR of 7.5% over the forecast period. China is expected to create an incremental opportunity of US$ 2,147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China's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1,936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358.5 US$ Mn (19% share), ahead of 'Styling Serums and Oils' (336.3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429.8 US$ Mn (22% share), ahead of 'Strong Hold' (405.3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661.3 US$ Mn (34% share), ahead of 'Matte' (643.8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China's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1,936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426.8 US$ Mn (22% share), ahead of 'Mass Retail' (341.7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334.7 US$ Mn (17% share), ahead of 'Heat Styling Support' (307.9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466.7 US$ Mn (24% share), ahead of 'All Hair Types' (408.2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502.9 US$ Mn (26% share), ahead of 'Texture and Volume Additives' (486.8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China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2152650"/>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Japan</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500.6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763.0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-99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Japan's hair styling products market expands at 4.0% CAGR through 2036, trailing the East Asia benchmark of 5.0% by 99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6.5% of the global and 24.4% of the East Asia hair styling products market in 2026; by 2036 those shares move to 5.8% and 22.2%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246.2 Mn Units between 2026 and 2036 the Japan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1,557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2,775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-103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Japan's hair styling products market expands at 5.5% CAGR through 2036, trailing the East Asia benchmark of 6.5% by 103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10.1% of the global and 39.3% of the East Asia hair styling products market in 2026; by 2036 those shares move to 9.0% and 35.7%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Japan is expected to account for US$ 2,775 Mn by 2036 at a CAGR of 5.5% over the forecast period. Japan is expected to create an incremental opportunity of US$ 1,218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Japan's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1,623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356.0 US$ Mn (22% share), ahead of 'Styling Serums and Oils' (266.0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359.9 US$ Mn (22% share), ahead of 'Strong Hold' (339.2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622.1 US$ Mn (38% share), ahead of 'Natural' (509.6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Japan's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1,623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317.4 US$ Mn (20% share), ahead of 'Salon and Professional Distribution' (311.8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'Texture and Separation' leads at 279.9 US$ Mn (17% share), ahead of 'Smoothing and Frizz Control' (249.0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429.7 US$ Mn (26% share), ahead of 'Wavy Hair' (311.7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421.9 US$ Mn (26% share), ahead of 'Texture and Volume Additives' (407.5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Japan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Korea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219.8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362.1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-24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Korea's hair styling products market expands at 4.7% CAGR through 2036, trailing the East Asia benchmark of 5.0% by 24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2.9% of the global and 10.8% of the East Asia hair styling products market in 2026; by 2036 those shares move to 2.7% and 10.5%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134.0 Mn Units between 2026 and 2036 the South Korea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544.9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1,027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-48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Korea's hair styling products market expands at 6.1% CAGR through 2036, trailing the East Asia benchmark of 6.5% by 48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3.5% of the global and 13.8% of the East Asia hair styling products market in 2026; by 2036 those shares move to 3.3% and 13.2%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Korea is expected to account for US$ 1,027 Mn by 2036 at a CAGR of 6.1% over the forecast period. South Korea is expected to create an incremental opportunity of US$ 482.4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Korea's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570.2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108.3 US$ Mn (19% share), ahead of 'Styling Serums and Oils' (95.5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126.5 US$ Mn (22% share), ahead of 'Strong Hold' (119.3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194.7 US$ Mn (34% share), ahead of 'Matte' (189.5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Korea's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570.2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122.8 US$ Mn (22% share), ahead of 'Mass Retail' (100.8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'Volume and Root Lift' leads at 104.5 US$ Mn (18% share), ahead of 'Heat Styling Support' (87.3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141.4 US$ Mn (25% share), ahead of 'All Hair Types' (118.5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148.0 US$ Mn (26% share), ahead of 'Texture and Volume Additives' (143.2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Korea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455.2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987.2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India's hair styling products market expands at 7.4% CAGR through 2036, outpacing the South Asia &amp; Pacific benchmark of 6.7% by 76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6.1% of the global and 40.0% of the South Asia &amp; Pacific hair styling products market in 2026; by 2036 those shares move to 7.5% and 42.9%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504.3 Mn Units between 2026 and 2036 the India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457.2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1,190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+141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India's hair styling products market expands at 9.3% CAGR through 2036, outpacing the South Asia &amp; Pacific benchmark of 7.9% by 141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3.0% of the global and 27.7% of the South Asia &amp; Pacific hair styling products market in 2026; by 2036 those shares move to 3.9% and 31.6%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India is expected to account for US$ 1,190 Mn by 2036 at a CAGR of 9.3% over the forecast period. India is expected to create an incremental opportunity of US$ 732.8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490.5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94.8 US$ Mn (19% share), ahead of 'Styling Serums and Oils' (81.7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121.4 US$ Mn (25% share), ahead of 'Strong Hold' (112.2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168.0 US$ Mn (34% share), ahead of 'Matte' (163.4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490.5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124.9 US$ Mn (25% share), ahead of 'Online Marketplaces' (88.4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92.2 US$ Mn (19% share), ahead of 'Smoothing and Frizz Control' (74.8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'Straight Hair' leads at 112.1 US$ Mn (23% share), ahead of 'Wavy Hair' (104.9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127.4 US$ Mn (26% share), ahead of 'Texture and Volume Additives' (123.6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2152650"/>
        </p:xfrm>
        <a:graphic>
          <a:graphicData uri="http://schemas.openxmlformats.org/drawingml/2006/table">
            <a:tbl>
              <a:tblPr>
                <a:tableStyleId>{5C22544A-7EE6-4342-B048-85BDC9FD1C3A}</a:tableStyleId>
              </a:tblPr>
              <a:tblGrid>
                <a:gridCol w="2698623"/>
                <a:gridCol w="572803"/>
                <a:gridCol w="572803"/>
                <a:gridCol w="572803"/>
                <a:gridCol w="572803"/>
                <a:gridCol w="572803"/>
                <a:gridCol w="572803"/>
                <a:gridCol w="572803"/>
                <a:gridCol w="647370"/>
                <a:gridCol w="647370"/>
                <a:gridCol w="647370"/>
                <a:gridCol w="647370"/>
                <a:gridCol w="647370"/>
                <a:gridCol w="647370"/>
                <a:gridCol w="647370"/>
                <a:gridCol w="64737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Thailand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92.9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173.4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Thailand's hair styling products market expands at 5.9% CAGR through 2036, trailing the South Asia &amp; Pacific benchmark of 6.7% by 71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1.2% of the global and 8.1% of the South Asia &amp; Pacific hair styling products market in 2026; by 2036 those shares move to 1.3% and 7.5%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76.1 Mn Units between 2026 and 2036 the Thailand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135.1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304.7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Thailand's hair styling products market expands at 7.8% CAGR through 2036, trailing the South Asia &amp; Pacific benchmark of 7.9%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0.9% of the global and 8.1% of the South Asia &amp; Pacific hair styling products market in 2026; by 2036 those shares move to 1.0% and 8.1%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Thailand is expected to account for US$ 304.7 Mn by 2036 at a CAGR of 7.8% over the forecast period. Thailand is expected to create an incremental opportunity of US$ 169.7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Thailand's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143.3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31.7 US$ Mn (22% share), ahead of 'Waxes, Clays, Pastes and Pomades' (22.2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31.8 US$ Mn (22% share), ahead of 'Strong Hold' (30.0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53.2 US$ Mn (37% share), ahead of 'Natural' (45.6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Thailand's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143.3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27.9 US$ Mn (19% share), ahead of 'Online Marketplaces' (27.7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26.9 US$ Mn (19% share), ahead of 'Heat Styling Support' (21.8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31.2 US$ Mn (22% share), ahead of 'Straight Hair' (30.1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37.3 US$ Mn (26% share), ahead of 'Texture and Volume Additives' (36.1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Thailand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2152650"/>
        </p:xfrm>
        <a:graphic>
          <a:graphicData uri="http://schemas.openxmlformats.org/drawingml/2006/table">
            <a:tbl>
              <a:tblPr>
                <a:tableStyleId>{5C22544A-7EE6-4342-B048-85BDC9FD1C3A}</a:tableStyleId>
              </a:tblPr>
              <a:tblGrid>
                <a:gridCol w="2822562"/>
                <a:gridCol w="599110"/>
                <a:gridCol w="599110"/>
                <a:gridCol w="599110"/>
                <a:gridCol w="599110"/>
                <a:gridCol w="599110"/>
                <a:gridCol w="599110"/>
                <a:gridCol w="599110"/>
                <a:gridCol w="599110"/>
                <a:gridCol w="599110"/>
                <a:gridCol w="599110"/>
                <a:gridCol w="677101"/>
                <a:gridCol w="599110"/>
                <a:gridCol w="599110"/>
                <a:gridCol w="599110"/>
                <a:gridCol w="59911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Malaysia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53.9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104.9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-30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Malaysia's hair styling products market expands at 6.4% CAGR through 2036, trailing the South Asia &amp; Pacific benchmark of 6.7%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0.7% of the global and 4.7% of the South Asia &amp; Pacific hair styling products market in 2026; by 2036 those shares move to 0.8% and 4.6%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48.3 Mn Units between 2026 and 2036 the Malaysia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84.4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Malaysia's hair styling products market expands at 7.8% CAGR through 2036, trailing the South Asia &amp; Pacific benchmark of 7.9% by 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0.6% of the global and 5.1% of the South Asia &amp; Pacific hair styling products market in 2026; by 2036 those shares move to 0.6% and 5.0%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Malaysia is expected to account for US$ 189.2 Mn by 2036 at a CAGR of 7.8% over the forecast period. Malaysia is expected to create an incremental opportunity of US$ 104.8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Malaysia's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89.5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17.4 US$ Mn (19% share), ahead of 'Waxes, Clays, Pastes and Pomades' (15.9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19.9 US$ Mn (22% share), ahead of 'Strong Hold' (18.8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30.6 US$ Mn (34% share), ahead of 'Matte' (29.8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Malaysia's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89.5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18.4 US$ Mn (21% share), ahead of 'Mass Retail' (18.3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16.3 US$ Mn (18% share), ahead of 'Hold and Shape' (14.0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19.5 US$ Mn (22% share), ahead of 'Straight Hair' (18.8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23.3 US$ Mn (26% share), ahead of 'Texture and Volume Additives' (22.5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Malaysia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Indonesia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169.7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364.1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Indonesia's hair styling products market expands at 7.3% CAGR through 2036, outpacing the South Asia &amp; Pacific benchmark of 6.7% by 66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2.3% of the global and 14.9% of the South Asia &amp; Pacific hair styling products market in 2026; by 2036 those shares move to 2.8% and 15.8%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184.3 Mn Units between 2026 and 2036 the Indonesia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194.6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505.0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+139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Indonesia's hair styling products market expands at 9.2% CAGR through 2036, outpacing the South Asia &amp; Pacific benchmark of 7.9% by 139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1.3% of the global and 11.8% of the South Asia &amp; Pacific hair styling products market in 2026; by 2036 those shares move to 1.6% and 13.4%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Indonesia is expected to account for US$ 505.0 Mn by 2036 at a CAGR of 9.2% over the forecast period. Indonesia is expected to create an incremental opportunity of US$ 310.4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Indonesia's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208.6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36.5 US$ Mn (18% share), ahead of 'Styling Serums and Oils' (35.7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46.4 US$ Mn (22% share), ahead of 'Strong Hold' (43.8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74.8 US$ Mn (36% share), ahead of 'Natural' (67.9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Indonesia's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208.6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51.1 US$ Mn (24% share), ahead of 'Online Marketplaces' (38.6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36.1 US$ Mn (17% share), ahead of 'Hold and Shape' (31.9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43.5 US$ Mn (21% share), ahead of 'Curly Hair' (43.0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54.3 US$ Mn (26% share), ahead of 'Texture and Volume Additives' (52.3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Indonesia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Singapore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29.8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47.1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-232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Singapore's hair styling products market expands at 4.3% CAGR through 2036, trailing the South Asia &amp; Pacific benchmark of 6.7% by 232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0.4% of the global and 2.6% of the South Asia &amp; Pacific hair styling products market in 2026; by 2036 those shares move to 0.4% and 2.0%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16.3 Mn Units between 2026 and 2036 the Singapore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95.5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181.2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-172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Singapore's hair styling products market expands at 6.1% CAGR through 2036, trailing the South Asia &amp; Pacific benchmark of 7.9% by 172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0.6% of the global and 5.6% of the South Asia &amp; Pacific hair styling products market in 2026; by 2036 those shares move to 0.6% and 4.8%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Singapore is expected to account for US$ 181.2 Mn by 2036 at a CAGR of 6.1% over the forecast period. Singapore is expected to create an incremental opportunity of US$ 85.7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Singapore's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99.9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22.7 US$ Mn (23% share), ahead of 'Waxes, Clays, Pastes and Pomades' (15.2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22.2 US$ Mn (22% share), ahead of 'Strong Hold' (20.9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34.1 US$ Mn (34% share), ahead of 'Matte' (33.2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Singapore's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99.9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20.2 US$ Mn (20% share), ahead of 'Online Marketplaces' (19.5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17.3 US$ Mn (17% share), ahead of 'Heat Styling Support' (16.7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21.8 US$ Mn (22% share), ahead of 'Straight Hair' (21.0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25.9 US$ Mn (26% share), ahead of 'Texture and Volume Additives' (25.1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Singapore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Philippines</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73.4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163.4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+102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Philippines's hair styling products market expands at 7.7% CAGR through 2036, outpacing the South Asia &amp; Pacific benchmark of 6.7% by 102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1.0% of the global and 6.5% of the South Asia &amp; Pacific hair styling products market in 2026; by 2036 those shares move to 1.2% and 7.1%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85.4 Mn Units between 2026 and 2036 the Philippines market grows to 2.1×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89.1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239.2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+173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Philippines's hair styling products market expands at 9.6% CAGR through 2036, outpacing the South Asia &amp; Pacific benchmark of 7.9% by 173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0.6% of the global and 5.4% of the South Asia &amp; Pacific hair styling products market in 2026; by 2036 those shares move to 0.8% and 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Philippines is expected to account for US$ 239.2 Mn by 2036 at a CAGR of 9.6% over the forecast period. The Philippines is expected to create an incremental opportunity of US$ 150.1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Philippines's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95.8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18.2 US$ Mn (19% share), ahead of 'Waxes, Clays, Pastes and Pomades' (15.1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21.3 US$ Mn (22% share), ahead of 'Strong Hold' (20.1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34.5 US$ Mn (36% share), ahead of 'Natural' (31.1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Philippines's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95.8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23.7 US$ Mn (25% share), ahead of 'Online Marketplaces' (17.4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17.1 US$ Mn (18% share), ahead of 'Hold and Shape' (14.6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'Curly Hair' leads at 20.7 US$ Mn (22% share), ahead of 'All Hair Types' (19.7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24.9 US$ Mn (26% share), ahead of 'Texture and Volume Additives' (24.0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Philippines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2152650"/>
        </p:xfrm>
        <a:graphic>
          <a:graphicData uri="http://schemas.openxmlformats.org/drawingml/2006/table">
            <a:tbl>
              <a:tblPr>
                <a:tableStyleId>{5C22544A-7EE6-4342-B048-85BDC9FD1C3A}</a:tableStyleId>
              </a:tblPr>
              <a:tblGrid>
                <a:gridCol w="2698623"/>
                <a:gridCol w="572803"/>
                <a:gridCol w="572803"/>
                <a:gridCol w="572803"/>
                <a:gridCol w="572803"/>
                <a:gridCol w="572803"/>
                <a:gridCol w="572803"/>
                <a:gridCol w="572803"/>
                <a:gridCol w="647370"/>
                <a:gridCol w="647370"/>
                <a:gridCol w="647370"/>
                <a:gridCol w="647370"/>
                <a:gridCol w="647370"/>
                <a:gridCol w="647370"/>
                <a:gridCol w="647370"/>
                <a:gridCol w="647370"/>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12.0%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Australia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134.2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204.6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-267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Australia's hair styling products market expands at 4.0% CAGR through 2036, trailing the South Asia &amp; Pacific benchmark of 6.7% by 267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1.7% of the global and 11.5% of the South Asia &amp; Pacific hair styling products market in 2026; by 2036 those shares move to 1.6% and 8.9%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66.1 Mn Units between 2026 and 2036 the Australia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405.7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724.7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-231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Australia's hair styling products market expands at 5.5% CAGR through 2036, trailing the South Asia &amp; Pacific benchmark of 7.9% by 231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2.6% of the global and 23.9% of the South Asia &amp; Pacific hair styling products market in 2026; by 2036 those shares move to 2.4% and 19.2%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Australia is expected to account for US$ 724.7 Mn by 2036 at a CAGR of 5.5% over the forecast period. Australia is expected to create an incremental opportunity of US$ 319.0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Australia's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422.7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75.4 US$ Mn (18% share), ahead of 'Styling Serums and Oils' (74.0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93.8 US$ Mn (22% share), ahead of 'Strong Hold' (88.4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150.9 US$ Mn (36% share), ahead of 'Matte' (141.7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Australia's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422.7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84.2 US$ Mn (20% share), ahead of 'Online Marketplaces' (81.3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67.4 US$ Mn (16% share), ahead of 'Smoothing and Frizz Control' (67.0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92.0 US$ Mn (22% share), ahead of 'Straight Hair' (88.7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109.5 US$ Mn (26% share), ahead of 'Texture and Volume Additives' (106.5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Australia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New Zealand</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24.1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35.1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-311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New Zealand's hair styling products market expands at 3.5% CAGR through 2036, trailing the South Asia &amp; Pacific benchmark of 6.7% by 311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0.3% of the global and 2.0% of the South Asia &amp; Pacific hair styling products market in 2026; by 2036 those shares move to 0.3% and 1.5%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10.3 Mn Units between 2026 and 2036 the New Zealand market grows to 1.4×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72.0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121.8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-285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New Zealand's hair styling products market expands at 5.0% CAGR through 2036, trailing the South Asia &amp; Pacific benchmark of 7.9% by 285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0.5% of the global and 4.2% of the South Asia &amp; Pacific hair styling products market in 2026; by 2036 those shares move to 0.4% and 3.2%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New Zealand is expected to account for US$ 121.8 Mn by 2036 at a CAGR of 5.0% over the forecast period. New Zealand is expected to create an incremental opportunity of US$ 49.8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New Zealand's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74.7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13.5 US$ Mn (18% share), ahead of 'Waxes, Clays, Pastes and Pomades' (12.1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16.6 US$ Mn (22% share), ahead of 'Strong Hold' (15.6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27.3 US$ Mn (37% share), ahead of 'Matte' (23.8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New Zealand's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74.7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15.1 US$ Mn (20% share), ahead of 'Mass Retail' (14.3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11.9 US$ Mn (16% share), ahead of 'Smoothing and Frizz Control' (11.8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16.3 US$ Mn (22% share), ahead of 'Straight Hair' (15.7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19.4 US$ Mn (26% share), ahead of 'Texture and Volume Additives' (18.7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New Zealand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South Asia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113.5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221.0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-30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hair styling products market expands at 6.4% CAGR through 2036, trailing the South Asia &amp; Pacific benchmark of 6.7%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1.5% of the global and 9.9% of the South Asia &amp; Pacific hair styling products market in 2026; by 2036 those shares move to 1.7% and 9.6%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101.6 Mn Units between 2026 and 2036 the Rest of South Asia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137.3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315.9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+18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hair styling products market expands at 8.0% CAGR through 2036, outpacing the South Asia &amp; Pacific benchmark of 7.9% by 18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0.9% of the global and 8.2% of the South Asia &amp; Pacific hair styling products market in 2026; by 2036 those shares move to 1.0% and 8.4%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South Asia is expected to account for US$ 315.9 Mn by 2036 at a CAGR of 8.0% over the forecast period. Rest of South Asia is expected to create an incremental opportunity of US$ 178.6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South Asia's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145.9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27.1 US$ Mn (19% share), ahead of 'Styling Serums and Oils' (24.9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35.8 US$ Mn (25% share), ahead of 'Strong Hold' (32.3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49.9 US$ Mn (34% share), ahead of 'Matte' (48.6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South Asia's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145.9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38.6 US$ Mn (26% share), ahead of 'Salon and Professional Distribution' (24.3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26.7 US$ Mn (18% share), ahead of 'Smoothing and Frizz Control' (22.6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31.8 US$ Mn (22% share), ahead of 'Straight Hair' (30.7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37.9 US$ Mn (26% share), ahead of 'Texture and Volume Additives' (36.6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Distribution Channel: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Primary Styling Benefit: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Ingredient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South Asia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UAE</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42.7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75.2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-67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UAE's hair styling products market expands at 5.4% CAGR through 2036, trailing the Middle East &amp; Africa benchmark of 6.0% by 67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0.6% of the global and 7.7% of the Middle East &amp; Africa hair styling products market in 2026; by 2036 those shares move to 0.6% and 7.2%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30.6 Mn Units between 2026 and 2036 the UAE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UAE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113.0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230.0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UAE's hair styling products market expands at 6.8% CAGR through 2036, trailing the Middle East &amp; Africa benchmark of 7.5% by 72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UAE holds 0.7% of the global and 11.6% of the Middle East &amp; Africa hair styling products market in 2026; by 2036 those shares move to 0.7% and 10.8%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UAE is expected to account for US$ 230.0 Mn by 2036 at a CAGR of 6.8% over the forecast period. The UAE is expected to create an incremental opportunity of US$ 117.0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UAE's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118.9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27.0 US$ Mn (23% share), ahead of 'Waxes, Clays, Pastes and Pomades' (18.1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26.4 US$ Mn (22% share), ahead of 'Strong Hold' (24.9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44.2 US$ Mn (37% share), ahead of 'Natural' (37.8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UAE's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118.9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25.8 US$ Mn (22% share), ahead of 'Beauty Specialty Retail' (20.5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21.5 US$ Mn (18% share), ahead of 'Heat Styling Support' (19.4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25.9 US$ Mn (22% share), ahead of 'Straight Hair' (25.0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30.8 US$ Mn (26% share), ahead of 'Texture and Volume Additives' (30.0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UAE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UAE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UAE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UAE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UAE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Saudi Arabia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86.5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161.1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Saudi Arabia's hair styling products market expands at 5.9% CAGR through 2036, trailing the Middle East &amp; Africa benchmark of 6.0% by 12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1.1% of the global and 15.6% of the Middle East &amp; Africa hair styling products market in 2026; by 2036 those shares move to 1.2% and 15.4%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70.5 Mn Units between 2026 and 2036 the Saudi Arabia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Saudi Arabia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197.3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431.2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Saudi Arabia's hair styling products market expands at 7.5% CAGR through 2036, trailing the Middle East &amp; Africa benchmark of 7.5% by 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Saudi Arabia holds 1.3% of the global and 20.4% of the Middle East &amp; Africa hair styling products market in 2026; by 2036 those shares move to 1.4% and 20.3%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Saudi Arabia is expected to account for US$ 431.2 Mn by 2036 at a CAGR of 7.5% over the forecast period. Saudi Arabia is expected to create an incremental opportunity of US$ 233.9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Saudi Arabia's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208.9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46.5 US$ Mn (22% share), ahead of 'Waxes, Clays, Pastes and Pomades' (32.2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46.4 US$ Mn (22% share), ahead of 'Strong Hold' (43.8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79.0 US$ Mn (38% share), ahead of 'Natural' (65.6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Saudi Arabia's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208.9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43.5 US$ Mn (21% share), ahead of 'Mass Retail' (37.5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39.0 US$ Mn (19% share), ahead of 'Heat Styling Support' (32.8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45.5 US$ Mn (22% share), ahead of 'Straight Hair' (43.9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54.3 US$ Mn (26% share), ahead of 'Texture and Volume Additives' (52.6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Saudi Arabia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Saudi Arabia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Saudi Arabia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Saudi Arabia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Saudi Arabia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2152650"/>
        </p:xfrm>
        <a:graphic>
          <a:graphicData uri="http://schemas.openxmlformats.org/drawingml/2006/table">
            <a:tbl>
              <a:tblPr>
                <a:tableStyleId>{5C22544A-7EE6-4342-B048-85BDC9FD1C3A}</a:tableStyleId>
              </a:tblPr>
              <a:tblGrid>
                <a:gridCol w="2768078"/>
                <a:gridCol w="587545"/>
                <a:gridCol w="587545"/>
                <a:gridCol w="587545"/>
                <a:gridCol w="587545"/>
                <a:gridCol w="587545"/>
                <a:gridCol w="587545"/>
                <a:gridCol w="587545"/>
                <a:gridCol w="587545"/>
                <a:gridCol w="587545"/>
                <a:gridCol w="664031"/>
                <a:gridCol w="664031"/>
                <a:gridCol w="664031"/>
                <a:gridCol w="664031"/>
                <a:gridCol w="587545"/>
                <a:gridCol w="58754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Turkey</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136.4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266.5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+35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Turkey's hair styling products market expands at 6.4% CAGR through 2036, outpacing the Middle East &amp; Africa benchmark of 6.0% by 35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1.8% of the global and 24.7% of the Middle East &amp; Africa hair styling products market in 2026; by 2036 those shares move to 2.0% and 25.5%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123.0 Mn Units between 2026 and 2036 the Turkey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Turkey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180.2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408.1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+32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Turkey's hair styling products market expands at 7.9% CAGR through 2036, outpacing the Middle East &amp; Africa benchmark of 7.5% by 32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Turkey holds 1.2% of the global and 18.7% of the Middle East &amp; Africa hair styling products market in 2026; by 2036 those shares move to 1.3% and 19.2%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Turkey is expected to account for US$ 408.1 Mn by 2036 at a CAGR of 7.9% over the forecast period. Turkey is expected to create an incremental opportunity of US$ 227.9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Turkey's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191.4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36.8 US$ Mn (19% share), ahead of 'Styling Serums and Oils' (33.0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'Strong Hold' leads at 44.9 US$ Mn (23% share), ahead of 'Medium Hold' (41.0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'Matte' leads at 70.8 US$ Mn (37% share), ahead of 'Natural' (61.6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Turkey's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191.4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44.5 US$ Mn (23% share), ahead of 'Salon and Professional Distribution' (35.8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30.6 US$ Mn (16% share), ahead of 'Smoothing and Frizz Control' (30.2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41.7 US$ Mn (22% share), ahead of 'Straight Hair' (40.3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49.7 US$ Mn (26% share), ahead of 'Texture and Volume Additives' (48.2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Turkey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Turkey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Turkey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Turkey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Turkey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Israel</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39.4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65.4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Israel's hair styling products market expands at 4.8% CAGR through 2036, trailing the Middle East &amp; Africa benchmark of 6.0% by 122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0.5% of the global and 7.0% of the Middle East &amp; Africa hair styling products market in 2026; by 2036 those shares move to 0.5% and 6.3%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24.6 Mn Units between 2026 and 2036 the Israel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Israel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110.7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216.4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-111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Israel's hair styling products market expands at 6.4% CAGR through 2036, trailing the Middle East &amp; Africa benchmark of 7.5% by 111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Israel holds 0.7% of the global and 11.3% of the Middle East &amp; Africa hair styling products market in 2026; by 2036 those shares move to 0.7% and 10.2%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Israel is expected to account for US$ 216.4 Mn by 2036 at a CAGR of 6.4% over the forecast period. Israel is expected to create an incremental opportunity of US$ 105.7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Israel's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116.1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23.8 US$ Mn (20% share), ahead of 'Waxes, Clays, Pastes and Pomades' (18.1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25.8 US$ Mn (22% share), ahead of 'Strong Hold' (24.3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42.5 US$ Mn (37% share), ahead of 'Matte' (37.0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Israel's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116.1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'Online Marketplaces' leads at 23.7 US$ Mn (20% share), ahead of 'Salon and Professional Distribution' (23.1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'Hold and Shape' leads at 18.5 US$ Mn (16% share), ahead of 'Smoothing and Frizz Control' (18.4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25.3 US$ Mn (22% share), ahead of 'Straight Hair' (24.4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30.2 US$ Mn (26% share), ahead of 'Texture and Volume Additives' (29.1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Israel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Israel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Israel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Israel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Israel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GCC</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29.4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60.6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+89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GCC's hair styling products market expands at 6.9% CAGR through 2036, outpacing the Middle East &amp; Africa benchmark of 6.0% by 89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0.4% of the global and 5.3% of the Middle East &amp; Africa hair styling products market in 2026; by 2036 those shares move to 0.5% and 5.8%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29.6 Mn Units between 2026 and 2036 the Rest of GCC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GCC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65.6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161.9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+120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GCC's hair styling products market expands at 8.7% CAGR through 2036, outpacing the Middle East &amp; Africa benchmark of 7.5% by 120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GCC holds 0.4% of the global and 6.8% of the Middle East &amp; Africa hair styling products market in 2026; by 2036 those shares move to 0.5% and 7.6%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GCC is expected to account for US$ 161.9 Mn by 2036 at a CAGR of 8.7% over the forecast period. Rest of GCC is expected to create an incremental opportunity of US$ 96.3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GCC's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70.1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'Styling Serums and Oils' leads at 15.2 US$ Mn (22% share), ahead of 'Waxes, Clays, Pastes and Pomades' (10.9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15.6 US$ Mn (22% share), ahead of 'Strong Hold' (14.7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25.8 US$ Mn (37% share), ahead of 'Natural' (22.4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GCC's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70.1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'Salon and Professional Distribution' leads at 14.2 US$ Mn (20% share), ahead of 'Mass Retail' (12.8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'Smoothing and Frizz Control' leads at 12.6 US$ Mn (18% share), ahead of 'Heat Styling Support' (10.9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'All Hair Types' leads at 15.3 US$ Mn (22% share), ahead of 'Straight Hair' (14.7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18.2 US$ Mn (26% share), ahead of 'Texture and Volume Additives' (17.7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GCC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GCC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GCC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GCC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GCC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2152650"/>
        </p:xfrm>
        <a:graphic>
          <a:graphicData uri="http://schemas.openxmlformats.org/drawingml/2006/table">
            <a:tbl>
              <a:tblPr>
                <a:tableStyleId>{5C22544A-7EE6-4342-B048-85BDC9FD1C3A}</a:tableStyleId>
              </a:tblPr>
              <a:tblGrid>
                <a:gridCol w="2732910"/>
                <a:gridCol w="580080"/>
                <a:gridCol w="580080"/>
                <a:gridCol w="580080"/>
                <a:gridCol w="580080"/>
                <a:gridCol w="580080"/>
                <a:gridCol w="580080"/>
                <a:gridCol w="580080"/>
                <a:gridCol w="580080"/>
                <a:gridCol w="580080"/>
                <a:gridCol w="655595"/>
                <a:gridCol w="655595"/>
                <a:gridCol w="655595"/>
                <a:gridCol w="655595"/>
                <a:gridCol w="655595"/>
                <a:gridCol w="655595"/>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Africa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79.3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126.1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-165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Africa's hair styling products market expands at 4.4% CAGR through 2036, trailing the Middle East &amp; Africa benchmark of 6.0% by 165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1.0% of the global and 14.1% of the Middle East &amp; Africa hair styling products market in 2026; by 2036 those shares move to 1.0% and 12.1%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44.1 Mn Units between 2026 and 2036 the South Africa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Africa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126.9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240.6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-142 BPS</a:t>
            </a:r>
          </a:p>
          <a:p>
            <a:pPr algn="ctr"/>
            <a:r>
              <a:rPr sz="1100" b="0">
                <a:solidFill>
                  <a:srgbClr val="6C7A89"/>
                </a:solidFill>
                <a:latin typeface="Calibri"/>
              </a:rPr>
              <a:t>vs Middle East &amp; Africa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Africa's hair styling products market expands at 6.1% CAGR through 2036, trailing the Middle East &amp; Africa benchmark of 7.5% by 142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Africa holds 0.8% of the global and 12.9% of the Middle East &amp; Africa hair styling products market in 2026; by 2036 those shares move to 0.8% and 11.3%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Africa is expected to account for US$ 240.6 Mn by 2036 at a CAGR of 6.1% over the forecast period. South Africa is expected to create an incremental opportunity of US$ 113.7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Africa's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132.8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23.2 US$ Mn (17% share), ahead of 'Styling Serums and Oils' (22.7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29.5 US$ Mn (22% share), ahead of 'Strong Hold' (27.8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'Glossy or Wet-look' leads at 47.0 US$ Mn (35% share), ahead of 'Natural' (43.5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Africa's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132.8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31.3 US$ Mn (24% share), ahead of 'Salon and Professional Distribution' (24.9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23.9 US$ Mn (18% share), ahead of 'Hold and Shape' (19.6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30.2 US$ Mn (23% share), ahead of 'Curly Hair' (28.3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34.4 US$ Mn (26% share), ahead of 'Texture and Volume Additives' (33.5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448050"/>
        </p:xfrm>
        <a:graphic>
          <a:graphicData uri="http://schemas.openxmlformats.org/drawingml/2006/table">
            <a:tbl>
              <a:tblPr>
                <a:tableStyleId>{5C22544A-7EE6-4342-B048-85BDC9FD1C3A}</a:tableStyleId>
              </a:tblPr>
              <a:tblGrid>
                <a:gridCol w="2435459"/>
                <a:gridCol w="630116"/>
                <a:gridCol w="630116"/>
                <a:gridCol w="630116"/>
                <a:gridCol w="630116"/>
                <a:gridCol w="630116"/>
                <a:gridCol w="630116"/>
                <a:gridCol w="630116"/>
                <a:gridCol w="630116"/>
                <a:gridCol w="630116"/>
                <a:gridCol w="630116"/>
                <a:gridCol w="630116"/>
                <a:gridCol w="630116"/>
                <a:gridCol w="630116"/>
                <a:gridCol w="630116"/>
                <a:gridCol w="63011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1648893"/>
                <a:gridCol w="682554"/>
                <a:gridCol w="682554"/>
                <a:gridCol w="682554"/>
                <a:gridCol w="682554"/>
                <a:gridCol w="682554"/>
                <a:gridCol w="682554"/>
                <a:gridCol w="682554"/>
                <a:gridCol w="682554"/>
                <a:gridCol w="682554"/>
                <a:gridCol w="682554"/>
                <a:gridCol w="682554"/>
                <a:gridCol w="682554"/>
                <a:gridCol w="682554"/>
                <a:gridCol w="682554"/>
                <a:gridCol w="682554"/>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524964"/>
                <a:gridCol w="690816"/>
                <a:gridCol w="690816"/>
                <a:gridCol w="690816"/>
                <a:gridCol w="690816"/>
                <a:gridCol w="690816"/>
                <a:gridCol w="690816"/>
                <a:gridCol w="690816"/>
                <a:gridCol w="690816"/>
                <a:gridCol w="690816"/>
                <a:gridCol w="690816"/>
                <a:gridCol w="690816"/>
                <a:gridCol w="690816"/>
                <a:gridCol w="690816"/>
                <a:gridCol w="690816"/>
                <a:gridCol w="690816"/>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514475"/>
        </p:xfrm>
        <a:graphic>
          <a:graphicData uri="http://schemas.openxmlformats.org/drawingml/2006/table">
            <a:tbl>
              <a:tblPr>
                <a:tableStyleId>{5C22544A-7EE6-4342-B048-85BDC9FD1C3A}</a:tableStyleId>
              </a:tblPr>
              <a:tblGrid>
                <a:gridCol w="2463638"/>
                <a:gridCol w="628237"/>
                <a:gridCol w="628237"/>
                <a:gridCol w="628237"/>
                <a:gridCol w="628237"/>
                <a:gridCol w="628237"/>
                <a:gridCol w="628237"/>
                <a:gridCol w="628237"/>
                <a:gridCol w="628237"/>
                <a:gridCol w="628237"/>
                <a:gridCol w="628237"/>
                <a:gridCol w="628237"/>
                <a:gridCol w="628237"/>
                <a:gridCol w="628237"/>
                <a:gridCol w="628237"/>
                <a:gridCol w="628237"/>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3" cy="1724024"/>
        </p:xfrm>
        <a:graphic>
          <a:graphicData uri="http://schemas.openxmlformats.org/drawingml/2006/table">
            <a:tbl>
              <a:tblPr>
                <a:tableStyleId>{5C22544A-7EE6-4342-B048-85BDC9FD1C3A}</a:tableStyleId>
              </a:tblPr>
              <a:tblGrid>
                <a:gridCol w="2194643"/>
                <a:gridCol w="646170"/>
                <a:gridCol w="646170"/>
                <a:gridCol w="646170"/>
                <a:gridCol w="646170"/>
                <a:gridCol w="646170"/>
                <a:gridCol w="646170"/>
                <a:gridCol w="646170"/>
                <a:gridCol w="646170"/>
                <a:gridCol w="646170"/>
                <a:gridCol w="646170"/>
                <a:gridCol w="646170"/>
                <a:gridCol w="646170"/>
                <a:gridCol w="646170"/>
                <a:gridCol w="646170"/>
                <a:gridCol w="64617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1522350"/>
                <a:gridCol w="690990"/>
                <a:gridCol w="690990"/>
                <a:gridCol w="690990"/>
                <a:gridCol w="690990"/>
                <a:gridCol w="690990"/>
                <a:gridCol w="690990"/>
                <a:gridCol w="690990"/>
                <a:gridCol w="690990"/>
                <a:gridCol w="690990"/>
                <a:gridCol w="690990"/>
                <a:gridCol w="690990"/>
                <a:gridCol w="690990"/>
                <a:gridCol w="690990"/>
                <a:gridCol w="690990"/>
                <a:gridCol w="69099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Africa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South Africa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Africa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Africa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Africa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2152650"/>
        </p:xfrm>
        <a:graphic>
          <a:graphicData uri="http://schemas.openxmlformats.org/drawingml/2006/table">
            <a:tbl>
              <a:tblPr>
                <a:tableStyleId>{5C22544A-7EE6-4342-B048-85BDC9FD1C3A}</a:tableStyleId>
              </a:tblPr>
              <a:tblGrid>
                <a:gridCol w="2841203"/>
                <a:gridCol w="603066"/>
                <a:gridCol w="603066"/>
                <a:gridCol w="603066"/>
                <a:gridCol w="603066"/>
                <a:gridCol w="603066"/>
                <a:gridCol w="603066"/>
                <a:gridCol w="603066"/>
                <a:gridCol w="603066"/>
                <a:gridCol w="603066"/>
                <a:gridCol w="603066"/>
                <a:gridCol w="603066"/>
                <a:gridCol w="603066"/>
                <a:gridCol w="603066"/>
                <a:gridCol w="603066"/>
                <a:gridCol w="60306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MEA</a:t>
            </a:r>
          </a:p>
          <a:p>
            <a:pPr algn="l"/>
            <a:r>
              <a:rPr sz="1600" b="0">
                <a:solidFill>
                  <a:srgbClr val="C9DCEE"/>
                </a:solidFill>
                <a:latin typeface="Calibri"/>
              </a:rPr>
              <a:t>Hair Styling Products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Volume Overview (Mn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(MN UNITS)</a:t>
            </a:r>
          </a:p>
          <a:p>
            <a:pPr algn="ctr">
              <a:lnSpc>
                <a:spcPct val="95000"/>
              </a:lnSpc>
            </a:pPr>
            <a:r>
              <a:rPr sz="1500" b="1">
                <a:solidFill>
                  <a:srgbClr val="0E72AE"/>
                </a:solidFill>
                <a:latin typeface="Calibri"/>
              </a:rPr>
              <a:t>140.8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(MN UNITS)</a:t>
            </a:r>
          </a:p>
          <a:p>
            <a:pPr algn="ctr">
              <a:lnSpc>
                <a:spcPct val="95000"/>
              </a:lnSpc>
            </a:pPr>
            <a:r>
              <a:rPr sz="1500" b="1">
                <a:solidFill>
                  <a:srgbClr val="0E72AE"/>
                </a:solidFill>
                <a:latin typeface="Calibri"/>
              </a:rPr>
              <a:t>290.1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Volume (Mn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+87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MEA's hair styling products market expands at 6.9% CAGR through 2036, outpacing the Middle East &amp; Africa benchmark of 6.0% by 87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(Mn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1.9% of the global and 25.6% of the Middle East &amp; Africa hair styling products market in 2026; by 2036 those shares move to 2.2% and 27.8%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141.3 Mn Units between 2026 and 2036 the Rest of MEA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MEA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175.6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433.7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+121 BPS</a:t>
            </a:r>
          </a:p>
          <a:p>
            <a:pPr algn="ctr"/>
            <a:r>
              <a:rPr sz="1100" b="0">
                <a:solidFill>
                  <a:srgbClr val="6C7A89"/>
                </a:solidFill>
                <a:latin typeface="Calibri"/>
              </a:rPr>
              <a:t>vs Middle East &amp; Africa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MEA's hair styling products market expands at 8.7% CAGR through 2036, outpacing the Middle East &amp; Africa benchmark of 7.5% by 121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MEA holds 1.2% of the global and 18.3% of the Middle East &amp; Africa hair styling products market in 2026; by 2036 those shares move to 1.4% and 20.4%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MEA is expected to account for US$ 433.7 Mn by 2036 at a CAGR of 8.7% over the forecast period. Rest of MEA is expected to create an incremental opportunity of US$ 258.1 Mn for the overall hair styling products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MEA's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Format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Hold Level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Finish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Styling Benefit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Hair Type Targeted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Ingredient Technology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187.5 US$ Mn</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Product Format, 'Waxes, Clays, Pastes and Pomades' leads at 34.5 US$ Mn (18% share), ahead of 'Styling Serums and Oils' (32.2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Hold Level, 'Medium Hold' leads at 41.7 US$ Mn (22% share), ahead of 'Strong Hold' (39.3 US$ Mn).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By Finish, 'Natural' leads at 64.2 US$ Mn (34% share), ahead of 'Matte' (62.4 US$ Mn).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MEA's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187.5 US$ Mn</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Distribution Channel, 'Mass Retail' leads at 50.6 US$ Mn (27% share), ahead of 'Salon and Professional Distribution' (30.8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Primary Styling Benefit, 'Curl Definition' leads at 31.9 US$ Mn (17% share), ahead of 'Hold and Shape' (28.1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Hair Type Targeted, 'Coily Hair' leads at 43.1 US$ Mn (23% share), ahead of 'All Hair Types' (38.6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By Ingredient Technology, 'Film-forming and Fixative Polymers' leads at 48.8 US$ Mn (26% share), ahead of 'Texture and Volume Additives' (47.0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Product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Format</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30716"/>
                <a:gridCol w="861576"/>
                <a:gridCol w="861576"/>
                <a:gridCol w="1088078"/>
                <a:gridCol w="615929"/>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58842">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Styling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58842">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58842">
                <a:tc>
                  <a:txBody>
                    <a:bodyPr wrap="none"/>
                    <a:lstStyle/>
                    <a:p>
                      <a:pPr algn="l"/>
                      <a:r>
                        <a:rPr sz="1100" b="1">
                          <a:solidFill>
                            <a:srgbClr val="2E2E2E"/>
                          </a:solidFill>
                          <a:latin typeface="Calibri"/>
                        </a:rPr>
                        <a:t>Sticks and Balms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Format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Product Format, 2021–2036</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Product Format (US$ Mn)</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239614"/>
                <a:gridCol w="567505"/>
                <a:gridCol w="567505"/>
                <a:gridCol w="567505"/>
                <a:gridCol w="567505"/>
                <a:gridCol w="567505"/>
                <a:gridCol w="567505"/>
                <a:gridCol w="567505"/>
                <a:gridCol w="567505"/>
                <a:gridCol w="567505"/>
                <a:gridCol w="567505"/>
                <a:gridCol w="567505"/>
                <a:gridCol w="567505"/>
                <a:gridCol w="567505"/>
                <a:gridCol w="567505"/>
                <a:gridCol w="567505"/>
                <a:gridCol w="567505"/>
                <a:gridCol w="567505"/>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Product Format, highlighting acceleration and slowdown</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Product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3448050"/>
        </p:xfrm>
        <a:graphic>
          <a:graphicData uri="http://schemas.openxmlformats.org/drawingml/2006/table">
            <a:tbl>
              <a:tblPr>
                <a:tableStyleId>{5C22544A-7EE6-4342-B048-85BDC9FD1C3A}</a:tableStyleId>
              </a:tblPr>
              <a:tblGrid>
                <a:gridCol w="2207016"/>
                <a:gridCol w="645346"/>
                <a:gridCol w="645346"/>
                <a:gridCol w="645346"/>
                <a:gridCol w="645346"/>
                <a:gridCol w="645346"/>
                <a:gridCol w="645346"/>
                <a:gridCol w="645346"/>
                <a:gridCol w="645346"/>
                <a:gridCol w="645346"/>
                <a:gridCol w="645346"/>
                <a:gridCol w="645346"/>
                <a:gridCol w="645346"/>
                <a:gridCol w="645346"/>
                <a:gridCol w="645346"/>
                <a:gridCol w="645346"/>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Hairsprays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Hairsprays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Texturizing Sprays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Sea-salt Sprays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Volumizing Sprays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Mousses and Foams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Aerosol Mousses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Non-aerosol Foams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Gels and Jellies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Styling Powders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Hold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Hold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Hold Level</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515709"/>
                <a:gridCol w="1085542"/>
                <a:gridCol w="1085542"/>
                <a:gridCol w="1085542"/>
                <a:gridCol w="1085542"/>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Hold Level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Hold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Hold Level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506219"/>
                <a:gridCol w="610646"/>
                <a:gridCol w="610646"/>
                <a:gridCol w="610646"/>
                <a:gridCol w="610646"/>
                <a:gridCol w="610646"/>
                <a:gridCol w="610646"/>
                <a:gridCol w="610646"/>
                <a:gridCol w="610646"/>
                <a:gridCol w="610646"/>
                <a:gridCol w="610646"/>
                <a:gridCol w="610646"/>
                <a:gridCol w="610646"/>
                <a:gridCol w="610646"/>
                <a:gridCol w="610646"/>
                <a:gridCol w="610646"/>
                <a:gridCol w="610646"/>
                <a:gridCol w="61064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Hold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Hold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Hold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1482655"/>
                <a:gridCol w="693636"/>
                <a:gridCol w="693636"/>
                <a:gridCol w="693636"/>
                <a:gridCol w="693636"/>
                <a:gridCol w="693636"/>
                <a:gridCol w="693636"/>
                <a:gridCol w="693636"/>
                <a:gridCol w="693636"/>
                <a:gridCol w="693636"/>
                <a:gridCol w="693636"/>
                <a:gridCol w="693636"/>
                <a:gridCol w="693636"/>
                <a:gridCol w="693636"/>
                <a:gridCol w="693636"/>
                <a:gridCol w="693636"/>
              </a:tblGrid>
              <a:tr h="215265">
                <a:tc>
                  <a:txBody>
                    <a:bodyPr wrap="none"/>
                    <a:lstStyle/>
                    <a:p>
                      <a:pPr algn="l"/>
                      <a:r>
                        <a:rPr sz="1100" b="1">
                          <a:solidFill>
                            <a:srgbClr val="0B2E4A"/>
                          </a:solidFill>
                          <a:latin typeface="Calibri"/>
                        </a:rPr>
                        <a:t>Hold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 Hold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Light or Flexible Hold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Medium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Strong Hold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Extra-strong Hold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Finish: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Finish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Finish</a:t>
            </a:r>
          </a:p>
        </p:txBody>
      </p:sp>
      <p:graphicFrame>
        <p:nvGraphicFramePr>
          <p:cNvPr id="16" name="Table 15"/>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1416629"/>
                <a:gridCol w="1110312"/>
                <a:gridCol w="1110312"/>
                <a:gridCol w="1110312"/>
                <a:gridCol w="1110312"/>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Finish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Finish,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Finish (US$ Mn)</a:t>
            </a:r>
          </a:p>
        </p:txBody>
      </p:sp>
      <p:graphicFrame>
        <p:nvGraphicFramePr>
          <p:cNvPr id="17" name="Table 16"/>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391556"/>
                <a:gridCol w="617391"/>
                <a:gridCol w="617391"/>
                <a:gridCol w="617391"/>
                <a:gridCol w="617391"/>
                <a:gridCol w="617391"/>
                <a:gridCol w="617391"/>
                <a:gridCol w="617391"/>
                <a:gridCol w="617391"/>
                <a:gridCol w="617391"/>
                <a:gridCol w="617391"/>
                <a:gridCol w="617391"/>
                <a:gridCol w="617391"/>
                <a:gridCol w="617391"/>
                <a:gridCol w="617391"/>
                <a:gridCol w="617391"/>
                <a:gridCol w="617391"/>
                <a:gridCol w="617391"/>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Finish,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1369549"/>
                <a:gridCol w="701177"/>
                <a:gridCol w="701177"/>
                <a:gridCol w="701177"/>
                <a:gridCol w="701177"/>
                <a:gridCol w="701177"/>
                <a:gridCol w="701177"/>
                <a:gridCol w="701177"/>
                <a:gridCol w="701177"/>
                <a:gridCol w="701177"/>
                <a:gridCol w="701177"/>
                <a:gridCol w="701177"/>
                <a:gridCol w="701177"/>
                <a:gridCol w="701177"/>
                <a:gridCol w="701177"/>
                <a:gridCol w="701177"/>
              </a:tblGrid>
              <a:tr h="215265">
                <a:tc>
                  <a:txBody>
                    <a:bodyPr wrap="none"/>
                    <a:lstStyle/>
                    <a:p>
                      <a:pPr algn="l"/>
                      <a:r>
                        <a:rPr sz="1100" b="1">
                          <a:solidFill>
                            <a:srgbClr val="0B2E4A"/>
                          </a:solidFill>
                          <a:latin typeface="Calibri"/>
                        </a:rPr>
                        <a:t>Finish</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Matte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Natural</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Glossy or Wet-look</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5" cy="2285997"/>
        </p:xfrm>
        <a:graphic>
          <a:graphicData uri="http://schemas.openxmlformats.org/drawingml/2006/table">
            <a:tbl>
              <a:tblPr>
                <a:tableStyleId>{5C22544A-7EE6-4342-B048-85BDC9FD1C3A}</a:tableStyleId>
              </a:tblPr>
              <a:tblGrid>
                <a:gridCol w="2451346"/>
                <a:gridCol w="856390"/>
                <a:gridCol w="856390"/>
                <a:gridCol w="1081528"/>
                <a:gridCol w="612221"/>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345122">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345122">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345122">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Distribution Channel (US$ Mn)</a:t>
            </a:r>
          </a:p>
        </p:txBody>
      </p:sp>
      <p:graphicFrame>
        <p:nvGraphicFramePr>
          <p:cNvPr id="17" name="Table 16"/>
          <p:cNvGraphicFramePr>
            <a:graphicFrameLocks noGrp="1"/>
          </p:cNvGraphicFramePr>
          <p:nvPr/>
        </p:nvGraphicFramePr>
        <p:xfrm>
          <a:off x="152400" y="1238250"/>
          <a:ext cx="11887203" cy="1724024"/>
        </p:xfrm>
        <a:graphic>
          <a:graphicData uri="http://schemas.openxmlformats.org/drawingml/2006/table">
            <a:tbl>
              <a:tblPr>
                <a:tableStyleId>{5C22544A-7EE6-4342-B048-85BDC9FD1C3A}</a:tableStyleId>
              </a:tblPr>
              <a:tblGrid>
                <a:gridCol w="2266070"/>
                <a:gridCol w="565949"/>
                <a:gridCol w="565949"/>
                <a:gridCol w="565949"/>
                <a:gridCol w="565949"/>
                <a:gridCol w="565949"/>
                <a:gridCol w="565949"/>
                <a:gridCol w="565949"/>
                <a:gridCol w="565949"/>
                <a:gridCol w="565949"/>
                <a:gridCol w="565949"/>
                <a:gridCol w="565949"/>
                <a:gridCol w="565949"/>
                <a:gridCol w="565949"/>
                <a:gridCol w="565949"/>
                <a:gridCol w="565949"/>
                <a:gridCol w="565949"/>
                <a:gridCol w="565949"/>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8129" cy="1514475"/>
        </p:xfrm>
        <a:graphic>
          <a:graphicData uri="http://schemas.openxmlformats.org/drawingml/2006/table">
            <a:tbl>
              <a:tblPr>
                <a:tableStyleId>{5C22544A-7EE6-4342-B048-85BDC9FD1C3A}</a:tableStyleId>
              </a:tblPr>
              <a:tblGrid>
                <a:gridCol w="2246993"/>
                <a:gridCol w="642681"/>
                <a:gridCol w="642681"/>
                <a:gridCol w="642681"/>
                <a:gridCol w="642681"/>
                <a:gridCol w="642681"/>
                <a:gridCol w="642681"/>
                <a:gridCol w="642681"/>
                <a:gridCol w="642681"/>
                <a:gridCol w="642681"/>
                <a:gridCol w="642681"/>
                <a:gridCol w="642681"/>
                <a:gridCol w="642681"/>
                <a:gridCol w="642681"/>
                <a:gridCol w="642681"/>
                <a:gridCol w="643602"/>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Mass Retail</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Beauty Specialty Retail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Salon and Professional Distribution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Pharmacies and Drugstores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Online Marketplaces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Brand-owned Online Stores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Primary Styling Benefit: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Primary Styling Benefit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Primary Styling Benefit</a:t>
            </a:r>
          </a:p>
        </p:txBody>
      </p:sp>
      <p:graphicFrame>
        <p:nvGraphicFramePr>
          <p:cNvPr id="16" name="Table 15"/>
          <p:cNvGraphicFramePr>
            <a:graphicFrameLocks noGrp="1"/>
          </p:cNvGraphicFramePr>
          <p:nvPr/>
        </p:nvGraphicFramePr>
        <p:xfrm>
          <a:off x="6181725" y="1238250"/>
          <a:ext cx="5865172" cy="2285998"/>
        </p:xfrm>
        <a:graphic>
          <a:graphicData uri="http://schemas.openxmlformats.org/drawingml/2006/table">
            <a:tbl>
              <a:tblPr>
                <a:tableStyleId>{5C22544A-7EE6-4342-B048-85BDC9FD1C3A}</a:tableStyleId>
              </a:tblPr>
              <a:tblGrid>
                <a:gridCol w="1957614"/>
                <a:gridCol w="975065"/>
                <a:gridCol w="975065"/>
                <a:gridCol w="975065"/>
                <a:gridCol w="982363"/>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Primary Styling Benefit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Primary Styling Benefit,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Primary Styling Benefit (US$ Mn)</a:t>
            </a:r>
          </a:p>
        </p:txBody>
      </p:sp>
      <p:graphicFrame>
        <p:nvGraphicFramePr>
          <p:cNvPr id="17" name="Table 16"/>
          <p:cNvGraphicFramePr>
            <a:graphicFrameLocks noGrp="1"/>
          </p:cNvGraphicFramePr>
          <p:nvPr/>
        </p:nvGraphicFramePr>
        <p:xfrm>
          <a:off x="152400" y="1238250"/>
          <a:ext cx="11887194" cy="1943097"/>
        </p:xfrm>
        <a:graphic>
          <a:graphicData uri="http://schemas.openxmlformats.org/drawingml/2006/table">
            <a:tbl>
              <a:tblPr>
                <a:tableStyleId>{5C22544A-7EE6-4342-B048-85BDC9FD1C3A}</a:tableStyleId>
              </a:tblPr>
              <a:tblGrid>
                <a:gridCol w="2014036"/>
                <a:gridCol w="580774"/>
                <a:gridCol w="580774"/>
                <a:gridCol w="580774"/>
                <a:gridCol w="580774"/>
                <a:gridCol w="580774"/>
                <a:gridCol w="580774"/>
                <a:gridCol w="580774"/>
                <a:gridCol w="580774"/>
                <a:gridCol w="580774"/>
                <a:gridCol w="580774"/>
                <a:gridCol w="580774"/>
                <a:gridCol w="580774"/>
                <a:gridCol w="580774"/>
                <a:gridCol w="580774"/>
                <a:gridCol w="580774"/>
                <a:gridCol w="580774"/>
                <a:gridCol w="580774"/>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Primary Styling Benefit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Primary Styling Benefit,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Primary Styling Benefit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196" cy="1724024"/>
        </p:xfrm>
        <a:graphic>
          <a:graphicData uri="http://schemas.openxmlformats.org/drawingml/2006/table">
            <a:tbl>
              <a:tblPr>
                <a:tableStyleId>{5C22544A-7EE6-4342-B048-85BDC9FD1C3A}</a:tableStyleId>
              </a:tblPr>
              <a:tblGrid>
                <a:gridCol w="1984046"/>
                <a:gridCol w="660210"/>
                <a:gridCol w="660210"/>
                <a:gridCol w="660210"/>
                <a:gridCol w="660210"/>
                <a:gridCol w="660210"/>
                <a:gridCol w="660210"/>
                <a:gridCol w="660210"/>
                <a:gridCol w="660210"/>
                <a:gridCol w="660210"/>
                <a:gridCol w="660210"/>
                <a:gridCol w="660210"/>
                <a:gridCol w="660210"/>
                <a:gridCol w="660210"/>
                <a:gridCol w="660210"/>
                <a:gridCol w="660210"/>
              </a:tblGrid>
              <a:tr h="215265">
                <a:tc>
                  <a:txBody>
                    <a:bodyPr wrap="none"/>
                    <a:lstStyle/>
                    <a:p>
                      <a:pPr algn="l"/>
                      <a:r>
                        <a:rPr sz="1100" b="1">
                          <a:solidFill>
                            <a:srgbClr val="0B2E4A"/>
                          </a:solidFill>
                          <a:latin typeface="Calibri"/>
                        </a:rPr>
                        <a:t>Primary Styling Benefit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Hold and Shape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Curl Definition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Volume and Root Lift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Texture and Separation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Smoothing and Frizz Control</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Sleek Styling and Edge Control</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Heat Styling Support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Hair Type Targeted: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Hair Type Targeted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Hair Type Targeted</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414516"/>
                <a:gridCol w="1110840"/>
                <a:gridCol w="1110840"/>
                <a:gridCol w="1110840"/>
                <a:gridCol w="1110840"/>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41414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41414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41414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Hair Type Targeted (US$ Mn), between 2026–2036</a:t>
            </a:r>
          </a:p>
        </p:txBody>
      </p:sp>
      <p:graphicFrame>
        <p:nvGraphicFramePr>
          <p:cNvPr id="20" name="Chart 19"/>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Hair Type Targeted,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Hair Type Targeted (US$ Mn)</a:t>
            </a:r>
          </a:p>
        </p:txBody>
      </p:sp>
      <p:graphicFrame>
        <p:nvGraphicFramePr>
          <p:cNvPr id="17" name="Table 16"/>
          <p:cNvGraphicFramePr>
            <a:graphicFrameLocks noGrp="1"/>
          </p:cNvGraphicFramePr>
          <p:nvPr/>
        </p:nvGraphicFramePr>
        <p:xfrm>
          <a:off x="152400" y="1238250"/>
          <a:ext cx="11887201" cy="1514475"/>
        </p:xfrm>
        <a:graphic>
          <a:graphicData uri="http://schemas.openxmlformats.org/drawingml/2006/table">
            <a:tbl>
              <a:tblPr>
                <a:tableStyleId>{5C22544A-7EE6-4342-B048-85BDC9FD1C3A}</a:tableStyleId>
              </a:tblPr>
              <a:tblGrid>
                <a:gridCol w="1389140"/>
                <a:gridCol w="617533"/>
                <a:gridCol w="617533"/>
                <a:gridCol w="617533"/>
                <a:gridCol w="617533"/>
                <a:gridCol w="617533"/>
                <a:gridCol w="617533"/>
                <a:gridCol w="617533"/>
                <a:gridCol w="617533"/>
                <a:gridCol w="617533"/>
                <a:gridCol w="617533"/>
                <a:gridCol w="617533"/>
                <a:gridCol w="617533"/>
                <a:gridCol w="617533"/>
                <a:gridCol w="617533"/>
                <a:gridCol w="617533"/>
                <a:gridCol w="617533"/>
                <a:gridCol w="617533"/>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Hair Type Targeted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Hair Type Targeted,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5" name="Rounded Rectangle 14"/>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Hair Type Targeted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1238250"/>
          <a:ext cx="11887207" cy="1295400"/>
        </p:xfrm>
        <a:graphic>
          <a:graphicData uri="http://schemas.openxmlformats.org/drawingml/2006/table">
            <a:tbl>
              <a:tblPr>
                <a:tableStyleId>{5C22544A-7EE6-4342-B048-85BDC9FD1C3A}</a:tableStyleId>
              </a:tblPr>
              <a:tblGrid>
                <a:gridCol w="1367167"/>
                <a:gridCol w="701336"/>
                <a:gridCol w="701336"/>
                <a:gridCol w="701336"/>
                <a:gridCol w="701336"/>
                <a:gridCol w="701336"/>
                <a:gridCol w="701336"/>
                <a:gridCol w="701336"/>
                <a:gridCol w="701336"/>
                <a:gridCol w="701336"/>
                <a:gridCol w="701336"/>
                <a:gridCol w="701336"/>
                <a:gridCol w="701336"/>
                <a:gridCol w="701336"/>
                <a:gridCol w="701336"/>
                <a:gridCol w="701336"/>
              </a:tblGrid>
              <a:tr h="215265">
                <a:tc>
                  <a:txBody>
                    <a:bodyPr wrap="none"/>
                    <a:lstStyle/>
                    <a:p>
                      <a:pPr algn="l"/>
                      <a:r>
                        <a:rPr sz="1100" b="1">
                          <a:solidFill>
                            <a:srgbClr val="0B2E4A"/>
                          </a:solidFill>
                          <a:latin typeface="Calibri"/>
                        </a:rPr>
                        <a:t>Hair Type Targeted</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Straight Hair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Wavy Hair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Curly Hair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Coily Hair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All Hair Types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Segmental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segmental analysis by Ingredient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MEA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Ingredient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Ingredient Technology</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482605"/>
                <a:gridCol w="848531"/>
                <a:gridCol w="848531"/>
                <a:gridCol w="1071604"/>
                <a:gridCol w="606604"/>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11520309"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Ingredient Technology (US$ Mn), between 2026–2036</a:t>
            </a:r>
          </a:p>
        </p:txBody>
      </p:sp>
      <p:graphicFrame>
        <p:nvGraphicFramePr>
          <p:cNvPr id="20" name="Chart 19"/>
          <p:cNvGraphicFramePr>
            <a:graphicFrameLocks noGrp="1"/>
          </p:cNvGraphicFramePr>
          <p:nvPr/>
        </p:nvGraphicFramePr>
        <p:xfrm>
          <a:off x="238125" y="4324350"/>
          <a:ext cx="11520309" cy="2238375"/>
        </p:xfrm>
        <a:graphic>
          <a:graphicData uri="http://schemas.openxmlformats.org/drawingml/2006/chart">
            <c:chart xmlns:c="http://schemas.openxmlformats.org/drawingml/2006/chart" r:id="rId4"/>
          </a:graphicData>
        </a:graphic>
      </p:graphicFrame>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Hair Styling Products Market Tables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Rest of MEA market by Ingredient Technology,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By Ingredient Technology (US$ Mn)</a:t>
            </a:r>
          </a:p>
        </p:txBody>
      </p:sp>
      <p:graphicFrame>
        <p:nvGraphicFramePr>
          <p:cNvPr id="12" name="Table 11"/>
          <p:cNvGraphicFramePr>
            <a:graphicFrameLocks noGrp="1"/>
          </p:cNvGraphicFramePr>
          <p:nvPr/>
        </p:nvGraphicFramePr>
        <p:xfrm>
          <a:off x="152400" y="1238250"/>
          <a:ext cx="11887200" cy="3448050"/>
        </p:xfrm>
        <a:graphic>
          <a:graphicData uri="http://schemas.openxmlformats.org/drawingml/2006/table">
            <a:tbl>
              <a:tblPr>
                <a:tableStyleId>{5C22544A-7EE6-4342-B048-85BDC9FD1C3A}</a:tableStyleId>
              </a:tblPr>
              <a:tblGrid>
                <a:gridCol w="2937278"/>
                <a:gridCol w="537608"/>
                <a:gridCol w="537608"/>
                <a:gridCol w="537608"/>
                <a:gridCol w="537608"/>
                <a:gridCol w="537608"/>
                <a:gridCol w="518671"/>
                <a:gridCol w="513260"/>
                <a:gridCol w="513260"/>
                <a:gridCol w="513260"/>
                <a:gridCol w="513260"/>
                <a:gridCol w="513260"/>
                <a:gridCol w="513260"/>
                <a:gridCol w="513260"/>
                <a:gridCol w="513260"/>
                <a:gridCol w="513260"/>
                <a:gridCol w="513260"/>
                <a:gridCol w="610611"/>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Film-forming and Fixative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Synthetic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Bio-based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Biodegradable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Texture and Volume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Silicone-based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Silicone-free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Synthetic Waxes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Plant-derived Waxes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MEA YoY Analysis Ingredient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MEA year-on-year value growth by Ingredient Technology, highlighting acceleration and slowdown</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MEA Value YoY, By Ingredient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2152650"/>
        </p:xfrm>
        <a:graphic>
          <a:graphicData uri="http://schemas.openxmlformats.org/drawingml/2006/table">
            <a:tbl>
              <a:tblPr>
                <a:tableStyleId>{5C22544A-7EE6-4342-B048-85BDC9FD1C3A}</a:tableStyleId>
              </a:tblPr>
              <a:tblGrid>
                <a:gridCol w="2715658"/>
                <a:gridCol w="576419"/>
                <a:gridCol w="576419"/>
                <a:gridCol w="576419"/>
                <a:gridCol w="576419"/>
                <a:gridCol w="576419"/>
                <a:gridCol w="576419"/>
                <a:gridCol w="576419"/>
                <a:gridCol w="576419"/>
                <a:gridCol w="651456"/>
                <a:gridCol w="651456"/>
                <a:gridCol w="651456"/>
                <a:gridCol w="651456"/>
                <a:gridCol w="651456"/>
                <a:gridCol w="651456"/>
                <a:gridCol w="651456"/>
              </a:tblGrid>
              <a:tr h="215265">
                <a:tc>
                  <a:txBody>
                    <a:bodyPr wrap="none"/>
                    <a:lstStyle/>
                    <a:p>
                      <a:pPr algn="l"/>
                      <a:r>
                        <a:rPr sz="1100" b="1">
                          <a:solidFill>
                            <a:srgbClr val="0B2E4A"/>
                          </a:solidFill>
                          <a:latin typeface="Calibri"/>
                        </a:rPr>
                        <a:t>Ingredient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 Silica-based Additives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Starch-based Additives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Other Mineral and Plant-based Additives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Conditioning and Smoothing Agents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Silicone-based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Silicone-free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Waxes and Structuring Agents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Synthetic Waxes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Plant-derived Waxes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none" lIns="0" rIns="0" tIns="0" bIns="0" anchor="ctr">
            <a:spAutoFit/>
          </a:bodyPr>
          <a:lstStyle/>
          <a:p>
            <a:pPr algn="r"/>
            <a:r>
              <a:rPr sz="1100" b="0">
                <a:solidFill>
                  <a:srgbClr val="6C7A89"/>
                </a:solidFill>
                <a:latin typeface="Calibri"/>
              </a:rPr>
              <a:t>0.9</a:t>
            </a:r>
          </a:p>
        </p:txBody>
      </p:sp>
      <p:sp>
        <p:nvSpPr>
          <p:cNvPr id="14" name="TextBox 13"/>
          <p:cNvSpPr txBox="1"/>
          <p:nvPr/>
        </p:nvSpPr>
        <p:spPr>
          <a:xfrm>
            <a:off x="219075" y="2561000"/>
            <a:ext cx="38100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15" name="TextBox 14"/>
          <p:cNvSpPr txBox="1"/>
          <p:nvPr/>
        </p:nvSpPr>
        <p:spPr>
          <a:xfrm>
            <a:off x="219075" y="1650949"/>
            <a:ext cx="381000" cy="133350"/>
          </a:xfrm>
          <a:prstGeom prst="rect">
            <a:avLst/>
          </a:prstGeom>
          <a:noFill/>
        </p:spPr>
        <p:txBody>
          <a:bodyPr wrap="none" lIns="0" rIns="0" tIns="0" bIns="0" anchor="ctr">
            <a:spAutoFit/>
          </a:bodyPr>
          <a:lstStyle/>
          <a:p>
            <a:pPr algn="r"/>
            <a:r>
              <a:rPr sz="1100" b="0">
                <a:solidFill>
                  <a:srgbClr val="6C7A89"/>
                </a:solidFill>
                <a:latin typeface="Calibri"/>
              </a:rPr>
              <a:t>3.8</a:t>
            </a:r>
          </a:p>
        </p:txBody>
      </p:sp>
      <p:cxnSp>
        <p:nvCxnSpPr>
          <p:cNvPr id="16" name="Connector 15"/>
          <p:cNvCxnSpPr/>
          <p:nvPr/>
        </p:nvCxnSpPr>
        <p:spPr>
          <a:xfrm>
            <a:off x="1095375" y="2772329"/>
            <a:ext cx="0" cy="16397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876300" y="2772329"/>
            <a:ext cx="438150" cy="16397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1992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2.1</a:t>
            </a:r>
          </a:p>
        </p:txBody>
      </p:sp>
      <p:sp>
        <p:nvSpPr>
          <p:cNvPr id="19" name="TextBox 18"/>
          <p:cNvSpPr txBox="1"/>
          <p:nvPr/>
        </p:nvSpPr>
        <p:spPr>
          <a:xfrm>
            <a:off x="6572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Sprays and Mists</a:t>
            </a:r>
          </a:p>
        </p:txBody>
      </p:sp>
      <p:cxnSp>
        <p:nvCxnSpPr>
          <p:cNvPr id="20" name="Connector 19"/>
          <p:cNvCxnSpPr/>
          <p:nvPr/>
        </p:nvCxnSpPr>
        <p:spPr>
          <a:xfrm>
            <a:off x="1971675" y="3215876"/>
            <a:ext cx="0" cy="11183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1752600" y="3215876"/>
            <a:ext cx="438150" cy="11183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533525" y="306347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a:t>
            </a:r>
          </a:p>
        </p:txBody>
      </p:sp>
      <p:sp>
        <p:nvSpPr>
          <p:cNvPr id="23" name="TextBox 22"/>
          <p:cNvSpPr txBox="1"/>
          <p:nvPr/>
        </p:nvSpPr>
        <p:spPr>
          <a:xfrm>
            <a:off x="15335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Mousses and Foams</a:t>
            </a:r>
          </a:p>
        </p:txBody>
      </p:sp>
      <p:cxnSp>
        <p:nvCxnSpPr>
          <p:cNvPr id="24" name="Connector 23"/>
          <p:cNvCxnSpPr/>
          <p:nvPr/>
        </p:nvCxnSpPr>
        <p:spPr>
          <a:xfrm>
            <a:off x="2847975" y="3224854"/>
            <a:ext cx="0" cy="9604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2628900" y="3224854"/>
            <a:ext cx="438150" cy="9604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409825" y="307245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1.4</a:t>
            </a:r>
          </a:p>
        </p:txBody>
      </p:sp>
      <p:sp>
        <p:nvSpPr>
          <p:cNvPr id="27" name="TextBox 26"/>
          <p:cNvSpPr txBox="1"/>
          <p:nvPr/>
        </p:nvSpPr>
        <p:spPr>
          <a:xfrm>
            <a:off x="24098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Gels and Jellies</a:t>
            </a:r>
          </a:p>
        </p:txBody>
      </p:sp>
      <p:cxnSp>
        <p:nvCxnSpPr>
          <p:cNvPr id="28" name="Connector 27"/>
          <p:cNvCxnSpPr/>
          <p:nvPr/>
        </p:nvCxnSpPr>
        <p:spPr>
          <a:xfrm>
            <a:off x="3724275" y="2844012"/>
            <a:ext cx="0" cy="17374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3505200" y="2844012"/>
            <a:ext cx="438150" cy="173748"/>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3286125" y="2691612"/>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2.0</a:t>
            </a:r>
          </a:p>
        </p:txBody>
      </p:sp>
      <p:sp>
        <p:nvSpPr>
          <p:cNvPr id="31" name="TextBox 30"/>
          <p:cNvSpPr txBox="1"/>
          <p:nvPr/>
        </p:nvSpPr>
        <p:spPr>
          <a:xfrm>
            <a:off x="32861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Creams and Lotions</a:t>
            </a:r>
          </a:p>
        </p:txBody>
      </p:sp>
      <p:cxnSp>
        <p:nvCxnSpPr>
          <p:cNvPr id="32" name="Connector 31"/>
          <p:cNvCxnSpPr/>
          <p:nvPr/>
        </p:nvCxnSpPr>
        <p:spPr>
          <a:xfrm>
            <a:off x="4600575" y="2427028"/>
            <a:ext cx="0" cy="20711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33" name="Rectangle 32"/>
          <p:cNvSpPr/>
          <p:nvPr/>
        </p:nvSpPr>
        <p:spPr>
          <a:xfrm>
            <a:off x="4381500" y="2427028"/>
            <a:ext cx="438150" cy="20711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162425" y="2274628"/>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2.7</a:t>
            </a:r>
          </a:p>
        </p:txBody>
      </p:sp>
      <p:sp>
        <p:nvSpPr>
          <p:cNvPr id="35" name="TextBox 34"/>
          <p:cNvSpPr txBox="1"/>
          <p:nvPr/>
        </p:nvSpPr>
        <p:spPr>
          <a:xfrm>
            <a:off x="41624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Waxes, Clays, Pastes…</a:t>
            </a:r>
          </a:p>
        </p:txBody>
      </p:sp>
      <p:cxnSp>
        <p:nvCxnSpPr>
          <p:cNvPr id="36" name="Connector 35"/>
          <p:cNvCxnSpPr/>
          <p:nvPr/>
        </p:nvCxnSpPr>
        <p:spPr>
          <a:xfrm>
            <a:off x="5476875" y="2673454"/>
            <a:ext cx="0" cy="13867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5257800" y="2673454"/>
            <a:ext cx="438150" cy="13867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5038725" y="2521054"/>
            <a:ext cx="876300" cy="133350"/>
          </a:xfrm>
          <a:prstGeom prst="rect">
            <a:avLst/>
          </a:prstGeom>
          <a:noFill/>
        </p:spPr>
        <p:txBody>
          <a:bodyPr wrap="square" lIns="28575" rIns="28575" tIns="9525" bIns="9525">
            <a:spAutoFit/>
          </a:bodyPr>
          <a:lstStyle/>
          <a:p>
            <a:pPr algn="ctr"/>
            <a:r>
              <a:rPr sz="1100" b="1">
                <a:solidFill>
                  <a:srgbClr val="0B2E4A"/>
                </a:solidFill>
                <a:latin typeface="Calibri"/>
              </a:rPr>
              <a:t>2.3</a:t>
            </a:r>
          </a:p>
        </p:txBody>
      </p:sp>
      <p:sp>
        <p:nvSpPr>
          <p:cNvPr id="39" name="TextBox 38"/>
          <p:cNvSpPr txBox="1"/>
          <p:nvPr/>
        </p:nvSpPr>
        <p:spPr>
          <a:xfrm>
            <a:off x="50387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Powders</a:t>
            </a:r>
          </a:p>
        </p:txBody>
      </p:sp>
      <p:cxnSp>
        <p:nvCxnSpPr>
          <p:cNvPr id="40" name="Connector 39"/>
          <p:cNvCxnSpPr/>
          <p:nvPr/>
        </p:nvCxnSpPr>
        <p:spPr>
          <a:xfrm>
            <a:off x="6353175" y="1927636"/>
            <a:ext cx="0" cy="271986"/>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6134100" y="1927636"/>
            <a:ext cx="438150" cy="271986"/>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915025" y="1775236"/>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3.5</a:t>
            </a:r>
          </a:p>
        </p:txBody>
      </p:sp>
      <p:sp>
        <p:nvSpPr>
          <p:cNvPr id="43" name="TextBox 42"/>
          <p:cNvSpPr txBox="1"/>
          <p:nvPr/>
        </p:nvSpPr>
        <p:spPr>
          <a:xfrm>
            <a:off x="59150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Serums and Oils</a:t>
            </a:r>
          </a:p>
        </p:txBody>
      </p:sp>
      <p:cxnSp>
        <p:nvCxnSpPr>
          <p:cNvPr id="44" name="Connector 43"/>
          <p:cNvCxnSpPr/>
          <p:nvPr/>
        </p:nvCxnSpPr>
        <p:spPr>
          <a:xfrm>
            <a:off x="7229475" y="2223889"/>
            <a:ext cx="0" cy="23195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7010400" y="2223889"/>
            <a:ext cx="438150" cy="23195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6791325" y="2071489"/>
            <a:ext cx="876300" cy="133350"/>
          </a:xfrm>
          <a:prstGeom prst="rect">
            <a:avLst/>
          </a:prstGeom>
          <a:noFill/>
        </p:spPr>
        <p:txBody>
          <a:bodyPr wrap="square" lIns="28575" rIns="28575" tIns="9525" bIns="9525">
            <a:spAutoFit/>
          </a:bodyPr>
          <a:lstStyle/>
          <a:p>
            <a:pPr algn="ctr"/>
            <a:r>
              <a:rPr sz="1100" b="1">
                <a:solidFill>
                  <a:srgbClr val="0B2E4A"/>
                </a:solidFill>
                <a:latin typeface="Calibri"/>
              </a:rPr>
              <a:t>3.0</a:t>
            </a:r>
          </a:p>
        </p:txBody>
      </p:sp>
      <p:sp>
        <p:nvSpPr>
          <p:cNvPr id="47" name="TextBox 46"/>
          <p:cNvSpPr txBox="1"/>
          <p:nvPr/>
        </p:nvSpPr>
        <p:spPr>
          <a:xfrm>
            <a:off x="6791325" y="3566301"/>
            <a:ext cx="876300" cy="285750"/>
          </a:xfrm>
          <a:prstGeom prst="rect">
            <a:avLst/>
          </a:prstGeom>
          <a:noFill/>
        </p:spPr>
        <p:txBody>
          <a:bodyPr wrap="square" lIns="28575" rIns="28575" tIns="9525" bIns="9525">
            <a:spAutoFit/>
          </a:bodyPr>
          <a:lstStyle/>
          <a:p>
            <a:pPr algn="ctr"/>
            <a:r>
              <a:rPr sz="1100" b="0">
                <a:solidFill>
                  <a:srgbClr val="2E2E2E"/>
                </a:solidFill>
                <a:latin typeface="Calibri"/>
              </a:rPr>
              <a:t>Sticks and Balms</a:t>
            </a:r>
          </a:p>
        </p:txBody>
      </p:sp>
      <p:sp>
        <p:nvSpPr>
          <p:cNvPr id="48" name="Rounded Rectangle 47"/>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Price Trend (2026–2036)</a:t>
            </a:r>
          </a:p>
        </p:txBody>
      </p:sp>
      <p:cxnSp>
        <p:nvCxnSpPr>
          <p:cNvPr id="50" name="Connector 49"/>
          <p:cNvCxnSpPr/>
          <p:nvPr/>
        </p:nvCxnSpPr>
        <p:spPr>
          <a:xfrm>
            <a:off x="619125" y="45289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88910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60949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596969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528904"/>
            <a:ext cx="0" cy="144078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5289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88910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60949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596969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138112" y="4462229"/>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62" name="FMI Scale tick"/>
          <p:cNvSpPr txBox="1"/>
          <p:nvPr/>
        </p:nvSpPr>
        <p:spPr>
          <a:xfrm>
            <a:off x="138112" y="4822426"/>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63"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64" name="FMI Scale tick"/>
          <p:cNvSpPr txBox="1"/>
          <p:nvPr/>
        </p:nvSpPr>
        <p:spPr>
          <a:xfrm>
            <a:off x="164306" y="554282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65" name="FMI Scale tick"/>
          <p:cNvSpPr txBox="1"/>
          <p:nvPr/>
        </p:nvSpPr>
        <p:spPr>
          <a:xfrm>
            <a:off x="164306" y="5903017"/>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cxnSp>
        <p:nvCxnSpPr>
          <p:cNvPr id="66" name="Connector 65"/>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977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+3.7%</a:t>
            </a:r>
          </a:p>
        </p:txBody>
      </p:sp>
      <p:sp>
        <p:nvSpPr>
          <p:cNvPr id="69" name="Rectangle 68"/>
          <p:cNvSpPr/>
          <p:nvPr/>
        </p:nvSpPr>
        <p:spPr>
          <a:xfrm>
            <a:off x="2152650" y="4802337"/>
            <a:ext cx="457200" cy="44696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1793875" y="465946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+2.6%</a:t>
            </a:r>
          </a:p>
        </p:txBody>
      </p:sp>
      <p:sp>
        <p:nvSpPr>
          <p:cNvPr id="71" name="Rectangle 70"/>
          <p:cNvSpPr/>
          <p:nvPr/>
        </p:nvSpPr>
        <p:spPr>
          <a:xfrm>
            <a:off x="3327400" y="4868996"/>
            <a:ext cx="457200" cy="3803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MI Data Label"/>
          <p:cNvSpPr txBox="1"/>
          <p:nvPr/>
        </p:nvSpPr>
        <p:spPr>
          <a:xfrm>
            <a:off x="2968625" y="472612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+2.2%</a:t>
            </a:r>
          </a:p>
        </p:txBody>
      </p:sp>
      <p:sp>
        <p:nvSpPr>
          <p:cNvPr id="73" name="Rectangle 72"/>
          <p:cNvSpPr/>
          <p:nvPr/>
        </p:nvSpPr>
        <p:spPr>
          <a:xfrm>
            <a:off x="4502150" y="4936342"/>
            <a:ext cx="457200" cy="31295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MI Data Label"/>
          <p:cNvSpPr txBox="1"/>
          <p:nvPr/>
        </p:nvSpPr>
        <p:spPr>
          <a:xfrm>
            <a:off x="4143375" y="479346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+1.8%</a:t>
            </a:r>
          </a:p>
        </p:txBody>
      </p:sp>
      <p:sp>
        <p:nvSpPr>
          <p:cNvPr id="75" name="Rectangle 74"/>
          <p:cNvSpPr/>
          <p:nvPr/>
        </p:nvSpPr>
        <p:spPr>
          <a:xfrm>
            <a:off x="5676900" y="5249298"/>
            <a:ext cx="457200" cy="41752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MI Data Label"/>
          <p:cNvSpPr txBox="1"/>
          <p:nvPr/>
        </p:nvSpPr>
        <p:spPr>
          <a:xfrm>
            <a:off x="5318125" y="567634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-2.4%</a:t>
            </a:r>
          </a:p>
        </p:txBody>
      </p:sp>
      <p:sp>
        <p:nvSpPr>
          <p:cNvPr id="77" name="Rectangle 76"/>
          <p:cNvSpPr/>
          <p:nvPr/>
        </p:nvSpPr>
        <p:spPr>
          <a:xfrm>
            <a:off x="6851650" y="5109214"/>
            <a:ext cx="457200" cy="14008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MI Data Label"/>
          <p:cNvSpPr txBox="1"/>
          <p:nvPr/>
        </p:nvSpPr>
        <p:spPr>
          <a:xfrm>
            <a:off x="6492875" y="496633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+0.8%</a:t>
            </a:r>
          </a:p>
        </p:txBody>
      </p:sp>
      <p:sp>
        <p:nvSpPr>
          <p:cNvPr id="79" name="TextBox 78"/>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0" name="TextBox 79"/>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1" name="TextBox 80"/>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2" name="TextBox 81"/>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83" name="TextBox 82"/>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84" name="TextBox 83"/>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85" name="Rounded Rectangle 8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7" name="Rectangle 8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global average pricing of key product format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'Creams and Lotions' shows the most movement (+15.9%) and 'Styling Powders' the least (+10.7%)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region-level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Region price indices diverge by up to 3.7% between 2026 and 2036: higher-priced regions start higher and grow steadily, while lower-priced regions start lower and converge, reflecting catch-up growth.</a:t>
            </a:r>
          </a:p>
        </p:txBody>
      </p:sp>
      <p:sp>
        <p:nvSpPr>
          <p:cNvPr id="89" name="TextBox 8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Assessment: By Product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format,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Styling Serums and Oils command the highest 2026 price point at US$ 3/Units, a 143.7% premium over Mousses and Foams.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Format,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Global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90"/>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184709">
                <a:tc>
                  <a:txBody>
                    <a:bodyPr wrap="square"/>
                    <a:lstStyle/>
                    <a:p>
                      <a:pPr algn="l"/>
                      <a:r>
                        <a:rPr sz="850" b="1">
                          <a:solidFill>
                            <a:srgbClr val="FFFFFF"/>
                          </a:solidFill>
                          <a:latin typeface="Calibri"/>
                        </a:rPr>
                        <a:t>Product Format</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184709">
                <a:tc>
                  <a:txBody>
                    <a:bodyPr wrap="square"/>
                    <a:lstStyle/>
                    <a:p>
                      <a:pPr algn="l"/>
                      <a:r>
                        <a:rPr sz="850" b="1">
                          <a:solidFill>
                            <a:srgbClr val="1F1F1F"/>
                          </a:solidFill>
                          <a:latin typeface="Calibri"/>
                        </a:rPr>
                        <a:t>Styling Serums and Oils</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1.21%</a:t>
                      </a:r>
                    </a:p>
                  </a:txBody>
                  <a:tcPr marL="36576" marR="36576" marT="9144" marB="9144" anchor="ctr">
                    <a:solidFill>
                      <a:srgbClr val="FFFFFF"/>
                    </a:solidFill>
                  </a:tcPr>
                </a:tc>
                <a:tc>
                  <a:txBody>
                    <a:bodyPr wrap="square"/>
                    <a:lstStyle/>
                    <a:p>
                      <a:pPr algn="ctr"/>
                      <a:r>
                        <a:rPr sz="850" b="0">
                          <a:solidFill>
                            <a:srgbClr val="1F1F1F"/>
                          </a:solidFill>
                          <a:latin typeface="Calibri"/>
                        </a:rPr>
                        <a:t>152.0</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Sticks and Balms</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3</a:t>
                      </a:r>
                    </a:p>
                  </a:txBody>
                  <a:tcPr marL="36576" marR="36576" marT="9144" marB="9144" anchor="ctr">
                    <a:solidFill>
                      <a:srgbClr val="F3F6F9"/>
                    </a:solidFill>
                  </a:tcPr>
                </a:tc>
                <a:tc>
                  <a:txBody>
                    <a:bodyPr wrap="square"/>
                    <a:lstStyle/>
                    <a:p>
                      <a:pPr algn="ctr"/>
                      <a:r>
                        <a:rPr sz="850" b="0">
                          <a:solidFill>
                            <a:srgbClr val="1F1F1F"/>
                          </a:solidFill>
                          <a:latin typeface="Calibri"/>
                        </a:rPr>
                        <a:t>1.12%</a:t>
                      </a:r>
                    </a:p>
                  </a:txBody>
                  <a:tcPr marL="36576" marR="36576" marT="9144" marB="9144" anchor="ctr">
                    <a:solidFill>
                      <a:srgbClr val="F3F6F9"/>
                    </a:solidFill>
                  </a:tcPr>
                </a:tc>
                <a:tc>
                  <a:txBody>
                    <a:bodyPr wrap="square"/>
                    <a:lstStyle/>
                    <a:p>
                      <a:pPr algn="ctr"/>
                      <a:r>
                        <a:rPr sz="850" b="0">
                          <a:solidFill>
                            <a:srgbClr val="1F1F1F"/>
                          </a:solidFill>
                          <a:latin typeface="Calibri"/>
                        </a:rPr>
                        <a:t>132.5</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Waxes, Clays, Pastes and Pomades</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3</a:t>
                      </a:r>
                    </a:p>
                  </a:txBody>
                  <a:tcPr marL="36576" marR="36576" marT="9144" marB="9144" anchor="ctr">
                    <a:solidFill>
                      <a:srgbClr val="FFFFFF"/>
                    </a:solidFill>
                  </a:tcPr>
                </a:tc>
                <a:tc>
                  <a:txBody>
                    <a:bodyPr wrap="square"/>
                    <a:lstStyle/>
                    <a:p>
                      <a:pPr algn="ctr"/>
                      <a:r>
                        <a:rPr sz="850" b="0">
                          <a:solidFill>
                            <a:srgbClr val="1F1F1F"/>
                          </a:solidFill>
                          <a:latin typeface="Calibri"/>
                        </a:rPr>
                        <a:t>1.17%</a:t>
                      </a:r>
                    </a:p>
                  </a:txBody>
                  <a:tcPr marL="36576" marR="36576" marT="9144" marB="9144" anchor="ctr">
                    <a:solidFill>
                      <a:srgbClr val="FFFFFF"/>
                    </a:solidFill>
                  </a:tcPr>
                </a:tc>
                <a:tc>
                  <a:txBody>
                    <a:bodyPr wrap="square"/>
                    <a:lstStyle/>
                    <a:p>
                      <a:pPr algn="ctr"/>
                      <a:r>
                        <a:rPr sz="850" b="0">
                          <a:solidFill>
                            <a:srgbClr val="1F1F1F"/>
                          </a:solidFill>
                          <a:latin typeface="Calibri"/>
                        </a:rPr>
                        <a:t>117.7</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Styling Powders</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0.89%</a:t>
                      </a:r>
                    </a:p>
                  </a:txBody>
                  <a:tcPr marL="36576" marR="36576" marT="9144" marB="9144" anchor="ctr">
                    <a:solidFill>
                      <a:srgbClr val="F3F6F9"/>
                    </a:solidFill>
                  </a:tcPr>
                </a:tc>
                <a:tc>
                  <a:txBody>
                    <a:bodyPr wrap="square"/>
                    <a:lstStyle/>
                    <a:p>
                      <a:pPr algn="ctr"/>
                      <a:r>
                        <a:rPr sz="850" b="0">
                          <a:solidFill>
                            <a:srgbClr val="1F1F1F"/>
                          </a:solidFill>
                          <a:latin typeface="Calibri"/>
                        </a:rPr>
                        <a:t>103.3</a:t>
                      </a:r>
                    </a:p>
                  </a:txBody>
                  <a:tcPr marL="36576" marR="36576" marT="9144" marB="9144" anchor="ctr">
                    <a:solidFill>
                      <a:srgbClr val="F4B183"/>
                    </a:solidFill>
                  </a:tcPr>
                </a:tc>
              </a:tr>
              <a:tr h="184709">
                <a:tc>
                  <a:txBody>
                    <a:bodyPr wrap="square"/>
                    <a:lstStyle/>
                    <a:p>
                      <a:pPr algn="l"/>
                      <a:r>
                        <a:rPr sz="850" b="1">
                          <a:solidFill>
                            <a:srgbClr val="1F1F1F"/>
                          </a:solidFill>
                          <a:latin typeface="Calibri"/>
                        </a:rPr>
                        <a:t>Sprays and Mists</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2</a:t>
                      </a:r>
                    </a:p>
                  </a:txBody>
                  <a:tcPr marL="36576" marR="36576" marT="9144" marB="9144" anchor="ctr">
                    <a:solidFill>
                      <a:srgbClr val="FFFFFF"/>
                    </a:solidFill>
                  </a:tcPr>
                </a:tc>
                <a:tc>
                  <a:txBody>
                    <a:bodyPr wrap="square"/>
                    <a:lstStyle/>
                    <a:p>
                      <a:pPr algn="ctr"/>
                      <a:r>
                        <a:rPr sz="850" b="0">
                          <a:solidFill>
                            <a:srgbClr val="1F1F1F"/>
                          </a:solidFill>
                          <a:latin typeface="Calibri"/>
                        </a:rPr>
                        <a:t>1.17%</a:t>
                      </a:r>
                    </a:p>
                  </a:txBody>
                  <a:tcPr marL="36576" marR="36576" marT="9144" marB="9144" anchor="ctr">
                    <a:solidFill>
                      <a:srgbClr val="FFFFFF"/>
                    </a:solidFill>
                  </a:tcPr>
                </a:tc>
                <a:tc>
                  <a:txBody>
                    <a:bodyPr wrap="square"/>
                    <a:lstStyle/>
                    <a:p>
                      <a:pPr algn="ctr"/>
                      <a:r>
                        <a:rPr sz="850" b="0">
                          <a:solidFill>
                            <a:srgbClr val="1F1F1F"/>
                          </a:solidFill>
                          <a:latin typeface="Calibri"/>
                        </a:rPr>
                        <a:t>93.6</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Creams and Lotions</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1.26%</a:t>
                      </a:r>
                    </a:p>
                  </a:txBody>
                  <a:tcPr marL="36576" marR="36576" marT="9144" marB="9144" anchor="ctr">
                    <a:solidFill>
                      <a:srgbClr val="F3F6F9"/>
                    </a:solidFill>
                  </a:tcPr>
                </a:tc>
                <a:tc>
                  <a:txBody>
                    <a:bodyPr wrap="square"/>
                    <a:lstStyle/>
                    <a:p>
                      <a:pPr algn="ctr"/>
                      <a:r>
                        <a:rPr sz="850" b="0">
                          <a:solidFill>
                            <a:srgbClr val="1F1F1F"/>
                          </a:solidFill>
                          <a:latin typeface="Calibri"/>
                        </a:rPr>
                        <a:t>87.7</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Gels and Jellies</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a:t>
                      </a:r>
                    </a:p>
                  </a:txBody>
                  <a:tcPr marL="36576" marR="36576" marT="9144" marB="9144" anchor="ctr">
                    <a:solidFill>
                      <a:srgbClr val="FFFFFF"/>
                    </a:solidFill>
                  </a:tcPr>
                </a:tc>
                <a:tc>
                  <a:txBody>
                    <a:bodyPr wrap="square"/>
                    <a:lstStyle/>
                    <a:p>
                      <a:pPr algn="ctr"/>
                      <a:r>
                        <a:rPr sz="850" b="0">
                          <a:solidFill>
                            <a:srgbClr val="1F1F1F"/>
                          </a:solidFill>
                          <a:latin typeface="Calibri"/>
                        </a:rPr>
                        <a:t>1.04%</a:t>
                      </a:r>
                    </a:p>
                  </a:txBody>
                  <a:tcPr marL="36576" marR="36576" marT="9144" marB="9144" anchor="ctr">
                    <a:solidFill>
                      <a:srgbClr val="FFFFFF"/>
                    </a:solidFill>
                  </a:tcPr>
                </a:tc>
                <a:tc>
                  <a:txBody>
                    <a:bodyPr wrap="square"/>
                    <a:lstStyle/>
                    <a:p>
                      <a:pPr algn="ctr"/>
                      <a:r>
                        <a:rPr sz="850" b="0">
                          <a:solidFill>
                            <a:srgbClr val="1F1F1F"/>
                          </a:solidFill>
                          <a:latin typeface="Calibri"/>
                        </a:rPr>
                        <a:t>62.7</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Mousses and Foams</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a:t>
                      </a:r>
                    </a:p>
                  </a:txBody>
                  <a:tcPr marL="36576" marR="36576" marT="9144" marB="9144" anchor="ctr">
                    <a:solidFill>
                      <a:srgbClr val="F3F6F9"/>
                    </a:solidFill>
                  </a:tcPr>
                </a:tc>
                <a:tc>
                  <a:txBody>
                    <a:bodyPr wrap="square"/>
                    <a:lstStyle/>
                    <a:p>
                      <a:pPr algn="ctr"/>
                      <a:r>
                        <a:rPr sz="850" b="0">
                          <a:solidFill>
                            <a:srgbClr val="1F1F1F"/>
                          </a:solidFill>
                          <a:latin typeface="Calibri"/>
                        </a:rPr>
                        <a:t>1.20%</a:t>
                      </a:r>
                    </a:p>
                  </a:txBody>
                  <a:tcPr marL="36576" marR="36576" marT="9144" marB="9144" anchor="ctr">
                    <a:solidFill>
                      <a:srgbClr val="F3F6F9"/>
                    </a:solidFill>
                  </a:tcPr>
                </a:tc>
                <a:tc>
                  <a:txBody>
                    <a:bodyPr wrap="square"/>
                    <a:lstStyle/>
                    <a:p>
                      <a:pPr algn="ctr"/>
                      <a:r>
                        <a:rPr sz="850" b="0">
                          <a:solidFill>
                            <a:srgbClr val="1F1F1F"/>
                          </a:solidFill>
                          <a:latin typeface="Calibri"/>
                        </a:rPr>
                        <a:t>62.4</a:t>
                      </a:r>
                    </a:p>
                  </a:txBody>
                  <a:tcPr marL="36576" marR="36576" marT="9144" marB="9144" anchor="ctr">
                    <a:solidFill>
                      <a:srgbClr val="9DC0E0"/>
                    </a:solidFill>
                  </a:tcPr>
                </a:tc>
              </a:tr>
              <a:tr h="184709">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2</a:t>
                      </a:r>
                    </a:p>
                  </a:txBody>
                  <a:tcPr marL="36576" marR="36576" marT="9144" marB="9144" anchor="ctr">
                    <a:solidFill>
                      <a:srgbClr val="F3F6F9"/>
                    </a:solidFill>
                  </a:tcPr>
                </a:tc>
                <a:tc>
                  <a:txBody>
                    <a:bodyPr wrap="square"/>
                    <a:lstStyle/>
                    <a:p>
                      <a:pPr algn="ctr"/>
                      <a:r>
                        <a:rPr sz="850" b="0">
                          <a:solidFill>
                            <a:srgbClr val="1F1F1F"/>
                          </a:solidFill>
                          <a:latin typeface="Calibri"/>
                        </a:rPr>
                        <a:t>1.34%</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Styling Serums and Oils sit at the top of the 2026 price ladder at an index of 152.0, while Mousses and Foams trade at 62.4, which keeps the full product format spread within 143.7%.</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Creams and Lotions post the fastest price growth at a 1.26% CAGR between 2026 and 2036, compared with 0.89% for Styling Powders.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Global average price rises from US$ 2/Units in 2026 to US$ 2/Units in 2036, and the gap between the highest and lowest priced product format moves from 144.1% in 2021 to 146.5%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(Units).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formats,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North America is the most premium Global region at US$ 3/Units in 2026, +40.1% above the global average, while South Asia &amp; Pacific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Formats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format price in each region, read on the price index axis (Global average = 100). Teal = above Global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b="0">
                          <a:solidFill>
                            <a:srgbClr val="1F1F1F"/>
                          </a:solidFill>
                          <a:latin typeface="Calibri"/>
                        </a:rPr>
                        <a:t>3</a:t>
                      </a:r>
                    </a:p>
                  </a:txBody>
                  <a:tcPr marL="36576" marR="36576" marT="9144" marB="9144" anchor="ctr">
                    <a:solidFill>
                      <a:srgbClr val="FFFFFF"/>
                    </a:solidFill>
                  </a:tcPr>
                </a:tc>
                <a:tc>
                  <a:txBody>
                    <a:bodyPr wrap="square"/>
                    <a:lstStyle/>
                    <a:p>
                      <a:pPr algn="ctr"/>
                      <a:r>
                        <a:rPr sz="900" b="0">
                          <a:solidFill>
                            <a:srgbClr val="1F1F1F"/>
                          </a:solidFill>
                          <a:latin typeface="Calibri"/>
                        </a:rPr>
                        <a:t>140.1</a:t>
                      </a:r>
                    </a:p>
                  </a:txBody>
                  <a:tcPr marL="36576" marR="36576" marT="9144" marB="9144" anchor="ctr">
                    <a:solidFill>
                      <a:srgbClr val="F4B183"/>
                    </a:solidFill>
                  </a:tcPr>
                </a:tc>
                <a:tc>
                  <a:txBody>
                    <a:bodyPr wrap="square"/>
                    <a:lstStyle/>
                    <a:p>
                      <a:pPr algn="ctr"/>
                      <a:r>
                        <a:rPr sz="900" b="0">
                          <a:solidFill>
                            <a:srgbClr val="1F1F1F"/>
                          </a:solidFill>
                          <a:latin typeface="Calibri"/>
                        </a:rPr>
                        <a:t>1.67%</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b="0">
                          <a:solidFill>
                            <a:srgbClr val="1F1F1F"/>
                          </a:solidFill>
                          <a:latin typeface="Calibri"/>
                        </a:rPr>
                        <a:t>2</a:t>
                      </a:r>
                    </a:p>
                  </a:txBody>
                  <a:tcPr marL="36576" marR="36576" marT="9144" marB="9144" anchor="ctr">
                    <a:solidFill>
                      <a:srgbClr val="F3F6F9"/>
                    </a:solidFill>
                  </a:tcPr>
                </a:tc>
                <a:tc>
                  <a:txBody>
                    <a:bodyPr wrap="square"/>
                    <a:lstStyle/>
                    <a:p>
                      <a:pPr algn="ctr"/>
                      <a:r>
                        <a:rPr sz="900" b="0">
                          <a:solidFill>
                            <a:srgbClr val="1F1F1F"/>
                          </a:solidFill>
                          <a:latin typeface="Calibri"/>
                        </a:rPr>
                        <a:t>101.9</a:t>
                      </a:r>
                    </a:p>
                  </a:txBody>
                  <a:tcPr marL="36576" marR="36576" marT="9144" marB="9144" anchor="ctr">
                    <a:solidFill>
                      <a:srgbClr val="FBE3D3"/>
                    </a:solidFill>
                  </a:tcPr>
                </a:tc>
                <a:tc>
                  <a:txBody>
                    <a:bodyPr wrap="square"/>
                    <a:lstStyle/>
                    <a:p>
                      <a:pPr algn="ctr"/>
                      <a:r>
                        <a:rPr sz="900" b="0">
                          <a:solidFill>
                            <a:srgbClr val="1F1F1F"/>
                          </a:solidFill>
                          <a:latin typeface="Calibri"/>
                        </a:rPr>
                        <a:t>1.54%</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b="0">
                          <a:solidFill>
                            <a:srgbClr val="1F1F1F"/>
                          </a:solidFill>
                          <a:latin typeface="Calibri"/>
                        </a:rPr>
                        <a:t>2</a:t>
                      </a:r>
                    </a:p>
                  </a:txBody>
                  <a:tcPr marL="36576" marR="36576" marT="9144" marB="9144" anchor="ctr">
                    <a:solidFill>
                      <a:srgbClr val="FFFFFF"/>
                    </a:solidFill>
                  </a:tcPr>
                </a:tc>
                <a:tc>
                  <a:txBody>
                    <a:bodyPr wrap="square"/>
                    <a:lstStyle/>
                    <a:p>
                      <a:pPr algn="ctr"/>
                      <a:r>
                        <a:rPr sz="900" b="0">
                          <a:solidFill>
                            <a:srgbClr val="1F1F1F"/>
                          </a:solidFill>
                          <a:latin typeface="Calibri"/>
                        </a:rPr>
                        <a:t>95.8</a:t>
                      </a:r>
                    </a:p>
                  </a:txBody>
                  <a:tcPr marL="36576" marR="36576" marT="9144" marB="9144" anchor="ctr">
                    <a:solidFill>
                      <a:srgbClr val="9DC0E0"/>
                    </a:solidFill>
                  </a:tcPr>
                </a:tc>
                <a:tc>
                  <a:txBody>
                    <a:bodyPr wrap="square"/>
                    <a:lstStyle/>
                    <a:p>
                      <a:pPr algn="ctr"/>
                      <a:r>
                        <a:rPr sz="900" b="0">
                          <a:solidFill>
                            <a:srgbClr val="1F1F1F"/>
                          </a:solidFill>
                          <a:latin typeface="Calibri"/>
                        </a:rPr>
                        <a:t>1.50%</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b="0">
                          <a:solidFill>
                            <a:srgbClr val="1F1F1F"/>
                          </a:solidFill>
                          <a:latin typeface="Calibri"/>
                        </a:rPr>
                        <a:t>2</a:t>
                      </a:r>
                    </a:p>
                  </a:txBody>
                  <a:tcPr marL="36576" marR="36576" marT="9144" marB="9144" anchor="ctr">
                    <a:solidFill>
                      <a:srgbClr val="F3F6F9"/>
                    </a:solidFill>
                  </a:tcPr>
                </a:tc>
                <a:tc>
                  <a:txBody>
                    <a:bodyPr wrap="square"/>
                    <a:lstStyle/>
                    <a:p>
                      <a:pPr algn="ctr"/>
                      <a:r>
                        <a:rPr sz="900" b="0">
                          <a:solidFill>
                            <a:srgbClr val="1F1F1F"/>
                          </a:solidFill>
                          <a:latin typeface="Calibri"/>
                        </a:rPr>
                        <a:t>86.7</a:t>
                      </a:r>
                    </a:p>
                  </a:txBody>
                  <a:tcPr marL="36576" marR="36576" marT="9144" marB="9144" anchor="ctr">
                    <a:solidFill>
                      <a:srgbClr val="9DC0E0"/>
                    </a:solidFill>
                  </a:tcPr>
                </a:tc>
                <a:tc>
                  <a:txBody>
                    <a:bodyPr wrap="square"/>
                    <a:lstStyle/>
                    <a:p>
                      <a:pPr algn="ctr"/>
                      <a:r>
                        <a:rPr sz="900" b="0">
                          <a:solidFill>
                            <a:srgbClr val="1F1F1F"/>
                          </a:solidFill>
                          <a:latin typeface="Calibri"/>
                        </a:rPr>
                        <a:t>1.41%</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b="0">
                          <a:solidFill>
                            <a:srgbClr val="1F1F1F"/>
                          </a:solidFill>
                          <a:latin typeface="Calibri"/>
                        </a:rPr>
                        <a:t>2</a:t>
                      </a:r>
                    </a:p>
                  </a:txBody>
                  <a:tcPr marL="36576" marR="36576" marT="9144" marB="9144" anchor="ctr">
                    <a:solidFill>
                      <a:srgbClr val="FFFFFF"/>
                    </a:solidFill>
                  </a:tcPr>
                </a:tc>
                <a:tc>
                  <a:txBody>
                    <a:bodyPr wrap="square"/>
                    <a:lstStyle/>
                    <a:p>
                      <a:pPr algn="ctr"/>
                      <a:r>
                        <a:rPr sz="900" b="0">
                          <a:solidFill>
                            <a:srgbClr val="1F1F1F"/>
                          </a:solidFill>
                          <a:latin typeface="Calibri"/>
                        </a:rPr>
                        <a:t>74.4</a:t>
                      </a:r>
                    </a:p>
                  </a:txBody>
                  <a:tcPr marL="36576" marR="36576" marT="9144" marB="9144" anchor="ctr">
                    <a:solidFill>
                      <a:srgbClr val="9DC0E0"/>
                    </a:solidFill>
                  </a:tcPr>
                </a:tc>
                <a:tc>
                  <a:txBody>
                    <a:bodyPr wrap="square"/>
                    <a:lstStyle/>
                    <a:p>
                      <a:pPr algn="ctr"/>
                      <a:r>
                        <a:rPr sz="900" b="0">
                          <a:solidFill>
                            <a:srgbClr val="1F1F1F"/>
                          </a:solidFill>
                          <a:latin typeface="Calibri"/>
                        </a:rPr>
                        <a:t>1.57%</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b="0">
                          <a:solidFill>
                            <a:srgbClr val="1F1F1F"/>
                          </a:solidFill>
                          <a:latin typeface="Calibri"/>
                        </a:rPr>
                        <a:t>1</a:t>
                      </a:r>
                    </a:p>
                  </a:txBody>
                  <a:tcPr marL="36576" marR="36576" marT="9144" marB="9144" anchor="ctr">
                    <a:solidFill>
                      <a:srgbClr val="F3F6F9"/>
                    </a:solidFill>
                  </a:tcPr>
                </a:tc>
                <a:tc>
                  <a:txBody>
                    <a:bodyPr wrap="square"/>
                    <a:lstStyle/>
                    <a:p>
                      <a:pPr algn="ctr"/>
                      <a:r>
                        <a:rPr sz="900" b="0">
                          <a:solidFill>
                            <a:srgbClr val="1F1F1F"/>
                          </a:solidFill>
                          <a:latin typeface="Calibri"/>
                        </a:rPr>
                        <a:t>72.0</a:t>
                      </a:r>
                    </a:p>
                  </a:txBody>
                  <a:tcPr marL="36576" marR="36576" marT="9144" marB="9144" anchor="ctr">
                    <a:solidFill>
                      <a:srgbClr val="9DC0E0"/>
                    </a:solidFill>
                  </a:tcPr>
                </a:tc>
                <a:tc>
                  <a:txBody>
                    <a:bodyPr wrap="square"/>
                    <a:lstStyle/>
                    <a:p>
                      <a:pPr algn="ctr"/>
                      <a:r>
                        <a:rPr sz="900" b="0">
                          <a:solidFill>
                            <a:srgbClr val="1F1F1F"/>
                          </a:solidFill>
                          <a:latin typeface="Calibri"/>
                        </a:rPr>
                        <a:t>1.12%</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regions differ by 94.6% in 2026, from US$ 1/Units in South Asia &amp; Pacific to US$ 3/Units in North America.</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North America records the fastest average price growth at a 1.67% CAGR between 2026 and 2036, against 1.34% for Global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Middle East &amp; Africa shows the widest gap between its cheapest and most expensive product format at 151.9%,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format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0.4</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1.3</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2.2</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3.0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3.9</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4.8</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3297966" y="2100912"/>
            <a:ext cx="362909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4835904"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2115513" y="2824823"/>
            <a:ext cx="196476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2908381"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2607314" y="3548733"/>
            <a:ext cx="2700469"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728070"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480664" y="4272643"/>
            <a:ext cx="246398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530175"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196893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85568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330503" y="5720463"/>
            <a:ext cx="2406736"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276410"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Styling serums and oils segment is expected to command the highest average price of US$ 3.49 per Unit in 2036. Average selling price of hair styling products is estimated at US$ 2.02 per Unit in 2025 and is projected to increase to US$ 2.33 per Unit by 2036.</a:t>
            </a:r>
          </a:p>
          <a:p>
            <a:pPr algn="l">
              <a:lnSpc>
                <a:spcPct val="110000"/>
              </a:lnSpc>
              <a:spcBef>
                <a:spcPts val="0"/>
              </a:spcBef>
              <a:spcAft>
                <a:spcPts val="500"/>
              </a:spcAft>
            </a:pPr>
            <a:r>
              <a:rPr sz="1150" b="0">
                <a:solidFill>
                  <a:srgbClr val="2E2E2E"/>
                </a:solidFill>
                <a:latin typeface="Calibri"/>
              </a:rPr>
              <a:t>North America is the highest-priced region, while South Asia &amp; Pacific is the most price-competitive market. The orange dot is each region's average selling price; the blue band is its full low-to-high price range, all derived as Value ÷ Volume.</a:t>
            </a:r>
          </a:p>
          <a:p>
            <a:pPr algn="l">
              <a:lnSpc>
                <a:spcPct val="110000"/>
              </a:lnSpc>
              <a:spcBef>
                <a:spcPts val="0"/>
              </a:spcBef>
              <a:spcAft>
                <a:spcPts val="500"/>
              </a:spcAft>
            </a:pPr>
            <a:r>
              <a:rPr sz="1150" b="0">
                <a:solidFill>
                  <a:srgbClr val="2E2E2E"/>
                </a:solidFill>
                <a:latin typeface="Calibri"/>
              </a:rPr>
              <a:t>Narrow bands point to commoditised, price-led competition; wider bands flag premiumisation headroom to trade buyers up the mix.</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Hair Styling Products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Hair Styling Products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Hair Styling Products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27"/>
        </p:xfrm>
        <a:graphic>
          <a:graphicData uri="http://schemas.openxmlformats.org/drawingml/2006/table">
            <a:tbl>
              <a:tblPr>
                <a:tableStyleId>{5C22544A-7EE6-4342-B048-85BDC9FD1C3A}</a:tableStyleId>
              </a:tblPr>
              <a:tblGrid>
                <a:gridCol w="1370904"/>
                <a:gridCol w="1128887"/>
                <a:gridCol w="1128887"/>
                <a:gridCol w="1128887"/>
                <a:gridCol w="1128887"/>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298" cy="2271327"/>
        </p:xfrm>
        <a:graphic>
          <a:graphicData uri="http://schemas.openxmlformats.org/drawingml/2006/table">
            <a:tbl>
              <a:tblPr>
                <a:tableStyleId>{5C22544A-7EE6-4342-B048-85BDC9FD1C3A}</a:tableStyleId>
              </a:tblPr>
              <a:tblGrid>
                <a:gridCol w="2418330"/>
                <a:gridCol w="852742"/>
                <a:gridCol w="852742"/>
                <a:gridCol w="852742"/>
                <a:gridCol w="852742"/>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format type and region (US$/Units).</a:t>
            </a:r>
          </a:p>
        </p:txBody>
      </p:sp>
      <p:sp>
        <p:nvSpPr>
          <p:cNvPr id="11" name="Rounded Rectangle 10"/>
          <p:cNvSpPr/>
          <p:nvPr/>
        </p:nvSpPr>
        <p:spPr>
          <a:xfrm>
            <a:off x="142875" y="1314450"/>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Format (US$/Units)</a:t>
            </a:r>
          </a:p>
        </p:txBody>
      </p:sp>
      <p:graphicFrame>
        <p:nvGraphicFramePr>
          <p:cNvPr id="13" name="Table 12"/>
          <p:cNvGraphicFramePr>
            <a:graphicFrameLocks noGrp="1"/>
          </p:cNvGraphicFramePr>
          <p:nvPr/>
        </p:nvGraphicFramePr>
        <p:xfrm>
          <a:off x="152400" y="1571625"/>
          <a:ext cx="11888515" cy="2371725"/>
        </p:xfrm>
        <a:graphic>
          <a:graphicData uri="http://schemas.openxmlformats.org/drawingml/2006/table">
            <a:tbl>
              <a:tblPr>
                <a:tableStyleId>{5C22544A-7EE6-4342-B048-85BDC9FD1C3A}</a:tableStyleId>
              </a:tblPr>
              <a:tblGrid>
                <a:gridCol w="1348921"/>
                <a:gridCol w="1040559"/>
                <a:gridCol w="1203875"/>
                <a:gridCol w="952910"/>
                <a:gridCol w="1172034"/>
                <a:gridCol w="1903112"/>
                <a:gridCol w="992750"/>
                <a:gridCol w="1351317"/>
                <a:gridCol w="1022631"/>
                <a:gridCol w="900406"/>
              </a:tblGrid>
              <a:tr h="349377">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Sprays and Mists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Mousses and Foams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Gels and Jellies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Creams and Lotions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Waxes, Clays, Pastes and Pomades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Styling Powders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Styling Serums and Oils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Sticks and Balms</a:t>
                      </a:r>
                      <a:endParaRPr sz="1100"/>
                    </a:p>
                  </a:txBody>
                  <a:tcPr marL="47625" marR="38100" marT="19050" marB="19050" anchor="ctr">
                    <a:solidFill>
                      <a:srgbClr val="E0E8EF"/>
                    </a:solidFill>
                  </a:tcPr>
                </a:tc>
                <a:tc>
                  <a:txBody>
                    <a:bodyPr wrap="square"/>
                    <a:lstStyle/>
                    <a:p>
                      <a:pPr algn="l">
                        <a:lnSpc>
                          <a:spcPct val="90000"/>
                        </a:lnSpc>
                      </a:pPr>
                      <a:r>
                        <a:rPr sz="1100" b="1">
                          <a:solidFill>
                            <a:srgbClr val="0B2E4A"/>
                          </a:solidFill>
                          <a:latin typeface="Calibri"/>
                        </a:rPr>
                        <a:t>Weighted Avg</a:t>
                      </a:r>
                      <a:endParaRPr sz="1100"/>
                    </a:p>
                  </a:txBody>
                  <a:tcPr marL="47625" marR="38100" marT="19050" marB="19050" anchor="ctr">
                    <a:solidFill>
                      <a:srgbClr val="E0E8EF"/>
                    </a:solidFill>
                  </a:tcPr>
                </a:tc>
              </a:tr>
              <a:tr h="337058">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0.97–0.99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r>
              <a:tr h="337058">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r>
              <a:tr h="337058">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0.92–0.94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0.89–0.91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r>
              <a:tr h="337058">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52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95775"/>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05350"/>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'North America' is the highest-priced region (~2.85 US$/Units) and 'South Asia &amp; Pacific' the most competitive (~1.47 US$/Units).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format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~1.95×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Forecast &amp; Dynamics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format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Format (US$/Units)</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3796156"/>
                <a:gridCol w="1348507"/>
                <a:gridCol w="1348507"/>
                <a:gridCol w="1348507"/>
                <a:gridCol w="1348507"/>
                <a:gridCol w="1348507"/>
                <a:gridCol w="1348507"/>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429803">
                <a:tc>
                  <a:txBody>
                    <a:bodyPr wrap="none"/>
                    <a:lstStyle/>
                    <a:p>
                      <a:pPr algn="l"/>
                      <a:r>
                        <a:rPr sz="1100" b="1">
                          <a:solidFill>
                            <a:srgbClr val="2E2E2E"/>
                          </a:solidFill>
                          <a:latin typeface="Calibri"/>
                        </a:rPr>
                        <a:t>Sprays and Mists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r>
              <a:tr h="429803">
                <a:tc>
                  <a:txBody>
                    <a:bodyPr wrap="none"/>
                    <a:lstStyle/>
                    <a:p>
                      <a:pPr algn="l"/>
                      <a:r>
                        <a:rPr sz="1100" b="1">
                          <a:solidFill>
                            <a:srgbClr val="2E2E2E"/>
                          </a:solidFill>
                          <a:latin typeface="Calibri"/>
                        </a:rPr>
                        <a:t>Mousses and Foams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r>
              <a:tr h="429803">
                <a:tc>
                  <a:txBody>
                    <a:bodyPr wrap="none"/>
                    <a:lstStyle/>
                    <a:p>
                      <a:pPr algn="l"/>
                      <a:r>
                        <a:rPr sz="1100" b="1">
                          <a:solidFill>
                            <a:srgbClr val="2E2E2E"/>
                          </a:solidFill>
                          <a:latin typeface="Calibri"/>
                        </a:rPr>
                        <a:t>Gels and Jellies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format price is projected to rise from ~2.07 to ~2.31 US$/Units by 2036 a +1.1%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'Creams and Lotions' shows the strongest forecast price appreciation (+13.4%)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Price Forecast &amp; Dynamics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Format (US$/Units)</a:t>
            </a:r>
          </a:p>
        </p:txBody>
      </p:sp>
      <p:graphicFrame>
        <p:nvGraphicFramePr>
          <p:cNvPr id="12" name="Table 11"/>
          <p:cNvGraphicFramePr>
            <a:graphicFrameLocks noGrp="1"/>
          </p:cNvGraphicFramePr>
          <p:nvPr/>
        </p:nvGraphicFramePr>
        <p:xfrm>
          <a:off x="152400" y="1238250"/>
          <a:ext cx="11887200" cy="1295400"/>
        </p:xfrm>
        <a:graphic>
          <a:graphicData uri="http://schemas.openxmlformats.org/drawingml/2006/table">
            <a:tbl>
              <a:tblPr>
                <a:tableStyleId>{5C22544A-7EE6-4342-B048-85BDC9FD1C3A}</a:tableStyleId>
              </a:tblPr>
              <a:tblGrid>
                <a:gridCol w="5040042"/>
                <a:gridCol w="1141193"/>
                <a:gridCol w="1141193"/>
                <a:gridCol w="1141193"/>
                <a:gridCol w="1141193"/>
                <a:gridCol w="1141193"/>
                <a:gridCol w="1141193"/>
              </a:tblGrid>
              <a:tr h="215265">
                <a:tc>
                  <a:txBody>
                    <a:bodyPr wrap="none"/>
                    <a:lstStyle/>
                    <a:p>
                      <a:pPr algn="l"/>
                      <a:r>
                        <a:rPr sz="1100" b="1">
                          <a:solidFill>
                            <a:srgbClr val="0B2E4A"/>
                          </a:solidFill>
                          <a:latin typeface="Calibri"/>
                        </a:rPr>
                        <a:t>Product Format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Creams and Lotions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Waxes, Clays, Pastes and Poma…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Powders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Serums and Oils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3"/>
        </p:xfrm>
        <a:graphic>
          <a:graphicData uri="http://schemas.openxmlformats.org/drawingml/2006/table">
            <a:tbl>
              <a:tblPr>
                <a:tableStyleId>{5C22544A-7EE6-4342-B048-85BDC9FD1C3A}</a:tableStyleId>
              </a:tblPr>
              <a:tblGrid>
                <a:gridCol w="1192443"/>
                <a:gridCol w="656296"/>
                <a:gridCol w="1379727"/>
                <a:gridCol w="1291593"/>
                <a:gridCol w="3157090"/>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7413">
                <a:tc>
                  <a:txBody>
                    <a:bodyPr wrap="none"/>
                    <a:lstStyle/>
                    <a:p>
                      <a:pPr algn="l"/>
                      <a:r>
                        <a:rPr sz="1100" b="1">
                          <a:solidFill>
                            <a:srgbClr val="2E2E2E"/>
                          </a:solidFill>
                          <a:latin typeface="Calibri"/>
                        </a:rPr>
                        <a:t>Company 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B</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F</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Hair Styling Products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Hair Styling Products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Hair Styling Products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 Mn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 Mn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Hair Styling Products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Hair Styling Products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Hair Styling Products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5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41%</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55%</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18 / 17 / 13%</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Mass Retail, 20%</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8</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40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Company A</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6.7%</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three hold 41% of 2026 value, but 3 companies lead the 8 sub-segments tracked; no one leads more than 5.</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Tier 1 (4 players) holds 52.0%; Tier 2 and Tier 3 together hold 32.0%.</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'Styling Serums and Oils' is the largest line; 'Sticks and Balms' compounds fastest at 8.3% CAGR.</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2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4 of 8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Company B, Company A, Company 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804315"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728115" cy="266700"/>
          </a:xfrm>
          <a:prstGeom prst="rect">
            <a:avLst/>
          </a:prstGeom>
          <a:noFill/>
        </p:spPr>
        <p:txBody>
          <a:bodyPr wrap="square" lIns="28575" rIns="28575" tIns="9525" bIns="9525" anchor="ctr">
            <a:spAutoFit/>
          </a:bodyPr>
          <a:lstStyle/>
          <a:p>
            <a:pPr algn="l"/>
            <a:r>
              <a:rPr sz="1100" b="1">
                <a:solidFill>
                  <a:srgbClr val="FFFFFF"/>
                </a:solidFill>
                <a:latin typeface="Calibri"/>
              </a:rPr>
              <a:t>Top 3  41%</a:t>
            </a:r>
          </a:p>
        </p:txBody>
      </p:sp>
      <p:sp>
        <p:nvSpPr>
          <p:cNvPr id="13" name="Rectangle 12"/>
          <p:cNvSpPr/>
          <p:nvPr/>
        </p:nvSpPr>
        <p:spPr>
          <a:xfrm>
            <a:off x="4994815" y="1257300"/>
            <a:ext cx="1636451"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51965" y="1257300"/>
            <a:ext cx="1560251" cy="266700"/>
          </a:xfrm>
          <a:prstGeom prst="rect">
            <a:avLst/>
          </a:prstGeom>
          <a:noFill/>
        </p:spPr>
        <p:txBody>
          <a:bodyPr wrap="square" lIns="28575" rIns="28575" tIns="9525" bIns="9525" anchor="ctr">
            <a:spAutoFit/>
          </a:bodyPr>
          <a:lstStyle/>
          <a:p>
            <a:pPr algn="l"/>
            <a:r>
              <a:rPr sz="1100" b="1">
                <a:solidFill>
                  <a:srgbClr val="FFFFFF"/>
                </a:solidFill>
                <a:latin typeface="Calibri"/>
              </a:rPr>
              <a:t>Rest of top 5  14%</a:t>
            </a:r>
          </a:p>
        </p:txBody>
      </p:sp>
      <p:sp>
        <p:nvSpPr>
          <p:cNvPr id="15" name="Rectangle 14"/>
          <p:cNvSpPr/>
          <p:nvPr/>
        </p:nvSpPr>
        <p:spPr>
          <a:xfrm>
            <a:off x="6631266" y="1257300"/>
            <a:ext cx="184769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688416" y="1257300"/>
            <a:ext cx="1771496" cy="266700"/>
          </a:xfrm>
          <a:prstGeom prst="rect">
            <a:avLst/>
          </a:prstGeom>
          <a:noFill/>
        </p:spPr>
        <p:txBody>
          <a:bodyPr wrap="square" lIns="28575" rIns="28575" tIns="9525" bIns="9525" anchor="ctr">
            <a:spAutoFit/>
          </a:bodyPr>
          <a:lstStyle/>
          <a:p>
            <a:pPr algn="l"/>
            <a:r>
              <a:rPr sz="1100" b="1">
                <a:solidFill>
                  <a:srgbClr val="FFFFFF"/>
                </a:solidFill>
                <a:latin typeface="Calibri"/>
              </a:rPr>
              <a:t>Emerging  16%</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Others  30%</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A, Company B, Company 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D, Company 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F, Company G, Company H</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Styling Serums and Oils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Waxes, Clays, Pastes and Pomades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Sprays and Mists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Sticks and Balms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Mass Retail</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Online Marketplaces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Salon and Professional Distribution</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Beauty Specialty Retail</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5191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6429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7" name="Connector 8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8" name="Rectangle 87"/>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90" name="TextBox 89"/>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1" name="Oval 90"/>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reeform 112"/>
          <p:cNvSpPr/>
          <p:nvPr/>
        </p:nvSpPr>
        <p:spPr>
          <a:xfrm>
            <a:off x="64293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64293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Oval 159"/>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64293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4387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31432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71" name="Rectangle 170"/>
          <p:cNvSpPr/>
          <p:nvPr/>
        </p:nvSpPr>
        <p:spPr>
          <a:xfrm>
            <a:off x="847725" y="54387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1550"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73" name="Rectangle 172"/>
          <p:cNvSpPr/>
          <p:nvPr/>
        </p:nvSpPr>
        <p:spPr>
          <a:xfrm>
            <a:off x="1504950" y="54387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162877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75" name="TextBox 174"/>
          <p:cNvSpPr txBox="1"/>
          <p:nvPr/>
        </p:nvSpPr>
        <p:spPr>
          <a:xfrm>
            <a:off x="190500" y="56007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76" name="TextBox 175"/>
          <p:cNvSpPr txBox="1"/>
          <p:nvPr/>
        </p:nvSpPr>
        <p:spPr>
          <a:xfrm>
            <a:off x="190500" y="57531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'Mass Retail' is the most contested column (7 players active); 'Sprays and Mists' is the most open (3).</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41%</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55%</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Styling Serums and Oils,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18%</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Waxes, Clays, Pastes and Pomades,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17%</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Sprays and Mists,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13%</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Styling Serums and Oils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18%</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7.4%</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A</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'Styling Serums and Oils' adds 3,059 US$ Mn by 2036.</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Waxes, Clays, Pastes and Pomades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17%</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6.3%</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'Waxes, Clays, Pastes and Pomades' adds 2,354 US$ Mn by 2036.</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Sprays and Mists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13%</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4.6%</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C</a:t>
            </a:r>
          </a:p>
        </p:txBody>
      </p:sp>
      <p:cxnSp>
        <p:nvCxnSpPr>
          <p:cNvPr id="78" name="Connector 77"/>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0" name="TextBox 79"/>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3 named players compete here; 'Sprays and Mists' adds 1,202 US$ Mn by 2036.</a:t>
            </a:r>
          </a:p>
        </p:txBody>
      </p:sp>
      <p:cxnSp>
        <p:nvCxnSpPr>
          <p:cNvPr id="81" name="Connector 80"/>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2" name="Freeform 81"/>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Distribution Channel</a:t>
            </a:r>
          </a:p>
        </p:txBody>
      </p:sp>
      <p:sp>
        <p:nvSpPr>
          <p:cNvPr id="86" name="TextBox 85"/>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7" name="TextBox 86"/>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88" name="Connector 87"/>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a:t>
            </a:r>
          </a:p>
        </p:txBody>
      </p:sp>
      <p:sp>
        <p:nvSpPr>
          <p:cNvPr id="90" name="Rectangle 89"/>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20%</a:t>
            </a:r>
          </a:p>
        </p:txBody>
      </p:sp>
      <p:sp>
        <p:nvSpPr>
          <p:cNvPr id="92" name="TextBox 91"/>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a:t>
            </a:r>
          </a:p>
        </p:txBody>
      </p:sp>
      <p:sp>
        <p:nvSpPr>
          <p:cNvPr id="93" name="Rectangle 92"/>
          <p:cNvSpPr/>
          <p:nvPr/>
        </p:nvSpPr>
        <p:spPr>
          <a:xfrm>
            <a:off x="10682288" y="2847975"/>
            <a:ext cx="71949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11439886"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18%</a:t>
            </a:r>
          </a:p>
        </p:txBody>
      </p:sp>
      <p:sp>
        <p:nvSpPr>
          <p:cNvPr id="95" name="TextBox 94"/>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Salon and Professional Distribution</a:t>
            </a:r>
          </a:p>
        </p:txBody>
      </p:sp>
      <p:sp>
        <p:nvSpPr>
          <p:cNvPr id="96" name="Rectangle 95"/>
          <p:cNvSpPr/>
          <p:nvPr/>
        </p:nvSpPr>
        <p:spPr>
          <a:xfrm>
            <a:off x="10682288" y="3171825"/>
            <a:ext cx="717771"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1438159"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18%</a:t>
            </a:r>
          </a:p>
        </p:txBody>
      </p:sp>
      <p:sp>
        <p:nvSpPr>
          <p:cNvPr id="98" name="TextBox 97"/>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Beauty Specialty Retail</a:t>
            </a:r>
          </a:p>
        </p:txBody>
      </p:sp>
      <p:sp>
        <p:nvSpPr>
          <p:cNvPr id="99" name="Rectangle 98"/>
          <p:cNvSpPr/>
          <p:nvPr/>
        </p:nvSpPr>
        <p:spPr>
          <a:xfrm>
            <a:off x="10682288" y="3495675"/>
            <a:ext cx="606515"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11326903"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16%</a:t>
            </a:r>
          </a:p>
        </p:txBody>
      </p:sp>
      <p:sp>
        <p:nvSpPr>
          <p:cNvPr id="101" name="TextBox 100"/>
          <p:cNvSpPr txBox="1"/>
          <p:nvPr/>
        </p:nvSpPr>
        <p:spPr>
          <a:xfrm>
            <a:off x="9329738" y="37147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Pharmacies and Drugstores</a:t>
            </a:r>
          </a:p>
        </p:txBody>
      </p:sp>
      <p:sp>
        <p:nvSpPr>
          <p:cNvPr id="102" name="Rectangle 101"/>
          <p:cNvSpPr/>
          <p:nvPr/>
        </p:nvSpPr>
        <p:spPr>
          <a:xfrm>
            <a:off x="10682288" y="3819525"/>
            <a:ext cx="58542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1305816" y="3781425"/>
            <a:ext cx="476250" cy="190500"/>
          </a:xfrm>
          <a:prstGeom prst="rect">
            <a:avLst/>
          </a:prstGeom>
          <a:noFill/>
        </p:spPr>
        <p:txBody>
          <a:bodyPr wrap="none" lIns="0" rIns="0" tIns="0" bIns="0" anchor="ctr">
            <a:spAutoFit/>
          </a:bodyPr>
          <a:lstStyle/>
          <a:p>
            <a:pPr algn="l"/>
            <a:r>
              <a:rPr sz="1100" b="1">
                <a:solidFill>
                  <a:srgbClr val="1F2933"/>
                </a:solidFill>
                <a:latin typeface="Calibri"/>
              </a:rPr>
              <a:t>15%</a:t>
            </a:r>
          </a:p>
        </p:txBody>
      </p:sp>
      <p:sp>
        <p:nvSpPr>
          <p:cNvPr id="104" name="TextBox 103"/>
          <p:cNvSpPr txBox="1"/>
          <p:nvPr/>
        </p:nvSpPr>
        <p:spPr>
          <a:xfrm>
            <a:off x="9329738" y="40386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Brand-owned Online Stores</a:t>
            </a:r>
          </a:p>
        </p:txBody>
      </p:sp>
      <p:sp>
        <p:nvSpPr>
          <p:cNvPr id="105" name="Rectangle 104"/>
          <p:cNvSpPr/>
          <p:nvPr/>
        </p:nvSpPr>
        <p:spPr>
          <a:xfrm>
            <a:off x="10682288" y="4143375"/>
            <a:ext cx="495655"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11216042" y="4105275"/>
            <a:ext cx="476250" cy="190500"/>
          </a:xfrm>
          <a:prstGeom prst="rect">
            <a:avLst/>
          </a:prstGeom>
          <a:noFill/>
        </p:spPr>
        <p:txBody>
          <a:bodyPr wrap="none" lIns="0" rIns="0" tIns="0" bIns="0" anchor="ctr">
            <a:spAutoFit/>
          </a:bodyPr>
          <a:lstStyle/>
          <a:p>
            <a:pPr algn="l"/>
            <a:r>
              <a:rPr sz="1100" b="1">
                <a:solidFill>
                  <a:srgbClr val="1F2933"/>
                </a:solidFill>
                <a:latin typeface="Calibri"/>
              </a:rPr>
              <a:t>13%</a:t>
            </a:r>
          </a:p>
        </p:txBody>
      </p:sp>
      <p:cxnSp>
        <p:nvCxnSpPr>
          <p:cNvPr id="107" name="Connector 106"/>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9" name="TextBox 108"/>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two end uses pay for 38% of the market; vendors package for one vertical at a time.</a:t>
            </a:r>
          </a:p>
        </p:txBody>
      </p:sp>
      <p:sp>
        <p:nvSpPr>
          <p:cNvPr id="110" name="Rectangle 109"/>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13" name="TextBox 112"/>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Sticks and Balms Compounds Fastest Across the Product Format Mix  |  South Asia &amp; Pacific Emerges as the Growth Engine Among Regions  |  Premiumisation Lifts Average Realisation</a:t>
            </a:r>
          </a:p>
        </p:txBody>
      </p:sp>
      <p:sp>
        <p:nvSpPr>
          <p:cNvPr id="114" name="Rectangle 113"/>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7" name="TextBox 116"/>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Sprays and Mists Lags the Category and Dilutes Blended Growth  |  Uneven Region Performance Caps the Blended Rate  |  Fragmented Demand Raises Cost-to-Serve</a:t>
            </a:r>
          </a:p>
        </p:txBody>
      </p:sp>
      <p:sp>
        <p:nvSpPr>
          <p:cNvPr id="118" name="TextBox 1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(2)</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F</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(2)</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G</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H</a:t>
            </a:r>
          </a:p>
        </p:txBody>
      </p:sp>
      <p:sp>
        <p:nvSpPr>
          <p:cNvPr id="57" name="Rectangle 56"/>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59" name="TextBox 58"/>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52.0%</a:t>
            </a:r>
          </a:p>
        </p:txBody>
      </p:sp>
      <p:sp>
        <p:nvSpPr>
          <p:cNvPr id="60" name="TextBox 59"/>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1" name="Rectangle 60"/>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3" name="TextBox 62"/>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22.0%</a:t>
            </a:r>
          </a:p>
        </p:txBody>
      </p:sp>
      <p:sp>
        <p:nvSpPr>
          <p:cNvPr id="64" name="TextBox 63"/>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5" name="Rectangle 64"/>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67" name="TextBox 66"/>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10.0%</a:t>
            </a:r>
          </a:p>
        </p:txBody>
      </p:sp>
      <p:sp>
        <p:nvSpPr>
          <p:cNvPr id="68" name="TextBox 67"/>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9" name="TextBox 68"/>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2      BY REACH   Global 4   |   Regional 2   |   Local or niche 2</a:t>
            </a:r>
          </a:p>
        </p:txBody>
      </p:sp>
      <p:sp>
        <p:nvSpPr>
          <p:cNvPr id="70" name="Rectangle 69"/>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2" name="TextBox 71"/>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3" name="TextBox 72"/>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74" name="TextBox 73"/>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75" name="TextBox 74"/>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47.6% combined share.</a:t>
            </a:r>
          </a:p>
        </p:txBody>
      </p:sp>
      <p:sp>
        <p:nvSpPr>
          <p:cNvPr id="76" name="Rectangle 75"/>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78" name="TextBox 77"/>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0" name="TextBox 79"/>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13.7% combined share.</a:t>
            </a:r>
          </a:p>
        </p:txBody>
      </p:sp>
      <p:sp>
        <p:nvSpPr>
          <p:cNvPr id="82" name="Rectangle 81"/>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84" name="TextBox 83"/>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86" name="TextBox 85"/>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8.8% combined share.</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Share 10%+ = 3, 5-10% = 2, else 1</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46" name="Oval 145"/>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9" name="Oval 148"/>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52" name="Oval 151"/>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54" name="TextBox 153"/>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55" name="TextBox 154"/>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8 named players compete globally; scale and share follow the tier structure.</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 Salon and Professional Distribution</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Online Marketplaces, Salon and Professional Distribution</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Online Marketplaces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Mass Retail, Salon and Professional Distribution</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Oval 114"/>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7" name="Oval 116"/>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20" name="Oval 119"/>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23" name="Oval 122"/>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25" name="TextBox 124"/>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6" name="TextBox 125"/>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1" name="Oval 110"/>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14" name="Oval 113"/>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17" name="Oval 116"/>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19" name="TextBox 118"/>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0" name="TextBox 119"/>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30%</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25%</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3.0</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2.7</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2.3</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2.1</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1.9</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1.8</a:t>
            </a:r>
          </a:p>
        </p:txBody>
      </p:sp>
      <p:cxnSp>
        <p:nvCxnSpPr>
          <p:cNvPr id="124" name="Connector 123"/>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Oval 124"/>
          <p:cNvSpPr/>
          <p:nvPr/>
        </p:nvSpPr>
        <p:spPr>
          <a:xfrm>
            <a:off x="200025" y="43243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100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27" name="Oval 126"/>
          <p:cNvSpPr/>
          <p:nvPr/>
        </p:nvSpPr>
        <p:spPr>
          <a:xfrm>
            <a:off x="2065020"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2133600" y="43243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245995"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0" name="Oval 129"/>
          <p:cNvSpPr/>
          <p:nvPr/>
        </p:nvSpPr>
        <p:spPr>
          <a:xfrm>
            <a:off x="367855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3743325" y="43243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5953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3" name="Oval 132"/>
          <p:cNvSpPr/>
          <p:nvPr/>
        </p:nvSpPr>
        <p:spPr>
          <a:xfrm>
            <a:off x="510349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528447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35" name="TextBox 134"/>
          <p:cNvSpPr txBox="1"/>
          <p:nvPr/>
        </p:nvSpPr>
        <p:spPr>
          <a:xfrm>
            <a:off x="190500" y="45339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36" name="Rectangle 135"/>
          <p:cNvSpPr/>
          <p:nvPr/>
        </p:nvSpPr>
        <p:spPr>
          <a:xfrm>
            <a:off x="190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90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38" name="TextBox 137"/>
          <p:cNvSpPr txBox="1"/>
          <p:nvPr/>
        </p:nvSpPr>
        <p:spPr>
          <a:xfrm>
            <a:off x="190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B, Company A, Company C, Company D</a:t>
            </a:r>
          </a:p>
        </p:txBody>
      </p:sp>
      <p:sp>
        <p:nvSpPr>
          <p:cNvPr id="139" name="TextBox 138"/>
          <p:cNvSpPr txBox="1"/>
          <p:nvPr/>
        </p:nvSpPr>
        <p:spPr>
          <a:xfrm>
            <a:off x="190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40" name="Rectangle 139"/>
          <p:cNvSpPr/>
          <p:nvPr/>
        </p:nvSpPr>
        <p:spPr>
          <a:xfrm>
            <a:off x="41910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1910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42" name="TextBox 141"/>
          <p:cNvSpPr txBox="1"/>
          <p:nvPr/>
        </p:nvSpPr>
        <p:spPr>
          <a:xfrm>
            <a:off x="41910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F, Company E</a:t>
            </a:r>
          </a:p>
        </p:txBody>
      </p:sp>
      <p:sp>
        <p:nvSpPr>
          <p:cNvPr id="143" name="TextBox 142"/>
          <p:cNvSpPr txBox="1"/>
          <p:nvPr/>
        </p:nvSpPr>
        <p:spPr>
          <a:xfrm>
            <a:off x="41910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44" name="Rectangle 143"/>
          <p:cNvSpPr/>
          <p:nvPr/>
        </p:nvSpPr>
        <p:spPr>
          <a:xfrm>
            <a:off x="8191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8191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46" name="TextBox 145"/>
          <p:cNvSpPr txBox="1"/>
          <p:nvPr/>
        </p:nvSpPr>
        <p:spPr>
          <a:xfrm>
            <a:off x="8191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H, Company G</a:t>
            </a:r>
          </a:p>
        </p:txBody>
      </p:sp>
      <p:sp>
        <p:nvSpPr>
          <p:cNvPr id="147" name="TextBox 146"/>
          <p:cNvSpPr txBox="1"/>
          <p:nvPr/>
        </p:nvSpPr>
        <p:spPr>
          <a:xfrm>
            <a:off x="8191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A</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B</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Styling Serums and Oils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Europe</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D</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Waxes, Clays, Pastes and Pomades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F</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Styling Serums and Oils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G</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Waxes, Clays, Pastes and Pomades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863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19050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09" name="TextBox 108"/>
          <p:cNvSpPr txBox="1"/>
          <p:nvPr/>
        </p:nvSpPr>
        <p:spPr>
          <a:xfrm>
            <a:off x="51435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10" name="Rectangle 109"/>
          <p:cNvSpPr/>
          <p:nvPr/>
        </p:nvSpPr>
        <p:spPr>
          <a:xfrm>
            <a:off x="923925" y="52863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239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12" name="TextBox 111"/>
          <p:cNvSpPr txBox="1"/>
          <p:nvPr/>
        </p:nvSpPr>
        <p:spPr>
          <a:xfrm>
            <a:off x="12477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13" name="Rectangle 112"/>
          <p:cNvSpPr/>
          <p:nvPr/>
        </p:nvSpPr>
        <p:spPr>
          <a:xfrm>
            <a:off x="2724150" y="52863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7241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15" name="TextBox 114"/>
          <p:cNvSpPr txBox="1"/>
          <p:nvPr/>
        </p:nvSpPr>
        <p:spPr>
          <a:xfrm>
            <a:off x="30480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16" name="Rectangle 115"/>
          <p:cNvSpPr/>
          <p:nvPr/>
        </p:nvSpPr>
        <p:spPr>
          <a:xfrm>
            <a:off x="3857625" y="52863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8576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18" name="TextBox 117"/>
          <p:cNvSpPr txBox="1"/>
          <p:nvPr/>
        </p:nvSpPr>
        <p:spPr>
          <a:xfrm>
            <a:off x="41814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19" name="Rectangle 118"/>
          <p:cNvSpPr/>
          <p:nvPr/>
        </p:nvSpPr>
        <p:spPr>
          <a:xfrm>
            <a:off x="5457825" y="52863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54578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21" name="TextBox 120"/>
          <p:cNvSpPr txBox="1"/>
          <p:nvPr/>
        </p:nvSpPr>
        <p:spPr>
          <a:xfrm>
            <a:off x="57816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22" name="Rectangle 121"/>
          <p:cNvSpPr/>
          <p:nvPr/>
        </p:nvSpPr>
        <p:spPr>
          <a:xfrm>
            <a:off x="7524750" y="52863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75247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24" name="TextBox 123"/>
          <p:cNvSpPr txBox="1"/>
          <p:nvPr/>
        </p:nvSpPr>
        <p:spPr>
          <a:xfrm>
            <a:off x="78486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25" name="TextBox 124"/>
          <p:cNvSpPr txBox="1"/>
          <p:nvPr/>
        </p:nvSpPr>
        <p:spPr>
          <a:xfrm>
            <a:off x="190500" y="55054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26" name="TextBox 1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26" name="TextBox 25"/>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27" name="TextBox 26"/>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28" name="TextBox 27"/>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29" name="TextBox 28"/>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0" name="TextBox 29"/>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1" name="TextBox 30"/>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2" name="TextBox 31"/>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3" name="Rectangle 32"/>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5" name="Rectangle 34"/>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8" name="Rectangle 37"/>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0" name="Rectangle 39"/>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47" name="Rectangle 46"/>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9" name="Rectangle 48"/>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1" name="Rectangle 50"/>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4" name="Rectangle 53"/>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6" name="Rectangle 55"/>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9" name="Rectangle 58"/>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1" name="Rectangle 60"/>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68" name="Rectangle 67"/>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0" name="Rectangle 69"/>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2" name="Rectangle 71"/>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5" name="Rectangle 74"/>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7" name="Rectangle 76"/>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0" name="Rectangle 79"/>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2" name="Rectangle 81"/>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89" name="Rectangle 88"/>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1" name="Rectangle 90"/>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3" name="Rectangle 92"/>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6" name="Rectangle 95"/>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8" name="Rectangle 97"/>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1" name="Rectangle 100"/>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3" name="Rectangle 102"/>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0" name="Rectangle 109"/>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2" name="Rectangle 111"/>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4" name="Rectangle 113"/>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7" name="TextBox 116"/>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18" name="TextBox 117"/>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19" name="TextBox 118"/>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20" name="TextBox 119"/>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21" name="TextBox 120"/>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22" name="Rectangle 121"/>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4" name="Rectangle 123"/>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6" name="Rectangle 125"/>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8" name="Rectangle 127"/>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0" name="Rectangle 129"/>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32" name="Rectangle 131"/>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5" name="Rectangle 134"/>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8" name="Rectangle 137"/>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0" name="Rectangle 139"/>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2" name="Rectangle 141"/>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4" name="Rectangle 143"/>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46" name="Rectangle 145"/>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2" name="Rectangle 151"/>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4" name="Rectangle 153"/>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6" name="Rectangle 155"/>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8" name="Rectangle 157"/>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60" name="Rectangle 159"/>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TextBox 164"/>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6" name="Rectangle 165"/>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8" name="Rectangle 167"/>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0" name="Rectangle 169"/>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2" name="Rectangle 171"/>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4" name="Rectangle 173"/>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179" name="TextBox 178"/>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180" name="TextBox 179"/>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181" name="TextBox 180"/>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182" name="TextBox 181"/>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183" name="TextBox 182"/>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184" name="TextBox 183"/>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185" name="Rectangle 184"/>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87" name="Rectangle 186"/>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89" name="Rectangle 188"/>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1" name="Rectangle 190"/>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97" name="Rectangle 196"/>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9" name="Rectangle 198"/>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1" name="Rectangle 200"/>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07" name="Rectangle 206"/>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9" name="Rectangle 208"/>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1" name="Rectangle 210"/>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17" name="Rectangle 216"/>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9" name="Rectangle 218"/>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1" name="Rectangle 220"/>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3" name="Rectangle 222"/>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8" name="Rectangle 227"/>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TextBox 230"/>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2" name="Rectangle 231"/>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TextBox 232"/>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4" name="Rectangle 233"/>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9" name="Rectangle 238"/>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1" name="Rectangle 240"/>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3" name="Rectangle 242"/>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5" name="Rectangle 244"/>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TextBox 249"/>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1" name="Rectangle 250"/>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TextBox 251"/>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3" name="Rectangle 252"/>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TextBox 253"/>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5" name="Rectangle 254"/>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90500" y="36766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4381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259" name="Rectangle 258"/>
          <p:cNvSpPr/>
          <p:nvPr/>
        </p:nvSpPr>
        <p:spPr>
          <a:xfrm>
            <a:off x="1238250" y="36766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48590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261" name="Rectangle 260"/>
          <p:cNvSpPr/>
          <p:nvPr/>
        </p:nvSpPr>
        <p:spPr>
          <a:xfrm>
            <a:off x="2286000" y="36766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TextBox 261"/>
          <p:cNvSpPr txBox="1"/>
          <p:nvPr/>
        </p:nvSpPr>
        <p:spPr>
          <a:xfrm>
            <a:off x="25336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263" name="TextBox 262"/>
          <p:cNvSpPr txBox="1"/>
          <p:nvPr/>
        </p:nvSpPr>
        <p:spPr>
          <a:xfrm>
            <a:off x="3524250" y="36385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264" name="Connector 263"/>
          <p:cNvCxnSpPr/>
          <p:nvPr/>
        </p:nvCxnSpPr>
        <p:spPr>
          <a:xfrm>
            <a:off x="190500" y="3905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65" name="TextBox 264"/>
          <p:cNvSpPr txBox="1"/>
          <p:nvPr/>
        </p:nvSpPr>
        <p:spPr>
          <a:xfrm>
            <a:off x="190500" y="39624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266" name="Rectangle 265"/>
          <p:cNvSpPr/>
          <p:nvPr/>
        </p:nvSpPr>
        <p:spPr>
          <a:xfrm>
            <a:off x="1905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667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268" name="TextBox 267"/>
          <p:cNvSpPr txBox="1"/>
          <p:nvPr/>
        </p:nvSpPr>
        <p:spPr>
          <a:xfrm>
            <a:off x="1905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8 expansion moves target new regions and volume tiers: defend key accounts where rivals expand.</a:t>
            </a:r>
          </a:p>
        </p:txBody>
      </p:sp>
      <p:sp>
        <p:nvSpPr>
          <p:cNvPr id="269" name="Rectangle 268"/>
          <p:cNvSpPr/>
          <p:nvPr/>
        </p:nvSpPr>
        <p:spPr>
          <a:xfrm>
            <a:off x="21780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22542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271" name="TextBox 270"/>
          <p:cNvSpPr txBox="1"/>
          <p:nvPr/>
        </p:nvSpPr>
        <p:spPr>
          <a:xfrm>
            <a:off x="21780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272" name="Rectangle 271"/>
          <p:cNvSpPr/>
          <p:nvPr/>
        </p:nvSpPr>
        <p:spPr>
          <a:xfrm>
            <a:off x="41656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42418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274" name="TextBox 273"/>
          <p:cNvSpPr txBox="1"/>
          <p:nvPr/>
        </p:nvSpPr>
        <p:spPr>
          <a:xfrm>
            <a:off x="41656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16 product and R&amp;D moves: benchmark launches and the technology roadmap.</a:t>
            </a:r>
          </a:p>
        </p:txBody>
      </p:sp>
      <p:sp>
        <p:nvSpPr>
          <p:cNvPr id="275" name="Rectangle 274"/>
          <p:cNvSpPr/>
          <p:nvPr/>
        </p:nvSpPr>
        <p:spPr>
          <a:xfrm>
            <a:off x="61531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62293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277" name="TextBox 276"/>
          <p:cNvSpPr txBox="1"/>
          <p:nvPr/>
        </p:nvSpPr>
        <p:spPr>
          <a:xfrm>
            <a:off x="61531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are acquiring; the independent target list is shrinking.</a:t>
            </a:r>
          </a:p>
        </p:txBody>
      </p:sp>
      <p:sp>
        <p:nvSpPr>
          <p:cNvPr id="278" name="Rectangle 277"/>
          <p:cNvSpPr/>
          <p:nvPr/>
        </p:nvSpPr>
        <p:spPr>
          <a:xfrm>
            <a:off x="81407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2169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280" name="TextBox 279"/>
          <p:cNvSpPr txBox="1"/>
          <p:nvPr/>
        </p:nvSpPr>
        <p:spPr>
          <a:xfrm>
            <a:off x="81407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281" name="Rectangle 280"/>
          <p:cNvSpPr/>
          <p:nvPr/>
        </p:nvSpPr>
        <p:spPr>
          <a:xfrm>
            <a:off x="101282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102044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283" name="TextBox 282"/>
          <p:cNvSpPr txBox="1"/>
          <p:nvPr/>
        </p:nvSpPr>
        <p:spPr>
          <a:xfrm>
            <a:off x="101282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lean on certification; audit your own compliance position.</a:t>
            </a:r>
          </a:p>
        </p:txBody>
      </p:sp>
      <p:sp>
        <p:nvSpPr>
          <p:cNvPr id="284" name="TextBox 2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Hair Styling Products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Market 16,106 US$ Mn  ·  Tier 1 share 52.0% → 52.8% by 2036</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52.0%</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8,375 US$ Mn  ·  4 players  ·  avg 2,094 US$ Mn / player</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A · Company B · Company C · Company D</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22.0%</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3,543 US$ Mn  ·  2 players  ·  avg 1,772 US$ Mn / player</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E · Company F</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10.0%</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1,611 US$ Mn  ·  2 players  ·  avg 805.3 US$ Mn / player</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G · Company H</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16.0%</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2,577 US$ Mn  ·  –  ·  long tail</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818906"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HHI = 758</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CR4 = 47.6%  ·  Tier 1 : Others = 3.2 : 1  ·  Top-player share = 16.4%  ·  Class: Fragmented</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8+</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8,375</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3,543</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1,611</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2,577</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16,106</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52.0</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22.0</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10.0</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16.0</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52.8</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23.4</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10.1</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13.7</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0.8</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1.4</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0.1</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2.3</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6.8</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7.3</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6.7</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5.0</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6.7</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2,094</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1,772</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805.3</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41.4</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22.8</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12.2</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23.7</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1 (52.0%) holds the largest single block of value on a 16,106 US$ Mn base; CR4 of 47.6% and HHI of 758 classify the market as fragmented.</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2 grows fastest at 7.3% CAGR, moving +1.4 pp of share by 2036.</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together hold 26.0% of value; the average Tier 3 player is 2.6x smaller than a Tier 1 supplier.</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Hair Styling Products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4 → 5 players  ·  52.0% → 52.8% share</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22.0% → 23.4% share</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10.0% → 10.1% share</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 tail  ·  16.0% → 13.7% share</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3</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+1</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2.3 pp</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1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2.8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The market is fragmented (HHI 758); Tier 1 sets pricing and innovation benchmarks and is expected to hold 52.8% of value in 2036.</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face the highest structural pressure (2.8 / 5); 2 players are expected to exit or be acquired.</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Buyer power (4 / 5) and supplier power (4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640806"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986212"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331619"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8022431"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367838"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10713244"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4" name="TextBox 33"/>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5" name="TextBox 34"/>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6" name="TextBox 35"/>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7" name="TextBox 36"/>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38" name="TextBox 37"/>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39" name="TextBox 38"/>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0" name="TextBox 39"/>
          <p:cNvSpPr txBox="1"/>
          <p:nvPr/>
        </p:nvSpPr>
        <p:spPr>
          <a:xfrm>
            <a:off x="1323975"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A</a:t>
            </a:r>
          </a:p>
        </p:txBody>
      </p:sp>
      <p:cxnSp>
        <p:nvCxnSpPr>
          <p:cNvPr id="41" name="Connector 40"/>
          <p:cNvCxnSpPr/>
          <p:nvPr/>
        </p:nvCxnSpPr>
        <p:spPr>
          <a:xfrm>
            <a:off x="1739503"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1323975"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3" name="TextBox 42"/>
          <p:cNvSpPr txBox="1"/>
          <p:nvPr/>
        </p:nvSpPr>
        <p:spPr>
          <a:xfrm>
            <a:off x="1314450"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4" name="TextBox 43"/>
          <p:cNvSpPr txBox="1"/>
          <p:nvPr/>
        </p:nvSpPr>
        <p:spPr>
          <a:xfrm>
            <a:off x="1314450"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5" name="Rectangle 44"/>
          <p:cNvSpPr/>
          <p:nvPr/>
        </p:nvSpPr>
        <p:spPr>
          <a:xfrm>
            <a:off x="1739503"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910953"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2082403"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323975"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7,928</a:t>
            </a:r>
          </a:p>
        </p:txBody>
      </p:sp>
      <p:sp>
        <p:nvSpPr>
          <p:cNvPr id="49" name="TextBox 48"/>
          <p:cNvSpPr txBox="1"/>
          <p:nvPr/>
        </p:nvSpPr>
        <p:spPr>
          <a:xfrm>
            <a:off x="1323975"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2,643</a:t>
            </a:r>
          </a:p>
        </p:txBody>
      </p:sp>
      <p:sp>
        <p:nvSpPr>
          <p:cNvPr id="50" name="Oval 49"/>
          <p:cNvSpPr/>
          <p:nvPr/>
        </p:nvSpPr>
        <p:spPr>
          <a:xfrm>
            <a:off x="1720453"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1971675" y="3416749"/>
            <a:ext cx="209550" cy="237298"/>
          </a:xfrm>
          <a:custGeom>
            <a:avLst/>
            <a:gdLst/>
            <a:ahLst/>
            <a:cxnLst/>
            <a:rect l="l" t="t" r="r" b="b"/>
            <a:pathLst>
              <a:path w="22" h="26">
                <a:moveTo>
                  <a:pt x="0" y="26"/>
                </a:moveTo>
                <a:lnTo>
                  <a:pt x="0" y="0"/>
                </a:lnTo>
                <a:lnTo>
                  <a:pt x="3" y="0"/>
                </a:lnTo>
                <a:lnTo>
                  <a:pt x="7" y="1"/>
                </a:lnTo>
                <a:lnTo>
                  <a:pt x="11" y="2"/>
                </a:lnTo>
                <a:lnTo>
                  <a:pt x="14" y="4"/>
                </a:lnTo>
                <a:lnTo>
                  <a:pt x="17" y="7"/>
                </a:lnTo>
                <a:lnTo>
                  <a:pt x="20" y="10"/>
                </a:lnTo>
                <a:lnTo>
                  <a:pt x="22" y="13"/>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182941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1720453"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16.4%</a:t>
            </a:r>
          </a:p>
        </p:txBody>
      </p:sp>
      <p:sp>
        <p:nvSpPr>
          <p:cNvPr id="54" name="TextBox 53"/>
          <p:cNvSpPr txBox="1"/>
          <p:nvPr/>
        </p:nvSpPr>
        <p:spPr>
          <a:xfrm>
            <a:off x="1343025"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55" name="Oval 54"/>
          <p:cNvSpPr/>
          <p:nvPr/>
        </p:nvSpPr>
        <p:spPr>
          <a:xfrm>
            <a:off x="15632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5632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7" name="Oval 56"/>
          <p:cNvSpPr/>
          <p:nvPr/>
        </p:nvSpPr>
        <p:spPr>
          <a:xfrm>
            <a:off x="177284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7728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59" name="Oval 58"/>
          <p:cNvSpPr/>
          <p:nvPr/>
        </p:nvSpPr>
        <p:spPr>
          <a:xfrm>
            <a:off x="19823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9823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1" name="Oval 60"/>
          <p:cNvSpPr/>
          <p:nvPr/>
        </p:nvSpPr>
        <p:spPr>
          <a:xfrm>
            <a:off x="2191941"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1919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3" name="Oval 62"/>
          <p:cNvSpPr/>
          <p:nvPr/>
        </p:nvSpPr>
        <p:spPr>
          <a:xfrm>
            <a:off x="16680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6680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5" name="Oval 64"/>
          <p:cNvSpPr/>
          <p:nvPr/>
        </p:nvSpPr>
        <p:spPr>
          <a:xfrm>
            <a:off x="1877616"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87761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7" name="Oval 66"/>
          <p:cNvSpPr/>
          <p:nvPr/>
        </p:nvSpPr>
        <p:spPr>
          <a:xfrm>
            <a:off x="20871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20871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69" name="TextBox 68"/>
          <p:cNvSpPr txBox="1"/>
          <p:nvPr/>
        </p:nvSpPr>
        <p:spPr>
          <a:xfrm>
            <a:off x="2669381"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B</a:t>
            </a:r>
          </a:p>
        </p:txBody>
      </p:sp>
      <p:cxnSp>
        <p:nvCxnSpPr>
          <p:cNvPr id="70" name="Connector 69"/>
          <p:cNvCxnSpPr/>
          <p:nvPr/>
        </p:nvCxnSpPr>
        <p:spPr>
          <a:xfrm>
            <a:off x="3084909"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669381"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2" name="TextBox 71"/>
          <p:cNvSpPr txBox="1"/>
          <p:nvPr/>
        </p:nvSpPr>
        <p:spPr>
          <a:xfrm>
            <a:off x="2659856"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3" name="TextBox 72"/>
          <p:cNvSpPr txBox="1"/>
          <p:nvPr/>
        </p:nvSpPr>
        <p:spPr>
          <a:xfrm>
            <a:off x="2659856"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4" name="Rectangle 73"/>
          <p:cNvSpPr/>
          <p:nvPr/>
        </p:nvSpPr>
        <p:spPr>
          <a:xfrm>
            <a:off x="3084909"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256359"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3427809"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669381"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7,981</a:t>
            </a:r>
          </a:p>
        </p:txBody>
      </p:sp>
      <p:sp>
        <p:nvSpPr>
          <p:cNvPr id="78" name="TextBox 77"/>
          <p:cNvSpPr txBox="1"/>
          <p:nvPr/>
        </p:nvSpPr>
        <p:spPr>
          <a:xfrm>
            <a:off x="2669381"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2,313</a:t>
            </a:r>
          </a:p>
        </p:txBody>
      </p:sp>
      <p:sp>
        <p:nvSpPr>
          <p:cNvPr id="79" name="Oval 78"/>
          <p:cNvSpPr/>
          <p:nvPr/>
        </p:nvSpPr>
        <p:spPr>
          <a:xfrm>
            <a:off x="3065859"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3314700" y="3416749"/>
            <a:ext cx="190500" cy="237298"/>
          </a:xfrm>
          <a:custGeom>
            <a:avLst/>
            <a:gdLst/>
            <a:ahLst/>
            <a:cxnLst/>
            <a:rect l="l" t="t" r="r" b="b"/>
            <a:pathLst>
              <a:path w="20" h="26">
                <a:moveTo>
                  <a:pt x="0" y="26"/>
                </a:moveTo>
                <a:lnTo>
                  <a:pt x="0" y="0"/>
                </a:lnTo>
                <a:lnTo>
                  <a:pt x="4" y="0"/>
                </a:lnTo>
                <a:lnTo>
                  <a:pt x="8" y="1"/>
                </a:lnTo>
                <a:lnTo>
                  <a:pt x="11" y="3"/>
                </a:lnTo>
                <a:lnTo>
                  <a:pt x="15" y="5"/>
                </a:lnTo>
                <a:lnTo>
                  <a:pt x="18" y="7"/>
                </a:lnTo>
                <a:lnTo>
                  <a:pt x="20" y="1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3174825"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65859"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14.4%</a:t>
            </a:r>
          </a:p>
        </p:txBody>
      </p:sp>
      <p:sp>
        <p:nvSpPr>
          <p:cNvPr id="83" name="TextBox 82"/>
          <p:cNvSpPr txBox="1"/>
          <p:nvPr/>
        </p:nvSpPr>
        <p:spPr>
          <a:xfrm>
            <a:off x="2688431"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84" name="Oval 83"/>
          <p:cNvSpPr/>
          <p:nvPr/>
        </p:nvSpPr>
        <p:spPr>
          <a:xfrm>
            <a:off x="29086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9086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6" name="Oval 85"/>
          <p:cNvSpPr/>
          <p:nvPr/>
        </p:nvSpPr>
        <p:spPr>
          <a:xfrm>
            <a:off x="31182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1182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88" name="Oval 87"/>
          <p:cNvSpPr/>
          <p:nvPr/>
        </p:nvSpPr>
        <p:spPr>
          <a:xfrm>
            <a:off x="33277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33277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0" name="Oval 89"/>
          <p:cNvSpPr/>
          <p:nvPr/>
        </p:nvSpPr>
        <p:spPr>
          <a:xfrm>
            <a:off x="35373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35373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2" name="Oval 91"/>
          <p:cNvSpPr/>
          <p:nvPr/>
        </p:nvSpPr>
        <p:spPr>
          <a:xfrm>
            <a:off x="30134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0134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4" name="Oval 93"/>
          <p:cNvSpPr/>
          <p:nvPr/>
        </p:nvSpPr>
        <p:spPr>
          <a:xfrm>
            <a:off x="3223022"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322302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6" name="Oval 95"/>
          <p:cNvSpPr/>
          <p:nvPr/>
        </p:nvSpPr>
        <p:spPr>
          <a:xfrm>
            <a:off x="34325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34325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98" name="TextBox 97"/>
          <p:cNvSpPr txBox="1"/>
          <p:nvPr/>
        </p:nvSpPr>
        <p:spPr>
          <a:xfrm>
            <a:off x="4014788"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C</a:t>
            </a:r>
          </a:p>
        </p:txBody>
      </p:sp>
      <p:cxnSp>
        <p:nvCxnSpPr>
          <p:cNvPr id="99" name="Connector 98"/>
          <p:cNvCxnSpPr/>
          <p:nvPr/>
        </p:nvCxnSpPr>
        <p:spPr>
          <a:xfrm>
            <a:off x="4430316"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4014788"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1" name="TextBox 100"/>
          <p:cNvSpPr txBox="1"/>
          <p:nvPr/>
        </p:nvSpPr>
        <p:spPr>
          <a:xfrm>
            <a:off x="4005262"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2" name="TextBox 101"/>
          <p:cNvSpPr txBox="1"/>
          <p:nvPr/>
        </p:nvSpPr>
        <p:spPr>
          <a:xfrm>
            <a:off x="4005262"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3" name="Rectangle 102"/>
          <p:cNvSpPr/>
          <p:nvPr/>
        </p:nvSpPr>
        <p:spPr>
          <a:xfrm>
            <a:off x="4430316"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4601766"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4773216"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014788"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6,223</a:t>
            </a:r>
          </a:p>
        </p:txBody>
      </p:sp>
      <p:sp>
        <p:nvSpPr>
          <p:cNvPr id="107" name="TextBox 106"/>
          <p:cNvSpPr txBox="1"/>
          <p:nvPr/>
        </p:nvSpPr>
        <p:spPr>
          <a:xfrm>
            <a:off x="4014788"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1,596</a:t>
            </a:r>
          </a:p>
        </p:txBody>
      </p:sp>
      <p:sp>
        <p:nvSpPr>
          <p:cNvPr id="108" name="Oval 107"/>
          <p:cNvSpPr/>
          <p:nvPr/>
        </p:nvSpPr>
        <p:spPr>
          <a:xfrm>
            <a:off x="4411266"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4657725" y="3416749"/>
            <a:ext cx="142875" cy="237298"/>
          </a:xfrm>
          <a:custGeom>
            <a:avLst/>
            <a:gdLst/>
            <a:ahLst/>
            <a:cxnLst/>
            <a:rect l="l" t="t" r="r" b="b"/>
            <a:pathLst>
              <a:path w="15" h="26">
                <a:moveTo>
                  <a:pt x="0" y="26"/>
                </a:moveTo>
                <a:lnTo>
                  <a:pt x="0" y="0"/>
                </a:lnTo>
                <a:lnTo>
                  <a:pt x="4" y="0"/>
                </a:lnTo>
                <a:lnTo>
                  <a:pt x="8" y="1"/>
                </a:lnTo>
                <a:lnTo>
                  <a:pt x="12" y="3"/>
                </a:lnTo>
                <a:lnTo>
                  <a:pt x="15" y="5"/>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4520232"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411266"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9.9%</a:t>
            </a:r>
          </a:p>
        </p:txBody>
      </p:sp>
      <p:sp>
        <p:nvSpPr>
          <p:cNvPr id="112" name="TextBox 111"/>
          <p:cNvSpPr txBox="1"/>
          <p:nvPr/>
        </p:nvSpPr>
        <p:spPr>
          <a:xfrm>
            <a:off x="4033838"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3" name="Oval 112"/>
          <p:cNvSpPr/>
          <p:nvPr/>
        </p:nvSpPr>
        <p:spPr>
          <a:xfrm>
            <a:off x="42541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42541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5" name="Oval 114"/>
          <p:cNvSpPr/>
          <p:nvPr/>
        </p:nvSpPr>
        <p:spPr>
          <a:xfrm>
            <a:off x="446365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36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7" name="Oval 116"/>
          <p:cNvSpPr/>
          <p:nvPr/>
        </p:nvSpPr>
        <p:spPr>
          <a:xfrm>
            <a:off x="46732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46732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19" name="Oval 118"/>
          <p:cNvSpPr/>
          <p:nvPr/>
        </p:nvSpPr>
        <p:spPr>
          <a:xfrm>
            <a:off x="4882753"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8827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1" name="Oval 120"/>
          <p:cNvSpPr/>
          <p:nvPr/>
        </p:nvSpPr>
        <p:spPr>
          <a:xfrm>
            <a:off x="43588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3588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3" name="Oval 122"/>
          <p:cNvSpPr/>
          <p:nvPr/>
        </p:nvSpPr>
        <p:spPr>
          <a:xfrm>
            <a:off x="4568428"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456842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5" name="Oval 124"/>
          <p:cNvSpPr/>
          <p:nvPr/>
        </p:nvSpPr>
        <p:spPr>
          <a:xfrm>
            <a:off x="47779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47779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7" name="TextBox 126"/>
          <p:cNvSpPr txBox="1"/>
          <p:nvPr/>
        </p:nvSpPr>
        <p:spPr>
          <a:xfrm>
            <a:off x="5360194"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D</a:t>
            </a:r>
          </a:p>
        </p:txBody>
      </p:sp>
      <p:cxnSp>
        <p:nvCxnSpPr>
          <p:cNvPr id="128" name="Connector 127"/>
          <p:cNvCxnSpPr/>
          <p:nvPr/>
        </p:nvCxnSpPr>
        <p:spPr>
          <a:xfrm>
            <a:off x="577572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5360194"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0" name="TextBox 129"/>
          <p:cNvSpPr txBox="1"/>
          <p:nvPr/>
        </p:nvSpPr>
        <p:spPr>
          <a:xfrm>
            <a:off x="5350669"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1" name="TextBox 130"/>
          <p:cNvSpPr txBox="1"/>
          <p:nvPr/>
        </p:nvSpPr>
        <p:spPr>
          <a:xfrm>
            <a:off x="5350669"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2" name="Rectangle 131"/>
          <p:cNvSpPr/>
          <p:nvPr/>
        </p:nvSpPr>
        <p:spPr>
          <a:xfrm>
            <a:off x="5775722"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594717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611862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5360194"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4,876</a:t>
            </a:r>
          </a:p>
        </p:txBody>
      </p:sp>
      <p:sp>
        <p:nvSpPr>
          <p:cNvPr id="136" name="TextBox 135"/>
          <p:cNvSpPr txBox="1"/>
          <p:nvPr/>
        </p:nvSpPr>
        <p:spPr>
          <a:xfrm>
            <a:off x="5360194"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1,121</a:t>
            </a:r>
          </a:p>
        </p:txBody>
      </p:sp>
      <p:sp>
        <p:nvSpPr>
          <p:cNvPr id="137" name="Oval 136"/>
          <p:cNvSpPr/>
          <p:nvPr/>
        </p:nvSpPr>
        <p:spPr>
          <a:xfrm>
            <a:off x="575667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6000750" y="3416749"/>
            <a:ext cx="104775" cy="237298"/>
          </a:xfrm>
          <a:custGeom>
            <a:avLst/>
            <a:gdLst/>
            <a:ahLst/>
            <a:cxnLst/>
            <a:rect l="l" t="t" r="r" b="b"/>
            <a:pathLst>
              <a:path w="11" h="26">
                <a:moveTo>
                  <a:pt x="0" y="26"/>
                </a:moveTo>
                <a:lnTo>
                  <a:pt x="0" y="0"/>
                </a:lnTo>
                <a:lnTo>
                  <a:pt x="4" y="0"/>
                </a:lnTo>
                <a:lnTo>
                  <a:pt x="8"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586563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75667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7.0%</a:t>
            </a:r>
          </a:p>
        </p:txBody>
      </p:sp>
      <p:sp>
        <p:nvSpPr>
          <p:cNvPr id="141" name="TextBox 140"/>
          <p:cNvSpPr txBox="1"/>
          <p:nvPr/>
        </p:nvSpPr>
        <p:spPr>
          <a:xfrm>
            <a:off x="5379244"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2" name="Oval 141"/>
          <p:cNvSpPr/>
          <p:nvPr/>
        </p:nvSpPr>
        <p:spPr>
          <a:xfrm>
            <a:off x="55995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55995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4" name="Oval 143"/>
          <p:cNvSpPr/>
          <p:nvPr/>
        </p:nvSpPr>
        <p:spPr>
          <a:xfrm>
            <a:off x="58090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8090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6" name="Oval 145"/>
          <p:cNvSpPr/>
          <p:nvPr/>
        </p:nvSpPr>
        <p:spPr>
          <a:xfrm>
            <a:off x="60186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0186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48" name="Oval 147"/>
          <p:cNvSpPr/>
          <p:nvPr/>
        </p:nvSpPr>
        <p:spPr>
          <a:xfrm>
            <a:off x="62281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62281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0" name="Oval 149"/>
          <p:cNvSpPr/>
          <p:nvPr/>
        </p:nvSpPr>
        <p:spPr>
          <a:xfrm>
            <a:off x="57042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7042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2" name="Oval 151"/>
          <p:cNvSpPr/>
          <p:nvPr/>
        </p:nvSpPr>
        <p:spPr>
          <a:xfrm>
            <a:off x="5913834"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91383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4" name="Oval 153"/>
          <p:cNvSpPr/>
          <p:nvPr/>
        </p:nvSpPr>
        <p:spPr>
          <a:xfrm>
            <a:off x="61233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1233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6" name="TextBox 155"/>
          <p:cNvSpPr txBox="1"/>
          <p:nvPr/>
        </p:nvSpPr>
        <p:spPr>
          <a:xfrm>
            <a:off x="6705600"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E</a:t>
            </a:r>
          </a:p>
        </p:txBody>
      </p:sp>
      <p:cxnSp>
        <p:nvCxnSpPr>
          <p:cNvPr id="157" name="Connector 156"/>
          <p:cNvCxnSpPr/>
          <p:nvPr/>
        </p:nvCxnSpPr>
        <p:spPr>
          <a:xfrm>
            <a:off x="712112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705600"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59" name="TextBox 158"/>
          <p:cNvSpPr txBox="1"/>
          <p:nvPr/>
        </p:nvSpPr>
        <p:spPr>
          <a:xfrm>
            <a:off x="6696075"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0" name="TextBox 159"/>
          <p:cNvSpPr txBox="1"/>
          <p:nvPr/>
        </p:nvSpPr>
        <p:spPr>
          <a:xfrm>
            <a:off x="6696075"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1" name="Rectangle 160"/>
          <p:cNvSpPr/>
          <p:nvPr/>
        </p:nvSpPr>
        <p:spPr>
          <a:xfrm>
            <a:off x="712112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729257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746402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705600"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5,331</a:t>
            </a:r>
          </a:p>
        </p:txBody>
      </p:sp>
      <p:sp>
        <p:nvSpPr>
          <p:cNvPr id="165" name="TextBox 164"/>
          <p:cNvSpPr txBox="1"/>
          <p:nvPr/>
        </p:nvSpPr>
        <p:spPr>
          <a:xfrm>
            <a:off x="6705600"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1,111</a:t>
            </a:r>
          </a:p>
        </p:txBody>
      </p:sp>
      <p:sp>
        <p:nvSpPr>
          <p:cNvPr id="166" name="Oval 165"/>
          <p:cNvSpPr/>
          <p:nvPr/>
        </p:nvSpPr>
        <p:spPr>
          <a:xfrm>
            <a:off x="710207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Freeform 166"/>
          <p:cNvSpPr/>
          <p:nvPr/>
        </p:nvSpPr>
        <p:spPr>
          <a:xfrm>
            <a:off x="7353300" y="3416749"/>
            <a:ext cx="104775" cy="237298"/>
          </a:xfrm>
          <a:custGeom>
            <a:avLst/>
            <a:gdLst/>
            <a:ahLst/>
            <a:cxnLst/>
            <a:rect l="l" t="t" r="r" b="b"/>
            <a:pathLst>
              <a:path w="11" h="26">
                <a:moveTo>
                  <a:pt x="0" y="26"/>
                </a:moveTo>
                <a:lnTo>
                  <a:pt x="0" y="0"/>
                </a:lnTo>
                <a:lnTo>
                  <a:pt x="3"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Oval 167"/>
          <p:cNvSpPr/>
          <p:nvPr/>
        </p:nvSpPr>
        <p:spPr>
          <a:xfrm>
            <a:off x="721104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710207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70" name="TextBox 169"/>
          <p:cNvSpPr txBox="1"/>
          <p:nvPr/>
        </p:nvSpPr>
        <p:spPr>
          <a:xfrm>
            <a:off x="6724650"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1" name="Oval 170"/>
          <p:cNvSpPr/>
          <p:nvPr/>
        </p:nvSpPr>
        <p:spPr>
          <a:xfrm>
            <a:off x="69449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69449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3" name="Oval 172"/>
          <p:cNvSpPr/>
          <p:nvPr/>
        </p:nvSpPr>
        <p:spPr>
          <a:xfrm>
            <a:off x="715446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71544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5" name="Oval 174"/>
          <p:cNvSpPr/>
          <p:nvPr/>
        </p:nvSpPr>
        <p:spPr>
          <a:xfrm>
            <a:off x="73640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73640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7" name="Oval 176"/>
          <p:cNvSpPr/>
          <p:nvPr/>
        </p:nvSpPr>
        <p:spPr>
          <a:xfrm>
            <a:off x="7573566"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75735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79" name="Oval 178"/>
          <p:cNvSpPr/>
          <p:nvPr/>
        </p:nvSpPr>
        <p:spPr>
          <a:xfrm>
            <a:off x="70496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70496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1" name="Oval 180"/>
          <p:cNvSpPr/>
          <p:nvPr/>
        </p:nvSpPr>
        <p:spPr>
          <a:xfrm>
            <a:off x="7259241"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25924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3" name="Oval 182"/>
          <p:cNvSpPr/>
          <p:nvPr/>
        </p:nvSpPr>
        <p:spPr>
          <a:xfrm>
            <a:off x="74687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74687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5" name="TextBox 184"/>
          <p:cNvSpPr txBox="1"/>
          <p:nvPr/>
        </p:nvSpPr>
        <p:spPr>
          <a:xfrm>
            <a:off x="8051006"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F</a:t>
            </a:r>
          </a:p>
        </p:txBody>
      </p:sp>
      <p:cxnSp>
        <p:nvCxnSpPr>
          <p:cNvPr id="186" name="Connector 185"/>
          <p:cNvCxnSpPr/>
          <p:nvPr/>
        </p:nvCxnSpPr>
        <p:spPr>
          <a:xfrm>
            <a:off x="8466534"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8051006"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88" name="TextBox 187"/>
          <p:cNvSpPr txBox="1"/>
          <p:nvPr/>
        </p:nvSpPr>
        <p:spPr>
          <a:xfrm>
            <a:off x="8041481"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89" name="TextBox 188"/>
          <p:cNvSpPr txBox="1"/>
          <p:nvPr/>
        </p:nvSpPr>
        <p:spPr>
          <a:xfrm>
            <a:off x="8041481"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0" name="Rectangle 189"/>
          <p:cNvSpPr/>
          <p:nvPr/>
        </p:nvSpPr>
        <p:spPr>
          <a:xfrm>
            <a:off x="8466534"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8637984"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8809434"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TextBox 192"/>
          <p:cNvSpPr txBox="1"/>
          <p:nvPr/>
        </p:nvSpPr>
        <p:spPr>
          <a:xfrm>
            <a:off x="8051006"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5,795</a:t>
            </a:r>
          </a:p>
        </p:txBody>
      </p:sp>
      <p:sp>
        <p:nvSpPr>
          <p:cNvPr id="194" name="TextBox 193"/>
          <p:cNvSpPr txBox="1"/>
          <p:nvPr/>
        </p:nvSpPr>
        <p:spPr>
          <a:xfrm>
            <a:off x="8051006"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1,104</a:t>
            </a:r>
          </a:p>
        </p:txBody>
      </p:sp>
      <p:sp>
        <p:nvSpPr>
          <p:cNvPr id="195" name="Oval 194"/>
          <p:cNvSpPr/>
          <p:nvPr/>
        </p:nvSpPr>
        <p:spPr>
          <a:xfrm>
            <a:off x="8447484"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8696325"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556450"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8447484"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99" name="TextBox 198"/>
          <p:cNvSpPr txBox="1"/>
          <p:nvPr/>
        </p:nvSpPr>
        <p:spPr>
          <a:xfrm>
            <a:off x="8070056"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00" name="Oval 199"/>
          <p:cNvSpPr/>
          <p:nvPr/>
        </p:nvSpPr>
        <p:spPr>
          <a:xfrm>
            <a:off x="82903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82903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2" name="Oval 201"/>
          <p:cNvSpPr/>
          <p:nvPr/>
        </p:nvSpPr>
        <p:spPr>
          <a:xfrm>
            <a:off x="84998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84998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4" name="Oval 203"/>
          <p:cNvSpPr/>
          <p:nvPr/>
        </p:nvSpPr>
        <p:spPr>
          <a:xfrm>
            <a:off x="87094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87094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6" name="Oval 205"/>
          <p:cNvSpPr/>
          <p:nvPr/>
        </p:nvSpPr>
        <p:spPr>
          <a:xfrm>
            <a:off x="89189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89189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08" name="Oval 207"/>
          <p:cNvSpPr/>
          <p:nvPr/>
        </p:nvSpPr>
        <p:spPr>
          <a:xfrm>
            <a:off x="83950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83950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0" name="Oval 209"/>
          <p:cNvSpPr/>
          <p:nvPr/>
        </p:nvSpPr>
        <p:spPr>
          <a:xfrm>
            <a:off x="8604647"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860464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2" name="Oval 211"/>
          <p:cNvSpPr/>
          <p:nvPr/>
        </p:nvSpPr>
        <p:spPr>
          <a:xfrm>
            <a:off x="88141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88141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4" name="TextBox 213"/>
          <p:cNvSpPr txBox="1"/>
          <p:nvPr/>
        </p:nvSpPr>
        <p:spPr>
          <a:xfrm>
            <a:off x="9396412"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G</a:t>
            </a:r>
          </a:p>
        </p:txBody>
      </p:sp>
      <p:cxnSp>
        <p:nvCxnSpPr>
          <p:cNvPr id="215" name="Connector 214"/>
          <p:cNvCxnSpPr/>
          <p:nvPr/>
        </p:nvCxnSpPr>
        <p:spPr>
          <a:xfrm>
            <a:off x="9811941"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396412"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7" name="TextBox 216"/>
          <p:cNvSpPr txBox="1"/>
          <p:nvPr/>
        </p:nvSpPr>
        <p:spPr>
          <a:xfrm>
            <a:off x="9386888"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18" name="TextBox 217"/>
          <p:cNvSpPr txBox="1"/>
          <p:nvPr/>
        </p:nvSpPr>
        <p:spPr>
          <a:xfrm>
            <a:off x="9386888"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19" name="Rectangle 218"/>
          <p:cNvSpPr/>
          <p:nvPr/>
        </p:nvSpPr>
        <p:spPr>
          <a:xfrm>
            <a:off x="9811941"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9983391"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0154841"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396412"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5,037</a:t>
            </a:r>
          </a:p>
        </p:txBody>
      </p:sp>
      <p:sp>
        <p:nvSpPr>
          <p:cNvPr id="223" name="TextBox 222"/>
          <p:cNvSpPr txBox="1"/>
          <p:nvPr/>
        </p:nvSpPr>
        <p:spPr>
          <a:xfrm>
            <a:off x="9396412"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883.7</a:t>
            </a:r>
          </a:p>
        </p:txBody>
      </p:sp>
      <p:sp>
        <p:nvSpPr>
          <p:cNvPr id="224" name="Oval 223"/>
          <p:cNvSpPr/>
          <p:nvPr/>
        </p:nvSpPr>
        <p:spPr>
          <a:xfrm>
            <a:off x="9792891"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Freeform 224"/>
          <p:cNvSpPr/>
          <p:nvPr/>
        </p:nvSpPr>
        <p:spPr>
          <a:xfrm>
            <a:off x="10039350" y="3416749"/>
            <a:ext cx="85725" cy="237298"/>
          </a:xfrm>
          <a:custGeom>
            <a:avLst/>
            <a:gdLst/>
            <a:ahLst/>
            <a:cxnLst/>
            <a:rect l="l" t="t" r="r" b="b"/>
            <a:pathLst>
              <a:path w="9" h="26">
                <a:moveTo>
                  <a:pt x="0" y="26"/>
                </a:moveTo>
                <a:lnTo>
                  <a:pt x="0" y="0"/>
                </a:lnTo>
                <a:lnTo>
                  <a:pt x="5" y="0"/>
                </a:lnTo>
                <a:lnTo>
                  <a:pt x="9"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Oval 225"/>
          <p:cNvSpPr/>
          <p:nvPr/>
        </p:nvSpPr>
        <p:spPr>
          <a:xfrm>
            <a:off x="9901857"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792891"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5.5%</a:t>
            </a:r>
          </a:p>
        </p:txBody>
      </p:sp>
      <p:sp>
        <p:nvSpPr>
          <p:cNvPr id="228" name="TextBox 227"/>
          <p:cNvSpPr txBox="1"/>
          <p:nvPr/>
        </p:nvSpPr>
        <p:spPr>
          <a:xfrm>
            <a:off x="9415462"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29" name="Oval 228"/>
          <p:cNvSpPr/>
          <p:nvPr/>
        </p:nvSpPr>
        <p:spPr>
          <a:xfrm>
            <a:off x="96357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TextBox 229"/>
          <p:cNvSpPr txBox="1"/>
          <p:nvPr/>
        </p:nvSpPr>
        <p:spPr>
          <a:xfrm>
            <a:off x="96357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1" name="Oval 230"/>
          <p:cNvSpPr/>
          <p:nvPr/>
        </p:nvSpPr>
        <p:spPr>
          <a:xfrm>
            <a:off x="984527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98452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3" name="Oval 232"/>
          <p:cNvSpPr/>
          <p:nvPr/>
        </p:nvSpPr>
        <p:spPr>
          <a:xfrm>
            <a:off x="100548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100548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5" name="Oval 234"/>
          <p:cNvSpPr/>
          <p:nvPr/>
        </p:nvSpPr>
        <p:spPr>
          <a:xfrm>
            <a:off x="10264378"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102643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7" name="Oval 236"/>
          <p:cNvSpPr/>
          <p:nvPr/>
        </p:nvSpPr>
        <p:spPr>
          <a:xfrm>
            <a:off x="97405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97405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39" name="Oval 238"/>
          <p:cNvSpPr/>
          <p:nvPr/>
        </p:nvSpPr>
        <p:spPr>
          <a:xfrm>
            <a:off x="9950053"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995005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1" name="Oval 240"/>
          <p:cNvSpPr/>
          <p:nvPr/>
        </p:nvSpPr>
        <p:spPr>
          <a:xfrm>
            <a:off x="101596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101596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3" name="TextBox 242"/>
          <p:cNvSpPr txBox="1"/>
          <p:nvPr/>
        </p:nvSpPr>
        <p:spPr>
          <a:xfrm>
            <a:off x="10741819"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H</a:t>
            </a:r>
          </a:p>
        </p:txBody>
      </p:sp>
      <p:cxnSp>
        <p:nvCxnSpPr>
          <p:cNvPr id="244" name="Connector 243"/>
          <p:cNvCxnSpPr/>
          <p:nvPr/>
        </p:nvCxnSpPr>
        <p:spPr>
          <a:xfrm>
            <a:off x="11157347"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10741819"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6" name="TextBox 245"/>
          <p:cNvSpPr txBox="1"/>
          <p:nvPr/>
        </p:nvSpPr>
        <p:spPr>
          <a:xfrm>
            <a:off x="10732294"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7" name="TextBox 246"/>
          <p:cNvSpPr txBox="1"/>
          <p:nvPr/>
        </p:nvSpPr>
        <p:spPr>
          <a:xfrm>
            <a:off x="10732294"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48" name="Rectangle 247"/>
          <p:cNvSpPr/>
          <p:nvPr/>
        </p:nvSpPr>
        <p:spPr>
          <a:xfrm>
            <a:off x="11157347"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328797"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00247"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10741819"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3,273</a:t>
            </a:r>
          </a:p>
        </p:txBody>
      </p:sp>
      <p:sp>
        <p:nvSpPr>
          <p:cNvPr id="252" name="TextBox 251"/>
          <p:cNvSpPr txBox="1"/>
          <p:nvPr/>
        </p:nvSpPr>
        <p:spPr>
          <a:xfrm>
            <a:off x="10741819"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532.2</a:t>
            </a:r>
          </a:p>
        </p:txBody>
      </p:sp>
      <p:sp>
        <p:nvSpPr>
          <p:cNvPr id="253" name="Oval 252"/>
          <p:cNvSpPr/>
          <p:nvPr/>
        </p:nvSpPr>
        <p:spPr>
          <a:xfrm>
            <a:off x="11138297"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Freeform 253"/>
          <p:cNvSpPr/>
          <p:nvPr/>
        </p:nvSpPr>
        <p:spPr>
          <a:xfrm>
            <a:off x="11382375" y="3416749"/>
            <a:ext cx="57150" cy="237298"/>
          </a:xfrm>
          <a:custGeom>
            <a:avLst/>
            <a:gdLst/>
            <a:ahLst/>
            <a:cxnLst/>
            <a:rect l="l" t="t" r="r" b="b"/>
            <a:pathLst>
              <a:path w="6" h="26">
                <a:moveTo>
                  <a:pt x="0" y="26"/>
                </a:moveTo>
                <a:lnTo>
                  <a:pt x="0" y="0"/>
                </a:lnTo>
                <a:lnTo>
                  <a:pt x="3" y="0"/>
                </a:lnTo>
                <a:lnTo>
                  <a:pt x="6"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Oval 254"/>
          <p:cNvSpPr/>
          <p:nvPr/>
        </p:nvSpPr>
        <p:spPr>
          <a:xfrm>
            <a:off x="11247263"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TextBox 255"/>
          <p:cNvSpPr txBox="1"/>
          <p:nvPr/>
        </p:nvSpPr>
        <p:spPr>
          <a:xfrm>
            <a:off x="11138297"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3.3%</a:t>
            </a:r>
          </a:p>
        </p:txBody>
      </p:sp>
      <p:sp>
        <p:nvSpPr>
          <p:cNvPr id="257" name="TextBox 256"/>
          <p:cNvSpPr txBox="1"/>
          <p:nvPr/>
        </p:nvSpPr>
        <p:spPr>
          <a:xfrm>
            <a:off x="10760869"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58" name="Oval 257"/>
          <p:cNvSpPr/>
          <p:nvPr/>
        </p:nvSpPr>
        <p:spPr>
          <a:xfrm>
            <a:off x="109811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09811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0" name="Oval 259"/>
          <p:cNvSpPr/>
          <p:nvPr/>
        </p:nvSpPr>
        <p:spPr>
          <a:xfrm>
            <a:off x="111906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111906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2" name="Oval 261"/>
          <p:cNvSpPr/>
          <p:nvPr/>
        </p:nvSpPr>
        <p:spPr>
          <a:xfrm>
            <a:off x="114002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114002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4" name="Oval 263"/>
          <p:cNvSpPr/>
          <p:nvPr/>
        </p:nvSpPr>
        <p:spPr>
          <a:xfrm>
            <a:off x="116097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116097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6" name="Oval 265"/>
          <p:cNvSpPr/>
          <p:nvPr/>
        </p:nvSpPr>
        <p:spPr>
          <a:xfrm>
            <a:off x="110859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110859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68" name="Oval 267"/>
          <p:cNvSpPr/>
          <p:nvPr/>
        </p:nvSpPr>
        <p:spPr>
          <a:xfrm>
            <a:off x="11295459"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1129545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0" name="Oval 269"/>
          <p:cNvSpPr/>
          <p:nvPr/>
        </p:nvSpPr>
        <p:spPr>
          <a:xfrm>
            <a:off x="115050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115050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2" name="TextBox 27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273" name="Rectangle 27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TextBox 273"/>
          <p:cNvSpPr txBox="1"/>
          <p:nvPr/>
        </p:nvSpPr>
        <p:spPr>
          <a:xfrm>
            <a:off x="1535906" y="5716715"/>
            <a:ext cx="1404938" cy="164283"/>
          </a:xfrm>
          <a:prstGeom prst="rect">
            <a:avLst/>
          </a:prstGeom>
          <a:noFill/>
        </p:spPr>
        <p:txBody>
          <a:bodyPr wrap="square" lIns="0" rIns="0" tIns="0" bIns="0" anchor="ctr">
            <a:spAutoFit/>
          </a:bodyPr>
          <a:lstStyle/>
          <a:p>
            <a:pPr algn="l"/>
            <a:r>
              <a:rPr sz="1100" b="0">
                <a:solidFill>
                  <a:srgbClr val="2E2E2E"/>
                </a:solidFill>
                <a:latin typeface="Calibri"/>
              </a:rPr>
              <a:t>Styling Serums and Oils</a:t>
            </a:r>
          </a:p>
        </p:txBody>
      </p:sp>
      <p:sp>
        <p:nvSpPr>
          <p:cNvPr id="275" name="Rectangle 274"/>
          <p:cNvSpPr/>
          <p:nvPr/>
        </p:nvSpPr>
        <p:spPr>
          <a:xfrm>
            <a:off x="2997994"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3150394" y="5716715"/>
            <a:ext cx="2040731" cy="164283"/>
          </a:xfrm>
          <a:prstGeom prst="rect">
            <a:avLst/>
          </a:prstGeom>
          <a:noFill/>
        </p:spPr>
        <p:txBody>
          <a:bodyPr wrap="square" lIns="0" rIns="0" tIns="0" bIns="0" anchor="ctr">
            <a:spAutoFit/>
          </a:bodyPr>
          <a:lstStyle/>
          <a:p>
            <a:pPr algn="l"/>
            <a:r>
              <a:rPr sz="1100" b="0">
                <a:solidFill>
                  <a:srgbClr val="2E2E2E"/>
                </a:solidFill>
                <a:latin typeface="Calibri"/>
              </a:rPr>
              <a:t>Waxes, Clays, Pastes and Pomades</a:t>
            </a:r>
          </a:p>
        </p:txBody>
      </p:sp>
      <p:sp>
        <p:nvSpPr>
          <p:cNvPr id="277" name="Rectangle 276"/>
          <p:cNvSpPr/>
          <p:nvPr/>
        </p:nvSpPr>
        <p:spPr>
          <a:xfrm>
            <a:off x="5248275"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TextBox 277"/>
          <p:cNvSpPr txBox="1"/>
          <p:nvPr/>
        </p:nvSpPr>
        <p:spPr>
          <a:xfrm>
            <a:off x="5400675" y="5716715"/>
            <a:ext cx="1019175" cy="164283"/>
          </a:xfrm>
          <a:prstGeom prst="rect">
            <a:avLst/>
          </a:prstGeom>
          <a:noFill/>
        </p:spPr>
        <p:txBody>
          <a:bodyPr wrap="square" lIns="0" rIns="0" tIns="0" bIns="0" anchor="ctr">
            <a:spAutoFit/>
          </a:bodyPr>
          <a:lstStyle/>
          <a:p>
            <a:pPr algn="l"/>
            <a:r>
              <a:rPr sz="1100" b="0">
                <a:solidFill>
                  <a:srgbClr val="2E2E2E"/>
                </a:solidFill>
                <a:latin typeface="Calibri"/>
              </a:rPr>
              <a:t>Sticks and Balms</a:t>
            </a:r>
          </a:p>
        </p:txBody>
      </p:sp>
      <p:sp>
        <p:nvSpPr>
          <p:cNvPr id="279" name="Rectangle 278"/>
          <p:cNvSpPr/>
          <p:nvPr/>
        </p:nvSpPr>
        <p:spPr>
          <a:xfrm>
            <a:off x="6477000"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TextBox 279"/>
          <p:cNvSpPr txBox="1"/>
          <p:nvPr/>
        </p:nvSpPr>
        <p:spPr>
          <a:xfrm>
            <a:off x="6629400"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281" name="TextBox 28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282" name="TextBox 28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283" name="TextBox 28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284" name="TextBox 28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285" name="TextBox 28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286" name="TextBox 28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287" name="TextBox 28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288" name="TextBox 28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289" name="TextBox 28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290" name="TextBox 28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291" name="TextBox 29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292" name="Oval 29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4" name="TextBox 29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295" name="Oval 29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7" name="TextBox 29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298" name="Oval 29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00" name="TextBox 29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01" name="Oval 30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03" name="TextBox 30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04" name="Oval 30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TextBox 30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06" name="TextBox 30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07" name="Oval 30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9" name="TextBox 30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10" name="Oval 30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12" name="TextBox 31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13" name="TextBox 31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14" name="TextBox 31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15" name="TextBox 3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Hair Styling Products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Hold price discipline: with the top three players at ~41% share, avoid value-destructive discounting compete on mix and service, not headline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toward higher-value formulations (e.g. 'Styling Serums and Oils') to lift blended ASP and defend margin as input costs move.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Set transparent, corridor-based regional pricing to limit grey-market arbitrage.</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R&amp;D in the fastest-growing formulations a differentiated portfolio is the clearest route to out-growing the ~6.7% market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Pursue certification and clinical validation to build switching costs and support premium positioning.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Localise formats and pack sizes to each channel and geography.</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 relentlessly against 'Company A' (~16.4% share) match on service and lead on innovation to take share.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to cut dependence on a few large accounts and single-region exposure.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Stress-test for regulatory, currency and supply shocks; keep flexible capacity and dual sourcing.</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100% =</a:t>
            </a:r>
          </a:p>
          <a:p>
            <a:pPr algn="ctr"/>
            <a:r>
              <a:rPr sz="1300" b="1">
                <a:solidFill>
                  <a:srgbClr val="2E2E2E"/>
                </a:solidFill>
                <a:latin typeface="Calibri"/>
              </a:rPr>
              <a:t>16,106 US$ Mn</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Company A accounted for the largest share of the global hair styling products market in 2026. The global hair styling products market is moderately consolidated, with the top three players accounting for an estimated 41% share of the market in 2026.</a:t>
            </a:r>
          </a:p>
          <a:p>
            <a:pPr algn="l">
              <a:lnSpc>
                <a:spcPct val="110000"/>
              </a:lnSpc>
              <a:spcBef>
                <a:spcPts val="0"/>
              </a:spcBef>
              <a:spcAft>
                <a:spcPts val="500"/>
              </a:spcAft>
            </a:pPr>
            <a:r>
              <a:rPr sz="1150" b="0">
                <a:solidFill>
                  <a:srgbClr val="2E2E2E"/>
                </a:solidFill>
                <a:latin typeface="Calibri"/>
              </a:rPr>
              <a:t>Company A accounted for an estimated 16.4% share of the market, followed by Company B with 14.4%. Key players are focusing on product innovation, geographic expansion and strategic partnerships to strengthen their market position.</a:t>
            </a:r>
          </a:p>
          <a:p>
            <a:pPr algn="l">
              <a:lnSpc>
                <a:spcPct val="110000"/>
              </a:lnSpc>
              <a:spcBef>
                <a:spcPts val="0"/>
              </a:spcBef>
              <a:spcAft>
                <a:spcPts val="500"/>
              </a:spcAft>
            </a:pPr>
            <a:r>
              <a:rPr sz="1150" b="0">
                <a:solidFill>
                  <a:srgbClr val="2E2E2E"/>
                </a:solidFill>
                <a:latin typeface="Calibri"/>
              </a:rPr>
              <a:t>Regional share differs from the global picture use the region selector to see how leadership shifts across geographies.</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format,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Styling Serums and Oils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Waxes, Clays, Pastes and Pomades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Sticks and Balms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Styling Serums and Oils: 'Company A' leads at ~12.8%, ahead of 'Company D' (~12.7%); the top three hold ~38%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Waxes, Clays, Pastes and Pomades: 'Company C' leads at ~14.9%, ahead of 'Company B' (~14.8%); the top three hold ~43% and a long tail ('Others') ~23%.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Sticks and Balms: 'Company A' leads at ~17.8%, ahead of 'Company B' (~16.9%); the top three hold ~48% and a long tail ('Others') ~20%.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shifts across formulations a strong position in one product type does not carry over to the others, so product-level targeting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'Company A' leads at ~18.4%, ahead of 'Company B' (~13.5%); the top three hold ~41%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East Asia: 'Company A' leads at ~14.5%, ahead of 'Company C' (~13.7%); the top three hold ~42% and a long tail ('Others') ~21%.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Europe: 'Company A' leads at ~17.1%, ahead of 'Company D' (~12.6%); the top three hold ~41% and a long tail ('Others') ~21%.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is not uniform across geographies a strong position in one region does not carry over to the others, so region-level go-to-market planning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Hair Styling Products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Hair Styling Products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A</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16.4%</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B</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14.4%</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9.9%</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D</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7.0%</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6.9%</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0–5 POINTS</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0–5 POINTS</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0–5 POINTS</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0–5 POINTS</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0–5 POINTS</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Hair Styling Products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A: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15,957</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5,035</a:t>
            </a:r>
          </a:p>
          <a:p>
            <a:pPr algn="ctr">
              <a:lnSpc>
                <a:spcPct val="95000"/>
              </a:lnSpc>
            </a:pPr>
            <a:r>
              <a:rPr sz="1100" b="0">
                <a:solidFill>
                  <a:srgbClr val="6C7A89"/>
                </a:solidFill>
                <a:latin typeface="Calibri"/>
              </a:rPr>
              <a:t>32%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A captures ~32%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'North America' is the largest SOM region; 'Rest of the World' shows the highest SAM penetration (~74%).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1.00 book-to-bill and ~12%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~18% win rate with a +6% ASP premium and 2.9x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A: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A</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52% of TAM  ·  15,957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32% of SAM  ·  5,035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~18% win rate with a +6% ASP premium signals value recognition; 2.9x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~95-day sales cycle and ~30%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A: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A: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~18% win rate with a +6%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1.00 book-to-bill and ~12%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~16.4%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~2.9x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A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15,406</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5,238</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A: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16.4%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18%</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+6%</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A's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~18% win rate and +6%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(~74%)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1.00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'North America'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~95-day sales cycle and ~30%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B: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16,878</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4,408</a:t>
            </a:r>
          </a:p>
          <a:p>
            <a:pPr algn="ctr">
              <a:lnSpc>
                <a:spcPct val="95000"/>
              </a:lnSpc>
            </a:pPr>
            <a:r>
              <a:rPr sz="1100" b="0">
                <a:solidFill>
                  <a:srgbClr val="6C7A89"/>
                </a:solidFill>
                <a:latin typeface="Calibri"/>
              </a:rPr>
              <a:t>26%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B captures ~26%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(~92%).</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1.04 book-to-bill and ~14%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~21% win rate with a +5% ASP premium and 2.7x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B: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B</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55% of TAM  ·  16,878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26% of SAM  ·  4,408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~21% win rate with a +5% ASP premium signals value recognition; 2.7x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~90-day sales cycle and ~34%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B: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B: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~21% win rate with a +5%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1.04 book-to-bill and ~14%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~14.4%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~2.7x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B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15,511</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5,351</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B: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14.4%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21%</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+5%</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B's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~21% win rate and +5%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(~92%)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1.04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~90-day sales cycle and ~34%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30,687</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17,799</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3,040</a:t>
            </a:r>
          </a:p>
          <a:p>
            <a:pPr algn="ctr">
              <a:lnSpc>
                <a:spcPct val="95000"/>
              </a:lnSpc>
            </a:pPr>
            <a:r>
              <a:rPr sz="1100" b="0">
                <a:solidFill>
                  <a:srgbClr val="6C7A89"/>
                </a:solidFill>
                <a:latin typeface="Calibri"/>
              </a:rPr>
              <a:t>17%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C captures ~17% of a US$ Mn SAM, with its strongest end-market in 'Pharmacies and Drugstores'.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(~53%).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1.08 book-to-bill and ~15%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~24% win rate with a +4% ASP premium and 2.5x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30,687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58% of TAM  ·  17,799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17% of SAM  ·  3,040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~24% win rate with a +4% ASP premium signals value recognition; 2.5x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~85-day sales cycle and ~38%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~24% win rate with a +4%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1.08 book-to-bill and ~15%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~9.9%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~2.5x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'Styling Serums and Oils'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Financial Performance</a:t>
            </a:r>
          </a:p>
        </p:txBody>
      </p:sp>
      <p:graphicFrame>
        <p:nvGraphicFramePr>
          <p:cNvPr id="13" name="Table 12"/>
          <p:cNvGraphicFramePr>
            <a:graphicFrameLocks noGrp="1"/>
          </p:cNvGraphicFramePr>
          <p:nvPr/>
        </p:nvGraphicFramePr>
        <p:xfrm>
          <a:off x="152400" y="1611256"/>
          <a:ext cx="5886451" cy="1449913"/>
        </p:xfrm>
        <a:graphic>
          <a:graphicData uri="http://schemas.openxmlformats.org/drawingml/2006/table">
            <a:tbl>
              <a:tblPr>
                <a:tableStyleId>{5C22544A-7EE6-4342-B048-85BDC9FD1C3A}</a:tableStyleId>
              </a:tblPr>
              <a:tblGrid>
                <a:gridCol w="2383566"/>
                <a:gridCol w="700577"/>
                <a:gridCol w="700577"/>
                <a:gridCol w="700577"/>
                <a:gridCol w="700577"/>
                <a:gridCol w="700577"/>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12,093</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Pricing Analysis (US$/Units)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4030776"/>
                <a:gridCol w="899262"/>
                <a:gridCol w="8992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Styling Serums and Oils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Waxes, Clays, Pastes and Pomades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Sticks and Balms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Creams and Lotions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9.9%</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24%</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+4%</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'Pharmacies and Drugstores' Company C's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~24% win rate and +4%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(~53%)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1.08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'Styling Serums and Oils'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~85-day sales cycle and ~38%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